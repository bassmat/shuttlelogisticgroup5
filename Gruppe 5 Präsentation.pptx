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slides/slide50.xml" ContentType="application/vnd.openxmlformats-officedocument.presentationml.slide+xml"/>
  <Override PartName="/ppt/slides/slide90.xml" ContentType="application/vnd.openxmlformats-officedocument.presentationml.slide+xml"/>
  <Override PartName="/ppt/slides/slide270.xml" ContentType="application/vnd.openxmlformats-officedocument.presentationml.slide+xml"/>
  <Override PartName="/ppt/slides/slide140.xml" ContentType="application/vnd.openxmlformats-officedocument.presentationml.slide+xml"/>
  <Override PartName="/ppt/slides/slide150.xml" ContentType="application/vnd.openxmlformats-officedocument.presentationml.slide+xml"/>
  <Override PartName="/ppt/slides/slide200.xml" ContentType="application/vnd.openxmlformats-officedocument.presentationml.slide+xml"/>
  <Override PartName="/ppt/slides/slide180.xml" ContentType="application/vnd.openxmlformats-officedocument.presentationml.slide+xml"/>
  <Override PartName="/ppt/slides/slide120.xml" ContentType="application/vnd.openxmlformats-officedocument.presentationml.slide+xml"/>
  <Override PartName="/ppt/slides/slide160.xml" ContentType="application/vnd.openxmlformats-officedocument.presentationml.slide+xml"/>
  <Override PartName="/ppt/slides/slide130.xml" ContentType="application/vnd.openxmlformats-officedocument.presentationml.slide+xml"/>
  <Override PartName="/ppt/slides/slide190.xml" ContentType="application/vnd.openxmlformats-officedocument.presentationml.slide+xml"/>
  <Override PartName="/ppt/slides/slide330.xml" ContentType="application/vnd.openxmlformats-officedocument.presentationml.slide+xml"/>
  <Override PartName="/ppt/slides/slide340.xml" ContentType="application/vnd.openxmlformats-officedocument.presentationml.slide+xml"/>
  <Override PartName="/ppt/slides/slide350.xml" ContentType="application/vnd.openxmlformats-officedocument.presentationml.slide+xml"/>
  <Override PartName="/ppt/slides/slide360.xml" ContentType="application/vnd.openxmlformats-officedocument.presentationml.slide+xml"/>
  <Override PartName="/ppt/slides/slide370.xml" ContentType="application/vnd.openxmlformats-officedocument.presentationml.slide+xml"/>
  <Override PartName="/ppt/slides/slide380.xml" ContentType="application/vnd.openxmlformats-officedocument.presentationml.slide+xml"/>
  <Override PartName="/ppt/notesSlides/notesSlide50.xml" ContentType="application/vnd.openxmlformats-officedocument.presentationml.notesSlide+xml"/>
  <Override PartName="/ppt/slideLayouts/slideLayout60.xml" ContentType="application/vnd.openxmlformats-officedocument.presentationml.slideLayout+xml"/>
  <Override PartName="/ppt/notesSlides/notesSlide90.xml" ContentType="application/vnd.openxmlformats-officedocument.presentationml.notesSlide+xml"/>
  <Override PartName="/ppt/slideLayouts/slideLayout30.xml" ContentType="application/vnd.openxmlformats-officedocument.presentationml.slideLayout+xml"/>
  <Override PartName="/ppt/notesSlides/notesSlide220.xml" ContentType="application/vnd.openxmlformats-officedocument.presentationml.notesSlide+xml"/>
  <Override PartName="/ppt/slideLayouts/slideLayout90.xml" ContentType="application/vnd.openxmlformats-officedocument.presentationml.slideLayout+xml"/>
  <Override PartName="/ppt/notesSlides/notesSlide130.xml" ContentType="application/vnd.openxmlformats-officedocument.presentationml.notesSlide+xml"/>
  <Override PartName="/ppt/slideLayouts/slideLayout110.xml" ContentType="application/vnd.openxmlformats-officedocument.presentationml.slideLayout+xml"/>
  <Override PartName="/ppt/notesSlides/notesSlide140.xml" ContentType="application/vnd.openxmlformats-officedocument.presentationml.notesSlide+xml"/>
  <Override PartName="/ppt/notesSlides/notesSlide170.xml" ContentType="application/vnd.openxmlformats-officedocument.presentationml.notesSlide+xml"/>
  <Override PartName="/ppt/notesSlides/notesSlide160.xml" ContentType="application/vnd.openxmlformats-officedocument.presentationml.notesSlide+xml"/>
  <Override PartName="/ppt/notesSlides/notesSlide150.xml" ContentType="application/vnd.openxmlformats-officedocument.presentationml.notesSlide+xml"/>
  <Override PartName="/ppt/notesSlides/notesSlide120.xml" ContentType="application/vnd.openxmlformats-officedocument.presentationml.notesSlide+xml"/>
  <Override PartName="/ppt/slideLayouts/slideLayout40.xml" ContentType="application/vnd.openxmlformats-officedocument.presentationml.slideLayout+xml"/>
  <Override PartName="/ppt/charts/chart30.xml" ContentType="application/vnd.openxmlformats-officedocument.drawingml.chart+xml"/>
  <Override PartName="/ppt/notesMasters/notesMaster10.xml" ContentType="application/vnd.openxmlformats-officedocument.presentationml.notesMaster+xml"/>
  <Override PartName="/ppt/slideMasters/slideMaster10.xml" ContentType="application/vnd.openxmlformats-officedocument.presentationml.slideMaster+xml"/>
  <Override PartName="/ppt/charts/colors30.xml" ContentType="application/vnd.ms-office.chartcolorstyle+xml"/>
  <Override PartName="/ppt/charts/style30.xml" ContentType="application/vnd.ms-office.chartstyle+xml"/>
  <Override PartName="/ppt/theme/theme20.xml" ContentType="application/vnd.openxmlformats-officedocument.theme+xml"/>
  <Override PartName="/ppt/slideLayouts/slideLayout80.xml" ContentType="application/vnd.openxmlformats-officedocument.presentationml.slideLayout+xml"/>
  <Override PartName="/ppt/slideLayouts/slideLayout130.xml" ContentType="application/vnd.openxmlformats-officedocument.presentationml.slideLayout+xml"/>
  <Override PartName="/ppt/slideLayouts/slideLayout180.xml" ContentType="application/vnd.openxmlformats-officedocument.presentationml.slideLayout+xml"/>
  <Override PartName="/ppt/theme/theme10.xml" ContentType="application/vnd.openxmlformats-officedocument.theme+xml"/>
  <Override PartName="/ppt/slideLayouts/slideLayout70.xml" ContentType="application/vnd.openxmlformats-officedocument.presentationml.slideLayout+xml"/>
  <Override PartName="/ppt/slideLayouts/slideLayout120.xml" ContentType="application/vnd.openxmlformats-officedocument.presentationml.slideLayout+xml"/>
  <Override PartName="/ppt/slideLayouts/slideLayout170.xml" ContentType="application/vnd.openxmlformats-officedocument.presentationml.slideLayout+xml"/>
  <Override PartName="/ppt/slideLayouts/slideLayout21.xml" ContentType="application/vnd.openxmlformats-officedocument.presentationml.slideLayout+xml"/>
  <Override PartName="/ppt/slideLayouts/slideLayout160.xml" ContentType="application/vnd.openxmlformats-officedocument.presentationml.slideLayout+xml"/>
  <Override PartName="/ppt/slideLayouts/slideLayout200.xml" ContentType="application/vnd.openxmlformats-officedocument.presentationml.slideLayout+xml"/>
  <Override PartName="/ppt/slideLayouts/slideLayout111.xml" ContentType="application/vnd.openxmlformats-officedocument.presentationml.slideLayout+xml"/>
  <Override PartName="/ppt/slideLayouts/slideLayout50.xml" ContentType="application/vnd.openxmlformats-officedocument.presentationml.slideLayout+xml"/>
  <Override PartName="/ppt/slideLayouts/slideLayout150.xml" ContentType="application/vnd.openxmlformats-officedocument.presentationml.slideLayout+xml"/>
  <Override PartName="/ppt/slideLayouts/slideLayout100.xml" ContentType="application/vnd.openxmlformats-officedocument.presentationml.slideLayout+xml"/>
  <Override PartName="/ppt/slideLayouts/slideLayout190.xml" ContentType="application/vnd.openxmlformats-officedocument.presentationml.slideLayout+xml"/>
  <Override PartName="/ppt/slideLayouts/slideLayout1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0" r:id="rId1"/>
  </p:sldMasterIdLst>
  <p:notesMasterIdLst>
    <p:notesMasterId r:id="rId46"/>
  </p:notesMasterIdLst>
  <p:handoutMasterIdLst>
    <p:handoutMasterId r:id="rId47"/>
  </p:handoutMasterIdLst>
  <p:sldIdLst>
    <p:sldId id="543" r:id="rId2"/>
    <p:sldId id="589" r:id="rId3"/>
    <p:sldId id="256" r:id="rId4"/>
    <p:sldId id="260" r:id="rId5"/>
    <p:sldId id="545" r:id="rId6"/>
    <p:sldId id="546" r:id="rId7"/>
    <p:sldId id="547" r:id="rId8"/>
    <p:sldId id="548" r:id="rId9"/>
    <p:sldId id="555" r:id="rId10"/>
    <p:sldId id="554" r:id="rId11"/>
    <p:sldId id="542" r:id="rId12"/>
    <p:sldId id="573" r:id="rId13"/>
    <p:sldId id="558" r:id="rId14"/>
    <p:sldId id="568" r:id="rId15"/>
    <p:sldId id="569" r:id="rId16"/>
    <p:sldId id="564" r:id="rId17"/>
    <p:sldId id="574" r:id="rId18"/>
    <p:sldId id="572" r:id="rId19"/>
    <p:sldId id="577" r:id="rId20"/>
    <p:sldId id="556" r:id="rId21"/>
    <p:sldId id="575" r:id="rId22"/>
    <p:sldId id="576" r:id="rId23"/>
    <p:sldId id="552" r:id="rId24"/>
    <p:sldId id="571" r:id="rId25"/>
    <p:sldId id="559" r:id="rId26"/>
    <p:sldId id="570" r:id="rId27"/>
    <p:sldId id="553" r:id="rId28"/>
    <p:sldId id="530" r:id="rId29"/>
    <p:sldId id="544" r:id="rId30"/>
    <p:sldId id="532" r:id="rId31"/>
    <p:sldId id="258" r:id="rId32"/>
    <p:sldId id="529" r:id="rId33"/>
    <p:sldId id="535" r:id="rId34"/>
    <p:sldId id="536" r:id="rId35"/>
    <p:sldId id="538" r:id="rId36"/>
    <p:sldId id="541" r:id="rId37"/>
    <p:sldId id="540" r:id="rId38"/>
    <p:sldId id="539" r:id="rId39"/>
    <p:sldId id="550" r:id="rId40"/>
    <p:sldId id="528" r:id="rId41"/>
    <p:sldId id="531" r:id="rId42"/>
    <p:sldId id="551" r:id="rId43"/>
    <p:sldId id="521" r:id="rId44"/>
    <p:sldId id="533" r:id="rId45"/>
  </p:sldIdLst>
  <p:sldSz cx="9144000" cy="5143500" type="screen16x9"/>
  <p:notesSz cx="6858000" cy="9144000"/>
  <p:embeddedFontLst>
    <p:embeddedFont>
      <p:font typeface="Titillium Web" pitchFamily="2" charset="77"/>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Einleitung in das Thema" id="{300DF8E0-FC42-3349-AC80-EEDC49765892}">
          <p14:sldIdLst>
            <p14:sldId id="543"/>
            <p14:sldId id="589"/>
            <p14:sldId id="256"/>
            <p14:sldId id="260"/>
          </p14:sldIdLst>
        </p14:section>
        <p14:section name="Personas" id="{6E544722-A951-6045-BFDF-884F67C552BB}">
          <p14:sldIdLst>
            <p14:sldId id="545"/>
            <p14:sldId id="546"/>
            <p14:sldId id="547"/>
            <p14:sldId id="548"/>
          </p14:sldIdLst>
        </p14:section>
        <p14:section name="Von der Idee zur Lösung" id="{8AD0D641-C5BE-944F-9B2C-7FB8D720D113}">
          <p14:sldIdLst>
            <p14:sldId id="555"/>
            <p14:sldId id="554"/>
            <p14:sldId id="542"/>
            <p14:sldId id="573"/>
            <p14:sldId id="558"/>
            <p14:sldId id="568"/>
            <p14:sldId id="569"/>
            <p14:sldId id="564"/>
            <p14:sldId id="574"/>
            <p14:sldId id="572"/>
            <p14:sldId id="577"/>
            <p14:sldId id="556"/>
            <p14:sldId id="575"/>
            <p14:sldId id="576"/>
          </p14:sldIdLst>
        </p14:section>
        <p14:section name="Demo" id="{4550EB69-D17F-B040-8490-0FE1ACDDCF8E}">
          <p14:sldIdLst>
            <p14:sldId id="552"/>
          </p14:sldIdLst>
        </p14:section>
        <p14:section name="Unser Produkt" id="{C40080C2-0223-4B44-9D7D-979939C9BA7D}">
          <p14:sldIdLst>
            <p14:sldId id="571"/>
            <p14:sldId id="559"/>
            <p14:sldId id="570"/>
          </p14:sldIdLst>
        </p14:section>
        <p14:section name="Über Uns" id="{0506F55F-30B7-4645-B09D-7D2ECE858052}">
          <p14:sldIdLst>
            <p14:sldId id="553"/>
            <p14:sldId id="530"/>
            <p14:sldId id="544"/>
            <p14:sldId id="532"/>
          </p14:sldIdLst>
        </p14:section>
        <p14:section name="Hidden slides" id="{ECFA6A52-C1FF-1B4D-A9B5-9DFCD867447A}">
          <p14:sldIdLst>
            <p14:sldId id="258"/>
            <p14:sldId id="529"/>
            <p14:sldId id="535"/>
            <p14:sldId id="536"/>
            <p14:sldId id="538"/>
            <p14:sldId id="541"/>
            <p14:sldId id="540"/>
            <p14:sldId id="539"/>
            <p14:sldId id="550"/>
            <p14:sldId id="528"/>
            <p14:sldId id="531"/>
          </p14:sldIdLst>
        </p14:section>
        <p14:section name="BackUp" id="{FE1DF971-922F-DD47-A60A-089BB900CC34}">
          <p14:sldIdLst>
            <p14:sldId id="551"/>
            <p14:sldId id="521"/>
            <p14:sldId id="533"/>
          </p14:sldIdLst>
        </p14:section>
      </p14:sectionLst>
    </p:ext>
    <p:ext uri="{EFAFB233-063F-42B5-8137-9DF3F51BA10A}">
      <p15:sldGuideLst xmlns:p15="http://schemas.microsoft.com/office/powerpoint/2012/main">
        <p15:guide id="1" pos="1746" userDrawn="1">
          <p15:clr>
            <a:srgbClr val="A4A3A4"/>
          </p15:clr>
        </p15:guide>
        <p15:guide id="2" pos="2358" userDrawn="1">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92A49D6-E545-7E4C-B646-6B6A01E28868}" name="Juston, Jonas Maximilian Wilhelm" initials="" userId="S::Luah973@hwg-lu.de::3be39e09-2912-43ce-bff2-a172dc162b0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2C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F65FB0-D525-674A-A68B-FED51E247D6B}" v="2208" dt="2026-05-19T17:45:28.599"/>
  </p1510:revLst>
</p1510:revInfo>
</file>

<file path=ppt/tableStyles.xml><?xml version="1.0" encoding="utf-8"?>
<a:tblStyleLst xmlns:a="http://schemas.openxmlformats.org/drawingml/2006/main" def="{98327004-A4F2-4B3D-B707-E87E6A569FA2}">
  <a:tblStyle styleId="{98327004-A4F2-4B3D-B707-E87E6A569FA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1E5B362-9C54-4A44-BB31-532A383E5D3D}"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3"/>
    <p:restoredTop sz="94698"/>
  </p:normalViewPr>
  <p:slideViewPr>
    <p:cSldViewPr snapToGrid="0">
      <p:cViewPr varScale="1">
        <p:scale>
          <a:sx n="130" d="100"/>
          <a:sy n="130" d="100"/>
        </p:scale>
        <p:origin x="208" y="480"/>
      </p:cViewPr>
      <p:guideLst>
        <p:guide pos="1746"/>
        <p:guide pos="2358"/>
        <p:guide orient="horz" pos="1620"/>
      </p:guideLst>
    </p:cSldViewPr>
  </p:slideViewPr>
  <p:notesTextViewPr>
    <p:cViewPr>
      <p:scale>
        <a:sx n="1" d="1"/>
        <a:sy n="1" d="1"/>
      </p:scale>
      <p:origin x="0" y="0"/>
    </p:cViewPr>
  </p:notesTextViewPr>
  <p:notesViewPr>
    <p:cSldViewPr snapToGrid="0">
      <p:cViewPr varScale="1">
        <p:scale>
          <a:sx n="89" d="100"/>
          <a:sy n="89" d="100"/>
        </p:scale>
        <p:origin x="275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font" Target="fonts/font3.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Arbeitsblat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Arbeitsblat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Arbeitsblat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Arbeitsblatt3.xlsx"/><Relationship Id="rId2" Type="http://schemas.microsoft.com/office/2011/relationships/chartColorStyle" Target="colors4.xml"/><Relationship Id="rId1" Type="http://schemas.microsoft.com/office/2011/relationships/chartStyle" Target="style4.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Arbeitsblatt20.xlsx"/><Relationship Id="rId2" Type="http://schemas.microsoft.com/office/2011/relationships/chartColorStyle" Target="colors30.xml"/><Relationship Id="rId1" Type="http://schemas.microsoft.com/office/2011/relationships/chartStyle" Target="style3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de-DE">
                <a:solidFill>
                  <a:schemeClr val="bg1"/>
                </a:solidFill>
              </a:rPr>
              <a:t>Erfolg</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manualLayout>
          <c:layoutTarget val="inner"/>
          <c:xMode val="edge"/>
          <c:yMode val="edge"/>
          <c:x val="3.9627833092219102E-2"/>
          <c:y val="0.22545769484723496"/>
          <c:w val="0.92290348470244377"/>
          <c:h val="0.71625155013711084"/>
        </c:manualLayout>
      </c:layout>
      <c:lineChart>
        <c:grouping val="standard"/>
        <c:varyColors val="0"/>
        <c:ser>
          <c:idx val="0"/>
          <c:order val="0"/>
          <c:tx>
            <c:strRef>
              <c:f>Tabelle1!$B$1</c:f>
              <c:strCache>
                <c:ptCount val="1"/>
                <c:pt idx="0">
                  <c:v>Datenreihe 1</c:v>
                </c:pt>
              </c:strCache>
            </c:strRef>
          </c:tx>
          <c:spPr>
            <a:ln w="28575" cap="rnd">
              <a:solidFill>
                <a:schemeClr val="tx2"/>
              </a:solidFill>
              <a:round/>
            </a:ln>
            <a:effectLst/>
          </c:spPr>
          <c:marker>
            <c:symbol val="circle"/>
            <c:size val="5"/>
            <c:spPr>
              <a:solidFill>
                <a:schemeClr val="accent1"/>
              </a:solidFill>
              <a:ln w="9525">
                <a:solidFill>
                  <a:schemeClr val="accent1"/>
                </a:solidFill>
              </a:ln>
              <a:effectLst/>
            </c:spPr>
          </c:marker>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5</c:v>
                </c:pt>
                <c:pt idx="2">
                  <c:v>4</c:v>
                </c:pt>
                <c:pt idx="3">
                  <c:v>8</c:v>
                </c:pt>
              </c:numCache>
            </c:numRef>
          </c:val>
          <c:smooth val="0"/>
          <c:extLst>
            <c:ext xmlns:c16="http://schemas.microsoft.com/office/drawing/2014/chart" uri="{C3380CC4-5D6E-409C-BE32-E72D297353CC}">
              <c16:uniqueId val="{00000000-8300-4942-B1E0-F9CB81B94F74}"/>
            </c:ext>
          </c:extLst>
        </c:ser>
        <c:ser>
          <c:idx val="1"/>
          <c:order val="1"/>
          <c:tx>
            <c:strRef>
              <c:f>Tabelle1!$C$1</c:f>
              <c:strCache>
                <c:ptCount val="1"/>
                <c:pt idx="0">
                  <c:v>Spalte1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Tabelle1!$A$2:$A$5</c:f>
              <c:strCache>
                <c:ptCount val="4"/>
                <c:pt idx="0">
                  <c:v>Kategorie 1</c:v>
                </c:pt>
                <c:pt idx="1">
                  <c:v>Kategorie 2</c:v>
                </c:pt>
                <c:pt idx="2">
                  <c:v>Kategorie 3</c:v>
                </c:pt>
                <c:pt idx="3">
                  <c:v>Kategorie 4</c:v>
                </c:pt>
              </c:strCache>
            </c:strRef>
          </c:cat>
          <c:val>
            <c:numRef>
              <c:f>Tabelle1!$C$2:$C$5</c:f>
              <c:numCache>
                <c:formatCode>General</c:formatCode>
                <c:ptCount val="4"/>
              </c:numCache>
            </c:numRef>
          </c:val>
          <c:smooth val="0"/>
          <c:extLst>
            <c:ext xmlns:c16="http://schemas.microsoft.com/office/drawing/2014/chart" uri="{C3380CC4-5D6E-409C-BE32-E72D297353CC}">
              <c16:uniqueId val="{00000001-8300-4942-B1E0-F9CB81B94F74}"/>
            </c:ext>
          </c:extLst>
        </c:ser>
        <c:ser>
          <c:idx val="2"/>
          <c:order val="2"/>
          <c:tx>
            <c:strRef>
              <c:f>Tabelle1!$D$1</c:f>
              <c:strCache>
                <c:ptCount val="1"/>
                <c:pt idx="0">
                  <c:v>Spalte2</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Tabelle1!$A$2:$A$5</c:f>
              <c:strCache>
                <c:ptCount val="4"/>
                <c:pt idx="0">
                  <c:v>Kategorie 1</c:v>
                </c:pt>
                <c:pt idx="1">
                  <c:v>Kategorie 2</c:v>
                </c:pt>
                <c:pt idx="2">
                  <c:v>Kategorie 3</c:v>
                </c:pt>
                <c:pt idx="3">
                  <c:v>Kategorie 4</c:v>
                </c:pt>
              </c:strCache>
            </c:strRef>
          </c:cat>
          <c:val>
            <c:numRef>
              <c:f>Tabelle1!$D$2:$D$5</c:f>
              <c:numCache>
                <c:formatCode>General</c:formatCode>
                <c:ptCount val="4"/>
              </c:numCache>
            </c:numRef>
          </c:val>
          <c:smooth val="0"/>
          <c:extLst>
            <c:ext xmlns:c16="http://schemas.microsoft.com/office/drawing/2014/chart" uri="{C3380CC4-5D6E-409C-BE32-E72D297353CC}">
              <c16:uniqueId val="{00000002-8300-4942-B1E0-F9CB81B94F74}"/>
            </c:ext>
          </c:extLst>
        </c:ser>
        <c:dLbls>
          <c:showLegendKey val="0"/>
          <c:showVal val="0"/>
          <c:showCatName val="0"/>
          <c:showSerName val="0"/>
          <c:showPercent val="0"/>
          <c:showBubbleSize val="0"/>
        </c:dLbls>
        <c:marker val="1"/>
        <c:smooth val="0"/>
        <c:axId val="1062019296"/>
        <c:axId val="1438279152"/>
      </c:lineChart>
      <c:catAx>
        <c:axId val="1062019296"/>
        <c:scaling>
          <c:orientation val="minMax"/>
        </c:scaling>
        <c:delete val="1"/>
        <c:axPos val="b"/>
        <c:numFmt formatCode="General" sourceLinked="1"/>
        <c:majorTickMark val="none"/>
        <c:minorTickMark val="none"/>
        <c:tickLblPos val="nextTo"/>
        <c:crossAx val="1438279152"/>
        <c:crosses val="autoZero"/>
        <c:auto val="1"/>
        <c:lblAlgn val="ctr"/>
        <c:lblOffset val="100"/>
        <c:noMultiLvlLbl val="0"/>
      </c:catAx>
      <c:valAx>
        <c:axId val="1438279152"/>
        <c:scaling>
          <c:orientation val="minMax"/>
        </c:scaling>
        <c:delete val="1"/>
        <c:axPos val="l"/>
        <c:majorGridlines>
          <c:spPr>
            <a:ln w="31750" cap="flat" cmpd="sng" algn="ctr">
              <a:solidFill>
                <a:schemeClr val="tx1"/>
              </a:solidFill>
              <a:round/>
            </a:ln>
            <a:effectLst/>
          </c:spPr>
        </c:majorGridlines>
        <c:numFmt formatCode="General" sourceLinked="1"/>
        <c:majorTickMark val="none"/>
        <c:minorTickMark val="none"/>
        <c:tickLblPos val="nextTo"/>
        <c:crossAx val="1062019296"/>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de-DE">
                <a:solidFill>
                  <a:schemeClr val="bg1"/>
                </a:solidFill>
              </a:rPr>
              <a:t>Erfolg</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manualLayout>
          <c:layoutTarget val="inner"/>
          <c:xMode val="edge"/>
          <c:yMode val="edge"/>
          <c:x val="3.9627833092219102E-2"/>
          <c:y val="0.22545769484723496"/>
          <c:w val="0.92290348470244377"/>
          <c:h val="0.71625155013711084"/>
        </c:manualLayout>
      </c:layout>
      <c:lineChart>
        <c:grouping val="standard"/>
        <c:varyColors val="0"/>
        <c:ser>
          <c:idx val="0"/>
          <c:order val="0"/>
          <c:tx>
            <c:strRef>
              <c:f>Tabelle1!$B$1</c:f>
              <c:strCache>
                <c:ptCount val="1"/>
                <c:pt idx="0">
                  <c:v>Datenreihe 1</c:v>
                </c:pt>
              </c:strCache>
            </c:strRef>
          </c:tx>
          <c:spPr>
            <a:ln w="28575" cap="rnd">
              <a:solidFill>
                <a:schemeClr val="tx2"/>
              </a:solidFill>
              <a:round/>
            </a:ln>
            <a:effectLst/>
          </c:spPr>
          <c:marker>
            <c:symbol val="circle"/>
            <c:size val="5"/>
            <c:spPr>
              <a:solidFill>
                <a:schemeClr val="accent1"/>
              </a:solidFill>
              <a:ln w="9525">
                <a:solidFill>
                  <a:schemeClr val="accent1"/>
                </a:solidFill>
              </a:ln>
              <a:effectLst/>
            </c:spPr>
          </c:marker>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5</c:v>
                </c:pt>
                <c:pt idx="2">
                  <c:v>4</c:v>
                </c:pt>
                <c:pt idx="3">
                  <c:v>8</c:v>
                </c:pt>
              </c:numCache>
            </c:numRef>
          </c:val>
          <c:smooth val="0"/>
          <c:extLst>
            <c:ext xmlns:c16="http://schemas.microsoft.com/office/drawing/2014/chart" uri="{C3380CC4-5D6E-409C-BE32-E72D297353CC}">
              <c16:uniqueId val="{00000000-8300-4942-B1E0-F9CB81B94F74}"/>
            </c:ext>
          </c:extLst>
        </c:ser>
        <c:ser>
          <c:idx val="1"/>
          <c:order val="1"/>
          <c:tx>
            <c:strRef>
              <c:f>Tabelle1!$C$1</c:f>
              <c:strCache>
                <c:ptCount val="1"/>
                <c:pt idx="0">
                  <c:v>Spalte1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Tabelle1!$A$2:$A$5</c:f>
              <c:strCache>
                <c:ptCount val="4"/>
                <c:pt idx="0">
                  <c:v>Kategorie 1</c:v>
                </c:pt>
                <c:pt idx="1">
                  <c:v>Kategorie 2</c:v>
                </c:pt>
                <c:pt idx="2">
                  <c:v>Kategorie 3</c:v>
                </c:pt>
                <c:pt idx="3">
                  <c:v>Kategorie 4</c:v>
                </c:pt>
              </c:strCache>
            </c:strRef>
          </c:cat>
          <c:val>
            <c:numRef>
              <c:f>Tabelle1!$C$2:$C$5</c:f>
              <c:numCache>
                <c:formatCode>General</c:formatCode>
                <c:ptCount val="4"/>
              </c:numCache>
            </c:numRef>
          </c:val>
          <c:smooth val="0"/>
          <c:extLst>
            <c:ext xmlns:c16="http://schemas.microsoft.com/office/drawing/2014/chart" uri="{C3380CC4-5D6E-409C-BE32-E72D297353CC}">
              <c16:uniqueId val="{00000001-8300-4942-B1E0-F9CB81B94F74}"/>
            </c:ext>
          </c:extLst>
        </c:ser>
        <c:ser>
          <c:idx val="2"/>
          <c:order val="2"/>
          <c:tx>
            <c:strRef>
              <c:f>Tabelle1!$D$1</c:f>
              <c:strCache>
                <c:ptCount val="1"/>
                <c:pt idx="0">
                  <c:v>Spalte2</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Tabelle1!$A$2:$A$5</c:f>
              <c:strCache>
                <c:ptCount val="4"/>
                <c:pt idx="0">
                  <c:v>Kategorie 1</c:v>
                </c:pt>
                <c:pt idx="1">
                  <c:v>Kategorie 2</c:v>
                </c:pt>
                <c:pt idx="2">
                  <c:v>Kategorie 3</c:v>
                </c:pt>
                <c:pt idx="3">
                  <c:v>Kategorie 4</c:v>
                </c:pt>
              </c:strCache>
            </c:strRef>
          </c:cat>
          <c:val>
            <c:numRef>
              <c:f>Tabelle1!$D$2:$D$5</c:f>
              <c:numCache>
                <c:formatCode>General</c:formatCode>
                <c:ptCount val="4"/>
              </c:numCache>
            </c:numRef>
          </c:val>
          <c:smooth val="0"/>
          <c:extLst>
            <c:ext xmlns:c16="http://schemas.microsoft.com/office/drawing/2014/chart" uri="{C3380CC4-5D6E-409C-BE32-E72D297353CC}">
              <c16:uniqueId val="{00000002-8300-4942-B1E0-F9CB81B94F74}"/>
            </c:ext>
          </c:extLst>
        </c:ser>
        <c:dLbls>
          <c:showLegendKey val="0"/>
          <c:showVal val="0"/>
          <c:showCatName val="0"/>
          <c:showSerName val="0"/>
          <c:showPercent val="0"/>
          <c:showBubbleSize val="0"/>
        </c:dLbls>
        <c:marker val="1"/>
        <c:smooth val="0"/>
        <c:axId val="1062019296"/>
        <c:axId val="1438279152"/>
      </c:lineChart>
      <c:catAx>
        <c:axId val="1062019296"/>
        <c:scaling>
          <c:orientation val="minMax"/>
        </c:scaling>
        <c:delete val="1"/>
        <c:axPos val="b"/>
        <c:numFmt formatCode="General" sourceLinked="1"/>
        <c:majorTickMark val="none"/>
        <c:minorTickMark val="none"/>
        <c:tickLblPos val="nextTo"/>
        <c:crossAx val="1438279152"/>
        <c:crosses val="autoZero"/>
        <c:auto val="1"/>
        <c:lblAlgn val="ctr"/>
        <c:lblOffset val="100"/>
        <c:noMultiLvlLbl val="0"/>
      </c:catAx>
      <c:valAx>
        <c:axId val="1438279152"/>
        <c:scaling>
          <c:orientation val="minMax"/>
        </c:scaling>
        <c:delete val="1"/>
        <c:axPos val="l"/>
        <c:majorGridlines>
          <c:spPr>
            <a:ln w="31750" cap="flat" cmpd="sng" algn="ctr">
              <a:solidFill>
                <a:schemeClr val="tx1"/>
              </a:solidFill>
              <a:round/>
            </a:ln>
            <a:effectLst/>
          </c:spPr>
        </c:majorGridlines>
        <c:numFmt formatCode="General" sourceLinked="1"/>
        <c:majorTickMark val="none"/>
        <c:minorTickMark val="none"/>
        <c:tickLblPos val="nextTo"/>
        <c:crossAx val="1062019296"/>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a:t>Remaining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pieChart>
        <c:varyColors val="1"/>
        <c:ser>
          <c:idx val="0"/>
          <c:order val="0"/>
          <c:tx>
            <c:strRef>
              <c:f>Tabelle1!$B$1</c:f>
              <c:strCache>
                <c:ptCount val="1"/>
                <c:pt idx="0">
                  <c:v>Verkauf</c:v>
                </c:pt>
              </c:strCache>
            </c:strRef>
          </c:tx>
          <c:spPr>
            <a:ln>
              <a:solidFill>
                <a:schemeClr val="tx1"/>
              </a:solidFill>
            </a:ln>
          </c:spPr>
          <c:dPt>
            <c:idx val="0"/>
            <c:bubble3D val="0"/>
            <c:spPr>
              <a:solidFill>
                <a:schemeClr val="accent1"/>
              </a:solidFill>
              <a:ln w="19050">
                <a:solidFill>
                  <a:schemeClr val="tx1"/>
                </a:solidFill>
              </a:ln>
              <a:effectLst/>
            </c:spPr>
            <c:extLst>
              <c:ext xmlns:c16="http://schemas.microsoft.com/office/drawing/2014/chart" uri="{C3380CC4-5D6E-409C-BE32-E72D297353CC}">
                <c16:uniqueId val="{00000001-5277-6244-A10F-178FA6E4F5E7}"/>
              </c:ext>
            </c:extLst>
          </c:dPt>
          <c:dPt>
            <c:idx val="1"/>
            <c:bubble3D val="0"/>
            <c:spPr>
              <a:solidFill>
                <a:schemeClr val="accent2"/>
              </a:solidFill>
              <a:ln w="19050">
                <a:solidFill>
                  <a:schemeClr val="tx1"/>
                </a:solidFill>
              </a:ln>
              <a:effectLst/>
            </c:spPr>
            <c:extLst>
              <c:ext xmlns:c16="http://schemas.microsoft.com/office/drawing/2014/chart" uri="{C3380CC4-5D6E-409C-BE32-E72D297353CC}">
                <c16:uniqueId val="{00000003-5277-6244-A10F-178FA6E4F5E7}"/>
              </c:ext>
            </c:extLst>
          </c:dPt>
          <c:cat>
            <c:strRef>
              <c:f>Tabelle1!$A$2:$A$3</c:f>
              <c:strCache>
                <c:ptCount val="2"/>
                <c:pt idx="0">
                  <c:v>Time in Space 08h 13min</c:v>
                </c:pt>
                <c:pt idx="1">
                  <c:v>Remaining Mission Duration 15h 47min </c:v>
                </c:pt>
              </c:strCache>
            </c:strRef>
          </c:cat>
          <c:val>
            <c:numRef>
              <c:f>Tabelle1!$B$2:$B$3</c:f>
              <c:numCache>
                <c:formatCode>General</c:formatCode>
                <c:ptCount val="2"/>
                <c:pt idx="0">
                  <c:v>8.1</c:v>
                </c:pt>
                <c:pt idx="1">
                  <c:v>24.23</c:v>
                </c:pt>
              </c:numCache>
            </c:numRef>
          </c:val>
          <c:extLst>
            <c:ext xmlns:c16="http://schemas.microsoft.com/office/drawing/2014/chart" uri="{C3380CC4-5D6E-409C-BE32-E72D297353CC}">
              <c16:uniqueId val="{00000000-9671-1B46-9D6C-C4D845B552A1}"/>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
          <c:y val="0.72104713613144844"/>
          <c:w val="0.97343893622391875"/>
          <c:h val="0.2491762587454123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de-DE">
                <a:solidFill>
                  <a:schemeClr val="bg1"/>
                </a:solidFill>
              </a:rPr>
              <a:t>Erfolg</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manualLayout>
          <c:layoutTarget val="inner"/>
          <c:xMode val="edge"/>
          <c:yMode val="edge"/>
          <c:x val="3.9627833092219102E-2"/>
          <c:y val="0.22545769484723496"/>
          <c:w val="0.92290348470244377"/>
          <c:h val="0.71625155013711084"/>
        </c:manualLayout>
      </c:layout>
      <c:lineChart>
        <c:grouping val="standard"/>
        <c:varyColors val="0"/>
        <c:ser>
          <c:idx val="0"/>
          <c:order val="0"/>
          <c:tx>
            <c:strRef>
              <c:f>Tabelle1!$B$1</c:f>
              <c:strCache>
                <c:ptCount val="1"/>
                <c:pt idx="0">
                  <c:v>Datenreihe 1</c:v>
                </c:pt>
              </c:strCache>
            </c:strRef>
          </c:tx>
          <c:spPr>
            <a:ln w="28575" cap="rnd">
              <a:solidFill>
                <a:schemeClr val="tx2"/>
              </a:solidFill>
              <a:round/>
            </a:ln>
            <a:effectLst/>
          </c:spPr>
          <c:marker>
            <c:symbol val="circle"/>
            <c:size val="5"/>
            <c:spPr>
              <a:solidFill>
                <a:schemeClr val="accent1"/>
              </a:solidFill>
              <a:ln w="9525">
                <a:solidFill>
                  <a:schemeClr val="accent1"/>
                </a:solidFill>
              </a:ln>
              <a:effectLst/>
            </c:spPr>
          </c:marker>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5</c:v>
                </c:pt>
                <c:pt idx="2">
                  <c:v>4</c:v>
                </c:pt>
                <c:pt idx="3">
                  <c:v>8</c:v>
                </c:pt>
              </c:numCache>
            </c:numRef>
          </c:val>
          <c:smooth val="0"/>
          <c:extLst>
            <c:ext xmlns:c16="http://schemas.microsoft.com/office/drawing/2014/chart" uri="{C3380CC4-5D6E-409C-BE32-E72D297353CC}">
              <c16:uniqueId val="{00000000-8300-4942-B1E0-F9CB81B94F74}"/>
            </c:ext>
          </c:extLst>
        </c:ser>
        <c:ser>
          <c:idx val="1"/>
          <c:order val="1"/>
          <c:tx>
            <c:strRef>
              <c:f>Tabelle1!$C$1</c:f>
              <c:strCache>
                <c:ptCount val="1"/>
                <c:pt idx="0">
                  <c:v>Spalte1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Tabelle1!$A$2:$A$5</c:f>
              <c:strCache>
                <c:ptCount val="4"/>
                <c:pt idx="0">
                  <c:v>Kategorie 1</c:v>
                </c:pt>
                <c:pt idx="1">
                  <c:v>Kategorie 2</c:v>
                </c:pt>
                <c:pt idx="2">
                  <c:v>Kategorie 3</c:v>
                </c:pt>
                <c:pt idx="3">
                  <c:v>Kategorie 4</c:v>
                </c:pt>
              </c:strCache>
            </c:strRef>
          </c:cat>
          <c:val>
            <c:numRef>
              <c:f>Tabelle1!$C$2:$C$5</c:f>
              <c:numCache>
                <c:formatCode>General</c:formatCode>
                <c:ptCount val="4"/>
              </c:numCache>
            </c:numRef>
          </c:val>
          <c:smooth val="0"/>
          <c:extLst>
            <c:ext xmlns:c16="http://schemas.microsoft.com/office/drawing/2014/chart" uri="{C3380CC4-5D6E-409C-BE32-E72D297353CC}">
              <c16:uniqueId val="{00000001-8300-4942-B1E0-F9CB81B94F74}"/>
            </c:ext>
          </c:extLst>
        </c:ser>
        <c:ser>
          <c:idx val="2"/>
          <c:order val="2"/>
          <c:tx>
            <c:strRef>
              <c:f>Tabelle1!$D$1</c:f>
              <c:strCache>
                <c:ptCount val="1"/>
                <c:pt idx="0">
                  <c:v>Spalte2</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Tabelle1!$A$2:$A$5</c:f>
              <c:strCache>
                <c:ptCount val="4"/>
                <c:pt idx="0">
                  <c:v>Kategorie 1</c:v>
                </c:pt>
                <c:pt idx="1">
                  <c:v>Kategorie 2</c:v>
                </c:pt>
                <c:pt idx="2">
                  <c:v>Kategorie 3</c:v>
                </c:pt>
                <c:pt idx="3">
                  <c:v>Kategorie 4</c:v>
                </c:pt>
              </c:strCache>
            </c:strRef>
          </c:cat>
          <c:val>
            <c:numRef>
              <c:f>Tabelle1!$D$2:$D$5</c:f>
              <c:numCache>
                <c:formatCode>General</c:formatCode>
                <c:ptCount val="4"/>
              </c:numCache>
            </c:numRef>
          </c:val>
          <c:smooth val="0"/>
          <c:extLst>
            <c:ext xmlns:c16="http://schemas.microsoft.com/office/drawing/2014/chart" uri="{C3380CC4-5D6E-409C-BE32-E72D297353CC}">
              <c16:uniqueId val="{00000002-8300-4942-B1E0-F9CB81B94F74}"/>
            </c:ext>
          </c:extLst>
        </c:ser>
        <c:dLbls>
          <c:showLegendKey val="0"/>
          <c:showVal val="0"/>
          <c:showCatName val="0"/>
          <c:showSerName val="0"/>
          <c:showPercent val="0"/>
          <c:showBubbleSize val="0"/>
        </c:dLbls>
        <c:marker val="1"/>
        <c:smooth val="0"/>
        <c:axId val="1062019296"/>
        <c:axId val="1438279152"/>
      </c:lineChart>
      <c:catAx>
        <c:axId val="1062019296"/>
        <c:scaling>
          <c:orientation val="minMax"/>
        </c:scaling>
        <c:delete val="1"/>
        <c:axPos val="b"/>
        <c:numFmt formatCode="General" sourceLinked="1"/>
        <c:majorTickMark val="none"/>
        <c:minorTickMark val="none"/>
        <c:tickLblPos val="nextTo"/>
        <c:crossAx val="1438279152"/>
        <c:crosses val="autoZero"/>
        <c:auto val="1"/>
        <c:lblAlgn val="ctr"/>
        <c:lblOffset val="100"/>
        <c:noMultiLvlLbl val="0"/>
      </c:catAx>
      <c:valAx>
        <c:axId val="1438279152"/>
        <c:scaling>
          <c:orientation val="minMax"/>
        </c:scaling>
        <c:delete val="1"/>
        <c:axPos val="l"/>
        <c:majorGridlines>
          <c:spPr>
            <a:ln w="31750" cap="flat" cmpd="sng" algn="ctr">
              <a:solidFill>
                <a:schemeClr val="tx1"/>
              </a:solidFill>
              <a:round/>
            </a:ln>
            <a:effectLst/>
          </c:spPr>
        </c:majorGridlines>
        <c:numFmt formatCode="General" sourceLinked="1"/>
        <c:majorTickMark val="none"/>
        <c:minorTickMark val="none"/>
        <c:tickLblPos val="nextTo"/>
        <c:crossAx val="1062019296"/>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a:t>Remaining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pieChart>
        <c:varyColors val="1"/>
        <c:ser>
          <c:idx val="0"/>
          <c:order val="0"/>
          <c:tx>
            <c:strRef>
              <c:f>Tabelle1!$B$1</c:f>
              <c:strCache>
                <c:ptCount val="1"/>
                <c:pt idx="0">
                  <c:v>Verkauf</c:v>
                </c:pt>
              </c:strCache>
            </c:strRef>
          </c:tx>
          <c:spPr>
            <a:ln>
              <a:solidFill>
                <a:schemeClr val="tx1"/>
              </a:solidFill>
            </a:ln>
          </c:spPr>
          <c:dPt>
            <c:idx val="0"/>
            <c:bubble3D val="0"/>
            <c:spPr>
              <a:solidFill>
                <a:schemeClr val="accent1"/>
              </a:solidFill>
              <a:ln w="19050">
                <a:solidFill>
                  <a:schemeClr val="tx1"/>
                </a:solidFill>
              </a:ln>
              <a:effectLst/>
            </c:spPr>
            <c:extLst>
              <c:ext xmlns:c16="http://schemas.microsoft.com/office/drawing/2014/chart" uri="{C3380CC4-5D6E-409C-BE32-E72D297353CC}">
                <c16:uniqueId val="{00000001-5277-6244-A10F-178FA6E4F5E7}"/>
              </c:ext>
            </c:extLst>
          </c:dPt>
          <c:dPt>
            <c:idx val="1"/>
            <c:bubble3D val="0"/>
            <c:spPr>
              <a:solidFill>
                <a:schemeClr val="accent2"/>
              </a:solidFill>
              <a:ln w="19050">
                <a:solidFill>
                  <a:schemeClr val="tx1"/>
                </a:solidFill>
              </a:ln>
              <a:effectLst/>
            </c:spPr>
            <c:extLst>
              <c:ext xmlns:c16="http://schemas.microsoft.com/office/drawing/2014/chart" uri="{C3380CC4-5D6E-409C-BE32-E72D297353CC}">
                <c16:uniqueId val="{00000003-5277-6244-A10F-178FA6E4F5E7}"/>
              </c:ext>
            </c:extLst>
          </c:dPt>
          <c:cat>
            <c:strRef>
              <c:f>Tabelle1!$A$2:$A$3</c:f>
              <c:strCache>
                <c:ptCount val="2"/>
                <c:pt idx="0">
                  <c:v>Time in Space 08h 13min</c:v>
                </c:pt>
                <c:pt idx="1">
                  <c:v>Remaining Mission Duration 15h 47min </c:v>
                </c:pt>
              </c:strCache>
            </c:strRef>
          </c:cat>
          <c:val>
            <c:numRef>
              <c:f>Tabelle1!$B$2:$B$3</c:f>
              <c:numCache>
                <c:formatCode>General</c:formatCode>
                <c:ptCount val="2"/>
                <c:pt idx="0">
                  <c:v>8.1</c:v>
                </c:pt>
                <c:pt idx="1">
                  <c:v>24.23</c:v>
                </c:pt>
              </c:numCache>
            </c:numRef>
          </c:val>
          <c:extLst>
            <c:ext xmlns:c16="http://schemas.microsoft.com/office/drawing/2014/chart" uri="{C3380CC4-5D6E-409C-BE32-E72D297353CC}">
              <c16:uniqueId val="{00000000-9671-1B46-9D6C-C4D845B552A1}"/>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
          <c:y val="0.72104713613144844"/>
          <c:w val="0.97343893622391875"/>
          <c:h val="0.2491762587454123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CC73096F-E3FE-BC2A-4E8E-3D2A329B80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FE2DB4C2-D3ED-33C3-F5EA-11352B23AC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BD719E-3DE5-A244-AC38-260800D036D4}" type="datetimeFigureOut">
              <a:rPr lang="de-DE" smtClean="0"/>
              <a:t>20.05.26</a:t>
            </a:fld>
            <a:endParaRPr lang="de-DE"/>
          </a:p>
        </p:txBody>
      </p:sp>
      <p:sp>
        <p:nvSpPr>
          <p:cNvPr id="4" name="Fußzeilenplatzhalter 3">
            <a:extLst>
              <a:ext uri="{FF2B5EF4-FFF2-40B4-BE49-F238E27FC236}">
                <a16:creationId xmlns:a16="http://schemas.microsoft.com/office/drawing/2014/main" id="{4CE37F98-2B19-DAF3-07CA-86050970F4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C80D68C-02C1-3F5A-70C6-DDD38EB426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60F60C-CED0-A64B-AF5A-08A0AAC11F0A}" type="slidenum">
              <a:rPr lang="de-DE" smtClean="0"/>
              <a:t>‹Nr.›</a:t>
            </a:fld>
            <a:endParaRPr lang="de-DE"/>
          </a:p>
        </p:txBody>
      </p:sp>
    </p:spTree>
    <p:extLst>
      <p:ext uri="{BB962C8B-B14F-4D97-AF65-F5344CB8AC3E}">
        <p14:creationId xmlns:p14="http://schemas.microsoft.com/office/powerpoint/2010/main" val="34823420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notesMaster10.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Masters/notesMaster1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0.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0.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0.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0.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0.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0.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0.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0.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DE"/>
              <a:t>Junwey</a:t>
            </a:r>
            <a:endParaRPr lang="de-DE"/>
          </a:p>
          <a:p>
            <a:endParaRPr lang="de-DE"/>
          </a:p>
          <a:p>
            <a:endParaRPr lang="de-DE"/>
          </a:p>
          <a:p>
            <a:r>
              <a:rPr lang="de-DE"/>
              <a:t>Die Rolle euer Kunden </a:t>
            </a:r>
          </a:p>
          <a:p>
            <a:endParaRPr lang="de-DE"/>
          </a:p>
          <a:p>
            <a:endParaRPr lang="de-DE"/>
          </a:p>
          <a:p>
            <a:r>
              <a:rPr lang="de-DE"/>
              <a:t>Ich brauche deine </a:t>
            </a:r>
            <a:r>
              <a:rPr lang="de-DE" err="1"/>
              <a:t>Antwotz</a:t>
            </a:r>
            <a:r>
              <a:rPr lang="de-DE"/>
              <a:t> </a:t>
            </a:r>
            <a:r>
              <a:rPr lang="de-DE" err="1"/>
              <a:t>haahha</a:t>
            </a:r>
            <a:r>
              <a:rPr lang="de-DE"/>
              <a:t> du muss dich melden</a:t>
            </a:r>
          </a:p>
        </p:txBody>
      </p:sp>
    </p:spTree>
    <p:extLst>
      <p:ext uri="{BB962C8B-B14F-4D97-AF65-F5344CB8AC3E}">
        <p14:creationId xmlns:p14="http://schemas.microsoft.com/office/powerpoint/2010/main" val="666463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e770d784c7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e770d784c7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sz="2000"/>
              <a:t>Was folgt daraus für den Mitarbeiter: Sie müssen den Zeitdruck im </a:t>
            </a:r>
            <a:r>
              <a:rPr lang="de-DE" sz="2000" err="1"/>
              <a:t>Überlick</a:t>
            </a:r>
            <a:r>
              <a:rPr lang="de-DE" sz="2000"/>
              <a:t> halten, </a:t>
            </a:r>
            <a:r>
              <a:rPr lang="de-DE" sz="2000" err="1"/>
              <a:t>Koordi</a:t>
            </a:r>
            <a:endParaRPr lang="de-DE" sz="2000"/>
          </a:p>
          <a:p>
            <a:pPr marL="0" lvl="0" indent="0" algn="l" rtl="0">
              <a:spcBef>
                <a:spcPts val="0"/>
              </a:spcBef>
              <a:spcAft>
                <a:spcPts val="0"/>
              </a:spcAft>
              <a:buNone/>
            </a:pPr>
            <a:endParaRPr lang="de-DE" sz="2000"/>
          </a:p>
          <a:p>
            <a:pPr marL="0" lvl="0" indent="0" algn="l" rtl="0">
              <a:spcBef>
                <a:spcPts val="0"/>
              </a:spcBef>
              <a:spcAft>
                <a:spcPts val="0"/>
              </a:spcAft>
              <a:buNone/>
            </a:pPr>
            <a:endParaRPr lang="de-DE" sz="2000"/>
          </a:p>
          <a:p>
            <a:pPr marL="0" lvl="0" indent="0" algn="l" rtl="0">
              <a:spcBef>
                <a:spcPts val="0"/>
              </a:spcBef>
              <a:spcAft>
                <a:spcPts val="0"/>
              </a:spcAft>
              <a:buNone/>
            </a:pPr>
            <a:endParaRPr sz="20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88e79ad853_1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88e79ad853_1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89304889ae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89304889ae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Junwey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a:t>Ahmed</a:t>
            </a:r>
          </a:p>
        </p:txBody>
      </p:sp>
    </p:spTree>
    <p:extLst>
      <p:ext uri="{BB962C8B-B14F-4D97-AF65-F5344CB8AC3E}">
        <p14:creationId xmlns:p14="http://schemas.microsoft.com/office/powerpoint/2010/main" val="507359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DE"/>
              <a:t>Bassma</a:t>
            </a:r>
          </a:p>
        </p:txBody>
      </p:sp>
    </p:spTree>
    <p:extLst>
      <p:ext uri="{BB962C8B-B14F-4D97-AF65-F5344CB8AC3E}">
        <p14:creationId xmlns:p14="http://schemas.microsoft.com/office/powerpoint/2010/main" val="3191927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en-GB"/>
              <a:t>Stella</a:t>
            </a:r>
          </a:p>
          <a:p>
            <a:r>
              <a:rPr lang="en-GB"/>
              <a:t>Um die </a:t>
            </a:r>
            <a:r>
              <a:rPr lang="en-GB" err="1"/>
              <a:t>Herausforderungen</a:t>
            </a:r>
            <a:r>
              <a:rPr lang="en-GB"/>
              <a:t> in </a:t>
            </a:r>
            <a:r>
              <a:rPr lang="en-GB" err="1"/>
              <a:t>unserem</a:t>
            </a:r>
            <a:r>
              <a:rPr lang="en-GB"/>
              <a:t> </a:t>
            </a:r>
            <a:r>
              <a:rPr lang="en-GB" err="1"/>
              <a:t>Prozess</a:t>
            </a:r>
            <a:r>
              <a:rPr lang="en-GB"/>
              <a:t> </a:t>
            </a:r>
            <a:r>
              <a:rPr lang="en-GB" err="1"/>
              <a:t>zu</a:t>
            </a:r>
            <a:r>
              <a:rPr lang="en-GB"/>
              <a:t> verstehen, </a:t>
            </a:r>
            <a:r>
              <a:rPr lang="en-GB" err="1"/>
              <a:t>müssen</a:t>
            </a:r>
            <a:r>
              <a:rPr lang="en-GB"/>
              <a:t> </a:t>
            </a:r>
            <a:r>
              <a:rPr lang="en-GB" err="1"/>
              <a:t>wir</a:t>
            </a:r>
            <a:r>
              <a:rPr lang="en-GB"/>
              <a:t> die </a:t>
            </a:r>
            <a:r>
              <a:rPr lang="en-GB" err="1"/>
              <a:t>Perspektive</a:t>
            </a:r>
            <a:r>
              <a:rPr lang="en-GB"/>
              <a:t> </a:t>
            </a:r>
            <a:r>
              <a:rPr lang="en-GB" err="1"/>
              <a:t>unserer</a:t>
            </a:r>
            <a:r>
              <a:rPr lang="en-GB"/>
              <a:t> </a:t>
            </a:r>
            <a:r>
              <a:rPr lang="en-GB" err="1"/>
              <a:t>Anwender</a:t>
            </a:r>
            <a:r>
              <a:rPr lang="en-GB"/>
              <a:t> </a:t>
            </a:r>
            <a:r>
              <a:rPr lang="en-GB" err="1"/>
              <a:t>einnehmen</a:t>
            </a:r>
            <a:r>
              <a:rPr lang="en-GB"/>
              <a:t>. Leia Organa </a:t>
            </a:r>
            <a:r>
              <a:rPr lang="en-GB" err="1"/>
              <a:t>ist</a:t>
            </a:r>
            <a:r>
              <a:rPr lang="en-GB"/>
              <a:t> </a:t>
            </a:r>
            <a:r>
              <a:rPr lang="en-GB" err="1"/>
              <a:t>unsere</a:t>
            </a:r>
            <a:r>
              <a:rPr lang="en-GB"/>
              <a:t> </a:t>
            </a:r>
            <a:r>
              <a:rPr lang="en-GB" err="1"/>
              <a:t>leitende</a:t>
            </a:r>
            <a:r>
              <a:rPr lang="en-GB"/>
              <a:t> </a:t>
            </a:r>
            <a:r>
              <a:rPr lang="en-GB" err="1"/>
              <a:t>Planerin</a:t>
            </a:r>
            <a:r>
              <a:rPr lang="en-GB"/>
              <a:t>. Mit </a:t>
            </a:r>
            <a:r>
              <a:rPr lang="en-GB" err="1"/>
              <a:t>einem</a:t>
            </a:r>
            <a:r>
              <a:rPr lang="en-GB"/>
              <a:t> Master in Luft- und </a:t>
            </a:r>
            <a:r>
              <a:rPr lang="en-GB" err="1"/>
              <a:t>Raumfahrttechnik</a:t>
            </a:r>
            <a:r>
              <a:rPr lang="en-GB"/>
              <a:t> der TU München und </a:t>
            </a:r>
            <a:r>
              <a:rPr lang="en-GB" err="1"/>
              <a:t>acht</a:t>
            </a:r>
            <a:r>
              <a:rPr lang="en-GB"/>
              <a:t> Jahren </a:t>
            </a:r>
            <a:r>
              <a:rPr lang="en-GB" err="1"/>
              <a:t>Erfahrung</a:t>
            </a:r>
            <a:r>
              <a:rPr lang="en-GB"/>
              <a:t> </a:t>
            </a:r>
            <a:r>
              <a:rPr lang="en-GB" err="1"/>
              <a:t>ist</a:t>
            </a:r>
            <a:r>
              <a:rPr lang="en-GB"/>
              <a:t> </a:t>
            </a:r>
            <a:r>
              <a:rPr lang="en-GB" err="1"/>
              <a:t>sie</a:t>
            </a:r>
            <a:r>
              <a:rPr lang="en-GB"/>
              <a:t> </a:t>
            </a:r>
            <a:r>
              <a:rPr lang="en-GB" err="1"/>
              <a:t>eine</a:t>
            </a:r>
            <a:r>
              <a:rPr lang="en-GB"/>
              <a:t> absolute </a:t>
            </a:r>
            <a:r>
              <a:rPr lang="en-GB" err="1"/>
              <a:t>Expertin</a:t>
            </a:r>
            <a:r>
              <a:rPr lang="en-GB"/>
              <a:t> für </a:t>
            </a:r>
            <a:r>
              <a:rPr lang="en-GB" err="1"/>
              <a:t>Übergabeplanung</a:t>
            </a:r>
            <a:r>
              <a:rPr lang="en-GB"/>
              <a:t> und </a:t>
            </a:r>
            <a:r>
              <a:rPr lang="en-GB" err="1"/>
              <a:t>Zeitmanagement</a:t>
            </a:r>
            <a:r>
              <a:rPr lang="en-GB"/>
              <a:t>. </a:t>
            </a:r>
            <a:r>
              <a:rPr lang="en-GB" err="1"/>
              <a:t>Ihr</a:t>
            </a:r>
            <a:r>
              <a:rPr lang="en-GB"/>
              <a:t> Ziel </a:t>
            </a:r>
            <a:r>
              <a:rPr lang="en-GB" err="1"/>
              <a:t>ist</a:t>
            </a:r>
            <a:r>
              <a:rPr lang="en-GB"/>
              <a:t> es, den Shuttle-Takeover </a:t>
            </a:r>
            <a:r>
              <a:rPr lang="en-GB" err="1"/>
              <a:t>absolut</a:t>
            </a:r>
            <a:r>
              <a:rPr lang="en-GB"/>
              <a:t> </a:t>
            </a:r>
            <a:r>
              <a:rPr lang="en-GB" err="1"/>
              <a:t>termingerecht</a:t>
            </a:r>
            <a:r>
              <a:rPr lang="en-GB"/>
              <a:t> und </a:t>
            </a:r>
            <a:r>
              <a:rPr lang="en-GB" err="1"/>
              <a:t>ohne</a:t>
            </a:r>
            <a:r>
              <a:rPr lang="en-GB"/>
              <a:t> </a:t>
            </a:r>
            <a:r>
              <a:rPr lang="en-GB" err="1"/>
              <a:t>Verzögerungen</a:t>
            </a:r>
            <a:r>
              <a:rPr lang="en-GB"/>
              <a:t> </a:t>
            </a:r>
            <a:r>
              <a:rPr lang="en-GB" err="1"/>
              <a:t>zu</a:t>
            </a:r>
            <a:r>
              <a:rPr lang="en-GB"/>
              <a:t> </a:t>
            </a:r>
            <a:r>
              <a:rPr lang="en-GB" err="1"/>
              <a:t>koordinieren</a:t>
            </a:r>
            <a:r>
              <a:rPr lang="en-GB"/>
              <a:t>. Sie muss </a:t>
            </a:r>
            <a:r>
              <a:rPr lang="en-GB" err="1"/>
              <a:t>jederzeit</a:t>
            </a:r>
            <a:r>
              <a:rPr lang="en-GB"/>
              <a:t> </a:t>
            </a:r>
            <a:r>
              <a:rPr lang="en-GB" err="1"/>
              <a:t>wissen</a:t>
            </a:r>
            <a:r>
              <a:rPr lang="en-GB"/>
              <a:t>, </a:t>
            </a:r>
            <a:r>
              <a:rPr lang="en-GB" err="1"/>
              <a:t>wer</a:t>
            </a:r>
            <a:r>
              <a:rPr lang="en-GB"/>
              <a:t> </a:t>
            </a:r>
            <a:r>
              <a:rPr lang="en-GB" err="1"/>
              <a:t>welche</a:t>
            </a:r>
            <a:r>
              <a:rPr lang="en-GB"/>
              <a:t> Aufgabe </a:t>
            </a:r>
            <a:r>
              <a:rPr lang="en-GB" err="1"/>
              <a:t>erledigt</a:t>
            </a:r>
            <a:r>
              <a:rPr lang="en-GB"/>
              <a:t>, und </a:t>
            </a:r>
            <a:r>
              <a:rPr lang="en-GB" err="1"/>
              <a:t>sicherstellen</a:t>
            </a:r>
            <a:r>
              <a:rPr lang="en-GB"/>
              <a:t>, </a:t>
            </a:r>
            <a:r>
              <a:rPr lang="en-GB" err="1"/>
              <a:t>dass</a:t>
            </a:r>
            <a:r>
              <a:rPr lang="en-GB"/>
              <a:t> alle </a:t>
            </a:r>
            <a:r>
              <a:rPr lang="en-GB" err="1"/>
              <a:t>drei</a:t>
            </a:r>
            <a:r>
              <a:rPr lang="en-GB"/>
              <a:t> Shuttle-</a:t>
            </a:r>
            <a:r>
              <a:rPr lang="en-GB" err="1"/>
              <a:t>Teile</a:t>
            </a:r>
            <a:r>
              <a:rPr lang="en-GB"/>
              <a:t> </a:t>
            </a:r>
            <a:r>
              <a:rPr lang="en-GB" err="1"/>
              <a:t>rechtzeitig</a:t>
            </a:r>
            <a:r>
              <a:rPr lang="en-GB"/>
              <a:t> für den </a:t>
            </a:r>
            <a:r>
              <a:rPr lang="en-GB" err="1"/>
              <a:t>Einsatz</a:t>
            </a:r>
            <a:r>
              <a:rPr lang="en-GB"/>
              <a:t> </a:t>
            </a:r>
            <a:r>
              <a:rPr lang="en-GB" err="1"/>
              <a:t>freigegeben</a:t>
            </a:r>
            <a:r>
              <a:rPr lang="en-GB"/>
              <a:t> </a:t>
            </a:r>
            <a:r>
              <a:rPr lang="en-GB" err="1"/>
              <a:t>werden</a:t>
            </a:r>
            <a:r>
              <a:rPr lang="en-GB"/>
              <a:t>. </a:t>
            </a:r>
            <a:r>
              <a:rPr lang="en-GB" err="1"/>
              <a:t>Doch</a:t>
            </a:r>
            <a:r>
              <a:rPr lang="en-GB"/>
              <a:t> in der Praxis </a:t>
            </a:r>
            <a:r>
              <a:rPr lang="en-GB" err="1"/>
              <a:t>stößt</a:t>
            </a:r>
            <a:r>
              <a:rPr lang="en-GB"/>
              <a:t> </a:t>
            </a:r>
            <a:r>
              <a:rPr lang="en-GB" err="1"/>
              <a:t>sie</a:t>
            </a:r>
            <a:r>
              <a:rPr lang="en-GB"/>
              <a:t> auf massive </a:t>
            </a:r>
            <a:r>
              <a:rPr lang="en-GB" err="1"/>
              <a:t>Frustrationen</a:t>
            </a:r>
            <a:r>
              <a:rPr lang="en-GB"/>
              <a:t>: </a:t>
            </a:r>
            <a:r>
              <a:rPr lang="en-GB" err="1"/>
              <a:t>Informationen</a:t>
            </a:r>
            <a:r>
              <a:rPr lang="en-GB"/>
              <a:t> </a:t>
            </a:r>
            <a:r>
              <a:rPr lang="en-GB" err="1"/>
              <a:t>zum</a:t>
            </a:r>
            <a:r>
              <a:rPr lang="en-GB"/>
              <a:t> </a:t>
            </a:r>
            <a:r>
              <a:rPr lang="en-GB" err="1"/>
              <a:t>Reparaturstatus</a:t>
            </a:r>
            <a:r>
              <a:rPr lang="en-GB"/>
              <a:t> </a:t>
            </a:r>
            <a:r>
              <a:rPr lang="en-GB" err="1"/>
              <a:t>sind</a:t>
            </a:r>
            <a:r>
              <a:rPr lang="en-GB"/>
              <a:t> </a:t>
            </a:r>
            <a:r>
              <a:rPr lang="en-GB" err="1"/>
              <a:t>über</a:t>
            </a:r>
            <a:r>
              <a:rPr lang="en-GB"/>
              <a:t> </a:t>
            </a:r>
            <a:r>
              <a:rPr lang="en-GB" err="1"/>
              <a:t>verschiedene</a:t>
            </a:r>
            <a:r>
              <a:rPr lang="en-GB"/>
              <a:t> </a:t>
            </a:r>
            <a:r>
              <a:rPr lang="en-GB" err="1"/>
              <a:t>Stellen</a:t>
            </a:r>
            <a:r>
              <a:rPr lang="en-GB"/>
              <a:t> </a:t>
            </a:r>
            <a:r>
              <a:rPr lang="en-GB" err="1"/>
              <a:t>verstreut</a:t>
            </a:r>
            <a:r>
              <a:rPr lang="en-GB"/>
              <a:t>, was </a:t>
            </a:r>
            <a:r>
              <a:rPr lang="en-GB" err="1"/>
              <a:t>einen</a:t>
            </a:r>
            <a:r>
              <a:rPr lang="en-GB"/>
              <a:t> </a:t>
            </a:r>
            <a:r>
              <a:rPr lang="en-GB" err="1"/>
              <a:t>zentralen</a:t>
            </a:r>
            <a:r>
              <a:rPr lang="en-GB"/>
              <a:t> </a:t>
            </a:r>
            <a:r>
              <a:rPr lang="en-GB" err="1"/>
              <a:t>Überblick</a:t>
            </a:r>
            <a:r>
              <a:rPr lang="en-GB"/>
              <a:t> </a:t>
            </a:r>
            <a:r>
              <a:rPr lang="en-GB" err="1"/>
              <a:t>unmöglich</a:t>
            </a:r>
            <a:r>
              <a:rPr lang="en-GB"/>
              <a:t> </a:t>
            </a:r>
            <a:r>
              <a:rPr lang="en-GB" err="1"/>
              <a:t>macht</a:t>
            </a:r>
            <a:r>
              <a:rPr lang="en-GB"/>
              <a:t>. Die </a:t>
            </a:r>
            <a:r>
              <a:rPr lang="en-GB" err="1"/>
              <a:t>manuelle</a:t>
            </a:r>
            <a:r>
              <a:rPr lang="en-GB"/>
              <a:t> </a:t>
            </a:r>
            <a:r>
              <a:rPr lang="en-GB" err="1"/>
              <a:t>Abstimmung</a:t>
            </a:r>
            <a:r>
              <a:rPr lang="en-GB"/>
              <a:t> </a:t>
            </a:r>
            <a:r>
              <a:rPr lang="en-GB" err="1"/>
              <a:t>mit</a:t>
            </a:r>
            <a:r>
              <a:rPr lang="en-GB"/>
              <a:t> </a:t>
            </a:r>
            <a:r>
              <a:rPr lang="en-GB" err="1"/>
              <a:t>Technikern</a:t>
            </a:r>
            <a:r>
              <a:rPr lang="en-GB"/>
              <a:t> und der Logistik </a:t>
            </a:r>
            <a:r>
              <a:rPr lang="en-GB" err="1"/>
              <a:t>frisst</a:t>
            </a:r>
            <a:r>
              <a:rPr lang="en-GB"/>
              <a:t> </a:t>
            </a:r>
            <a:r>
              <a:rPr lang="en-GB" err="1"/>
              <a:t>wertvolle</a:t>
            </a:r>
            <a:r>
              <a:rPr lang="en-GB"/>
              <a:t> Zeit, und oft </a:t>
            </a:r>
            <a:r>
              <a:rPr lang="en-GB" err="1"/>
              <a:t>erfährt</a:t>
            </a:r>
            <a:r>
              <a:rPr lang="en-GB"/>
              <a:t> </a:t>
            </a:r>
            <a:r>
              <a:rPr lang="en-GB" err="1"/>
              <a:t>sie</a:t>
            </a:r>
            <a:r>
              <a:rPr lang="en-GB"/>
              <a:t> erst </a:t>
            </a:r>
            <a:r>
              <a:rPr lang="en-GB" err="1"/>
              <a:t>viel</a:t>
            </a:r>
            <a:r>
              <a:rPr lang="en-GB"/>
              <a:t> </a:t>
            </a:r>
            <a:r>
              <a:rPr lang="en-GB" err="1"/>
              <a:t>zu</a:t>
            </a:r>
            <a:r>
              <a:rPr lang="en-GB"/>
              <a:t> </a:t>
            </a:r>
            <a:r>
              <a:rPr lang="en-GB" err="1"/>
              <a:t>spät</a:t>
            </a:r>
            <a:r>
              <a:rPr lang="en-GB"/>
              <a:t> von </a:t>
            </a:r>
            <a:r>
              <a:rPr lang="en-GB" err="1"/>
              <a:t>fehlenden</a:t>
            </a:r>
            <a:r>
              <a:rPr lang="en-GB"/>
              <a:t> </a:t>
            </a:r>
            <a:r>
              <a:rPr lang="en-GB" err="1"/>
              <a:t>Ersatzteilen</a:t>
            </a:r>
            <a:r>
              <a:rPr lang="en-GB"/>
              <a:t>, die den </a:t>
            </a:r>
            <a:r>
              <a:rPr lang="en-GB" err="1"/>
              <a:t>gesamten</a:t>
            </a:r>
            <a:r>
              <a:rPr lang="en-GB"/>
              <a:t> </a:t>
            </a:r>
            <a:r>
              <a:rPr lang="en-GB" err="1"/>
              <a:t>Prozess</a:t>
            </a:r>
            <a:r>
              <a:rPr lang="en-GB"/>
              <a:t> </a:t>
            </a:r>
            <a:r>
              <a:rPr lang="en-GB" err="1"/>
              <a:t>blockieren</a:t>
            </a:r>
            <a:r>
              <a:rPr lang="en-GB"/>
              <a:t>.</a:t>
            </a:r>
          </a:p>
          <a:p>
            <a:endParaRPr lang="en-GB"/>
          </a:p>
          <a:p>
            <a:r>
              <a:rPr lang="en-GB" err="1"/>
              <a:t>Spontane</a:t>
            </a:r>
            <a:r>
              <a:rPr lang="en-GB"/>
              <a:t> </a:t>
            </a:r>
            <a:r>
              <a:rPr lang="en-GB" err="1"/>
              <a:t>entscheidungen</a:t>
            </a:r>
            <a:r>
              <a:rPr lang="en-GB"/>
              <a:t> treffen</a:t>
            </a:r>
            <a:endParaRPr lang="de-DE"/>
          </a:p>
        </p:txBody>
      </p:sp>
    </p:spTree>
    <p:extLst>
      <p:ext uri="{BB962C8B-B14F-4D97-AF65-F5344CB8AC3E}">
        <p14:creationId xmlns:p14="http://schemas.microsoft.com/office/powerpoint/2010/main" val="2685800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DE"/>
              <a:t>Tim</a:t>
            </a:r>
          </a:p>
        </p:txBody>
      </p:sp>
    </p:spTree>
    <p:extLst>
      <p:ext uri="{BB962C8B-B14F-4D97-AF65-F5344CB8AC3E}">
        <p14:creationId xmlns:p14="http://schemas.microsoft.com/office/powerpoint/2010/main" val="1227318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a:extLst>
            <a:ext uri="{FF2B5EF4-FFF2-40B4-BE49-F238E27FC236}">
              <a16:creationId xmlns:a16="http://schemas.microsoft.com/office/drawing/2014/main" id="{97ACF49E-16A3-DD6E-B22C-8079F1093CAF}"/>
            </a:ext>
          </a:extLst>
        </p:cNvPr>
        <p:cNvGrpSpPr/>
        <p:nvPr/>
      </p:nvGrpSpPr>
      <p:grpSpPr>
        <a:xfrm>
          <a:off x="0" y="0"/>
          <a:ext cx="0" cy="0"/>
          <a:chOff x="0" y="0"/>
          <a:chExt cx="0" cy="0"/>
        </a:xfrm>
      </p:grpSpPr>
      <p:sp>
        <p:nvSpPr>
          <p:cNvPr id="1795" name="Google Shape;1795;ge770d784c7_0_11:notes">
            <a:extLst>
              <a:ext uri="{FF2B5EF4-FFF2-40B4-BE49-F238E27FC236}">
                <a16:creationId xmlns:a16="http://schemas.microsoft.com/office/drawing/2014/main" id="{95758C49-E02A-4F9F-2B9B-6F34F33022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e770d784c7_0_11:notes">
            <a:extLst>
              <a:ext uri="{FF2B5EF4-FFF2-40B4-BE49-F238E27FC236}">
                <a16:creationId xmlns:a16="http://schemas.microsoft.com/office/drawing/2014/main" id="{0EC49FF6-2E86-8ADE-A494-63FBBF5E7F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Tim</a:t>
            </a:r>
            <a:endParaRPr/>
          </a:p>
        </p:txBody>
      </p:sp>
    </p:spTree>
    <p:extLst>
      <p:ext uri="{BB962C8B-B14F-4D97-AF65-F5344CB8AC3E}">
        <p14:creationId xmlns:p14="http://schemas.microsoft.com/office/powerpoint/2010/main" val="2493821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a:extLst>
            <a:ext uri="{FF2B5EF4-FFF2-40B4-BE49-F238E27FC236}">
              <a16:creationId xmlns:a16="http://schemas.microsoft.com/office/drawing/2014/main" id="{57AB0F42-42DA-4E2B-819E-26B8E8DBE53C}"/>
            </a:ext>
          </a:extLst>
        </p:cNvPr>
        <p:cNvGrpSpPr/>
        <p:nvPr/>
      </p:nvGrpSpPr>
      <p:grpSpPr>
        <a:xfrm>
          <a:off x="0" y="0"/>
          <a:ext cx="0" cy="0"/>
          <a:chOff x="0" y="0"/>
          <a:chExt cx="0" cy="0"/>
        </a:xfrm>
      </p:grpSpPr>
      <p:sp>
        <p:nvSpPr>
          <p:cNvPr id="1018" name="Google Shape;1018;ge770d784c7_0_26:notes">
            <a:extLst>
              <a:ext uri="{FF2B5EF4-FFF2-40B4-BE49-F238E27FC236}">
                <a16:creationId xmlns:a16="http://schemas.microsoft.com/office/drawing/2014/main" id="{12FA3018-D25D-5FB3-C100-5A9A3D64B3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e770d784c7_0_26:notes">
            <a:extLst>
              <a:ext uri="{FF2B5EF4-FFF2-40B4-BE49-F238E27FC236}">
                <a16:creationId xmlns:a16="http://schemas.microsoft.com/office/drawing/2014/main" id="{3666B74A-4A18-7176-D3B5-EB16BC12E7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Tim</a:t>
            </a:r>
            <a:endParaRPr/>
          </a:p>
        </p:txBody>
      </p:sp>
    </p:spTree>
    <p:extLst>
      <p:ext uri="{BB962C8B-B14F-4D97-AF65-F5344CB8AC3E}">
        <p14:creationId xmlns:p14="http://schemas.microsoft.com/office/powerpoint/2010/main" val="2902889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5">
          <a:extLst>
            <a:ext uri="{FF2B5EF4-FFF2-40B4-BE49-F238E27FC236}">
              <a16:creationId xmlns:a16="http://schemas.microsoft.com/office/drawing/2014/main" id="{B7953766-5CE6-04B3-7EDF-9AE18DFE4D1C}"/>
            </a:ext>
          </a:extLst>
        </p:cNvPr>
        <p:cNvGrpSpPr/>
        <p:nvPr/>
      </p:nvGrpSpPr>
      <p:grpSpPr>
        <a:xfrm>
          <a:off x="0" y="0"/>
          <a:ext cx="0" cy="0"/>
          <a:chOff x="0" y="0"/>
          <a:chExt cx="0" cy="0"/>
        </a:xfrm>
      </p:grpSpPr>
      <p:sp>
        <p:nvSpPr>
          <p:cNvPr id="1586" name="Google Shape;1586;g88e79ad853_5_252:notes">
            <a:extLst>
              <a:ext uri="{FF2B5EF4-FFF2-40B4-BE49-F238E27FC236}">
                <a16:creationId xmlns:a16="http://schemas.microsoft.com/office/drawing/2014/main" id="{10EC2087-C68F-25B0-DAC7-F13FC2BCB9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7" name="Google Shape;1587;g88e79ad853_5_252:notes">
            <a:extLst>
              <a:ext uri="{FF2B5EF4-FFF2-40B4-BE49-F238E27FC236}">
                <a16:creationId xmlns:a16="http://schemas.microsoft.com/office/drawing/2014/main" id="{FB147F60-3ED1-2050-B58E-71792B8D82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1. Kein zentraler Überblick </a:t>
            </a:r>
            <a:r>
              <a:rPr lang="de-DE" err="1"/>
              <a:t>Junwey</a:t>
            </a:r>
            <a:endParaRPr lang="de-DE"/>
          </a:p>
          <a:p>
            <a:pPr marL="0" lvl="0" indent="0" algn="l" rtl="0">
              <a:spcBef>
                <a:spcPts val="0"/>
              </a:spcBef>
              <a:spcAft>
                <a:spcPts val="0"/>
              </a:spcAft>
              <a:buNone/>
            </a:pPr>
            <a:endParaRPr lang="de-DE"/>
          </a:p>
          <a:p>
            <a:pPr marL="0" lvl="0" indent="0" algn="l" rtl="0">
              <a:spcBef>
                <a:spcPts val="0"/>
              </a:spcBef>
              <a:spcAft>
                <a:spcPts val="0"/>
              </a:spcAft>
              <a:buNone/>
            </a:pPr>
            <a:r>
              <a:rPr lang="de-DE"/>
              <a:t>  Jedes Team (Techniker, Security Chief, </a:t>
            </a:r>
            <a:r>
              <a:rPr lang="de-DE" err="1"/>
              <a:t>Logistics</a:t>
            </a:r>
            <a:r>
              <a:rPr lang="de-DE"/>
              <a:t>, Planner) arbeitete isoliert — mit Papier, Telefonaten oder Einzeldateien. Es gab</a:t>
            </a:r>
          </a:p>
          <a:p>
            <a:pPr marL="0" lvl="0" indent="0" algn="l" rtl="0">
              <a:spcBef>
                <a:spcPts val="0"/>
              </a:spcBef>
              <a:spcAft>
                <a:spcPts val="0"/>
              </a:spcAft>
              <a:buNone/>
            </a:pPr>
            <a:r>
              <a:rPr lang="de-DE"/>
              <a:t>  keinen einheitlichen Stand des Übergabe-Fortschritts.</a:t>
            </a:r>
          </a:p>
          <a:p>
            <a:pPr marL="0" lvl="0" indent="0" algn="l" rtl="0">
              <a:spcBef>
                <a:spcPts val="0"/>
              </a:spcBef>
              <a:spcAft>
                <a:spcPts val="0"/>
              </a:spcAft>
              <a:buNone/>
            </a:pPr>
            <a:endParaRPr lang="de-DE"/>
          </a:p>
          <a:p>
            <a:pPr marL="0" lvl="0" indent="0" algn="l" rtl="0">
              <a:spcBef>
                <a:spcPts val="0"/>
              </a:spcBef>
              <a:spcAft>
                <a:spcPts val="0"/>
              </a:spcAft>
              <a:buNone/>
            </a:pPr>
            <a:r>
              <a:rPr lang="de-DE"/>
              <a:t>  2. Manuelle Sensor-Auswertung </a:t>
            </a:r>
            <a:r>
              <a:rPr lang="de-DE" err="1"/>
              <a:t>Junwey</a:t>
            </a:r>
            <a:endParaRPr lang="de-DE"/>
          </a:p>
          <a:p>
            <a:pPr marL="0" lvl="0" indent="0" algn="l" rtl="0">
              <a:spcBef>
                <a:spcPts val="0"/>
              </a:spcBef>
              <a:spcAft>
                <a:spcPts val="0"/>
              </a:spcAft>
              <a:buNone/>
            </a:pPr>
            <a:endParaRPr lang="de-DE"/>
          </a:p>
          <a:p>
            <a:pPr marL="0" lvl="0" indent="0" algn="l" rtl="0">
              <a:spcBef>
                <a:spcPts val="0"/>
              </a:spcBef>
              <a:spcAft>
                <a:spcPts val="0"/>
              </a:spcAft>
              <a:buNone/>
            </a:pPr>
            <a:r>
              <a:rPr lang="de-DE"/>
              <a:t>  Sensordaten wurden manuell gemessen und mit Grenzwerten verglichen. Fehler und übersehene WARNING/REPLACE-Zustände waren schwer</a:t>
            </a:r>
          </a:p>
          <a:p>
            <a:pPr marL="0" lvl="0" indent="0" algn="l" rtl="0">
              <a:spcBef>
                <a:spcPts val="0"/>
              </a:spcBef>
              <a:spcAft>
                <a:spcPts val="0"/>
              </a:spcAft>
              <a:buNone/>
            </a:pPr>
            <a:r>
              <a:rPr lang="de-DE"/>
              <a:t>  vermeidbar, besonders unter Zeitdruck.</a:t>
            </a:r>
          </a:p>
          <a:p>
            <a:pPr marL="0" lvl="0" indent="0" algn="l" rtl="0">
              <a:spcBef>
                <a:spcPts val="0"/>
              </a:spcBef>
              <a:spcAft>
                <a:spcPts val="0"/>
              </a:spcAft>
              <a:buNone/>
            </a:pPr>
            <a:endParaRPr lang="de-DE"/>
          </a:p>
          <a:p>
            <a:pPr marL="0" lvl="0" indent="0" algn="l" rtl="0">
              <a:spcBef>
                <a:spcPts val="0"/>
              </a:spcBef>
              <a:spcAft>
                <a:spcPts val="0"/>
              </a:spcAft>
              <a:buNone/>
            </a:pPr>
            <a:r>
              <a:rPr lang="de-DE"/>
              <a:t>  3. Keine Reparaturplanung in Echtzeit Stella </a:t>
            </a:r>
          </a:p>
          <a:p>
            <a:pPr marL="0" lvl="0" indent="0" algn="l" rtl="0">
              <a:spcBef>
                <a:spcPts val="0"/>
              </a:spcBef>
              <a:spcAft>
                <a:spcPts val="0"/>
              </a:spcAft>
              <a:buNone/>
            </a:pPr>
            <a:endParaRPr lang="de-DE"/>
          </a:p>
          <a:p>
            <a:pPr marL="0" lvl="0" indent="0" algn="l" rtl="0">
              <a:spcBef>
                <a:spcPts val="0"/>
              </a:spcBef>
              <a:spcAft>
                <a:spcPts val="0"/>
              </a:spcAft>
              <a:buNone/>
            </a:pPr>
            <a:r>
              <a:rPr lang="de-DE"/>
              <a:t>  Welcher Techniker repariert welches Teil? Ist die Ersatzteil-Verfügbarkeit überhaupt geprüft? Das musste manuell koordiniert werden —</a:t>
            </a:r>
          </a:p>
          <a:p>
            <a:pPr marL="0" lvl="0" indent="0" algn="l" rtl="0">
              <a:spcBef>
                <a:spcPts val="0"/>
              </a:spcBef>
              <a:spcAft>
                <a:spcPts val="0"/>
              </a:spcAft>
              <a:buNone/>
            </a:pPr>
            <a:r>
              <a:rPr lang="de-DE"/>
              <a:t>  mit hohem Risiko für Doppelarbeit oder vergessene Aufgaben.</a:t>
            </a:r>
          </a:p>
          <a:p>
            <a:pPr marL="0" lvl="0" indent="0" algn="l" rtl="0">
              <a:spcBef>
                <a:spcPts val="0"/>
              </a:spcBef>
              <a:spcAft>
                <a:spcPts val="0"/>
              </a:spcAft>
              <a:buNone/>
            </a:pPr>
            <a:endParaRPr lang="de-DE"/>
          </a:p>
          <a:p>
            <a:pPr marL="0" lvl="0" indent="0" algn="l" rtl="0">
              <a:spcBef>
                <a:spcPts val="0"/>
              </a:spcBef>
              <a:spcAft>
                <a:spcPts val="0"/>
              </a:spcAft>
              <a:buNone/>
            </a:pPr>
            <a:r>
              <a:rPr lang="de-DE"/>
              <a:t>  4. Kein Inventar-Tracking Stella</a:t>
            </a:r>
          </a:p>
          <a:p>
            <a:pPr marL="0" lvl="0" indent="0" algn="l" rtl="0">
              <a:spcBef>
                <a:spcPts val="0"/>
              </a:spcBef>
              <a:spcAft>
                <a:spcPts val="0"/>
              </a:spcAft>
              <a:buNone/>
            </a:pPr>
            <a:r>
              <a:rPr lang="de-DE"/>
              <a:t> </a:t>
            </a:r>
          </a:p>
          <a:p>
            <a:pPr marL="0" lvl="0" indent="0" algn="l" rtl="0">
              <a:spcBef>
                <a:spcPts val="0"/>
              </a:spcBef>
              <a:spcAft>
                <a:spcPts val="0"/>
              </a:spcAft>
              <a:buNone/>
            </a:pPr>
            <a:r>
              <a:rPr lang="de-DE"/>
              <a:t>  Fehlende Teile wurden oft erst bei der Reparatur bemerkt. Bestellprozesse waren langsam und intransparent (kein PENDING → APPROVED → </a:t>
            </a:r>
          </a:p>
          <a:p>
            <a:pPr marL="0" lvl="0" indent="0" algn="l" rtl="0">
              <a:spcBef>
                <a:spcPts val="0"/>
              </a:spcBef>
              <a:spcAft>
                <a:spcPts val="0"/>
              </a:spcAft>
              <a:buNone/>
            </a:pPr>
            <a:r>
              <a:rPr lang="de-DE"/>
              <a:t>  ORDERED → DELIVERED-Status).</a:t>
            </a:r>
          </a:p>
          <a:p>
            <a:pPr marL="0" lvl="0" indent="0" algn="l" rtl="0">
              <a:spcBef>
                <a:spcPts val="0"/>
              </a:spcBef>
              <a:spcAft>
                <a:spcPts val="0"/>
              </a:spcAft>
              <a:buNone/>
            </a:pPr>
            <a:endParaRPr lang="de-DE"/>
          </a:p>
          <a:p>
            <a:pPr marL="0" lvl="0" indent="0" algn="l" rtl="0">
              <a:spcBef>
                <a:spcPts val="0"/>
              </a:spcBef>
              <a:spcAft>
                <a:spcPts val="0"/>
              </a:spcAft>
              <a:buNone/>
            </a:pPr>
            <a:r>
              <a:rPr lang="de-DE"/>
              <a:t>  5. Freigaben ohne Nachvollziehbarkeit Ahmed</a:t>
            </a:r>
          </a:p>
          <a:p>
            <a:pPr marL="0" lvl="0" indent="0" algn="l" rtl="0">
              <a:spcBef>
                <a:spcPts val="0"/>
              </a:spcBef>
              <a:spcAft>
                <a:spcPts val="0"/>
              </a:spcAft>
              <a:buNone/>
            </a:pPr>
            <a:endParaRPr lang="de-DE"/>
          </a:p>
          <a:p>
            <a:pPr marL="0" lvl="0" indent="0" algn="l" rtl="0">
              <a:spcBef>
                <a:spcPts val="0"/>
              </a:spcBef>
              <a:spcAft>
                <a:spcPts val="0"/>
              </a:spcAft>
              <a:buNone/>
            </a:pPr>
            <a:r>
              <a:rPr lang="de-DE"/>
              <a:t>  Die Security-Chief-Genehmigung pro Teil (</a:t>
            </a:r>
            <a:r>
              <a:rPr lang="de-DE" err="1"/>
              <a:t>canApprove</a:t>
            </a:r>
            <a:r>
              <a:rPr lang="de-DE"/>
              <a:t>() → </a:t>
            </a:r>
            <a:r>
              <a:rPr lang="de-DE" err="1"/>
              <a:t>approve</a:t>
            </a:r>
            <a:r>
              <a:rPr lang="de-DE"/>
              <a:t>()) lief verbal oder per Unterschrift ab — kein digitales Audit-Trail,</a:t>
            </a:r>
          </a:p>
          <a:p>
            <a:pPr marL="0" lvl="0" indent="0" algn="l" rtl="0">
              <a:spcBef>
                <a:spcPts val="0"/>
              </a:spcBef>
              <a:spcAft>
                <a:spcPts val="0"/>
              </a:spcAft>
              <a:buNone/>
            </a:pPr>
            <a:r>
              <a:rPr lang="de-DE"/>
              <a:t>  keine klare Eskalationskette.</a:t>
            </a:r>
          </a:p>
          <a:p>
            <a:pPr marL="0" lvl="0" indent="0" algn="l" rtl="0">
              <a:spcBef>
                <a:spcPts val="0"/>
              </a:spcBef>
              <a:spcAft>
                <a:spcPts val="0"/>
              </a:spcAft>
              <a:buNone/>
            </a:pPr>
            <a:endParaRPr lang="de-DE"/>
          </a:p>
          <a:p>
            <a:pPr marL="0" lvl="0" indent="0" algn="l" rtl="0">
              <a:spcBef>
                <a:spcPts val="0"/>
              </a:spcBef>
              <a:spcAft>
                <a:spcPts val="0"/>
              </a:spcAft>
              <a:buNone/>
            </a:pPr>
            <a:r>
              <a:rPr lang="de-DE"/>
              <a:t>  6. Reaktive statt prädiktive Wartung Ahmed</a:t>
            </a:r>
          </a:p>
          <a:p>
            <a:pPr marL="0" lvl="0" indent="0" algn="l" rtl="0">
              <a:spcBef>
                <a:spcPts val="0"/>
              </a:spcBef>
              <a:spcAft>
                <a:spcPts val="0"/>
              </a:spcAft>
              <a:buNone/>
            </a:pPr>
            <a:endParaRPr lang="de-DE"/>
          </a:p>
          <a:p>
            <a:pPr marL="0" lvl="0" indent="0" algn="l" rtl="0">
              <a:spcBef>
                <a:spcPts val="0"/>
              </a:spcBef>
              <a:spcAft>
                <a:spcPts val="0"/>
              </a:spcAft>
              <a:buNone/>
            </a:pPr>
            <a:r>
              <a:rPr lang="de-DE"/>
              <a:t>  Ohne die Trendanalyse über 5 Flughistorien (</a:t>
            </a:r>
            <a:r>
              <a:rPr lang="de-DE" err="1"/>
              <a:t>PredictiveAnalysisService</a:t>
            </a:r>
            <a:r>
              <a:rPr lang="de-DE"/>
              <a:t>) wurden Sensoren erst ersetzt, wenn sie schon ausgefallen waren —</a:t>
            </a:r>
          </a:p>
          <a:p>
            <a:pPr marL="0" lvl="0" indent="0" algn="l" rtl="0">
              <a:spcBef>
                <a:spcPts val="0"/>
              </a:spcBef>
              <a:spcAft>
                <a:spcPts val="0"/>
              </a:spcAft>
              <a:buNone/>
            </a:pPr>
            <a:r>
              <a:rPr lang="de-DE"/>
              <a:t>  nicht wenn die Entwicklung es ankündigte.</a:t>
            </a:r>
          </a:p>
          <a:p>
            <a:pPr marL="0" lvl="0" indent="0" algn="l" rtl="0">
              <a:spcBef>
                <a:spcPts val="0"/>
              </a:spcBef>
              <a:spcAft>
                <a:spcPts val="0"/>
              </a:spcAft>
              <a:buNone/>
            </a:pPr>
            <a:endParaRPr lang="de-DE"/>
          </a:p>
          <a:p>
            <a:pPr marL="0" lvl="0" indent="0" algn="l" rtl="0">
              <a:spcBef>
                <a:spcPts val="0"/>
              </a:spcBef>
              <a:spcAft>
                <a:spcPts val="0"/>
              </a:spcAft>
              <a:buNone/>
            </a:pPr>
            <a:r>
              <a:rPr lang="de-DE"/>
              <a:t>  7. Phasenchaos bei der Übergabe Bassma</a:t>
            </a:r>
          </a:p>
          <a:p>
            <a:pPr marL="0" lvl="0" indent="0" algn="l" rtl="0">
              <a:spcBef>
                <a:spcPts val="0"/>
              </a:spcBef>
              <a:spcAft>
                <a:spcPts val="0"/>
              </a:spcAft>
              <a:buNone/>
            </a:pPr>
            <a:endParaRPr lang="de-DE"/>
          </a:p>
          <a:p>
            <a:pPr marL="0" lvl="0" indent="0" algn="l" rtl="0">
              <a:spcBef>
                <a:spcPts val="0"/>
              </a:spcBef>
              <a:spcAft>
                <a:spcPts val="0"/>
              </a:spcAft>
              <a:buNone/>
            </a:pPr>
            <a:r>
              <a:rPr lang="de-DE"/>
              <a:t>  Die Abfolge Landing → Sensor </a:t>
            </a:r>
            <a:r>
              <a:rPr lang="de-DE" err="1"/>
              <a:t>Loading</a:t>
            </a:r>
            <a:r>
              <a:rPr lang="de-DE"/>
              <a:t> → Operational war ohne System schwer zu koordinieren. Wer wann welche Aktion starten darf, wurde</a:t>
            </a:r>
          </a:p>
          <a:p>
            <a:pPr marL="0" lvl="0" indent="0" algn="l" rtl="0">
              <a:spcBef>
                <a:spcPts val="0"/>
              </a:spcBef>
              <a:spcAft>
                <a:spcPts val="0"/>
              </a:spcAft>
              <a:buNone/>
            </a:pPr>
            <a:r>
              <a:rPr lang="de-DE"/>
              <a:t>  ad-hoc entschieden.</a:t>
            </a:r>
          </a:p>
          <a:p>
            <a:pPr marL="0" lvl="0" indent="0" algn="l" rtl="0">
              <a:spcBef>
                <a:spcPts val="0"/>
              </a:spcBef>
              <a:spcAft>
                <a:spcPts val="0"/>
              </a:spcAft>
              <a:buNone/>
            </a:pPr>
            <a:endParaRPr lang="de-DE"/>
          </a:p>
          <a:p>
            <a:pPr marL="0" lvl="0" indent="0" algn="l" rtl="0">
              <a:spcBef>
                <a:spcPts val="0"/>
              </a:spcBef>
              <a:spcAft>
                <a:spcPts val="0"/>
              </a:spcAft>
              <a:buNone/>
            </a:pPr>
            <a:r>
              <a:rPr lang="de-DE"/>
              <a:t>  8. Kein Rollenmanagement Bassma</a:t>
            </a:r>
          </a:p>
          <a:p>
            <a:pPr marL="0" lvl="0" indent="0" algn="l" rtl="0">
              <a:spcBef>
                <a:spcPts val="0"/>
              </a:spcBef>
              <a:spcAft>
                <a:spcPts val="0"/>
              </a:spcAft>
              <a:buNone/>
            </a:pPr>
            <a:endParaRPr lang="de-DE"/>
          </a:p>
          <a:p>
            <a:pPr marL="0" lvl="0" indent="0" algn="l" rtl="0">
              <a:spcBef>
                <a:spcPts val="0"/>
              </a:spcBef>
              <a:spcAft>
                <a:spcPts val="0"/>
              </a:spcAft>
              <a:buNone/>
            </a:pPr>
            <a:r>
              <a:rPr lang="de-DE"/>
              <a:t>  Jeder hatte Zugriff auf alles (oder nichts), weil es kein rollenbasiertes System gab. Ein Techniker konnte versehentlich</a:t>
            </a:r>
          </a:p>
          <a:p>
            <a:pPr marL="0" lvl="0" indent="0" algn="l" rtl="0">
              <a:spcBef>
                <a:spcPts val="0"/>
              </a:spcBef>
              <a:spcAft>
                <a:spcPts val="0"/>
              </a:spcAft>
              <a:buNone/>
            </a:pPr>
            <a:r>
              <a:rPr lang="de-DE"/>
              <a:t>  Security-Chief-Aktionen auslösen — oder umgekehrt.</a:t>
            </a:r>
            <a:endParaRPr/>
          </a:p>
        </p:txBody>
      </p:sp>
    </p:spTree>
    <p:extLst>
      <p:ext uri="{BB962C8B-B14F-4D97-AF65-F5344CB8AC3E}">
        <p14:creationId xmlns:p14="http://schemas.microsoft.com/office/powerpoint/2010/main" val="3831849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a:p>
        </p:txBody>
      </p:sp>
    </p:spTree>
    <p:extLst>
      <p:ext uri="{BB962C8B-B14F-4D97-AF65-F5344CB8AC3E}">
        <p14:creationId xmlns:p14="http://schemas.microsoft.com/office/powerpoint/2010/main" val="13073585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en-GB" err="1"/>
              <a:t>Diese</a:t>
            </a:r>
            <a:r>
              <a:rPr lang="en-GB"/>
              <a:t> </a:t>
            </a:r>
            <a:r>
              <a:rPr lang="en-GB" err="1"/>
              <a:t>Frustrationen</a:t>
            </a:r>
            <a:r>
              <a:rPr lang="en-GB"/>
              <a:t> </a:t>
            </a:r>
            <a:r>
              <a:rPr lang="en-GB" err="1"/>
              <a:t>lassen</a:t>
            </a:r>
            <a:r>
              <a:rPr lang="en-GB"/>
              <a:t> </a:t>
            </a:r>
            <a:r>
              <a:rPr lang="en-GB" err="1"/>
              <a:t>sich</a:t>
            </a:r>
            <a:r>
              <a:rPr lang="en-GB"/>
              <a:t> auf </a:t>
            </a:r>
            <a:r>
              <a:rPr lang="en-GB" err="1"/>
              <a:t>zwei</a:t>
            </a:r>
            <a:r>
              <a:rPr lang="en-GB"/>
              <a:t> </a:t>
            </a:r>
            <a:r>
              <a:rPr lang="en-GB" err="1"/>
              <a:t>Kernprobleme</a:t>
            </a:r>
            <a:r>
              <a:rPr lang="en-GB"/>
              <a:t> </a:t>
            </a:r>
            <a:r>
              <a:rPr lang="en-GB" err="1"/>
              <a:t>reduzieren</a:t>
            </a:r>
            <a:r>
              <a:rPr lang="en-GB"/>
              <a:t>. </a:t>
            </a:r>
            <a:r>
              <a:rPr lang="en-GB" err="1"/>
              <a:t>Erstens</a:t>
            </a:r>
            <a:r>
              <a:rPr lang="en-GB"/>
              <a:t>: Es </a:t>
            </a:r>
            <a:r>
              <a:rPr lang="en-GB" err="1"/>
              <a:t>gibt</a:t>
            </a:r>
            <a:r>
              <a:rPr lang="en-GB"/>
              <a:t> </a:t>
            </a:r>
            <a:r>
              <a:rPr lang="en-GB" err="1"/>
              <a:t>keine</a:t>
            </a:r>
            <a:r>
              <a:rPr lang="en-GB"/>
              <a:t> </a:t>
            </a:r>
            <a:r>
              <a:rPr lang="en-GB" err="1"/>
              <a:t>Reparaturplanung</a:t>
            </a:r>
            <a:r>
              <a:rPr lang="en-GB"/>
              <a:t> in </a:t>
            </a:r>
            <a:r>
              <a:rPr lang="en-GB" err="1"/>
              <a:t>Echtzeit</a:t>
            </a:r>
            <a:r>
              <a:rPr lang="en-GB"/>
              <a:t>. Bisher </a:t>
            </a:r>
            <a:r>
              <a:rPr lang="en-GB" err="1"/>
              <a:t>musste</a:t>
            </a:r>
            <a:r>
              <a:rPr lang="en-GB"/>
              <a:t> </a:t>
            </a:r>
            <a:r>
              <a:rPr lang="en-GB" err="1"/>
              <a:t>manuell</a:t>
            </a:r>
            <a:r>
              <a:rPr lang="en-GB"/>
              <a:t> </a:t>
            </a:r>
            <a:r>
              <a:rPr lang="en-GB" err="1"/>
              <a:t>koordiniert</a:t>
            </a:r>
            <a:r>
              <a:rPr lang="en-GB"/>
              <a:t> </a:t>
            </a:r>
            <a:r>
              <a:rPr lang="en-GB" err="1"/>
              <a:t>werden</a:t>
            </a:r>
            <a:r>
              <a:rPr lang="en-GB"/>
              <a:t>, </a:t>
            </a:r>
            <a:r>
              <a:rPr lang="en-GB" err="1"/>
              <a:t>welcher</a:t>
            </a:r>
            <a:r>
              <a:rPr lang="en-GB"/>
              <a:t> </a:t>
            </a:r>
            <a:r>
              <a:rPr lang="en-GB" err="1"/>
              <a:t>Techniker</a:t>
            </a:r>
            <a:r>
              <a:rPr lang="en-GB"/>
              <a:t> welches Teil </a:t>
            </a:r>
            <a:r>
              <a:rPr lang="en-GB" err="1"/>
              <a:t>repariert</a:t>
            </a:r>
            <a:r>
              <a:rPr lang="en-GB"/>
              <a:t> und </a:t>
            </a:r>
            <a:r>
              <a:rPr lang="en-GB" err="1"/>
              <a:t>ob</a:t>
            </a:r>
            <a:r>
              <a:rPr lang="en-GB"/>
              <a:t> die Ersatzteilverfügbarkeit </a:t>
            </a:r>
            <a:r>
              <a:rPr lang="en-GB" err="1"/>
              <a:t>überhaupt</a:t>
            </a:r>
            <a:r>
              <a:rPr lang="en-GB"/>
              <a:t> </a:t>
            </a:r>
            <a:r>
              <a:rPr lang="en-GB" err="1"/>
              <a:t>geprüft</a:t>
            </a:r>
            <a:r>
              <a:rPr lang="en-GB"/>
              <a:t> </a:t>
            </a:r>
            <a:r>
              <a:rPr lang="en-GB" err="1"/>
              <a:t>wurde</a:t>
            </a:r>
            <a:r>
              <a:rPr lang="en-GB"/>
              <a:t>. Das </a:t>
            </a:r>
            <a:r>
              <a:rPr lang="en-GB" err="1"/>
              <a:t>birgt</a:t>
            </a:r>
            <a:r>
              <a:rPr lang="en-GB"/>
              <a:t> </a:t>
            </a:r>
            <a:r>
              <a:rPr lang="en-GB" err="1"/>
              <a:t>ein</a:t>
            </a:r>
            <a:r>
              <a:rPr lang="en-GB"/>
              <a:t> </a:t>
            </a:r>
            <a:r>
              <a:rPr lang="en-GB" err="1"/>
              <a:t>hohes</a:t>
            </a:r>
            <a:r>
              <a:rPr lang="en-GB"/>
              <a:t> Risiko für </a:t>
            </a:r>
            <a:r>
              <a:rPr lang="en-GB" err="1"/>
              <a:t>Doppelarbeit</a:t>
            </a:r>
            <a:r>
              <a:rPr lang="en-GB"/>
              <a:t> </a:t>
            </a:r>
            <a:r>
              <a:rPr lang="en-GB" err="1"/>
              <a:t>oder</a:t>
            </a:r>
            <a:r>
              <a:rPr lang="en-GB"/>
              <a:t> – </a:t>
            </a:r>
            <a:r>
              <a:rPr lang="en-GB" err="1"/>
              <a:t>noch</a:t>
            </a:r>
            <a:r>
              <a:rPr lang="en-GB"/>
              <a:t> </a:t>
            </a:r>
            <a:r>
              <a:rPr lang="en-GB" err="1"/>
              <a:t>schlimmer</a:t>
            </a:r>
            <a:r>
              <a:rPr lang="en-GB"/>
              <a:t> – </a:t>
            </a:r>
            <a:r>
              <a:rPr lang="en-GB" err="1"/>
              <a:t>komplett</a:t>
            </a:r>
            <a:r>
              <a:rPr lang="en-GB"/>
              <a:t> </a:t>
            </a:r>
            <a:r>
              <a:rPr lang="en-GB" err="1"/>
              <a:t>vergessene</a:t>
            </a:r>
            <a:r>
              <a:rPr lang="en-GB"/>
              <a:t> </a:t>
            </a:r>
            <a:r>
              <a:rPr lang="en-GB" err="1"/>
              <a:t>Aufgaben</a:t>
            </a:r>
            <a:r>
              <a:rPr lang="en-GB"/>
              <a:t>. </a:t>
            </a:r>
            <a:r>
              <a:rPr lang="en-GB" err="1"/>
              <a:t>Zweitens</a:t>
            </a:r>
            <a:r>
              <a:rPr lang="en-GB"/>
              <a:t>: Das </a:t>
            </a:r>
            <a:r>
              <a:rPr lang="en-GB" err="1"/>
              <a:t>fehlende</a:t>
            </a:r>
            <a:r>
              <a:rPr lang="en-GB"/>
              <a:t> </a:t>
            </a:r>
            <a:r>
              <a:rPr lang="en-GB" err="1"/>
              <a:t>Inventar</a:t>
            </a:r>
            <a:r>
              <a:rPr lang="en-GB"/>
              <a:t>-Tracking. Oft </a:t>
            </a:r>
            <a:r>
              <a:rPr lang="en-GB" err="1"/>
              <a:t>wurde</a:t>
            </a:r>
            <a:r>
              <a:rPr lang="en-GB"/>
              <a:t> erst </a:t>
            </a:r>
            <a:r>
              <a:rPr lang="en-GB" err="1"/>
              <a:t>direkt</a:t>
            </a:r>
            <a:r>
              <a:rPr lang="en-GB"/>
              <a:t> </a:t>
            </a:r>
            <a:r>
              <a:rPr lang="en-GB" err="1"/>
              <a:t>während</a:t>
            </a:r>
            <a:r>
              <a:rPr lang="en-GB"/>
              <a:t> der </a:t>
            </a:r>
            <a:r>
              <a:rPr lang="en-GB" err="1"/>
              <a:t>Reparatur</a:t>
            </a:r>
            <a:r>
              <a:rPr lang="en-GB"/>
              <a:t> </a:t>
            </a:r>
            <a:r>
              <a:rPr lang="en-GB" err="1"/>
              <a:t>bemerkt</a:t>
            </a:r>
            <a:r>
              <a:rPr lang="en-GB"/>
              <a:t>, </a:t>
            </a:r>
            <a:r>
              <a:rPr lang="en-GB" err="1"/>
              <a:t>dass</a:t>
            </a:r>
            <a:r>
              <a:rPr lang="en-GB"/>
              <a:t> </a:t>
            </a:r>
            <a:r>
              <a:rPr lang="en-GB" err="1"/>
              <a:t>Teile</a:t>
            </a:r>
            <a:r>
              <a:rPr lang="en-GB"/>
              <a:t> </a:t>
            </a:r>
            <a:r>
              <a:rPr lang="en-GB" err="1"/>
              <a:t>fehlen</a:t>
            </a:r>
            <a:r>
              <a:rPr lang="en-GB"/>
              <a:t>. Die </a:t>
            </a:r>
            <a:r>
              <a:rPr lang="en-GB" err="1"/>
              <a:t>bisherigen</a:t>
            </a:r>
            <a:r>
              <a:rPr lang="en-GB"/>
              <a:t> </a:t>
            </a:r>
            <a:r>
              <a:rPr lang="en-GB" err="1"/>
              <a:t>Bestellprozesse</a:t>
            </a:r>
            <a:r>
              <a:rPr lang="en-GB"/>
              <a:t> </a:t>
            </a:r>
            <a:r>
              <a:rPr lang="en-GB" err="1"/>
              <a:t>waren</a:t>
            </a:r>
            <a:r>
              <a:rPr lang="en-GB"/>
              <a:t> </a:t>
            </a:r>
            <a:r>
              <a:rPr lang="en-GB" err="1"/>
              <a:t>langsam</a:t>
            </a:r>
            <a:r>
              <a:rPr lang="en-GB"/>
              <a:t> und </a:t>
            </a:r>
            <a:r>
              <a:rPr lang="en-GB" err="1"/>
              <a:t>intransparent</a:t>
            </a:r>
            <a:r>
              <a:rPr lang="en-GB"/>
              <a:t>; es gab </a:t>
            </a:r>
            <a:r>
              <a:rPr lang="en-GB" err="1"/>
              <a:t>kein</a:t>
            </a:r>
            <a:r>
              <a:rPr lang="en-GB"/>
              <a:t> </a:t>
            </a:r>
            <a:r>
              <a:rPr lang="en-GB" err="1"/>
              <a:t>klares</a:t>
            </a:r>
            <a:r>
              <a:rPr lang="en-GB"/>
              <a:t> </a:t>
            </a:r>
            <a:r>
              <a:rPr lang="en-GB" err="1"/>
              <a:t>Statussystem</a:t>
            </a:r>
            <a:r>
              <a:rPr lang="en-GB"/>
              <a:t> von der </a:t>
            </a:r>
            <a:r>
              <a:rPr lang="en-GB" err="1"/>
              <a:t>Anforderung</a:t>
            </a:r>
            <a:r>
              <a:rPr lang="en-GB"/>
              <a:t> </a:t>
            </a:r>
            <a:r>
              <a:rPr lang="en-GB" err="1"/>
              <a:t>über</a:t>
            </a:r>
            <a:r>
              <a:rPr lang="en-GB"/>
              <a:t> die </a:t>
            </a:r>
            <a:r>
              <a:rPr lang="en-GB" err="1"/>
              <a:t>Genehmigung</a:t>
            </a:r>
            <a:r>
              <a:rPr lang="en-GB"/>
              <a:t> bis </a:t>
            </a:r>
            <a:r>
              <a:rPr lang="en-GB" err="1"/>
              <a:t>hin</a:t>
            </a:r>
            <a:r>
              <a:rPr lang="en-GB"/>
              <a:t> </a:t>
            </a:r>
            <a:r>
              <a:rPr lang="en-GB" err="1"/>
              <a:t>zur</a:t>
            </a:r>
            <a:r>
              <a:rPr lang="en-GB"/>
              <a:t> </a:t>
            </a:r>
            <a:r>
              <a:rPr lang="en-GB" err="1"/>
              <a:t>Lieferung</a:t>
            </a:r>
            <a:r>
              <a:rPr lang="en-GB"/>
              <a:t>.</a:t>
            </a:r>
          </a:p>
          <a:p>
            <a:endParaRPr lang="en-GB"/>
          </a:p>
          <a:p>
            <a:r>
              <a:rPr lang="en-GB"/>
              <a:t>Keine </a:t>
            </a:r>
            <a:r>
              <a:rPr lang="en-GB" err="1"/>
              <a:t>Reperaturplanung</a:t>
            </a:r>
            <a:r>
              <a:rPr lang="en-GB"/>
              <a:t> in </a:t>
            </a:r>
            <a:r>
              <a:rPr lang="en-GB" err="1"/>
              <a:t>Echtzeit</a:t>
            </a:r>
            <a:endParaRPr lang="en-GB"/>
          </a:p>
          <a:p>
            <a:r>
              <a:rPr lang="en-GB"/>
              <a:t>Manuell </a:t>
            </a:r>
            <a:r>
              <a:rPr lang="en-GB" err="1"/>
              <a:t>koordinieren</a:t>
            </a:r>
            <a:r>
              <a:rPr lang="en-GB"/>
              <a:t>, </a:t>
            </a:r>
            <a:r>
              <a:rPr lang="en-GB" err="1"/>
              <a:t>wer</a:t>
            </a:r>
            <a:r>
              <a:rPr lang="en-GB"/>
              <a:t> was </a:t>
            </a:r>
            <a:r>
              <a:rPr lang="en-GB" err="1"/>
              <a:t>repariert</a:t>
            </a:r>
            <a:r>
              <a:rPr lang="en-GB"/>
              <a:t> hat</a:t>
            </a:r>
          </a:p>
          <a:p>
            <a:r>
              <a:rPr lang="en-GB"/>
              <a:t>Ersatzteilverfügbarkeit</a:t>
            </a:r>
            <a:endParaRPr lang="de-DE"/>
          </a:p>
        </p:txBody>
      </p:sp>
    </p:spTree>
    <p:extLst>
      <p:ext uri="{BB962C8B-B14F-4D97-AF65-F5344CB8AC3E}">
        <p14:creationId xmlns:p14="http://schemas.microsoft.com/office/powerpoint/2010/main" val="2411301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A048E-9B9C-ECFA-9676-43EBE1CC449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11C9C9D-54DB-9C7C-43B2-3C788E62527B}"/>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B89A191F-5F6D-55B1-E878-D88BC3DBD801}"/>
              </a:ext>
            </a:extLst>
          </p:cNvPr>
          <p:cNvSpPr>
            <a:spLocks noGrp="1"/>
          </p:cNvSpPr>
          <p:nvPr>
            <p:ph type="body" idx="1"/>
          </p:nvPr>
        </p:nvSpPr>
        <p:spPr/>
        <p:txBody>
          <a:bodyPr/>
          <a:lstStyle/>
          <a:p>
            <a:pPr marL="0" lvl="0" indent="0" algn="l" rtl="0">
              <a:spcBef>
                <a:spcPts val="0"/>
              </a:spcBef>
              <a:spcAft>
                <a:spcPts val="0"/>
              </a:spcAft>
              <a:buNone/>
            </a:pPr>
            <a:r>
              <a:rPr lang="de-DE"/>
              <a:t>Welcher Techniker repariert welches Teil? Ist die Ersatzteil-Verfügbarkeit überhaupt geprüft? Das musste manuell koordiniert werden —</a:t>
            </a:r>
          </a:p>
          <a:p>
            <a:pPr marL="0" lvl="0" indent="0" algn="l" rtl="0">
              <a:spcBef>
                <a:spcPts val="0"/>
              </a:spcBef>
              <a:spcAft>
                <a:spcPts val="0"/>
              </a:spcAft>
              <a:buNone/>
            </a:pPr>
            <a:r>
              <a:rPr lang="de-DE"/>
              <a:t>  mit hohem Risiko für Doppelarbeit oder vergessene Aufgaben.</a:t>
            </a:r>
          </a:p>
          <a:p>
            <a:endParaRPr lang="de-DE"/>
          </a:p>
        </p:txBody>
      </p:sp>
    </p:spTree>
    <p:extLst>
      <p:ext uri="{BB962C8B-B14F-4D97-AF65-F5344CB8AC3E}">
        <p14:creationId xmlns:p14="http://schemas.microsoft.com/office/powerpoint/2010/main" val="1665006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a:t> </a:t>
            </a:r>
          </a:p>
        </p:txBody>
      </p:sp>
    </p:spTree>
    <p:extLst>
      <p:ext uri="{BB962C8B-B14F-4D97-AF65-F5344CB8AC3E}">
        <p14:creationId xmlns:p14="http://schemas.microsoft.com/office/powerpoint/2010/main" val="400415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de-DE"/>
              <a:t>Fehlende Teile wurden oft erst bei der Reparatur bemerkt. Bestellprozesse waren langsam und intransparent (kein PENDING → APPROVED → </a:t>
            </a:r>
          </a:p>
          <a:p>
            <a:pPr marL="0" lvl="0" indent="0" algn="l" rtl="0">
              <a:spcBef>
                <a:spcPts val="0"/>
              </a:spcBef>
              <a:spcAft>
                <a:spcPts val="0"/>
              </a:spcAft>
              <a:buNone/>
            </a:pPr>
            <a:r>
              <a:rPr lang="de-DE"/>
              <a:t>  ORDERED → DELIVERED-Status).</a:t>
            </a:r>
          </a:p>
          <a:p>
            <a:endParaRPr lang="en-DE"/>
          </a:p>
        </p:txBody>
      </p:sp>
    </p:spTree>
    <p:extLst>
      <p:ext uri="{BB962C8B-B14F-4D97-AF65-F5344CB8AC3E}">
        <p14:creationId xmlns:p14="http://schemas.microsoft.com/office/powerpoint/2010/main" val="2570453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a:extLst>
            <a:ext uri="{FF2B5EF4-FFF2-40B4-BE49-F238E27FC236}">
              <a16:creationId xmlns:a16="http://schemas.microsoft.com/office/drawing/2014/main" id="{F144E5C0-7898-CEFD-6E62-47BE4C99471F}"/>
            </a:ext>
          </a:extLst>
        </p:cNvPr>
        <p:cNvGrpSpPr/>
        <p:nvPr/>
      </p:nvGrpSpPr>
      <p:grpSpPr>
        <a:xfrm>
          <a:off x="0" y="0"/>
          <a:ext cx="0" cy="0"/>
          <a:chOff x="0" y="0"/>
          <a:chExt cx="0" cy="0"/>
        </a:xfrm>
      </p:grpSpPr>
      <p:sp>
        <p:nvSpPr>
          <p:cNvPr id="1018" name="Google Shape;1018;ge770d784c7_0_26:notes">
            <a:extLst>
              <a:ext uri="{FF2B5EF4-FFF2-40B4-BE49-F238E27FC236}">
                <a16:creationId xmlns:a16="http://schemas.microsoft.com/office/drawing/2014/main" id="{061A3AB8-2ED9-07A5-8552-18B0938A18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e770d784c7_0_26:notes">
            <a:extLst>
              <a:ext uri="{FF2B5EF4-FFF2-40B4-BE49-F238E27FC236}">
                <a16:creationId xmlns:a16="http://schemas.microsoft.com/office/drawing/2014/main" id="{A42E3E0E-B9B5-70D6-D491-31EA290833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 Problem (vorher)      │                                             Lösung (App)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 zentraler Überblick  │ Main Dashboard mit Echtzeit-Fortschrittsanzeige (</a:t>
            </a:r>
            <a:r>
              <a:rPr lang="de-DE" err="1"/>
              <a:t>ITakeoverProgress</a:t>
            </a:r>
            <a:r>
              <a:rPr lang="de-DE"/>
              <a:t>) für alle 3 Shuttle-Teile          │</a:t>
            </a:r>
          </a:p>
          <a:p>
            <a:pPr marL="0" lvl="0" indent="0" algn="l" rtl="0">
              <a:spcBef>
                <a:spcPts val="0"/>
              </a:spcBef>
              <a:spcAft>
                <a:spcPts val="0"/>
              </a:spcAft>
              <a:buNone/>
            </a:pPr>
            <a:r>
              <a:rPr lang="de-DE"/>
              <a:t>  ├───────────────────────────┼───────────────────────────────────────────────────────────────────────────────────────────────────────┤</a:t>
            </a:r>
          </a:p>
          <a:p>
            <a:pPr marL="0" lvl="0" indent="0" algn="l" rtl="0">
              <a:spcBef>
                <a:spcPts val="0"/>
              </a:spcBef>
              <a:spcAft>
                <a:spcPts val="0"/>
              </a:spcAft>
              <a:buNone/>
            </a:pPr>
            <a:r>
              <a:rPr lang="de-DE"/>
              <a:t>  │ Manuelle                  │ </a:t>
            </a:r>
            <a:r>
              <a:rPr lang="de-DE" err="1"/>
              <a:t>Technician</a:t>
            </a:r>
            <a:r>
              <a:rPr lang="de-DE"/>
              <a:t>-View wertet Sensordaten automatisch aus und klassifiziert OK / WARNING / REPLACE per       │</a:t>
            </a:r>
          </a:p>
          <a:p>
            <a:pPr marL="0" lvl="0" indent="0" algn="l" rtl="0">
              <a:spcBef>
                <a:spcPts val="0"/>
              </a:spcBef>
              <a:spcAft>
                <a:spcPts val="0"/>
              </a:spcAft>
              <a:buNone/>
            </a:pPr>
            <a:r>
              <a:rPr lang="de-DE"/>
              <a:t>  │ Sensor-Auswertung         │ </a:t>
            </a:r>
            <a:r>
              <a:rPr lang="de-DE" err="1"/>
              <a:t>SensorDataService</a:t>
            </a:r>
            <a:r>
              <a:rPr lang="de-DE"/>
              <a:t>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Keine Reparaturplanung    │ Mission Control plant Reparaturaufgaben automatisch via </a:t>
            </a:r>
            <a:r>
              <a:rPr lang="de-DE" err="1"/>
              <a:t>RepairPlanningService</a:t>
            </a:r>
            <a:r>
              <a:rPr lang="de-DE"/>
              <a:t> und weist Techniker zu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 Inventar-Tracking    │ </a:t>
            </a:r>
            <a:r>
              <a:rPr lang="de-DE" err="1"/>
              <a:t>Inventory</a:t>
            </a:r>
            <a:r>
              <a:rPr lang="de-DE"/>
              <a:t>-Modul mit Echtzeit-Bestand und automatischer Statusfarbkodierung (IN_STOCK, LOW,            │</a:t>
            </a:r>
          </a:p>
          <a:p>
            <a:pPr marL="0" lvl="0" indent="0" algn="l" rtl="0">
              <a:spcBef>
                <a:spcPts val="0"/>
              </a:spcBef>
              <a:spcAft>
                <a:spcPts val="0"/>
              </a:spcAft>
              <a:buNone/>
            </a:pPr>
            <a:r>
              <a:rPr lang="de-DE"/>
              <a:t>  │                           │ OUT_OF_STOCK)                                                                                         │</a:t>
            </a:r>
          </a:p>
          <a:p>
            <a:pPr marL="0" lvl="0" indent="0" algn="l" rtl="0">
              <a:spcBef>
                <a:spcPts val="0"/>
              </a:spcBef>
              <a:spcAft>
                <a:spcPts val="0"/>
              </a:spcAft>
              <a:buNone/>
            </a:pPr>
            <a:r>
              <a:rPr lang="de-DE"/>
              <a:t>  ├───────────────────────────┼───────────────────────────────────────────────────────────────────────────────────────────────────────┤</a:t>
            </a:r>
          </a:p>
          <a:p>
            <a:pPr marL="0" lvl="0" indent="0" algn="l" rtl="0">
              <a:spcBef>
                <a:spcPts val="0"/>
              </a:spcBef>
              <a:spcAft>
                <a:spcPts val="0"/>
              </a:spcAft>
              <a:buNone/>
            </a:pPr>
            <a:r>
              <a:rPr lang="de-DE"/>
              <a:t>  │ Intransparente            │ </a:t>
            </a:r>
            <a:r>
              <a:rPr lang="de-DE" err="1"/>
              <a:t>Logistics</a:t>
            </a:r>
            <a:r>
              <a:rPr lang="de-DE"/>
              <a:t>-Workflow mit lückenlosem Status (PENDING → APPROVED → ORDERED → DELIVERED)                  │</a:t>
            </a:r>
          </a:p>
          <a:p>
            <a:pPr marL="0" lvl="0" indent="0" algn="l" rtl="0">
              <a:spcBef>
                <a:spcPts val="0"/>
              </a:spcBef>
              <a:spcAft>
                <a:spcPts val="0"/>
              </a:spcAft>
              <a:buNone/>
            </a:pPr>
            <a:r>
              <a:rPr lang="de-DE"/>
              <a:t>  │ Bestellungen              │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Keine digitalen Freigaben │ Security-Chief-</a:t>
            </a:r>
            <a:r>
              <a:rPr lang="de-DE" err="1"/>
              <a:t>Approval</a:t>
            </a:r>
            <a:r>
              <a:rPr lang="de-DE"/>
              <a:t> pro Shuttle-Teil mit klarem </a:t>
            </a:r>
            <a:r>
              <a:rPr lang="de-DE" err="1"/>
              <a:t>canApprove</a:t>
            </a:r>
            <a:r>
              <a:rPr lang="de-DE"/>
              <a:t>() / </a:t>
            </a:r>
            <a:r>
              <a:rPr lang="de-DE" err="1"/>
              <a:t>approve</a:t>
            </a:r>
            <a:r>
              <a:rPr lang="de-DE"/>
              <a:t>()-Flow und Audit-Trail im  │</a:t>
            </a:r>
          </a:p>
          <a:p>
            <a:pPr marL="0" lvl="0" indent="0" algn="l" rtl="0">
              <a:spcBef>
                <a:spcPts val="0"/>
              </a:spcBef>
              <a:spcAft>
                <a:spcPts val="0"/>
              </a:spcAft>
              <a:buNone/>
            </a:pPr>
            <a:r>
              <a:rPr lang="de-DE"/>
              <a:t>  │                           │ </a:t>
            </a:r>
            <a:r>
              <a:rPr lang="de-DE" err="1"/>
              <a:t>TicketStore</a:t>
            </a:r>
            <a:r>
              <a:rPr lang="de-DE"/>
              <a:t>                                                                                           │</a:t>
            </a:r>
          </a:p>
          <a:p>
            <a:pPr marL="0" lvl="0" indent="0" algn="l" rtl="0">
              <a:spcBef>
                <a:spcPts val="0"/>
              </a:spcBef>
              <a:spcAft>
                <a:spcPts val="0"/>
              </a:spcAft>
              <a:buNone/>
            </a:pPr>
            <a:r>
              <a:rPr lang="de-DE"/>
              <a:t>  ├───────────────────────────┼───────────────────────────────────────────────────────────────────────────────────────────────────────┤</a:t>
            </a:r>
          </a:p>
          <a:p>
            <a:pPr marL="0" lvl="0" indent="0" algn="l" rtl="0">
              <a:spcBef>
                <a:spcPts val="0"/>
              </a:spcBef>
              <a:spcAft>
                <a:spcPts val="0"/>
              </a:spcAft>
              <a:buNone/>
            </a:pPr>
            <a:r>
              <a:rPr lang="de-DE"/>
              <a:t>  │ Reaktive Wartung          │ </a:t>
            </a:r>
            <a:r>
              <a:rPr lang="de-DE" err="1"/>
              <a:t>Predictive</a:t>
            </a:r>
            <a:r>
              <a:rPr lang="de-DE"/>
              <a:t> Analysis erkennt Sensor-Trends über 5 Flughistorien und warnt, bevor Grenzwerte            │</a:t>
            </a:r>
          </a:p>
          <a:p>
            <a:pPr marL="0" lvl="0" indent="0" algn="l" rtl="0">
              <a:spcBef>
                <a:spcPts val="0"/>
              </a:spcBef>
              <a:spcAft>
                <a:spcPts val="0"/>
              </a:spcAft>
              <a:buNone/>
            </a:pPr>
            <a:r>
              <a:rPr lang="de-DE"/>
              <a:t>  │                           │ überschritten werden                                                                                  │</a:t>
            </a:r>
          </a:p>
          <a:p>
            <a:pPr marL="0" lvl="0" indent="0" algn="l" rtl="0">
              <a:spcBef>
                <a:spcPts val="0"/>
              </a:spcBef>
              <a:spcAft>
                <a:spcPts val="0"/>
              </a:spcAft>
              <a:buNone/>
            </a:pPr>
            <a:r>
              <a:rPr lang="de-DE"/>
              <a:t>  ├───────────────────────────┼───────────────────────────────────────────────────────────────────────────────────────────────────────┤</a:t>
            </a:r>
          </a:p>
          <a:p>
            <a:pPr marL="0" lvl="0" indent="0" algn="l" rtl="0">
              <a:spcBef>
                <a:spcPts val="0"/>
              </a:spcBef>
              <a:spcAft>
                <a:spcPts val="0"/>
              </a:spcAft>
              <a:buNone/>
            </a:pPr>
            <a:r>
              <a:rPr lang="de-DE"/>
              <a:t>  │ Phasenchaos               │ Phasenverwaltung (Landing → Sensor </a:t>
            </a:r>
            <a:r>
              <a:rPr lang="de-DE" err="1"/>
              <a:t>Loading</a:t>
            </a:r>
            <a:r>
              <a:rPr lang="de-DE"/>
              <a:t> → Operational) mit automatischem </a:t>
            </a:r>
            <a:r>
              <a:rPr lang="de-DE" err="1"/>
              <a:t>Timer</a:t>
            </a:r>
            <a:r>
              <a:rPr lang="de-DE"/>
              <a:t> und                 │</a:t>
            </a:r>
          </a:p>
          <a:p>
            <a:pPr marL="0" lvl="0" indent="0" algn="l" rtl="0">
              <a:spcBef>
                <a:spcPts val="0"/>
              </a:spcBef>
              <a:spcAft>
                <a:spcPts val="0"/>
              </a:spcAft>
              <a:buNone/>
            </a:pPr>
            <a:r>
              <a:rPr lang="de-DE"/>
              <a:t>  │                           │ Zugriffssteuerung pro Phase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 Rollenmanagement     │ Rollenbasierter Zugriff — Security Chief, </a:t>
            </a:r>
            <a:r>
              <a:rPr lang="de-DE" err="1"/>
              <a:t>Technician</a:t>
            </a:r>
            <a:r>
              <a:rPr lang="de-DE"/>
              <a:t>, Planner, </a:t>
            </a:r>
            <a:r>
              <a:rPr lang="de-DE" err="1"/>
              <a:t>Logistics</a:t>
            </a:r>
            <a:r>
              <a:rPr lang="de-DE"/>
              <a:t> sehen und dürfen nur ihre    │</a:t>
            </a:r>
          </a:p>
          <a:p>
            <a:pPr marL="0" lvl="0" indent="0" algn="l" rtl="0">
              <a:spcBef>
                <a:spcPts val="0"/>
              </a:spcBef>
              <a:spcAft>
                <a:spcPts val="0"/>
              </a:spcAft>
              <a:buNone/>
            </a:pPr>
            <a:r>
              <a:rPr lang="de-DE"/>
              <a:t>  │                           │ Bereiche                                                                                              │</a:t>
            </a:r>
          </a:p>
          <a:p>
            <a:pPr marL="0" lvl="0" indent="0" algn="l" rtl="0">
              <a:spcBef>
                <a:spcPts val="0"/>
              </a:spcBef>
              <a:spcAft>
                <a:spcPts val="0"/>
              </a:spcAft>
              <a:buNone/>
            </a:pPr>
            <a:r>
              <a:rPr lang="de-DE"/>
              <a:t>  └───────────────────────────┴─────────────</a:t>
            </a:r>
            <a:endParaRPr/>
          </a:p>
        </p:txBody>
      </p:sp>
    </p:spTree>
    <p:extLst>
      <p:ext uri="{BB962C8B-B14F-4D97-AF65-F5344CB8AC3E}">
        <p14:creationId xmlns:p14="http://schemas.microsoft.com/office/powerpoint/2010/main" val="702405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a:extLst>
            <a:ext uri="{FF2B5EF4-FFF2-40B4-BE49-F238E27FC236}">
              <a16:creationId xmlns:a16="http://schemas.microsoft.com/office/drawing/2014/main" id="{53AFB2FF-5D80-9B00-9711-494256A9F246}"/>
            </a:ext>
          </a:extLst>
        </p:cNvPr>
        <p:cNvGrpSpPr/>
        <p:nvPr/>
      </p:nvGrpSpPr>
      <p:grpSpPr>
        <a:xfrm>
          <a:off x="0" y="0"/>
          <a:ext cx="0" cy="0"/>
          <a:chOff x="0" y="0"/>
          <a:chExt cx="0" cy="0"/>
        </a:xfrm>
      </p:grpSpPr>
      <p:sp>
        <p:nvSpPr>
          <p:cNvPr id="1018" name="Google Shape;1018;ge770d784c7_0_26:notes">
            <a:extLst>
              <a:ext uri="{FF2B5EF4-FFF2-40B4-BE49-F238E27FC236}">
                <a16:creationId xmlns:a16="http://schemas.microsoft.com/office/drawing/2014/main" id="{86BFAA8F-D7A0-7C7E-4070-7E17DDB39C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e770d784c7_0_26:notes">
            <a:extLst>
              <a:ext uri="{FF2B5EF4-FFF2-40B4-BE49-F238E27FC236}">
                <a16:creationId xmlns:a16="http://schemas.microsoft.com/office/drawing/2014/main" id="{E9CBD6CD-1097-6F2C-0749-6A6A0ED37C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 Problem (vorher)      │                                             Lösung (App)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 zentraler Überblick  │ Main Dashboard mit Echtzeit-Fortschrittsanzeige (</a:t>
            </a:r>
            <a:r>
              <a:rPr lang="de-DE" err="1"/>
              <a:t>ITakeoverProgress</a:t>
            </a:r>
            <a:r>
              <a:rPr lang="de-DE"/>
              <a:t>) für alle 3 Shuttle-Teile          │</a:t>
            </a:r>
          </a:p>
          <a:p>
            <a:pPr marL="0" lvl="0" indent="0" algn="l" rtl="0">
              <a:spcBef>
                <a:spcPts val="0"/>
              </a:spcBef>
              <a:spcAft>
                <a:spcPts val="0"/>
              </a:spcAft>
              <a:buNone/>
            </a:pPr>
            <a:r>
              <a:rPr lang="de-DE"/>
              <a:t>  ├───────────────────────────┼───────────────────────────────────────────────────────────────────────────────────────────────────────┤</a:t>
            </a:r>
          </a:p>
          <a:p>
            <a:pPr marL="0" lvl="0" indent="0" algn="l" rtl="0">
              <a:spcBef>
                <a:spcPts val="0"/>
              </a:spcBef>
              <a:spcAft>
                <a:spcPts val="0"/>
              </a:spcAft>
              <a:buNone/>
            </a:pPr>
            <a:r>
              <a:rPr lang="de-DE"/>
              <a:t>  │ Manuelle                  │ </a:t>
            </a:r>
            <a:r>
              <a:rPr lang="de-DE" err="1"/>
              <a:t>Technician</a:t>
            </a:r>
            <a:r>
              <a:rPr lang="de-DE"/>
              <a:t>-View wertet Sensordaten automatisch aus und klassifiziert OK / WARNING / REPLACE per       │</a:t>
            </a:r>
          </a:p>
          <a:p>
            <a:pPr marL="0" lvl="0" indent="0" algn="l" rtl="0">
              <a:spcBef>
                <a:spcPts val="0"/>
              </a:spcBef>
              <a:spcAft>
                <a:spcPts val="0"/>
              </a:spcAft>
              <a:buNone/>
            </a:pPr>
            <a:r>
              <a:rPr lang="de-DE"/>
              <a:t>  │ Sensor-Auswertung         │ </a:t>
            </a:r>
            <a:r>
              <a:rPr lang="de-DE" err="1"/>
              <a:t>SensorDataService</a:t>
            </a:r>
            <a:r>
              <a:rPr lang="de-DE"/>
              <a:t>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Keine Reparaturplanung    │ Mission Control plant Reparaturaufgaben automatisch via </a:t>
            </a:r>
            <a:r>
              <a:rPr lang="de-DE" err="1"/>
              <a:t>RepairPlanningService</a:t>
            </a:r>
            <a:r>
              <a:rPr lang="de-DE"/>
              <a:t> und weist Techniker zu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 Inventar-Tracking    │ </a:t>
            </a:r>
            <a:r>
              <a:rPr lang="de-DE" err="1"/>
              <a:t>Inventory</a:t>
            </a:r>
            <a:r>
              <a:rPr lang="de-DE"/>
              <a:t>-Modul mit Echtzeit-Bestand und automatischer Statusfarbkodierung (IN_STOCK, LOW,            │</a:t>
            </a:r>
          </a:p>
          <a:p>
            <a:pPr marL="0" lvl="0" indent="0" algn="l" rtl="0">
              <a:spcBef>
                <a:spcPts val="0"/>
              </a:spcBef>
              <a:spcAft>
                <a:spcPts val="0"/>
              </a:spcAft>
              <a:buNone/>
            </a:pPr>
            <a:r>
              <a:rPr lang="de-DE"/>
              <a:t>  │                           │ OUT_OF_STOCK)                                                                                         │</a:t>
            </a:r>
          </a:p>
          <a:p>
            <a:pPr marL="0" lvl="0" indent="0" algn="l" rtl="0">
              <a:spcBef>
                <a:spcPts val="0"/>
              </a:spcBef>
              <a:spcAft>
                <a:spcPts val="0"/>
              </a:spcAft>
              <a:buNone/>
            </a:pPr>
            <a:r>
              <a:rPr lang="de-DE"/>
              <a:t>  ├───────────────────────────┼───────────────────────────────────────────────────────────────────────────────────────────────────────┤</a:t>
            </a:r>
          </a:p>
          <a:p>
            <a:pPr marL="0" lvl="0" indent="0" algn="l" rtl="0">
              <a:spcBef>
                <a:spcPts val="0"/>
              </a:spcBef>
              <a:spcAft>
                <a:spcPts val="0"/>
              </a:spcAft>
              <a:buNone/>
            </a:pPr>
            <a:r>
              <a:rPr lang="de-DE"/>
              <a:t>  │ Intransparente            │ </a:t>
            </a:r>
            <a:r>
              <a:rPr lang="de-DE" err="1"/>
              <a:t>Logistics</a:t>
            </a:r>
            <a:r>
              <a:rPr lang="de-DE"/>
              <a:t>-Workflow mit lückenlosem Status (PENDING → APPROVED → ORDERED → DELIVERED)                  │</a:t>
            </a:r>
          </a:p>
          <a:p>
            <a:pPr marL="0" lvl="0" indent="0" algn="l" rtl="0">
              <a:spcBef>
                <a:spcPts val="0"/>
              </a:spcBef>
              <a:spcAft>
                <a:spcPts val="0"/>
              </a:spcAft>
              <a:buNone/>
            </a:pPr>
            <a:r>
              <a:rPr lang="de-DE"/>
              <a:t>  │ Bestellungen              │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Keine digitalen Freigaben │ Security-Chief-</a:t>
            </a:r>
            <a:r>
              <a:rPr lang="de-DE" err="1"/>
              <a:t>Approval</a:t>
            </a:r>
            <a:r>
              <a:rPr lang="de-DE"/>
              <a:t> pro Shuttle-Teil mit klarem </a:t>
            </a:r>
            <a:r>
              <a:rPr lang="de-DE" err="1"/>
              <a:t>canApprove</a:t>
            </a:r>
            <a:r>
              <a:rPr lang="de-DE"/>
              <a:t>() / </a:t>
            </a:r>
            <a:r>
              <a:rPr lang="de-DE" err="1"/>
              <a:t>approve</a:t>
            </a:r>
            <a:r>
              <a:rPr lang="de-DE"/>
              <a:t>()-Flow und Audit-Trail im  │</a:t>
            </a:r>
          </a:p>
          <a:p>
            <a:pPr marL="0" lvl="0" indent="0" algn="l" rtl="0">
              <a:spcBef>
                <a:spcPts val="0"/>
              </a:spcBef>
              <a:spcAft>
                <a:spcPts val="0"/>
              </a:spcAft>
              <a:buNone/>
            </a:pPr>
            <a:r>
              <a:rPr lang="de-DE"/>
              <a:t>  │                           │ </a:t>
            </a:r>
            <a:r>
              <a:rPr lang="de-DE" err="1"/>
              <a:t>TicketStore</a:t>
            </a:r>
            <a:r>
              <a:rPr lang="de-DE"/>
              <a:t>                                                                                           │</a:t>
            </a:r>
          </a:p>
          <a:p>
            <a:pPr marL="0" lvl="0" indent="0" algn="l" rtl="0">
              <a:spcBef>
                <a:spcPts val="0"/>
              </a:spcBef>
              <a:spcAft>
                <a:spcPts val="0"/>
              </a:spcAft>
              <a:buNone/>
            </a:pPr>
            <a:r>
              <a:rPr lang="de-DE"/>
              <a:t>  ├───────────────────────────┼───────────────────────────────────────────────────────────────────────────────────────────────────────┤</a:t>
            </a:r>
          </a:p>
          <a:p>
            <a:pPr marL="0" lvl="0" indent="0" algn="l" rtl="0">
              <a:spcBef>
                <a:spcPts val="0"/>
              </a:spcBef>
              <a:spcAft>
                <a:spcPts val="0"/>
              </a:spcAft>
              <a:buNone/>
            </a:pPr>
            <a:r>
              <a:rPr lang="de-DE"/>
              <a:t>  │ Reaktive Wartung          │ </a:t>
            </a:r>
            <a:r>
              <a:rPr lang="de-DE" err="1"/>
              <a:t>Predictive</a:t>
            </a:r>
            <a:r>
              <a:rPr lang="de-DE"/>
              <a:t> Analysis erkennt Sensor-Trends über 5 Flughistorien und warnt, bevor Grenzwerte            │</a:t>
            </a:r>
          </a:p>
          <a:p>
            <a:pPr marL="0" lvl="0" indent="0" algn="l" rtl="0">
              <a:spcBef>
                <a:spcPts val="0"/>
              </a:spcBef>
              <a:spcAft>
                <a:spcPts val="0"/>
              </a:spcAft>
              <a:buNone/>
            </a:pPr>
            <a:r>
              <a:rPr lang="de-DE"/>
              <a:t>  │                           │ überschritten werden                                                                                  │</a:t>
            </a:r>
          </a:p>
          <a:p>
            <a:pPr marL="0" lvl="0" indent="0" algn="l" rtl="0">
              <a:spcBef>
                <a:spcPts val="0"/>
              </a:spcBef>
              <a:spcAft>
                <a:spcPts val="0"/>
              </a:spcAft>
              <a:buNone/>
            </a:pPr>
            <a:r>
              <a:rPr lang="de-DE"/>
              <a:t>  ├───────────────────────────┼───────────────────────────────────────────────────────────────────────────────────────────────────────┤</a:t>
            </a:r>
          </a:p>
          <a:p>
            <a:pPr marL="0" lvl="0" indent="0" algn="l" rtl="0">
              <a:spcBef>
                <a:spcPts val="0"/>
              </a:spcBef>
              <a:spcAft>
                <a:spcPts val="0"/>
              </a:spcAft>
              <a:buNone/>
            </a:pPr>
            <a:r>
              <a:rPr lang="de-DE"/>
              <a:t>  │ Phasenchaos               │ Phasenverwaltung (Landing → Sensor </a:t>
            </a:r>
            <a:r>
              <a:rPr lang="de-DE" err="1"/>
              <a:t>Loading</a:t>
            </a:r>
            <a:r>
              <a:rPr lang="de-DE"/>
              <a:t> → Operational) mit automatischem </a:t>
            </a:r>
            <a:r>
              <a:rPr lang="de-DE" err="1"/>
              <a:t>Timer</a:t>
            </a:r>
            <a:r>
              <a:rPr lang="de-DE"/>
              <a:t> und                 │</a:t>
            </a:r>
          </a:p>
          <a:p>
            <a:pPr marL="0" lvl="0" indent="0" algn="l" rtl="0">
              <a:spcBef>
                <a:spcPts val="0"/>
              </a:spcBef>
              <a:spcAft>
                <a:spcPts val="0"/>
              </a:spcAft>
              <a:buNone/>
            </a:pPr>
            <a:r>
              <a:rPr lang="de-DE"/>
              <a:t>  │                           │ Zugriffssteuerung pro Phase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 Rollenmanagement     │ Rollenbasierter Zugriff — Security Chief, </a:t>
            </a:r>
            <a:r>
              <a:rPr lang="de-DE" err="1"/>
              <a:t>Technician</a:t>
            </a:r>
            <a:r>
              <a:rPr lang="de-DE"/>
              <a:t>, Planner, </a:t>
            </a:r>
            <a:r>
              <a:rPr lang="de-DE" err="1"/>
              <a:t>Logistics</a:t>
            </a:r>
            <a:r>
              <a:rPr lang="de-DE"/>
              <a:t> sehen und dürfen nur ihre    │</a:t>
            </a:r>
          </a:p>
          <a:p>
            <a:pPr marL="0" lvl="0" indent="0" algn="l" rtl="0">
              <a:spcBef>
                <a:spcPts val="0"/>
              </a:spcBef>
              <a:spcAft>
                <a:spcPts val="0"/>
              </a:spcAft>
              <a:buNone/>
            </a:pPr>
            <a:r>
              <a:rPr lang="de-DE"/>
              <a:t>  │                           │ Bereiche                                                                                              │</a:t>
            </a:r>
          </a:p>
          <a:p>
            <a:pPr marL="0" lvl="0" indent="0" algn="l" rtl="0">
              <a:spcBef>
                <a:spcPts val="0"/>
              </a:spcBef>
              <a:spcAft>
                <a:spcPts val="0"/>
              </a:spcAft>
              <a:buNone/>
            </a:pPr>
            <a:r>
              <a:rPr lang="de-DE"/>
              <a:t>  └───────────────────────────┴─────────────</a:t>
            </a:r>
            <a:endParaRPr/>
          </a:p>
        </p:txBody>
      </p:sp>
    </p:spTree>
    <p:extLst>
      <p:ext uri="{BB962C8B-B14F-4D97-AF65-F5344CB8AC3E}">
        <p14:creationId xmlns:p14="http://schemas.microsoft.com/office/powerpoint/2010/main" val="33619098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a:extLst>
            <a:ext uri="{FF2B5EF4-FFF2-40B4-BE49-F238E27FC236}">
              <a16:creationId xmlns:a16="http://schemas.microsoft.com/office/drawing/2014/main" id="{DA16F97E-6EB1-76C1-D1B6-34932E852C92}"/>
            </a:ext>
          </a:extLst>
        </p:cNvPr>
        <p:cNvGrpSpPr/>
        <p:nvPr/>
      </p:nvGrpSpPr>
      <p:grpSpPr>
        <a:xfrm>
          <a:off x="0" y="0"/>
          <a:ext cx="0" cy="0"/>
          <a:chOff x="0" y="0"/>
          <a:chExt cx="0" cy="0"/>
        </a:xfrm>
      </p:grpSpPr>
      <p:sp>
        <p:nvSpPr>
          <p:cNvPr id="1018" name="Google Shape;1018;ge770d784c7_0_26:notes">
            <a:extLst>
              <a:ext uri="{FF2B5EF4-FFF2-40B4-BE49-F238E27FC236}">
                <a16:creationId xmlns:a16="http://schemas.microsoft.com/office/drawing/2014/main" id="{A65EAC34-E8C3-35CC-0A09-2E6510BDB1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e770d784c7_0_26:notes">
            <a:extLst>
              <a:ext uri="{FF2B5EF4-FFF2-40B4-BE49-F238E27FC236}">
                <a16:creationId xmlns:a16="http://schemas.microsoft.com/office/drawing/2014/main" id="{F6F41040-01ED-4A16-F4EB-278AD2227C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 Direkt &amp; provokativ</a:t>
            </a:r>
          </a:p>
          <a:p>
            <a:pPr marL="0" lvl="0" indent="0" algn="l" rtl="0">
              <a:spcBef>
                <a:spcPts val="0"/>
              </a:spcBef>
              <a:spcAft>
                <a:spcPts val="0"/>
              </a:spcAft>
              <a:buNone/>
            </a:pPr>
            <a:endParaRPr lang="de-DE"/>
          </a:p>
          <a:p>
            <a:pPr marL="0" lvl="0" indent="0" algn="l" rtl="0">
              <a:spcBef>
                <a:spcPts val="0"/>
              </a:spcBef>
              <a:spcAft>
                <a:spcPts val="0"/>
              </a:spcAft>
              <a:buNone/>
            </a:pPr>
            <a:r>
              <a:rPr lang="de-DE"/>
              <a:t>  ▎ Was passiert, wenn eine Freigabe fehlt?</a:t>
            </a:r>
          </a:p>
          <a:p>
            <a:pPr marL="0" lvl="0" indent="0" algn="l" rtl="0">
              <a:spcBef>
                <a:spcPts val="0"/>
              </a:spcBef>
              <a:spcAft>
                <a:spcPts val="0"/>
              </a:spcAft>
              <a:buNone/>
            </a:pPr>
            <a:endParaRPr lang="de-DE"/>
          </a:p>
          <a:p>
            <a:pPr marL="0" lvl="0" indent="0" algn="l" rtl="0">
              <a:spcBef>
                <a:spcPts val="0"/>
              </a:spcBef>
              <a:spcAft>
                <a:spcPts val="0"/>
              </a:spcAft>
              <a:buNone/>
            </a:pPr>
            <a:r>
              <a:rPr lang="de-DE"/>
              <a:t>  ▎ Wie viel kostet ein Fehler ohne Audit-Trail?</a:t>
            </a:r>
          </a:p>
          <a:p>
            <a:pPr marL="0" lvl="0" indent="0" algn="l" rtl="0">
              <a:spcBef>
                <a:spcPts val="0"/>
              </a:spcBef>
              <a:spcAft>
                <a:spcPts val="0"/>
              </a:spcAft>
              <a:buNone/>
            </a:pPr>
            <a:endParaRPr lang="de-DE"/>
          </a:p>
          <a:p>
            <a:pPr marL="0" lvl="0" indent="0" algn="l" rtl="0">
              <a:spcBef>
                <a:spcPts val="0"/>
              </a:spcBef>
              <a:spcAft>
                <a:spcPts val="0"/>
              </a:spcAft>
              <a:buNone/>
            </a:pPr>
            <a:r>
              <a:rPr lang="de-DE"/>
              <a:t>  Lösungsorientiert</a:t>
            </a:r>
          </a:p>
          <a:p>
            <a:pPr marL="0" lvl="0" indent="0" algn="l" rtl="0">
              <a:spcBef>
                <a:spcPts val="0"/>
              </a:spcBef>
              <a:spcAft>
                <a:spcPts val="0"/>
              </a:spcAft>
              <a:buNone/>
            </a:pPr>
            <a:endParaRPr lang="de-DE"/>
          </a:p>
          <a:p>
            <a:pPr marL="0" lvl="0" indent="0" algn="l" rtl="0">
              <a:spcBef>
                <a:spcPts val="0"/>
              </a:spcBef>
              <a:spcAft>
                <a:spcPts val="0"/>
              </a:spcAft>
              <a:buNone/>
            </a:pPr>
            <a:r>
              <a:rPr lang="de-DE"/>
              <a:t>  ▎ Was wäre, wenn jeder Schritt automatisch dokumentiert wäre?</a:t>
            </a:r>
          </a:p>
          <a:p>
            <a:pPr marL="0" lvl="0" indent="0" algn="l" rtl="0">
              <a:spcBef>
                <a:spcPts val="0"/>
              </a:spcBef>
              <a:spcAft>
                <a:spcPts val="0"/>
              </a:spcAft>
              <a:buNone/>
            </a:pPr>
            <a:endParaRPr lang="de-DE"/>
          </a:p>
          <a:p>
            <a:pPr marL="0" lvl="0" indent="0" algn="l" rtl="0">
              <a:spcBef>
                <a:spcPts val="0"/>
              </a:spcBef>
              <a:spcAft>
                <a:spcPts val="0"/>
              </a:spcAft>
              <a:buNone/>
            </a:pPr>
            <a:r>
              <a:rPr lang="de-DE"/>
              <a:t>  ▎ Was, wenn kein Techniker mehr raten muss, was als nächstes kommt?</a:t>
            </a:r>
          </a:p>
          <a:p>
            <a:pPr marL="0" lvl="0" indent="0" algn="l" rtl="0">
              <a:spcBef>
                <a:spcPts val="0"/>
              </a:spcBef>
              <a:spcAft>
                <a:spcPts val="0"/>
              </a:spcAft>
              <a:buNone/>
            </a:pPr>
            <a:endParaRPr lang="de-DE"/>
          </a:p>
          <a:p>
            <a:pPr marL="0" lvl="0" indent="0" algn="l" rtl="0">
              <a:spcBef>
                <a:spcPts val="0"/>
              </a:spcBef>
              <a:spcAft>
                <a:spcPts val="0"/>
              </a:spcAft>
              <a:buNone/>
            </a:pPr>
            <a:r>
              <a:rPr lang="de-DE"/>
              <a:t>  Klassisch rhetorisch</a:t>
            </a:r>
          </a:p>
          <a:p>
            <a:pPr marL="0" lvl="0" indent="0" algn="l" rtl="0">
              <a:spcBef>
                <a:spcPts val="0"/>
              </a:spcBef>
              <a:spcAft>
                <a:spcPts val="0"/>
              </a:spcAft>
              <a:buNone/>
            </a:pPr>
            <a:endParaRPr lang="de-DE"/>
          </a:p>
          <a:p>
            <a:pPr marL="0" lvl="0" indent="0" algn="l" rtl="0">
              <a:spcBef>
                <a:spcPts val="0"/>
              </a:spcBef>
              <a:spcAft>
                <a:spcPts val="0"/>
              </a:spcAft>
              <a:buNone/>
            </a:pPr>
            <a:r>
              <a:rPr lang="de-DE"/>
              <a:t>  ▎ Kann sich ein Shuttle-Team Chaos leisten?</a:t>
            </a:r>
          </a:p>
          <a:p>
            <a:pPr marL="0" lvl="0" indent="0" algn="l" rtl="0">
              <a:spcBef>
                <a:spcPts val="0"/>
              </a:spcBef>
              <a:spcAft>
                <a:spcPts val="0"/>
              </a:spcAft>
              <a:buNone/>
            </a:pPr>
            <a:endParaRPr lang="de-DE"/>
          </a:p>
          <a:p>
            <a:pPr marL="0" lvl="0" indent="0" algn="l" rtl="0">
              <a:spcBef>
                <a:spcPts val="0"/>
              </a:spcBef>
              <a:spcAft>
                <a:spcPts val="0"/>
              </a:spcAft>
              <a:buNone/>
            </a:pPr>
            <a:r>
              <a:rPr lang="de-DE"/>
              <a:t>  ▎ Wer trägt die Verantwortung, wenn der Überblick fehlt?</a:t>
            </a:r>
            <a:endParaRPr/>
          </a:p>
        </p:txBody>
      </p:sp>
    </p:spTree>
    <p:extLst>
      <p:ext uri="{BB962C8B-B14F-4D97-AF65-F5344CB8AC3E}">
        <p14:creationId xmlns:p14="http://schemas.microsoft.com/office/powerpoint/2010/main" val="483644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0">
          <a:extLst>
            <a:ext uri="{FF2B5EF4-FFF2-40B4-BE49-F238E27FC236}">
              <a16:creationId xmlns:a16="http://schemas.microsoft.com/office/drawing/2014/main" id="{4FCE0991-F06F-47FD-517C-0814D48D7307}"/>
            </a:ext>
          </a:extLst>
        </p:cNvPr>
        <p:cNvGrpSpPr/>
        <p:nvPr/>
      </p:nvGrpSpPr>
      <p:grpSpPr>
        <a:xfrm>
          <a:off x="0" y="0"/>
          <a:ext cx="0" cy="0"/>
          <a:chOff x="0" y="0"/>
          <a:chExt cx="0" cy="0"/>
        </a:xfrm>
      </p:grpSpPr>
      <p:sp>
        <p:nvSpPr>
          <p:cNvPr id="3401" name="Google Shape;3401;ge770d784c7_0_121:notes">
            <a:extLst>
              <a:ext uri="{FF2B5EF4-FFF2-40B4-BE49-F238E27FC236}">
                <a16:creationId xmlns:a16="http://schemas.microsoft.com/office/drawing/2014/main" id="{A944865B-BA89-1C1E-6522-AB2045073E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2" name="Google Shape;3402;ge770d784c7_0_121:notes">
            <a:extLst>
              <a:ext uri="{FF2B5EF4-FFF2-40B4-BE49-F238E27FC236}">
                <a16:creationId xmlns:a16="http://schemas.microsoft.com/office/drawing/2014/main" id="{1CF87647-6BBA-04CB-8FA1-A5CF5DCEAC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b="1"/>
              <a:t>Nahtlose und persönliche Erfahrung:</a:t>
            </a:r>
            <a:r>
              <a:rPr lang="de-DE"/>
              <a:t> Durch eure Kommunikationssysteme und das Media-Angebot schafft ihr eine Umgebung, in der sich die Passagiere informiert, unterhalten und wohlfühlen. Ein gut durchdachtes Buchungssystem für Außenbordeinsätze ermöglicht es den Reisenden, dieses einzigartige Erlebnis optimal zu nutzen und Wartezeiten zu minimieren.</a:t>
            </a:r>
          </a:p>
          <a:p>
            <a:pPr marL="0" lvl="0" indent="0" algn="l" rtl="0">
              <a:spcBef>
                <a:spcPts val="0"/>
              </a:spcBef>
              <a:spcAft>
                <a:spcPts val="0"/>
              </a:spcAft>
              <a:buNone/>
            </a:pPr>
            <a:endParaRPr lang="de-DE"/>
          </a:p>
          <a:p>
            <a:pPr marL="0" lvl="0" indent="0" algn="l" rtl="0">
              <a:spcBef>
                <a:spcPts val="0"/>
              </a:spcBef>
              <a:spcAft>
                <a:spcPts val="0"/>
              </a:spcAft>
              <a:buNone/>
            </a:pPr>
            <a:r>
              <a:rPr lang="de-DE" b="1"/>
              <a:t>Erhöhung des Sicherheitsgefühls:</a:t>
            </a:r>
            <a:r>
              <a:rPr lang="de-DE"/>
              <a:t> Eure Sicherheitsvorkehrungen sind natürlich essenziell. Indem ihr diese transparent kommuniziert und den Passagieren ein Gefühl der Kontrolle gebt (z.B. durch klare Anweisungen und Notfallprotokolle, die über eure Systeme zugänglich sind), tragt ihr maßgeblich zu einem positiven Gesamterlebnis bei. Ein sicherer und informierter Passagier ist ein zufriedener Passagier.</a:t>
            </a:r>
          </a:p>
          <a:p>
            <a:pPr marL="0" lvl="0" indent="0" algn="l" rtl="0">
              <a:spcBef>
                <a:spcPts val="0"/>
              </a:spcBef>
              <a:spcAft>
                <a:spcPts val="0"/>
              </a:spcAft>
              <a:buNone/>
            </a:pPr>
            <a:r>
              <a:rPr lang="de-DE"/>
              <a:t>KI: </a:t>
            </a:r>
          </a:p>
          <a:p>
            <a:pPr marL="0" lvl="0" indent="0" algn="l" rtl="0">
              <a:spcBef>
                <a:spcPts val="0"/>
              </a:spcBef>
              <a:spcAft>
                <a:spcPts val="0"/>
              </a:spcAft>
              <a:buNone/>
            </a:pPr>
            <a:r>
              <a:rPr lang="de-DE" b="1"/>
              <a:t>Intelligente Sicherheitsüberwachung und -warnung:</a:t>
            </a:r>
            <a:r>
              <a:rPr lang="de-DE"/>
              <a:t> KI könnte in Echtzeit Daten von Sensoren analysieren, um potenzielle Sicherheitsrisiken frühzeitig zu erkennen und das Personal zu warnen, bevor es zu Problemen kommt. Dies könnte von der Überwachung der Vitalfunktionen der Passagiere bis zur Erkennung ungewöhnlicher Bewegungen im Raumschiff reichen.</a:t>
            </a:r>
          </a:p>
          <a:p>
            <a:pPr marL="0" lvl="0" indent="0" algn="l" rtl="0">
              <a:spcBef>
                <a:spcPts val="0"/>
              </a:spcBef>
              <a:spcAft>
                <a:spcPts val="0"/>
              </a:spcAft>
              <a:buNone/>
            </a:pPr>
            <a:endParaRPr lang="de-DE"/>
          </a:p>
          <a:p>
            <a:pPr marL="0" lvl="0" indent="0" algn="l" rtl="0">
              <a:spcBef>
                <a:spcPts val="0"/>
              </a:spcBef>
              <a:spcAft>
                <a:spcPts val="0"/>
              </a:spcAft>
              <a:buNone/>
            </a:pPr>
            <a:r>
              <a:rPr lang="de-DE"/>
              <a:t>Tim</a:t>
            </a:r>
          </a:p>
        </p:txBody>
      </p:sp>
    </p:spTree>
    <p:extLst>
      <p:ext uri="{BB962C8B-B14F-4D97-AF65-F5344CB8AC3E}">
        <p14:creationId xmlns:p14="http://schemas.microsoft.com/office/powerpoint/2010/main" val="424082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0">
          <a:extLst>
            <a:ext uri="{FF2B5EF4-FFF2-40B4-BE49-F238E27FC236}">
              <a16:creationId xmlns:a16="http://schemas.microsoft.com/office/drawing/2014/main" id="{2AFF0531-D244-E7CF-4BA2-8173C8C84014}"/>
            </a:ext>
          </a:extLst>
        </p:cNvPr>
        <p:cNvGrpSpPr/>
        <p:nvPr/>
      </p:nvGrpSpPr>
      <p:grpSpPr>
        <a:xfrm>
          <a:off x="0" y="0"/>
          <a:ext cx="0" cy="0"/>
          <a:chOff x="0" y="0"/>
          <a:chExt cx="0" cy="0"/>
        </a:xfrm>
      </p:grpSpPr>
      <p:sp>
        <p:nvSpPr>
          <p:cNvPr id="3401" name="Google Shape;3401;ge770d784c7_0_121:notes">
            <a:extLst>
              <a:ext uri="{FF2B5EF4-FFF2-40B4-BE49-F238E27FC236}">
                <a16:creationId xmlns:a16="http://schemas.microsoft.com/office/drawing/2014/main" id="{34AD83B3-5A55-3C6E-8EDE-C812801F28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2" name="Google Shape;3402;ge770d784c7_0_121:notes">
            <a:extLst>
              <a:ext uri="{FF2B5EF4-FFF2-40B4-BE49-F238E27FC236}">
                <a16:creationId xmlns:a16="http://schemas.microsoft.com/office/drawing/2014/main" id="{F2E57315-A325-51A4-C6C4-F244223655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b="1"/>
              <a:t>Nahtlose und persönliche Erfahrung:</a:t>
            </a:r>
            <a:r>
              <a:rPr lang="de-DE"/>
              <a:t> Durch eure Kommunikationssysteme und das Media-Angebot schafft ihr eine Umgebung, in der sich die Passagiere informiert, unterhalten und wohlfühlen. Ein gut durchdachtes Buchungssystem für Außenbordeinsätze ermöglicht es den Reisenden, dieses einzigartige Erlebnis optimal zu nutzen und Wartezeiten zu minimieren.</a:t>
            </a:r>
          </a:p>
          <a:p>
            <a:pPr marL="0" lvl="0" indent="0" algn="l" rtl="0">
              <a:spcBef>
                <a:spcPts val="0"/>
              </a:spcBef>
              <a:spcAft>
                <a:spcPts val="0"/>
              </a:spcAft>
              <a:buNone/>
            </a:pPr>
            <a:endParaRPr lang="de-DE"/>
          </a:p>
          <a:p>
            <a:pPr marL="0" lvl="0" indent="0" algn="l" rtl="0">
              <a:spcBef>
                <a:spcPts val="0"/>
              </a:spcBef>
              <a:spcAft>
                <a:spcPts val="0"/>
              </a:spcAft>
              <a:buNone/>
            </a:pPr>
            <a:r>
              <a:rPr lang="de-DE" b="1"/>
              <a:t>Erhöhung des Sicherheitsgefühls:</a:t>
            </a:r>
            <a:r>
              <a:rPr lang="de-DE"/>
              <a:t> Eure Sicherheitsvorkehrungen sind natürlich essenziell. Indem ihr diese transparent kommuniziert und den Passagieren ein Gefühl der Kontrolle gebt (z.B. durch klare Anweisungen und Notfallprotokolle, die über eure Systeme zugänglich sind), tragt ihr maßgeblich zu einem positiven Gesamterlebnis bei. Ein sicherer und informierter Passagier ist ein zufriedener Passagier.</a:t>
            </a:r>
          </a:p>
          <a:p>
            <a:pPr marL="0" lvl="0" indent="0" algn="l" rtl="0">
              <a:spcBef>
                <a:spcPts val="0"/>
              </a:spcBef>
              <a:spcAft>
                <a:spcPts val="0"/>
              </a:spcAft>
              <a:buNone/>
            </a:pPr>
            <a:r>
              <a:rPr lang="de-DE"/>
              <a:t>KI: </a:t>
            </a:r>
          </a:p>
          <a:p>
            <a:pPr marL="0" lvl="0" indent="0" algn="l" rtl="0">
              <a:spcBef>
                <a:spcPts val="0"/>
              </a:spcBef>
              <a:spcAft>
                <a:spcPts val="0"/>
              </a:spcAft>
              <a:buNone/>
            </a:pPr>
            <a:r>
              <a:rPr lang="de-DE" b="1"/>
              <a:t>Intelligente Sicherheitsüberwachung und -warnung:</a:t>
            </a:r>
            <a:r>
              <a:rPr lang="de-DE"/>
              <a:t> KI könnte in Echtzeit Daten von Sensoren analysieren, um potenzielle Sicherheitsrisiken frühzeitig zu erkennen und das Personal zu warnen, bevor es zu Problemen kommt. Dies könnte von der Überwachung der Vitalfunktionen der Passagiere bis zur Erkennung ungewöhnlicher Bewegungen im Raumschiff reichen.</a:t>
            </a:r>
          </a:p>
          <a:p>
            <a:pPr marL="0" lvl="0" indent="0" algn="l" rtl="0">
              <a:spcBef>
                <a:spcPts val="0"/>
              </a:spcBef>
              <a:spcAft>
                <a:spcPts val="0"/>
              </a:spcAft>
              <a:buNone/>
            </a:pPr>
            <a:endParaRPr lang="de-DE"/>
          </a:p>
          <a:p>
            <a:pPr marL="0" lvl="0" indent="0" algn="l" rtl="0">
              <a:spcBef>
                <a:spcPts val="0"/>
              </a:spcBef>
              <a:spcAft>
                <a:spcPts val="0"/>
              </a:spcAft>
              <a:buNone/>
            </a:pPr>
            <a:r>
              <a:rPr lang="de-DE"/>
              <a:t>Tim</a:t>
            </a:r>
          </a:p>
        </p:txBody>
      </p:sp>
    </p:spTree>
    <p:extLst>
      <p:ext uri="{BB962C8B-B14F-4D97-AF65-F5344CB8AC3E}">
        <p14:creationId xmlns:p14="http://schemas.microsoft.com/office/powerpoint/2010/main" val="326949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a:extLst>
            <a:ext uri="{FF2B5EF4-FFF2-40B4-BE49-F238E27FC236}">
              <a16:creationId xmlns:a16="http://schemas.microsoft.com/office/drawing/2014/main" id="{8C274AE2-3D37-3C49-1D44-12F682E783B0}"/>
            </a:ext>
          </a:extLst>
        </p:cNvPr>
        <p:cNvGrpSpPr/>
        <p:nvPr/>
      </p:nvGrpSpPr>
      <p:grpSpPr>
        <a:xfrm>
          <a:off x="0" y="0"/>
          <a:ext cx="0" cy="0"/>
          <a:chOff x="0" y="0"/>
          <a:chExt cx="0" cy="0"/>
        </a:xfrm>
      </p:grpSpPr>
      <p:sp>
        <p:nvSpPr>
          <p:cNvPr id="962" name="Google Shape;962;g88e79ad853_1_214:notes">
            <a:extLst>
              <a:ext uri="{FF2B5EF4-FFF2-40B4-BE49-F238E27FC236}">
                <a16:creationId xmlns:a16="http://schemas.microsoft.com/office/drawing/2014/main" id="{DE3ABF7C-F438-9C34-6C74-4D497E0599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88e79ad853_1_214:notes">
            <a:extLst>
              <a:ext uri="{FF2B5EF4-FFF2-40B4-BE49-F238E27FC236}">
                <a16:creationId xmlns:a16="http://schemas.microsoft.com/office/drawing/2014/main" id="{1F128CD0-2EF0-B12C-49AA-09D1107D30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p>
          <a:p>
            <a:pPr algn="l">
              <a:buNone/>
            </a:pPr>
            <a:r>
              <a:rPr lang="de-DE" b="1" i="0" u="none" strike="noStrike">
                <a:solidFill>
                  <a:srgbClr val="000000"/>
                </a:solidFill>
                <a:effectLst/>
              </a:rPr>
              <a:t>  Wie hilft die App, den Turnaround effizienter zu gestalten?</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1. Automatische Reparaturplanung</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r>
              <a:rPr lang="de-DE" b="1" i="0" u="none" strike="noStrike" err="1">
                <a:solidFill>
                  <a:srgbClr val="000000"/>
                </a:solidFill>
                <a:effectLst/>
              </a:rPr>
              <a:t>RepairPlanningService</a:t>
            </a:r>
            <a:r>
              <a:rPr lang="de-DE" b="1" i="0" u="none" strike="noStrike">
                <a:solidFill>
                  <a:srgbClr val="000000"/>
                </a:solidFill>
                <a:effectLst/>
              </a:rPr>
              <a:t> analysiert Sensordaten und erzeugt automatisch Reparaturaufgaben — kein manuelles Auswerten von Sensoren nötig.</a:t>
            </a:r>
          </a:p>
          <a:p>
            <a:pPr algn="l">
              <a:buNone/>
            </a:pPr>
            <a:r>
              <a:rPr lang="de-DE" b="1" i="0" u="none" strike="noStrike">
                <a:solidFill>
                  <a:srgbClr val="000000"/>
                </a:solidFill>
                <a:effectLst/>
              </a:rPr>
              <a:t>  Jede Aufgabe ist sofort mit dem benötigten Ersatzteil und dem Lagerbestand verknüpft.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2. Klare Rollentrennung (kein Chaos, kein Doppelarbeiten)</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p>
          <a:p>
            <a:pPr algn="l">
              <a:buNone/>
            </a:pPr>
            <a:r>
              <a:rPr lang="de-DE" b="1" i="0" u="none" strike="noStrike">
                <a:solidFill>
                  <a:srgbClr val="000000"/>
                </a:solidFill>
                <a:effectLst/>
              </a:rPr>
              <a:t>  │     Rolle      │               Zuständigkeit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a:t>
            </a:r>
            <a:r>
              <a:rPr lang="de-DE" b="1" i="0" u="none" strike="noStrike" err="1">
                <a:solidFill>
                  <a:srgbClr val="000000"/>
                </a:solidFill>
                <a:effectLst/>
              </a:rPr>
              <a:t>Technician</a:t>
            </a:r>
            <a:r>
              <a:rPr lang="de-DE" b="1" i="0" u="none" strike="noStrike">
                <a:solidFill>
                  <a:srgbClr val="000000"/>
                </a:solidFill>
                <a:effectLst/>
              </a:rPr>
              <a:t>     │ Führt Reparaturen durch, hakt Aufgaben ab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Security Chief │ Genehmigt Teile und gibt Abschnitte frei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Planner        │ Verwaltet den 3-Tage-Zeitplan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a:t>
            </a:r>
            <a:r>
              <a:rPr lang="de-DE" b="1" i="0" u="none" strike="noStrike" err="1">
                <a:solidFill>
                  <a:srgbClr val="000000"/>
                </a:solidFill>
                <a:effectLst/>
              </a:rPr>
              <a:t>Logistics</a:t>
            </a:r>
            <a:r>
              <a:rPr lang="de-DE" b="1" i="0" u="none" strike="noStrike">
                <a:solidFill>
                  <a:srgbClr val="000000"/>
                </a:solidFill>
                <a:effectLst/>
              </a:rPr>
              <a:t>      │ Bestellt fehlende Ersatzteile             │</a:t>
            </a:r>
          </a:p>
          <a:p>
            <a:pPr algn="l">
              <a:buNone/>
            </a:pPr>
            <a:r>
              <a:rPr lang="de-DE" b="1" i="0" u="none" strike="noStrike">
                <a:solidFill>
                  <a:srgbClr val="000000"/>
                </a:solidFill>
                <a:effectLst/>
              </a:rPr>
              <a:t>  └────────────────┴───────────────────────────────────────────┘</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Jede Rolle sieht nur ihre relevanten Module — kein Informations-</a:t>
            </a:r>
            <a:r>
              <a:rPr lang="de-DE" b="1" i="0" u="none" strike="noStrike" err="1">
                <a:solidFill>
                  <a:srgbClr val="000000"/>
                </a:solidFill>
                <a:effectLst/>
              </a:rPr>
              <a:t>Overload</a:t>
            </a:r>
            <a:r>
              <a:rPr lang="de-DE" b="1" i="0" u="none" strike="noStrike">
                <a:solidFill>
                  <a:srgbClr val="000000"/>
                </a:solidFill>
                <a:effectLst/>
              </a:rPr>
              <a: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3. Echtzeit-Fortschrittsanzeige</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Das Dashboard zeigt den Gesamtfortschritt (0 % → 100 % über 3 Shuttle-Teile) und den Schedule-Status (ON_TIME, HOURS_BEHIND, DAY_BEHIND)</a:t>
            </a:r>
          </a:p>
          <a:p>
            <a:pPr algn="l">
              <a:buNone/>
            </a:pPr>
            <a:r>
              <a:rPr lang="de-DE" b="1" i="0" u="none" strike="noStrike">
                <a:solidFill>
                  <a:srgbClr val="000000"/>
                </a:solidFill>
                <a:effectLst/>
              </a:rPr>
              <a:t>   — sofort erkennbar, ob der Turnaround im Plan liegt.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4. Integrierter </a:t>
            </a:r>
            <a:r>
              <a:rPr lang="de-DE" b="1" i="0" u="none" strike="noStrike" err="1">
                <a:solidFill>
                  <a:srgbClr val="000000"/>
                </a:solidFill>
                <a:effectLst/>
              </a:rPr>
              <a:t>Logistics</a:t>
            </a:r>
            <a:r>
              <a:rPr lang="de-DE" b="1" i="0" u="none" strike="noStrike">
                <a:solidFill>
                  <a:srgbClr val="000000"/>
                </a:solidFill>
                <a:effectLst/>
              </a:rPr>
              <a:t>-Workflow</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Wenn ein Ersatzteil OUT_OF_STOCK ist:</a:t>
            </a:r>
          </a:p>
          <a:p>
            <a:pPr algn="l">
              <a:buNone/>
            </a:pPr>
            <a:r>
              <a:rPr lang="de-DE" b="1" i="0" u="none" strike="noStrike">
                <a:solidFill>
                  <a:srgbClr val="000000"/>
                </a:solidFill>
                <a:effectLst/>
              </a:rPr>
              <a:t>  Techniker bestellt → Security Chief genehmigt →</a:t>
            </a:r>
          </a:p>
          <a:p>
            <a:pPr algn="l">
              <a:buNone/>
            </a:pPr>
            <a:r>
              <a:rPr lang="de-DE" b="1" i="0" u="none" strike="noStrike">
                <a:solidFill>
                  <a:srgbClr val="000000"/>
                </a:solidFill>
                <a:effectLst/>
              </a:rPr>
              <a:t>  Lieferung kommt (simuliert) → Lager wird automatisch aktualisiert</a:t>
            </a:r>
          </a:p>
          <a:p>
            <a:pPr algn="l">
              <a:buNone/>
            </a:pPr>
            <a:r>
              <a:rPr lang="de-DE" b="1" i="0" u="none" strike="noStrike">
                <a:solidFill>
                  <a:srgbClr val="000000"/>
                </a:solidFill>
                <a:effectLst/>
              </a:rPr>
              <a:t>  Kein Medienbruch, keine manuelle Lagerbuchhaltung.</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5. Prädiktive Analyse (Frühwarnsystem)</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r>
              <a:rPr lang="de-DE" b="1" i="0" u="none" strike="noStrike" err="1">
                <a:solidFill>
                  <a:srgbClr val="000000"/>
                </a:solidFill>
                <a:effectLst/>
              </a:rPr>
              <a:t>PredictiveAnalysisService</a:t>
            </a:r>
            <a:r>
              <a:rPr lang="de-DE" b="1" i="0" u="none" strike="noStrike">
                <a:solidFill>
                  <a:srgbClr val="000000"/>
                </a:solidFill>
                <a:effectLst/>
              </a:rPr>
              <a:t> wertet 5 vergangene Flüge aus und berechnet für jeden Sensor, in wie vielen Flügen der Grenzwert überschritten</a:t>
            </a:r>
          </a:p>
          <a:p>
            <a:pPr algn="l">
              <a:buNone/>
            </a:pPr>
            <a:r>
              <a:rPr lang="de-DE" b="1" i="0" u="none" strike="noStrike">
                <a:solidFill>
                  <a:srgbClr val="000000"/>
                </a:solidFill>
                <a:effectLst/>
              </a:rPr>
              <a:t>   wird. Das Team kann Ersatzteile prophylaktisch bestellen, bevor beim nächsten Turnaround ein Engpass entsteht.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6. 3-Tage-Zeitplan mit Umplanung</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Der interaktive Zeitplan zeigt alle Aufgaben nach Tag und Zeitfenster. Aufgaben können Mitarbeitern zugewiesen und umgeplant werden —</a:t>
            </a:r>
          </a:p>
          <a:p>
            <a:pPr algn="l">
              <a:buNone/>
            </a:pPr>
            <a:r>
              <a:rPr lang="de-DE" b="1" i="0" u="none" strike="noStrike">
                <a:solidFill>
                  <a:srgbClr val="000000"/>
                </a:solidFill>
                <a:effectLst/>
              </a:rPr>
              <a:t>  alles in einer Ansicht, ohne externe Tabellen.</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7. Vollständiges Wartungsprotokoll</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Jede abgeschlossene Reparatur wird als </a:t>
            </a:r>
            <a:r>
              <a:rPr lang="de-DE" b="1" i="0" u="none" strike="noStrike" err="1">
                <a:solidFill>
                  <a:srgbClr val="000000"/>
                </a:solidFill>
                <a:effectLst/>
              </a:rPr>
              <a:t>MaintenanceTicket</a:t>
            </a:r>
            <a:r>
              <a:rPr lang="de-DE" b="1" i="0" u="none" strike="noStrike">
                <a:solidFill>
                  <a:srgbClr val="000000"/>
                </a:solidFill>
                <a:effectLst/>
              </a:rPr>
              <a:t> gespeichert (</a:t>
            </a:r>
            <a:r>
              <a:rPr lang="de-DE" b="1" i="0" u="none" strike="noStrike" err="1">
                <a:solidFill>
                  <a:srgbClr val="000000"/>
                </a:solidFill>
                <a:effectLst/>
              </a:rPr>
              <a:t>History</a:t>
            </a:r>
            <a:r>
              <a:rPr lang="de-DE" b="1" i="0" u="none" strike="noStrike">
                <a:solidFill>
                  <a:srgbClr val="000000"/>
                </a:solidFill>
                <a:effectLst/>
              </a:rPr>
              <a:t>-Modul). Das schafft lückenlose Nachvollziehbarkeit für</a:t>
            </a:r>
          </a:p>
          <a:p>
            <a:pPr algn="l">
              <a:buNone/>
            </a:pPr>
            <a:r>
              <a:rPr lang="de-DE" b="1" i="0" u="none" strike="noStrike">
                <a:solidFill>
                  <a:srgbClr val="000000"/>
                </a:solidFill>
                <a:effectLst/>
              </a:rPr>
              <a:t>  Audits und Folgeprojekte.</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p>
          <a:p>
            <a:pPr algn="l">
              <a:buNone/>
            </a:pPr>
            <a:r>
              <a:rPr lang="de-DE" b="1" i="0" u="none" strike="noStrike">
                <a:solidFill>
                  <a:srgbClr val="000000"/>
                </a:solidFill>
                <a:effectLst/>
              </a:rPr>
              <a:t>  Zusammenfassung in einem Satz</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Die App digitalisiert und automatisiert den kompletten Shuttle-Turnaround — von der automatischen Schadenserkennung über die</a:t>
            </a:r>
          </a:p>
          <a:p>
            <a:pPr algn="l">
              <a:buNone/>
            </a:pPr>
            <a:r>
              <a:rPr lang="de-DE" b="1" i="0" u="none" strike="noStrike">
                <a:solidFill>
                  <a:srgbClr val="000000"/>
                </a:solidFill>
                <a:effectLst/>
              </a:rPr>
              <a:t>  rollengenaue </a:t>
            </a:r>
            <a:r>
              <a:rPr lang="de-DE" b="1" i="0" u="none" strike="noStrike" err="1">
                <a:solidFill>
                  <a:srgbClr val="000000"/>
                </a:solidFill>
                <a:effectLst/>
              </a:rPr>
              <a:t>Aufgabenverteilu</a:t>
            </a:r>
            <a:endParaRPr/>
          </a:p>
        </p:txBody>
      </p:sp>
    </p:spTree>
    <p:extLst>
      <p:ext uri="{BB962C8B-B14F-4D97-AF65-F5344CB8AC3E}">
        <p14:creationId xmlns:p14="http://schemas.microsoft.com/office/powerpoint/2010/main" val="28331137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8">
          <a:extLst>
            <a:ext uri="{FF2B5EF4-FFF2-40B4-BE49-F238E27FC236}">
              <a16:creationId xmlns:a16="http://schemas.microsoft.com/office/drawing/2014/main" id="{A7DC070A-4ED7-520E-E88A-33C03F8FBF6B}"/>
            </a:ext>
          </a:extLst>
        </p:cNvPr>
        <p:cNvGrpSpPr/>
        <p:nvPr/>
      </p:nvGrpSpPr>
      <p:grpSpPr>
        <a:xfrm>
          <a:off x="0" y="0"/>
          <a:ext cx="0" cy="0"/>
          <a:chOff x="0" y="0"/>
          <a:chExt cx="0" cy="0"/>
        </a:xfrm>
      </p:grpSpPr>
      <p:sp>
        <p:nvSpPr>
          <p:cNvPr id="2519" name="Google Shape;2519;g88e79ad853_5_309:notes">
            <a:extLst>
              <a:ext uri="{FF2B5EF4-FFF2-40B4-BE49-F238E27FC236}">
                <a16:creationId xmlns:a16="http://schemas.microsoft.com/office/drawing/2014/main" id="{E8490E4A-BA66-710A-E799-420B4A5ACE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0" name="Google Shape;2520;g88e79ad853_5_309:notes">
            <a:extLst>
              <a:ext uri="{FF2B5EF4-FFF2-40B4-BE49-F238E27FC236}">
                <a16:creationId xmlns:a16="http://schemas.microsoft.com/office/drawing/2014/main" id="{6993B090-EB7A-56E3-2325-58669AF8F7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Jede Person soll sein </a:t>
            </a:r>
            <a:r>
              <a:rPr lang="de-DE" err="1"/>
              <a:t>problem</a:t>
            </a:r>
            <a:r>
              <a:rPr lang="de-DE"/>
              <a:t> </a:t>
            </a:r>
            <a:endParaRPr/>
          </a:p>
        </p:txBody>
      </p:sp>
    </p:spTree>
    <p:extLst>
      <p:ext uri="{BB962C8B-B14F-4D97-AF65-F5344CB8AC3E}">
        <p14:creationId xmlns:p14="http://schemas.microsoft.com/office/powerpoint/2010/main" val="44678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7">
          <a:extLst>
            <a:ext uri="{FF2B5EF4-FFF2-40B4-BE49-F238E27FC236}">
              <a16:creationId xmlns:a16="http://schemas.microsoft.com/office/drawing/2014/main" id="{3DB5D5A3-989C-4971-DFF0-30C13D436390}"/>
            </a:ext>
          </a:extLst>
        </p:cNvPr>
        <p:cNvGrpSpPr/>
        <p:nvPr/>
      </p:nvGrpSpPr>
      <p:grpSpPr>
        <a:xfrm>
          <a:off x="0" y="0"/>
          <a:ext cx="0" cy="0"/>
          <a:chOff x="0" y="0"/>
          <a:chExt cx="0" cy="0"/>
        </a:xfrm>
      </p:grpSpPr>
      <p:sp>
        <p:nvSpPr>
          <p:cNvPr id="2588" name="Google Shape;2588;ge770d784c7_0_51:notes">
            <a:extLst>
              <a:ext uri="{FF2B5EF4-FFF2-40B4-BE49-F238E27FC236}">
                <a16:creationId xmlns:a16="http://schemas.microsoft.com/office/drawing/2014/main" id="{F5B9BB15-301A-3CF4-0F65-2B20151FEF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9" name="Google Shape;2589;ge770d784c7_0_51:notes">
            <a:extLst>
              <a:ext uri="{FF2B5EF4-FFF2-40B4-BE49-F238E27FC236}">
                <a16:creationId xmlns:a16="http://schemas.microsoft.com/office/drawing/2014/main" id="{3B8B1EC7-1C1D-103F-5540-BF173B6437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Stella</a:t>
            </a:r>
            <a:endParaRPr/>
          </a:p>
        </p:txBody>
      </p:sp>
    </p:spTree>
    <p:extLst>
      <p:ext uri="{BB962C8B-B14F-4D97-AF65-F5344CB8AC3E}">
        <p14:creationId xmlns:p14="http://schemas.microsoft.com/office/powerpoint/2010/main" val="28095563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2">
          <a:extLst>
            <a:ext uri="{FF2B5EF4-FFF2-40B4-BE49-F238E27FC236}">
              <a16:creationId xmlns:a16="http://schemas.microsoft.com/office/drawing/2014/main" id="{F67BF557-E046-A490-BBDA-280E0BC97F6C}"/>
            </a:ext>
          </a:extLst>
        </p:cNvPr>
        <p:cNvGrpSpPr/>
        <p:nvPr/>
      </p:nvGrpSpPr>
      <p:grpSpPr>
        <a:xfrm>
          <a:off x="0" y="0"/>
          <a:ext cx="0" cy="0"/>
          <a:chOff x="0" y="0"/>
          <a:chExt cx="0" cy="0"/>
        </a:xfrm>
      </p:grpSpPr>
      <p:sp>
        <p:nvSpPr>
          <p:cNvPr id="3583" name="Google Shape;3583;g88e79ad853_1_790:notes">
            <a:extLst>
              <a:ext uri="{FF2B5EF4-FFF2-40B4-BE49-F238E27FC236}">
                <a16:creationId xmlns:a16="http://schemas.microsoft.com/office/drawing/2014/main" id="{58659EA9-F9FE-558C-8A71-F3F6C675AD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4" name="Google Shape;3584;g88e79ad853_1_790:notes">
            <a:extLst>
              <a:ext uri="{FF2B5EF4-FFF2-40B4-BE49-F238E27FC236}">
                <a16:creationId xmlns:a16="http://schemas.microsoft.com/office/drawing/2014/main" id="{0DD30ADF-F1CB-6441-161C-275F7F9D89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Ahmed</a:t>
            </a:r>
            <a:endParaRPr/>
          </a:p>
        </p:txBody>
      </p:sp>
    </p:spTree>
    <p:extLst>
      <p:ext uri="{BB962C8B-B14F-4D97-AF65-F5344CB8AC3E}">
        <p14:creationId xmlns:p14="http://schemas.microsoft.com/office/powerpoint/2010/main" val="4097776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88e79ad853_1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88e79ad853_1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p>
          <a:p>
            <a:pPr algn="l">
              <a:buNone/>
            </a:pPr>
            <a:r>
              <a:rPr lang="de-DE" b="1" i="0" u="none" strike="noStrike">
                <a:solidFill>
                  <a:srgbClr val="000000"/>
                </a:solidFill>
                <a:effectLst/>
              </a:rPr>
              <a:t>  Wie hilft die App, den Turnaround effizienter zu gestalten?</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1. Automatische Reparaturplanung</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r>
              <a:rPr lang="de-DE" b="1" i="0" u="none" strike="noStrike" err="1">
                <a:solidFill>
                  <a:srgbClr val="000000"/>
                </a:solidFill>
                <a:effectLst/>
              </a:rPr>
              <a:t>RepairPlanningService</a:t>
            </a:r>
            <a:r>
              <a:rPr lang="de-DE" b="1" i="0" u="none" strike="noStrike">
                <a:solidFill>
                  <a:srgbClr val="000000"/>
                </a:solidFill>
                <a:effectLst/>
              </a:rPr>
              <a:t> analysiert Sensordaten und erzeugt automatisch Reparaturaufgaben — kein manuelles Auswerten von Sensoren nötig.</a:t>
            </a:r>
          </a:p>
          <a:p>
            <a:pPr algn="l">
              <a:buNone/>
            </a:pPr>
            <a:r>
              <a:rPr lang="de-DE" b="1" i="0" u="none" strike="noStrike">
                <a:solidFill>
                  <a:srgbClr val="000000"/>
                </a:solidFill>
                <a:effectLst/>
              </a:rPr>
              <a:t>  Jede Aufgabe ist sofort mit dem benötigten Ersatzteil und dem Lagerbestand verknüpft.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2. Klare Rollentrennung (kein Chaos, kein Doppelarbeiten)</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p>
          <a:p>
            <a:pPr algn="l">
              <a:buNone/>
            </a:pPr>
            <a:r>
              <a:rPr lang="de-DE" b="1" i="0" u="none" strike="noStrike">
                <a:solidFill>
                  <a:srgbClr val="000000"/>
                </a:solidFill>
                <a:effectLst/>
              </a:rPr>
              <a:t>  │     Rolle      │               Zuständigkeit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a:t>
            </a:r>
            <a:r>
              <a:rPr lang="de-DE" b="1" i="0" u="none" strike="noStrike" err="1">
                <a:solidFill>
                  <a:srgbClr val="000000"/>
                </a:solidFill>
                <a:effectLst/>
              </a:rPr>
              <a:t>Technician</a:t>
            </a:r>
            <a:r>
              <a:rPr lang="de-DE" b="1" i="0" u="none" strike="noStrike">
                <a:solidFill>
                  <a:srgbClr val="000000"/>
                </a:solidFill>
                <a:effectLst/>
              </a:rPr>
              <a:t>     │ Führt Reparaturen durch, hakt Aufgaben ab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Security Chief │ Genehmigt Teile und gibt Abschnitte frei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Planner        │ Verwaltet den 3-Tage-Zeitplan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a:t>
            </a:r>
            <a:r>
              <a:rPr lang="de-DE" b="1" i="0" u="none" strike="noStrike" err="1">
                <a:solidFill>
                  <a:srgbClr val="000000"/>
                </a:solidFill>
                <a:effectLst/>
              </a:rPr>
              <a:t>Logistics</a:t>
            </a:r>
            <a:r>
              <a:rPr lang="de-DE" b="1" i="0" u="none" strike="noStrike">
                <a:solidFill>
                  <a:srgbClr val="000000"/>
                </a:solidFill>
                <a:effectLst/>
              </a:rPr>
              <a:t>      │ Bestellt fehlende Ersatzteile             │</a:t>
            </a:r>
          </a:p>
          <a:p>
            <a:pPr algn="l">
              <a:buNone/>
            </a:pPr>
            <a:r>
              <a:rPr lang="de-DE" b="1" i="0" u="none" strike="noStrike">
                <a:solidFill>
                  <a:srgbClr val="000000"/>
                </a:solidFill>
                <a:effectLst/>
              </a:rPr>
              <a:t>  └────────────────┴───────────────────────────────────────────┘</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Jede Rolle sieht nur ihre relevanten Module — kein Informations-</a:t>
            </a:r>
            <a:r>
              <a:rPr lang="de-DE" b="1" i="0" u="none" strike="noStrike" err="1">
                <a:solidFill>
                  <a:srgbClr val="000000"/>
                </a:solidFill>
                <a:effectLst/>
              </a:rPr>
              <a:t>Overload</a:t>
            </a:r>
            <a:r>
              <a:rPr lang="de-DE" b="1" i="0" u="none" strike="noStrike">
                <a:solidFill>
                  <a:srgbClr val="000000"/>
                </a:solidFill>
                <a:effectLst/>
              </a:rPr>
              <a: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3. Echtzeit-Fortschrittsanzeige</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Das Dashboard zeigt den Gesamtfortschritt (0 % → 100 % über 3 Shuttle-Teile) und den Schedule-Status (ON_TIME, HOURS_BEHIND, DAY_BEHIND)</a:t>
            </a:r>
          </a:p>
          <a:p>
            <a:pPr algn="l">
              <a:buNone/>
            </a:pPr>
            <a:r>
              <a:rPr lang="de-DE" b="1" i="0" u="none" strike="noStrike">
                <a:solidFill>
                  <a:srgbClr val="000000"/>
                </a:solidFill>
                <a:effectLst/>
              </a:rPr>
              <a:t>   — sofort erkennbar, ob der Turnaround im Plan liegt.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4. Integrierter </a:t>
            </a:r>
            <a:r>
              <a:rPr lang="de-DE" b="1" i="0" u="none" strike="noStrike" err="1">
                <a:solidFill>
                  <a:srgbClr val="000000"/>
                </a:solidFill>
                <a:effectLst/>
              </a:rPr>
              <a:t>Logistics</a:t>
            </a:r>
            <a:r>
              <a:rPr lang="de-DE" b="1" i="0" u="none" strike="noStrike">
                <a:solidFill>
                  <a:srgbClr val="000000"/>
                </a:solidFill>
                <a:effectLst/>
              </a:rPr>
              <a:t>-Workflow</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Wenn ein Ersatzteil OUT_OF_STOCK ist:</a:t>
            </a:r>
          </a:p>
          <a:p>
            <a:pPr algn="l">
              <a:buNone/>
            </a:pPr>
            <a:r>
              <a:rPr lang="de-DE" b="1" i="0" u="none" strike="noStrike">
                <a:solidFill>
                  <a:srgbClr val="000000"/>
                </a:solidFill>
                <a:effectLst/>
              </a:rPr>
              <a:t>  Techniker bestellt → Security Chief genehmigt →</a:t>
            </a:r>
          </a:p>
          <a:p>
            <a:pPr algn="l">
              <a:buNone/>
            </a:pPr>
            <a:r>
              <a:rPr lang="de-DE" b="1" i="0" u="none" strike="noStrike">
                <a:solidFill>
                  <a:srgbClr val="000000"/>
                </a:solidFill>
                <a:effectLst/>
              </a:rPr>
              <a:t>  Lieferung kommt (simuliert) → Lager wird automatisch aktualisiert</a:t>
            </a:r>
          </a:p>
          <a:p>
            <a:pPr algn="l">
              <a:buNone/>
            </a:pPr>
            <a:r>
              <a:rPr lang="de-DE" b="1" i="0" u="none" strike="noStrike">
                <a:solidFill>
                  <a:srgbClr val="000000"/>
                </a:solidFill>
                <a:effectLst/>
              </a:rPr>
              <a:t>  Kein Medienbruch, keine manuelle Lagerbuchhaltung.</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5. Prädiktive Analyse (Frühwarnsystem)</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r>
              <a:rPr lang="de-DE" b="1" i="0" u="none" strike="noStrike" err="1">
                <a:solidFill>
                  <a:srgbClr val="000000"/>
                </a:solidFill>
                <a:effectLst/>
              </a:rPr>
              <a:t>PredictiveAnalysisService</a:t>
            </a:r>
            <a:r>
              <a:rPr lang="de-DE" b="1" i="0" u="none" strike="noStrike">
                <a:solidFill>
                  <a:srgbClr val="000000"/>
                </a:solidFill>
                <a:effectLst/>
              </a:rPr>
              <a:t> wertet 5 vergangene Flüge aus und berechnet für jeden Sensor, in wie vielen Flügen der Grenzwert überschritten</a:t>
            </a:r>
          </a:p>
          <a:p>
            <a:pPr algn="l">
              <a:buNone/>
            </a:pPr>
            <a:r>
              <a:rPr lang="de-DE" b="1" i="0" u="none" strike="noStrike">
                <a:solidFill>
                  <a:srgbClr val="000000"/>
                </a:solidFill>
                <a:effectLst/>
              </a:rPr>
              <a:t>   wird. Das Team kann Ersatzteile prophylaktisch bestellen, bevor beim nächsten Turnaround ein Engpass entsteht.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6. 3-Tage-Zeitplan mit Umplanung</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Der interaktive Zeitplan zeigt alle Aufgaben nach Tag und Zeitfenster. Aufgaben können Mitarbeitern zugewiesen und umgeplant werden —</a:t>
            </a:r>
          </a:p>
          <a:p>
            <a:pPr algn="l">
              <a:buNone/>
            </a:pPr>
            <a:r>
              <a:rPr lang="de-DE" b="1" i="0" u="none" strike="noStrike">
                <a:solidFill>
                  <a:srgbClr val="000000"/>
                </a:solidFill>
                <a:effectLst/>
              </a:rPr>
              <a:t>  alles in einer Ansicht, ohne externe Tabellen.</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7. Vollständiges Wartungsprotokoll</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Jede abgeschlossene Reparatur wird als </a:t>
            </a:r>
            <a:r>
              <a:rPr lang="de-DE" b="1" i="0" u="none" strike="noStrike" err="1">
                <a:solidFill>
                  <a:srgbClr val="000000"/>
                </a:solidFill>
                <a:effectLst/>
              </a:rPr>
              <a:t>MaintenanceTicket</a:t>
            </a:r>
            <a:r>
              <a:rPr lang="de-DE" b="1" i="0" u="none" strike="noStrike">
                <a:solidFill>
                  <a:srgbClr val="000000"/>
                </a:solidFill>
                <a:effectLst/>
              </a:rPr>
              <a:t> gespeichert (</a:t>
            </a:r>
            <a:r>
              <a:rPr lang="de-DE" b="1" i="0" u="none" strike="noStrike" err="1">
                <a:solidFill>
                  <a:srgbClr val="000000"/>
                </a:solidFill>
                <a:effectLst/>
              </a:rPr>
              <a:t>History</a:t>
            </a:r>
            <a:r>
              <a:rPr lang="de-DE" b="1" i="0" u="none" strike="noStrike">
                <a:solidFill>
                  <a:srgbClr val="000000"/>
                </a:solidFill>
                <a:effectLst/>
              </a:rPr>
              <a:t>-Modul). Das schafft lückenlose Nachvollziehbarkeit für</a:t>
            </a:r>
          </a:p>
          <a:p>
            <a:pPr algn="l">
              <a:buNone/>
            </a:pPr>
            <a:r>
              <a:rPr lang="de-DE" b="1" i="0" u="none" strike="noStrike">
                <a:solidFill>
                  <a:srgbClr val="000000"/>
                </a:solidFill>
                <a:effectLst/>
              </a:rPr>
              <a:t>  Audits und Folgeprojekte.</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p>
          <a:p>
            <a:pPr algn="l">
              <a:buNone/>
            </a:pPr>
            <a:r>
              <a:rPr lang="de-DE" b="1" i="0" u="none" strike="noStrike">
                <a:solidFill>
                  <a:srgbClr val="000000"/>
                </a:solidFill>
                <a:effectLst/>
              </a:rPr>
              <a:t>  Zusammenfassung in einem Satz</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Die App digitalisiert und automatisiert den kompletten Shuttle-Turnaround — von der automatischen Schadenserkennung über die</a:t>
            </a:r>
          </a:p>
          <a:p>
            <a:pPr algn="l">
              <a:buNone/>
            </a:pPr>
            <a:r>
              <a:rPr lang="de-DE" b="1" i="0" u="none" strike="noStrike">
                <a:solidFill>
                  <a:srgbClr val="000000"/>
                </a:solidFill>
                <a:effectLst/>
              </a:rPr>
              <a:t>  rollengenaue </a:t>
            </a:r>
            <a:r>
              <a:rPr lang="de-DE" b="1" i="0" u="none" strike="noStrike" err="1">
                <a:solidFill>
                  <a:srgbClr val="000000"/>
                </a:solidFill>
                <a:effectLst/>
              </a:rPr>
              <a:t>Aufgabenverteilu</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2">
          <a:extLst>
            <a:ext uri="{FF2B5EF4-FFF2-40B4-BE49-F238E27FC236}">
              <a16:creationId xmlns:a16="http://schemas.microsoft.com/office/drawing/2014/main" id="{8707F638-613C-5E22-A8DC-284A9C2B2EDE}"/>
            </a:ext>
          </a:extLst>
        </p:cNvPr>
        <p:cNvGrpSpPr/>
        <p:nvPr/>
      </p:nvGrpSpPr>
      <p:grpSpPr>
        <a:xfrm>
          <a:off x="0" y="0"/>
          <a:ext cx="0" cy="0"/>
          <a:chOff x="0" y="0"/>
          <a:chExt cx="0" cy="0"/>
        </a:xfrm>
      </p:grpSpPr>
      <p:sp>
        <p:nvSpPr>
          <p:cNvPr id="3263" name="Google Shape;3263;g88e79ad853_1_718:notes">
            <a:extLst>
              <a:ext uri="{FF2B5EF4-FFF2-40B4-BE49-F238E27FC236}">
                <a16:creationId xmlns:a16="http://schemas.microsoft.com/office/drawing/2014/main" id="{10F48D87-8B59-83F3-AC6D-769571FC82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4" name="Google Shape;3264;g88e79ad853_1_718:notes">
            <a:extLst>
              <a:ext uri="{FF2B5EF4-FFF2-40B4-BE49-F238E27FC236}">
                <a16:creationId xmlns:a16="http://schemas.microsoft.com/office/drawing/2014/main" id="{262D74F9-DC46-7316-246A-4B574F79FC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Oben Links: Fluglotse</a:t>
            </a:r>
          </a:p>
          <a:p>
            <a:pPr marL="0" lvl="0" indent="0" algn="l" rtl="0">
              <a:spcBef>
                <a:spcPts val="0"/>
              </a:spcBef>
              <a:spcAft>
                <a:spcPts val="0"/>
              </a:spcAft>
              <a:buNone/>
            </a:pPr>
            <a:r>
              <a:rPr lang="de-DE"/>
              <a:t>Oben Rechts: Pilot</a:t>
            </a:r>
          </a:p>
          <a:p>
            <a:pPr marL="0" lvl="0" indent="0" algn="l" rtl="0">
              <a:spcBef>
                <a:spcPts val="0"/>
              </a:spcBef>
              <a:spcAft>
                <a:spcPts val="0"/>
              </a:spcAft>
              <a:buNone/>
            </a:pPr>
            <a:r>
              <a:rPr lang="de-DE"/>
              <a:t>Unten Links: Flugbegleiter</a:t>
            </a:r>
          </a:p>
          <a:p>
            <a:pPr marL="0" lvl="0" indent="0" algn="l" rtl="0">
              <a:spcBef>
                <a:spcPts val="0"/>
              </a:spcBef>
              <a:spcAft>
                <a:spcPts val="0"/>
              </a:spcAft>
              <a:buNone/>
            </a:pPr>
            <a:r>
              <a:rPr lang="de-DE"/>
              <a:t>Unten Rechts: Fotograf</a:t>
            </a:r>
            <a:endParaRPr/>
          </a:p>
        </p:txBody>
      </p:sp>
    </p:spTree>
    <p:extLst>
      <p:ext uri="{BB962C8B-B14F-4D97-AF65-F5344CB8AC3E}">
        <p14:creationId xmlns:p14="http://schemas.microsoft.com/office/powerpoint/2010/main" val="13707811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6">
          <a:extLst>
            <a:ext uri="{FF2B5EF4-FFF2-40B4-BE49-F238E27FC236}">
              <a16:creationId xmlns:a16="http://schemas.microsoft.com/office/drawing/2014/main" id="{6C77EEFE-E262-883C-CE25-281716B05719}"/>
            </a:ext>
          </a:extLst>
        </p:cNvPr>
        <p:cNvGrpSpPr/>
        <p:nvPr/>
      </p:nvGrpSpPr>
      <p:grpSpPr>
        <a:xfrm>
          <a:off x="0" y="0"/>
          <a:ext cx="0" cy="0"/>
          <a:chOff x="0" y="0"/>
          <a:chExt cx="0" cy="0"/>
        </a:xfrm>
      </p:grpSpPr>
      <p:sp>
        <p:nvSpPr>
          <p:cNvPr id="2477" name="Google Shape;2477;ge770d784c7_0_76:notes">
            <a:extLst>
              <a:ext uri="{FF2B5EF4-FFF2-40B4-BE49-F238E27FC236}">
                <a16:creationId xmlns:a16="http://schemas.microsoft.com/office/drawing/2014/main" id="{C49C3693-9306-6EFB-56AF-7F2C0A840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8" name="Google Shape;2478;ge770d784c7_0_76:notes">
            <a:extLst>
              <a:ext uri="{FF2B5EF4-FFF2-40B4-BE49-F238E27FC236}">
                <a16:creationId xmlns:a16="http://schemas.microsoft.com/office/drawing/2014/main" id="{293754A8-982B-829B-9EAE-6B2FCA66E4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4276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a:extLst>
            <a:ext uri="{FF2B5EF4-FFF2-40B4-BE49-F238E27FC236}">
              <a16:creationId xmlns:a16="http://schemas.microsoft.com/office/drawing/2014/main" id="{0DD34850-8803-2F4B-DE2B-6C45B896F58D}"/>
            </a:ext>
          </a:extLst>
        </p:cNvPr>
        <p:cNvGrpSpPr/>
        <p:nvPr/>
      </p:nvGrpSpPr>
      <p:grpSpPr>
        <a:xfrm>
          <a:off x="0" y="0"/>
          <a:ext cx="0" cy="0"/>
          <a:chOff x="0" y="0"/>
          <a:chExt cx="0" cy="0"/>
        </a:xfrm>
      </p:grpSpPr>
      <p:sp>
        <p:nvSpPr>
          <p:cNvPr id="1795" name="Google Shape;1795;ge770d784c7_0_11:notes">
            <a:extLst>
              <a:ext uri="{FF2B5EF4-FFF2-40B4-BE49-F238E27FC236}">
                <a16:creationId xmlns:a16="http://schemas.microsoft.com/office/drawing/2014/main" id="{EB9A8606-5709-19D7-6BB2-D644AC5050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e770d784c7_0_11:notes">
            <a:extLst>
              <a:ext uri="{FF2B5EF4-FFF2-40B4-BE49-F238E27FC236}">
                <a16:creationId xmlns:a16="http://schemas.microsoft.com/office/drawing/2014/main" id="{F58818C1-F603-7DE3-FAE4-0810CA5AFB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b="0" i="0" u="none" strike="noStrike">
                <a:solidFill>
                  <a:srgbClr val="000000"/>
                </a:solidFill>
                <a:effectLst/>
                <a:latin typeface="-webkit-standard"/>
              </a:rPr>
              <a:t>Unser Entertainment-System bietet nicht nur Unterhaltung, sondern echten Mehrwert.</a:t>
            </a:r>
            <a:br>
              <a:rPr lang="de-DE"/>
            </a:br>
            <a:r>
              <a:rPr lang="de-DE" b="0" i="0" u="none" strike="noStrike">
                <a:solidFill>
                  <a:srgbClr val="000000"/>
                </a:solidFill>
                <a:effectLst/>
                <a:latin typeface="-webkit-standard"/>
              </a:rPr>
              <a:t>Durch die personalisierte Betreuung fühlt sich jeder Passagier individuell angesprochen – ein entscheidender Faktor für die Kundenzufriedenheit bei exklusiven Reisen.</a:t>
            </a:r>
            <a:br>
              <a:rPr lang="de-DE"/>
            </a:br>
            <a:r>
              <a:rPr lang="de-DE" b="0" i="0" u="none" strike="noStrike">
                <a:solidFill>
                  <a:srgbClr val="000000"/>
                </a:solidFill>
                <a:effectLst/>
                <a:latin typeface="-webkit-standard"/>
              </a:rPr>
              <a:t>Gleichzeitig wird die Crew durch den Zugriff auf Passagierdaten und Präferenzen entlastet: Wünsche können schneller erkannt und gezielt erfüllt werden, was die Servicequalität an Bord deutlich steigert.</a:t>
            </a:r>
            <a:br>
              <a:rPr lang="de-DE"/>
            </a:br>
            <a:r>
              <a:rPr lang="de-DE" b="0" i="0" u="none" strike="noStrike">
                <a:solidFill>
                  <a:srgbClr val="000000"/>
                </a:solidFill>
                <a:effectLst/>
                <a:latin typeface="-webkit-standard"/>
              </a:rPr>
              <a:t>Ein weiterer großer Vorteil ist das wirtschaftliche Potenzial: Mit buchbaren Zusatzangeboten wie besonderen Aktivitäten, Premium-Inhalten oder exklusiven Erlebnissen können neue Ertragsquellen erschlossen werden.</a:t>
            </a:r>
            <a:br>
              <a:rPr lang="de-DE"/>
            </a:br>
            <a:r>
              <a:rPr lang="de-DE" b="0" i="0" u="none" strike="noStrike">
                <a:solidFill>
                  <a:srgbClr val="000000"/>
                </a:solidFill>
                <a:effectLst/>
                <a:latin typeface="-webkit-standard"/>
              </a:rPr>
              <a:t>Unser System verbindet damit Erlebnis, Effizienz und Wirtschaftlichkeit – ein klarer Wettbewerbsvorteil für die Zukunft der Raumfahrt.</a:t>
            </a:r>
            <a:endParaRPr/>
          </a:p>
        </p:txBody>
      </p:sp>
    </p:spTree>
    <p:extLst>
      <p:ext uri="{BB962C8B-B14F-4D97-AF65-F5344CB8AC3E}">
        <p14:creationId xmlns:p14="http://schemas.microsoft.com/office/powerpoint/2010/main" val="23314092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0">
          <a:extLst>
            <a:ext uri="{FF2B5EF4-FFF2-40B4-BE49-F238E27FC236}">
              <a16:creationId xmlns:a16="http://schemas.microsoft.com/office/drawing/2014/main" id="{F73230E7-A65B-BA43-AE00-FD299B51A0E4}"/>
            </a:ext>
          </a:extLst>
        </p:cNvPr>
        <p:cNvGrpSpPr/>
        <p:nvPr/>
      </p:nvGrpSpPr>
      <p:grpSpPr>
        <a:xfrm>
          <a:off x="0" y="0"/>
          <a:ext cx="0" cy="0"/>
          <a:chOff x="0" y="0"/>
          <a:chExt cx="0" cy="0"/>
        </a:xfrm>
      </p:grpSpPr>
      <p:sp>
        <p:nvSpPr>
          <p:cNvPr id="3401" name="Google Shape;3401;ge770d784c7_0_121:notes">
            <a:extLst>
              <a:ext uri="{FF2B5EF4-FFF2-40B4-BE49-F238E27FC236}">
                <a16:creationId xmlns:a16="http://schemas.microsoft.com/office/drawing/2014/main" id="{B6FDA68B-F06C-6C08-83D3-4FCAFC3F84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2" name="Google Shape;3402;ge770d784c7_0_121:notes">
            <a:extLst>
              <a:ext uri="{FF2B5EF4-FFF2-40B4-BE49-F238E27FC236}">
                <a16:creationId xmlns:a16="http://schemas.microsoft.com/office/drawing/2014/main" id="{A923EAE8-1D9E-778C-C08C-5D8FD1DC0C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b="1"/>
              <a:t>Nahtlose und persönliche Erfahrung:</a:t>
            </a:r>
            <a:r>
              <a:rPr lang="de-DE"/>
              <a:t> Durch eure Kommunikationssysteme und das Media-Angebot schafft ihr eine Umgebung, in der sich die Passagiere informiert, unterhalten und wohlfühlen. Ein gut durchdachtes Buchungssystem für Außenbordeinsätze ermöglicht es den Reisenden, dieses einzigartige Erlebnis optimal zu nutzen und Wartezeiten zu minimieren.</a:t>
            </a:r>
          </a:p>
          <a:p>
            <a:pPr marL="0" lvl="0" indent="0" algn="l" rtl="0">
              <a:spcBef>
                <a:spcPts val="0"/>
              </a:spcBef>
              <a:spcAft>
                <a:spcPts val="0"/>
              </a:spcAft>
              <a:buNone/>
            </a:pPr>
            <a:endParaRPr lang="de-DE"/>
          </a:p>
          <a:p>
            <a:pPr marL="0" lvl="0" indent="0" algn="l" rtl="0">
              <a:spcBef>
                <a:spcPts val="0"/>
              </a:spcBef>
              <a:spcAft>
                <a:spcPts val="0"/>
              </a:spcAft>
              <a:buNone/>
            </a:pPr>
            <a:r>
              <a:rPr lang="de-DE" b="1"/>
              <a:t>Erhöhung des Sicherheitsgefühls:</a:t>
            </a:r>
            <a:r>
              <a:rPr lang="de-DE"/>
              <a:t> Eure Sicherheitsvorkehrungen sind natürlich essenziell. Indem ihr diese transparent kommuniziert und den Passagieren ein Gefühl der Kontrolle gebt (z.B. durch klare Anweisungen und Notfallprotokolle, die über eure Systeme zugänglich sind), tragt ihr maßgeblich zu einem positiven Gesamterlebnis bei. Ein sicherer und informierter Passagier ist ein zufriedener Passagier.</a:t>
            </a:r>
          </a:p>
          <a:p>
            <a:pPr marL="0" lvl="0" indent="0" algn="l" rtl="0">
              <a:spcBef>
                <a:spcPts val="0"/>
              </a:spcBef>
              <a:spcAft>
                <a:spcPts val="0"/>
              </a:spcAft>
              <a:buNone/>
            </a:pPr>
            <a:r>
              <a:rPr lang="de-DE"/>
              <a:t>KI: </a:t>
            </a:r>
          </a:p>
          <a:p>
            <a:pPr marL="0" lvl="0" indent="0" algn="l" rtl="0">
              <a:spcBef>
                <a:spcPts val="0"/>
              </a:spcBef>
              <a:spcAft>
                <a:spcPts val="0"/>
              </a:spcAft>
              <a:buNone/>
            </a:pPr>
            <a:r>
              <a:rPr lang="de-DE" b="1"/>
              <a:t>Intelligente Sicherheitsüberwachung und -warnung:</a:t>
            </a:r>
            <a:r>
              <a:rPr lang="de-DE"/>
              <a:t> KI könnte in Echtzeit Daten von Sensoren analysieren, um potenzielle Sicherheitsrisiken frühzeitig zu erkennen und das Personal zu warnen, bevor es zu Problemen kommt. Dies könnte von der Überwachung der Vitalfunktionen der Passagiere bis zur Erkennung ungewöhnlicher Bewegungen im Raumschiff reichen.</a:t>
            </a:r>
            <a:endParaRPr/>
          </a:p>
        </p:txBody>
      </p:sp>
    </p:spTree>
    <p:extLst>
      <p:ext uri="{BB962C8B-B14F-4D97-AF65-F5344CB8AC3E}">
        <p14:creationId xmlns:p14="http://schemas.microsoft.com/office/powerpoint/2010/main" val="37564742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a:buNone/>
            </a:pPr>
            <a:r>
              <a:rPr lang="de-DE" b="1"/>
              <a:t>Datenbank-Schicht</a:t>
            </a:r>
            <a:r>
              <a:rPr lang="de-DE"/>
              <a:t>: Alle persistenten Daten (Passagiere, Buchungen, Zeitfenster) werden zentral in einer SQLite-			Datenbank gespeichert.</a:t>
            </a:r>
          </a:p>
          <a:p>
            <a:pPr>
              <a:buNone/>
            </a:pPr>
            <a:r>
              <a:rPr lang="de-DE" b="1"/>
              <a:t>POJO-Schicht</a:t>
            </a:r>
            <a:r>
              <a:rPr lang="de-DE"/>
              <a:t>: Einfache Modellklassen (⁠z. B. </a:t>
            </a:r>
            <a:r>
              <a:rPr lang="de-DE" i="1"/>
              <a:t>Passenger</a:t>
            </a:r>
            <a:r>
              <a:rPr lang="de-DE"/>
              <a:t>, </a:t>
            </a:r>
            <a:r>
              <a:rPr lang="de-DE" i="1"/>
              <a:t>Booking</a:t>
            </a:r>
            <a:r>
              <a:rPr lang="de-DE"/>
              <a:t> usw.), die sowohl auf Client- als auch auf Serverseite 		verwendet werden.</a:t>
            </a:r>
          </a:p>
          <a:p>
            <a:pPr>
              <a:buNone/>
            </a:pPr>
            <a:r>
              <a:rPr lang="de-DE" b="1"/>
              <a:t>DAO-Schicht</a:t>
            </a:r>
            <a:r>
              <a:rPr lang="de-DE"/>
              <a:t>: Jedes DAO kapselt den SQL-Zugriff und wandelt Datenbankeinträge in Java-Objekte um.</a:t>
            </a:r>
          </a:p>
          <a:p>
            <a:pPr>
              <a:buNone/>
            </a:pPr>
            <a:r>
              <a:rPr lang="de-DE" b="1"/>
              <a:t>Service-Schicht</a:t>
            </a:r>
            <a:r>
              <a:rPr lang="de-DE"/>
              <a:t>: Die zentrale Geschäftslogik wird hier verarbeitet (z. B. Buchungsvalidierung, Rückerstattungen).</a:t>
            </a:r>
          </a:p>
          <a:p>
            <a:pPr>
              <a:buNone/>
            </a:pPr>
            <a:r>
              <a:rPr lang="de-DE" b="1" err="1"/>
              <a:t>ProtocolHandler</a:t>
            </a:r>
            <a:r>
              <a:rPr lang="de-DE"/>
              <a:t>: Der Server empfängt JSON-Anfragen und leitet sie an die passenden Service-Methoden weiter.</a:t>
            </a:r>
          </a:p>
          <a:p>
            <a:pPr>
              <a:buNone/>
            </a:pPr>
            <a:r>
              <a:rPr lang="de-DE" b="1" err="1"/>
              <a:t>ClientSocketService</a:t>
            </a:r>
            <a:r>
              <a:rPr lang="de-DE"/>
              <a:t>: Jeder Client nutzt diesen Dienst, um Nachrichten mit dem Server zu senden und zu empfangen.</a:t>
            </a:r>
          </a:p>
          <a:p>
            <a:pPr>
              <a:buNone/>
            </a:pPr>
            <a:r>
              <a:rPr lang="de-DE" b="1"/>
              <a:t>Controller-Schicht</a:t>
            </a:r>
            <a:r>
              <a:rPr lang="de-DE"/>
              <a:t>: JavaFX-Controller steuern die UI-Logik und kommunizieren über den Socket-Service.</a:t>
            </a:r>
          </a:p>
          <a:p>
            <a:pPr>
              <a:buNone/>
            </a:pPr>
            <a:r>
              <a:rPr lang="de-DE" b="1"/>
              <a:t>FXML/UI-Schicht</a:t>
            </a:r>
            <a:r>
              <a:rPr lang="de-DE"/>
              <a:t>: Die Benutzeroberfläche reagiert auf den Zustand der Controller und bildet alle Benutzerinteraktionen ab.</a:t>
            </a:r>
          </a:p>
          <a:p>
            <a:endParaRPr lang="de-DE"/>
          </a:p>
        </p:txBody>
      </p:sp>
    </p:spTree>
    <p:extLst>
      <p:ext uri="{BB962C8B-B14F-4D97-AF65-F5344CB8AC3E}">
        <p14:creationId xmlns:p14="http://schemas.microsoft.com/office/powerpoint/2010/main" val="6131961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sz="1100" b="0" i="0" u="none" strike="noStrike">
                <a:solidFill>
                  <a:schemeClr val="tx1"/>
                </a:solidFill>
                <a:effectLst/>
                <a:latin typeface="Titillium Web" pitchFamily="2" charset="77"/>
              </a:rPr>
              <a:t>Von der präzisen Planung über die Entwicklung einer Java-basierten Benutzeroberfläche bis hin zu intensiven Tests und der finalen Installation.</a:t>
            </a:r>
            <a:br>
              <a:rPr lang="de-DE" sz="1100">
                <a:solidFill>
                  <a:schemeClr val="tx1"/>
                </a:solidFill>
                <a:latin typeface="Titillium Web" pitchFamily="2" charset="77"/>
              </a:rPr>
            </a:br>
            <a:r>
              <a:rPr lang="de-DE" sz="1100" b="0" i="0" u="none" strike="noStrike">
                <a:solidFill>
                  <a:schemeClr val="tx1"/>
                </a:solidFill>
                <a:effectLst/>
                <a:latin typeface="Titillium Web" pitchFamily="2" charset="77"/>
              </a:rPr>
              <a:t>So stellen wir sicher, dass das Entertainment-System reibungslos in die Bordumgebung integriert wird und höchste Ansprüche erfüllt</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de-DE" sz="1100" noProof="1">
              <a:solidFill>
                <a:schemeClr val="tx1"/>
              </a:solidFill>
              <a:latin typeface="Titillium Web" pitchFamily="2" charset="77"/>
              <a:ea typeface="Roboto"/>
              <a:cs typeface="Roboto"/>
              <a:sym typeface="Roboto"/>
            </a:endParaRPr>
          </a:p>
          <a:p>
            <a:endParaRPr lang="de-DE"/>
          </a:p>
        </p:txBody>
      </p:sp>
    </p:spTree>
    <p:extLst>
      <p:ext uri="{BB962C8B-B14F-4D97-AF65-F5344CB8AC3E}">
        <p14:creationId xmlns:p14="http://schemas.microsoft.com/office/powerpoint/2010/main" val="21041396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a:extLst>
            <a:ext uri="{FF2B5EF4-FFF2-40B4-BE49-F238E27FC236}">
              <a16:creationId xmlns:a16="http://schemas.microsoft.com/office/drawing/2014/main" id="{A9BDDAAA-B69A-923D-CFB6-649A7881768A}"/>
            </a:ext>
          </a:extLst>
        </p:cNvPr>
        <p:cNvGrpSpPr/>
        <p:nvPr/>
      </p:nvGrpSpPr>
      <p:grpSpPr>
        <a:xfrm>
          <a:off x="0" y="0"/>
          <a:ext cx="0" cy="0"/>
          <a:chOff x="0" y="0"/>
          <a:chExt cx="0" cy="0"/>
        </a:xfrm>
      </p:grpSpPr>
      <p:sp>
        <p:nvSpPr>
          <p:cNvPr id="1503" name="Google Shape;1503;g8a729dda20_1_2:notes">
            <a:extLst>
              <a:ext uri="{FF2B5EF4-FFF2-40B4-BE49-F238E27FC236}">
                <a16:creationId xmlns:a16="http://schemas.microsoft.com/office/drawing/2014/main" id="{AB4FBE50-0BB3-B055-16C4-ACCC9B3577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4" name="Google Shape;1504;g8a729dda20_1_2:notes">
            <a:extLst>
              <a:ext uri="{FF2B5EF4-FFF2-40B4-BE49-F238E27FC236}">
                <a16:creationId xmlns:a16="http://schemas.microsoft.com/office/drawing/2014/main" id="{562CE2D8-E87A-2BC3-15B4-A5C73F82D0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51216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a:t>Ahmed</a:t>
            </a:r>
          </a:p>
        </p:txBody>
      </p:sp>
    </p:spTree>
    <p:extLst>
      <p:ext uri="{BB962C8B-B14F-4D97-AF65-F5344CB8AC3E}">
        <p14:creationId xmlns:p14="http://schemas.microsoft.com/office/powerpoint/2010/main" val="50735900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a:extLst>
            <a:ext uri="{FF2B5EF4-FFF2-40B4-BE49-F238E27FC236}">
              <a16:creationId xmlns:a16="http://schemas.microsoft.com/office/drawing/2014/main" id="{97ACF49E-16A3-DD6E-B22C-8079F1093CAF}"/>
            </a:ext>
          </a:extLst>
        </p:cNvPr>
        <p:cNvGrpSpPr/>
        <p:nvPr/>
      </p:nvGrpSpPr>
      <p:grpSpPr>
        <a:xfrm>
          <a:off x="0" y="0"/>
          <a:ext cx="0" cy="0"/>
          <a:chOff x="0" y="0"/>
          <a:chExt cx="0" cy="0"/>
        </a:xfrm>
      </p:grpSpPr>
      <p:sp>
        <p:nvSpPr>
          <p:cNvPr id="1795" name="Google Shape;1795;ge770d784c7_0_11:notes">
            <a:extLst>
              <a:ext uri="{FF2B5EF4-FFF2-40B4-BE49-F238E27FC236}">
                <a16:creationId xmlns:a16="http://schemas.microsoft.com/office/drawing/2014/main" id="{95758C49-E02A-4F9F-2B9B-6F34F33022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e770d784c7_0_11:notes">
            <a:extLst>
              <a:ext uri="{FF2B5EF4-FFF2-40B4-BE49-F238E27FC236}">
                <a16:creationId xmlns:a16="http://schemas.microsoft.com/office/drawing/2014/main" id="{0EC49FF6-2E86-8ADE-A494-63FBBF5E7F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Tim</a:t>
            </a:r>
            <a:endParaRPr/>
          </a:p>
        </p:txBody>
      </p:sp>
    </p:spTree>
    <p:extLst>
      <p:ext uri="{BB962C8B-B14F-4D97-AF65-F5344CB8AC3E}">
        <p14:creationId xmlns:p14="http://schemas.microsoft.com/office/powerpoint/2010/main" val="249382103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a:p>
        </p:txBody>
      </p:sp>
    </p:spTree>
    <p:extLst>
      <p:ext uri="{BB962C8B-B14F-4D97-AF65-F5344CB8AC3E}">
        <p14:creationId xmlns:p14="http://schemas.microsoft.com/office/powerpoint/2010/main" val="130735850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en-GB" err="1"/>
              <a:t>Diese</a:t>
            </a:r>
            <a:r>
              <a:rPr lang="en-GB"/>
              <a:t> </a:t>
            </a:r>
            <a:r>
              <a:rPr lang="en-GB" err="1"/>
              <a:t>Frustrationen</a:t>
            </a:r>
            <a:r>
              <a:rPr lang="en-GB"/>
              <a:t> </a:t>
            </a:r>
            <a:r>
              <a:rPr lang="en-GB" err="1"/>
              <a:t>lassen</a:t>
            </a:r>
            <a:r>
              <a:rPr lang="en-GB"/>
              <a:t> </a:t>
            </a:r>
            <a:r>
              <a:rPr lang="en-GB" err="1"/>
              <a:t>sich</a:t>
            </a:r>
            <a:r>
              <a:rPr lang="en-GB"/>
              <a:t> auf </a:t>
            </a:r>
            <a:r>
              <a:rPr lang="en-GB" err="1"/>
              <a:t>zwei</a:t>
            </a:r>
            <a:r>
              <a:rPr lang="en-GB"/>
              <a:t> </a:t>
            </a:r>
            <a:r>
              <a:rPr lang="en-GB" err="1"/>
              <a:t>Kernprobleme</a:t>
            </a:r>
            <a:r>
              <a:rPr lang="en-GB"/>
              <a:t> </a:t>
            </a:r>
            <a:r>
              <a:rPr lang="en-GB" err="1"/>
              <a:t>reduzieren</a:t>
            </a:r>
            <a:r>
              <a:rPr lang="en-GB"/>
              <a:t>. </a:t>
            </a:r>
            <a:r>
              <a:rPr lang="en-GB" err="1"/>
              <a:t>Erstens</a:t>
            </a:r>
            <a:r>
              <a:rPr lang="en-GB"/>
              <a:t>: Es </a:t>
            </a:r>
            <a:r>
              <a:rPr lang="en-GB" err="1"/>
              <a:t>gibt</a:t>
            </a:r>
            <a:r>
              <a:rPr lang="en-GB"/>
              <a:t> </a:t>
            </a:r>
            <a:r>
              <a:rPr lang="en-GB" err="1"/>
              <a:t>keine</a:t>
            </a:r>
            <a:r>
              <a:rPr lang="en-GB"/>
              <a:t> </a:t>
            </a:r>
            <a:r>
              <a:rPr lang="en-GB" err="1"/>
              <a:t>Reparaturplanung</a:t>
            </a:r>
            <a:r>
              <a:rPr lang="en-GB"/>
              <a:t> in </a:t>
            </a:r>
            <a:r>
              <a:rPr lang="en-GB" err="1"/>
              <a:t>Echtzeit</a:t>
            </a:r>
            <a:r>
              <a:rPr lang="en-GB"/>
              <a:t>. Bisher </a:t>
            </a:r>
            <a:r>
              <a:rPr lang="en-GB" err="1"/>
              <a:t>musste</a:t>
            </a:r>
            <a:r>
              <a:rPr lang="en-GB"/>
              <a:t> </a:t>
            </a:r>
            <a:r>
              <a:rPr lang="en-GB" err="1"/>
              <a:t>manuell</a:t>
            </a:r>
            <a:r>
              <a:rPr lang="en-GB"/>
              <a:t> </a:t>
            </a:r>
            <a:r>
              <a:rPr lang="en-GB" err="1"/>
              <a:t>koordiniert</a:t>
            </a:r>
            <a:r>
              <a:rPr lang="en-GB"/>
              <a:t> </a:t>
            </a:r>
            <a:r>
              <a:rPr lang="en-GB" err="1"/>
              <a:t>werden</a:t>
            </a:r>
            <a:r>
              <a:rPr lang="en-GB"/>
              <a:t>, </a:t>
            </a:r>
            <a:r>
              <a:rPr lang="en-GB" err="1"/>
              <a:t>welcher</a:t>
            </a:r>
            <a:r>
              <a:rPr lang="en-GB"/>
              <a:t> </a:t>
            </a:r>
            <a:r>
              <a:rPr lang="en-GB" err="1"/>
              <a:t>Techniker</a:t>
            </a:r>
            <a:r>
              <a:rPr lang="en-GB"/>
              <a:t> welches Teil </a:t>
            </a:r>
            <a:r>
              <a:rPr lang="en-GB" err="1"/>
              <a:t>repariert</a:t>
            </a:r>
            <a:r>
              <a:rPr lang="en-GB"/>
              <a:t> und </a:t>
            </a:r>
            <a:r>
              <a:rPr lang="en-GB" err="1"/>
              <a:t>ob</a:t>
            </a:r>
            <a:r>
              <a:rPr lang="en-GB"/>
              <a:t> die Ersatzteilverfügbarkeit </a:t>
            </a:r>
            <a:r>
              <a:rPr lang="en-GB" err="1"/>
              <a:t>überhaupt</a:t>
            </a:r>
            <a:r>
              <a:rPr lang="en-GB"/>
              <a:t> </a:t>
            </a:r>
            <a:r>
              <a:rPr lang="en-GB" err="1"/>
              <a:t>geprüft</a:t>
            </a:r>
            <a:r>
              <a:rPr lang="en-GB"/>
              <a:t> </a:t>
            </a:r>
            <a:r>
              <a:rPr lang="en-GB" err="1"/>
              <a:t>wurde</a:t>
            </a:r>
            <a:r>
              <a:rPr lang="en-GB"/>
              <a:t>. Das </a:t>
            </a:r>
            <a:r>
              <a:rPr lang="en-GB" err="1"/>
              <a:t>birgt</a:t>
            </a:r>
            <a:r>
              <a:rPr lang="en-GB"/>
              <a:t> </a:t>
            </a:r>
            <a:r>
              <a:rPr lang="en-GB" err="1"/>
              <a:t>ein</a:t>
            </a:r>
            <a:r>
              <a:rPr lang="en-GB"/>
              <a:t> </a:t>
            </a:r>
            <a:r>
              <a:rPr lang="en-GB" err="1"/>
              <a:t>hohes</a:t>
            </a:r>
            <a:r>
              <a:rPr lang="en-GB"/>
              <a:t> Risiko für </a:t>
            </a:r>
            <a:r>
              <a:rPr lang="en-GB" err="1"/>
              <a:t>Doppelarbeit</a:t>
            </a:r>
            <a:r>
              <a:rPr lang="en-GB"/>
              <a:t> </a:t>
            </a:r>
            <a:r>
              <a:rPr lang="en-GB" err="1"/>
              <a:t>oder</a:t>
            </a:r>
            <a:r>
              <a:rPr lang="en-GB"/>
              <a:t> – </a:t>
            </a:r>
            <a:r>
              <a:rPr lang="en-GB" err="1"/>
              <a:t>noch</a:t>
            </a:r>
            <a:r>
              <a:rPr lang="en-GB"/>
              <a:t> </a:t>
            </a:r>
            <a:r>
              <a:rPr lang="en-GB" err="1"/>
              <a:t>schlimmer</a:t>
            </a:r>
            <a:r>
              <a:rPr lang="en-GB"/>
              <a:t> – </a:t>
            </a:r>
            <a:r>
              <a:rPr lang="en-GB" err="1"/>
              <a:t>komplett</a:t>
            </a:r>
            <a:r>
              <a:rPr lang="en-GB"/>
              <a:t> </a:t>
            </a:r>
            <a:r>
              <a:rPr lang="en-GB" err="1"/>
              <a:t>vergessene</a:t>
            </a:r>
            <a:r>
              <a:rPr lang="en-GB"/>
              <a:t> </a:t>
            </a:r>
            <a:r>
              <a:rPr lang="en-GB" err="1"/>
              <a:t>Aufgaben</a:t>
            </a:r>
            <a:r>
              <a:rPr lang="en-GB"/>
              <a:t>. </a:t>
            </a:r>
            <a:r>
              <a:rPr lang="en-GB" err="1"/>
              <a:t>Zweitens</a:t>
            </a:r>
            <a:r>
              <a:rPr lang="en-GB"/>
              <a:t>: Das </a:t>
            </a:r>
            <a:r>
              <a:rPr lang="en-GB" err="1"/>
              <a:t>fehlende</a:t>
            </a:r>
            <a:r>
              <a:rPr lang="en-GB"/>
              <a:t> </a:t>
            </a:r>
            <a:r>
              <a:rPr lang="en-GB" err="1"/>
              <a:t>Inventar</a:t>
            </a:r>
            <a:r>
              <a:rPr lang="en-GB"/>
              <a:t>-Tracking. Oft </a:t>
            </a:r>
            <a:r>
              <a:rPr lang="en-GB" err="1"/>
              <a:t>wurde</a:t>
            </a:r>
            <a:r>
              <a:rPr lang="en-GB"/>
              <a:t> erst </a:t>
            </a:r>
            <a:r>
              <a:rPr lang="en-GB" err="1"/>
              <a:t>direkt</a:t>
            </a:r>
            <a:r>
              <a:rPr lang="en-GB"/>
              <a:t> </a:t>
            </a:r>
            <a:r>
              <a:rPr lang="en-GB" err="1"/>
              <a:t>während</a:t>
            </a:r>
            <a:r>
              <a:rPr lang="en-GB"/>
              <a:t> der </a:t>
            </a:r>
            <a:r>
              <a:rPr lang="en-GB" err="1"/>
              <a:t>Reparatur</a:t>
            </a:r>
            <a:r>
              <a:rPr lang="en-GB"/>
              <a:t> </a:t>
            </a:r>
            <a:r>
              <a:rPr lang="en-GB" err="1"/>
              <a:t>bemerkt</a:t>
            </a:r>
            <a:r>
              <a:rPr lang="en-GB"/>
              <a:t>, </a:t>
            </a:r>
            <a:r>
              <a:rPr lang="en-GB" err="1"/>
              <a:t>dass</a:t>
            </a:r>
            <a:r>
              <a:rPr lang="en-GB"/>
              <a:t> </a:t>
            </a:r>
            <a:r>
              <a:rPr lang="en-GB" err="1"/>
              <a:t>Teile</a:t>
            </a:r>
            <a:r>
              <a:rPr lang="en-GB"/>
              <a:t> </a:t>
            </a:r>
            <a:r>
              <a:rPr lang="en-GB" err="1"/>
              <a:t>fehlen</a:t>
            </a:r>
            <a:r>
              <a:rPr lang="en-GB"/>
              <a:t>. Die </a:t>
            </a:r>
            <a:r>
              <a:rPr lang="en-GB" err="1"/>
              <a:t>bisherigen</a:t>
            </a:r>
            <a:r>
              <a:rPr lang="en-GB"/>
              <a:t> </a:t>
            </a:r>
            <a:r>
              <a:rPr lang="en-GB" err="1"/>
              <a:t>Bestellprozesse</a:t>
            </a:r>
            <a:r>
              <a:rPr lang="en-GB"/>
              <a:t> </a:t>
            </a:r>
            <a:r>
              <a:rPr lang="en-GB" err="1"/>
              <a:t>waren</a:t>
            </a:r>
            <a:r>
              <a:rPr lang="en-GB"/>
              <a:t> </a:t>
            </a:r>
            <a:r>
              <a:rPr lang="en-GB" err="1"/>
              <a:t>langsam</a:t>
            </a:r>
            <a:r>
              <a:rPr lang="en-GB"/>
              <a:t> und </a:t>
            </a:r>
            <a:r>
              <a:rPr lang="en-GB" err="1"/>
              <a:t>intransparent</a:t>
            </a:r>
            <a:r>
              <a:rPr lang="en-GB"/>
              <a:t>; es gab </a:t>
            </a:r>
            <a:r>
              <a:rPr lang="en-GB" err="1"/>
              <a:t>kein</a:t>
            </a:r>
            <a:r>
              <a:rPr lang="en-GB"/>
              <a:t> </a:t>
            </a:r>
            <a:r>
              <a:rPr lang="en-GB" err="1"/>
              <a:t>klares</a:t>
            </a:r>
            <a:r>
              <a:rPr lang="en-GB"/>
              <a:t> </a:t>
            </a:r>
            <a:r>
              <a:rPr lang="en-GB" err="1"/>
              <a:t>Statussystem</a:t>
            </a:r>
            <a:r>
              <a:rPr lang="en-GB"/>
              <a:t> von der </a:t>
            </a:r>
            <a:r>
              <a:rPr lang="en-GB" err="1"/>
              <a:t>Anforderung</a:t>
            </a:r>
            <a:r>
              <a:rPr lang="en-GB"/>
              <a:t> </a:t>
            </a:r>
            <a:r>
              <a:rPr lang="en-GB" err="1"/>
              <a:t>über</a:t>
            </a:r>
            <a:r>
              <a:rPr lang="en-GB"/>
              <a:t> die </a:t>
            </a:r>
            <a:r>
              <a:rPr lang="en-GB" err="1"/>
              <a:t>Genehmigung</a:t>
            </a:r>
            <a:r>
              <a:rPr lang="en-GB"/>
              <a:t> bis </a:t>
            </a:r>
            <a:r>
              <a:rPr lang="en-GB" err="1"/>
              <a:t>hin</a:t>
            </a:r>
            <a:r>
              <a:rPr lang="en-GB"/>
              <a:t> </a:t>
            </a:r>
            <a:r>
              <a:rPr lang="en-GB" err="1"/>
              <a:t>zur</a:t>
            </a:r>
            <a:r>
              <a:rPr lang="en-GB"/>
              <a:t> </a:t>
            </a:r>
            <a:r>
              <a:rPr lang="en-GB" err="1"/>
              <a:t>Lieferung</a:t>
            </a:r>
            <a:r>
              <a:rPr lang="en-GB"/>
              <a:t>.</a:t>
            </a:r>
          </a:p>
          <a:p>
            <a:endParaRPr lang="en-GB"/>
          </a:p>
          <a:p>
            <a:r>
              <a:rPr lang="en-GB"/>
              <a:t>Keine </a:t>
            </a:r>
            <a:r>
              <a:rPr lang="en-GB" err="1"/>
              <a:t>Reperaturplanung</a:t>
            </a:r>
            <a:r>
              <a:rPr lang="en-GB"/>
              <a:t> in </a:t>
            </a:r>
            <a:r>
              <a:rPr lang="en-GB" err="1"/>
              <a:t>Echtzeit</a:t>
            </a:r>
            <a:endParaRPr lang="en-GB"/>
          </a:p>
          <a:p>
            <a:r>
              <a:rPr lang="en-GB"/>
              <a:t>Manuell </a:t>
            </a:r>
            <a:r>
              <a:rPr lang="en-GB" err="1"/>
              <a:t>koordinieren</a:t>
            </a:r>
            <a:r>
              <a:rPr lang="en-GB"/>
              <a:t>, </a:t>
            </a:r>
            <a:r>
              <a:rPr lang="en-GB" err="1"/>
              <a:t>wer</a:t>
            </a:r>
            <a:r>
              <a:rPr lang="en-GB"/>
              <a:t> was </a:t>
            </a:r>
            <a:r>
              <a:rPr lang="en-GB" err="1"/>
              <a:t>repariert</a:t>
            </a:r>
            <a:r>
              <a:rPr lang="en-GB"/>
              <a:t> hat</a:t>
            </a:r>
          </a:p>
          <a:p>
            <a:r>
              <a:rPr lang="en-GB"/>
              <a:t>Ersatzteilverfügbarkeit</a:t>
            </a:r>
            <a:endParaRPr lang="de-DE"/>
          </a:p>
        </p:txBody>
      </p:sp>
    </p:spTree>
    <p:extLst>
      <p:ext uri="{BB962C8B-B14F-4D97-AF65-F5344CB8AC3E}">
        <p14:creationId xmlns:p14="http://schemas.microsoft.com/office/powerpoint/2010/main" val="2411301676"/>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A048E-9B9C-ECFA-9676-43EBE1CC449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11C9C9D-54DB-9C7C-43B2-3C788E62527B}"/>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B89A191F-5F6D-55B1-E878-D88BC3DBD801}"/>
              </a:ext>
            </a:extLst>
          </p:cNvPr>
          <p:cNvSpPr>
            <a:spLocks noGrp="1"/>
          </p:cNvSpPr>
          <p:nvPr>
            <p:ph type="body" idx="1"/>
          </p:nvPr>
        </p:nvSpPr>
        <p:spPr/>
        <p:txBody>
          <a:bodyPr/>
          <a:lstStyle/>
          <a:p>
            <a:pPr marL="0" lvl="0" indent="0" algn="l" rtl="0">
              <a:spcBef>
                <a:spcPts val="0"/>
              </a:spcBef>
              <a:spcAft>
                <a:spcPts val="0"/>
              </a:spcAft>
              <a:buNone/>
            </a:pPr>
            <a:r>
              <a:rPr lang="de-DE"/>
              <a:t>Welcher Techniker repariert welches Teil? Ist die Ersatzteil-Verfügbarkeit überhaupt geprüft? Das musste manuell koordiniert werden —</a:t>
            </a:r>
          </a:p>
          <a:p>
            <a:pPr marL="0" lvl="0" indent="0" algn="l" rtl="0">
              <a:spcBef>
                <a:spcPts val="0"/>
              </a:spcBef>
              <a:spcAft>
                <a:spcPts val="0"/>
              </a:spcAft>
              <a:buNone/>
            </a:pPr>
            <a:r>
              <a:rPr lang="de-DE"/>
              <a:t>  mit hohem Risiko für Doppelarbeit oder vergessene Aufgaben.</a:t>
            </a:r>
          </a:p>
          <a:p>
            <a:endParaRPr lang="de-DE"/>
          </a:p>
        </p:txBody>
      </p:sp>
    </p:spTree>
    <p:extLst>
      <p:ext uri="{BB962C8B-B14F-4D97-AF65-F5344CB8AC3E}">
        <p14:creationId xmlns:p14="http://schemas.microsoft.com/office/powerpoint/2010/main" val="1665006767"/>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a:t> </a:t>
            </a:r>
          </a:p>
        </p:txBody>
      </p:sp>
    </p:spTree>
    <p:extLst>
      <p:ext uri="{BB962C8B-B14F-4D97-AF65-F5344CB8AC3E}">
        <p14:creationId xmlns:p14="http://schemas.microsoft.com/office/powerpoint/2010/main" val="400415257"/>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de-DE"/>
              <a:t>Fehlende Teile wurden oft erst bei der Reparatur bemerkt. Bestellprozesse waren langsam und intransparent (kein PENDING → APPROVED → </a:t>
            </a:r>
          </a:p>
          <a:p>
            <a:pPr marL="0" lvl="0" indent="0" algn="l" rtl="0">
              <a:spcBef>
                <a:spcPts val="0"/>
              </a:spcBef>
              <a:spcAft>
                <a:spcPts val="0"/>
              </a:spcAft>
              <a:buNone/>
            </a:pPr>
            <a:r>
              <a:rPr lang="de-DE"/>
              <a:t>  ORDERED → DELIVERED-Status).</a:t>
            </a:r>
          </a:p>
          <a:p>
            <a:endParaRPr lang="en-DE"/>
          </a:p>
        </p:txBody>
      </p:sp>
    </p:spTree>
    <p:extLst>
      <p:ext uri="{BB962C8B-B14F-4D97-AF65-F5344CB8AC3E}">
        <p14:creationId xmlns:p14="http://schemas.microsoft.com/office/powerpoint/2010/main" val="2570453980"/>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a:extLst>
            <a:ext uri="{FF2B5EF4-FFF2-40B4-BE49-F238E27FC236}">
              <a16:creationId xmlns:a16="http://schemas.microsoft.com/office/drawing/2014/main" id="{F144E5C0-7898-CEFD-6E62-47BE4C99471F}"/>
            </a:ext>
          </a:extLst>
        </p:cNvPr>
        <p:cNvGrpSpPr/>
        <p:nvPr/>
      </p:nvGrpSpPr>
      <p:grpSpPr>
        <a:xfrm>
          <a:off x="0" y="0"/>
          <a:ext cx="0" cy="0"/>
          <a:chOff x="0" y="0"/>
          <a:chExt cx="0" cy="0"/>
        </a:xfrm>
      </p:grpSpPr>
      <p:sp>
        <p:nvSpPr>
          <p:cNvPr id="1018" name="Google Shape;1018;ge770d784c7_0_26:notes">
            <a:extLst>
              <a:ext uri="{FF2B5EF4-FFF2-40B4-BE49-F238E27FC236}">
                <a16:creationId xmlns:a16="http://schemas.microsoft.com/office/drawing/2014/main" id="{061A3AB8-2ED9-07A5-8552-18B0938A18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e770d784c7_0_26:notes">
            <a:extLst>
              <a:ext uri="{FF2B5EF4-FFF2-40B4-BE49-F238E27FC236}">
                <a16:creationId xmlns:a16="http://schemas.microsoft.com/office/drawing/2014/main" id="{A42E3E0E-B9B5-70D6-D491-31EA290833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a:t> Problem (vorher)      │                                             Lösung (App)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 zentraler Überblick  │ Main Dashboard mit Echtzeit-Fortschrittsanzeige (</a:t>
            </a:r>
            <a:r>
              <a:rPr lang="de-DE" err="1"/>
              <a:t>ITakeoverProgress</a:t>
            </a:r>
            <a:r>
              <a:rPr lang="de-DE"/>
              <a:t>) für alle 3 Shuttle-Teile          │</a:t>
            </a:r>
          </a:p>
          <a:p>
            <a:pPr marL="0" lvl="0" indent="0" algn="l" rtl="0">
              <a:spcBef>
                <a:spcPts val="0"/>
              </a:spcBef>
              <a:spcAft>
                <a:spcPts val="0"/>
              </a:spcAft>
              <a:buNone/>
            </a:pPr>
            <a:r>
              <a:rPr lang="de-DE"/>
              <a:t>  ├───────────────────────────┼───────────────────────────────────────────────────────────────────────────────────────────────────────┤</a:t>
            </a:r>
          </a:p>
          <a:p>
            <a:pPr marL="0" lvl="0" indent="0" algn="l" rtl="0">
              <a:spcBef>
                <a:spcPts val="0"/>
              </a:spcBef>
              <a:spcAft>
                <a:spcPts val="0"/>
              </a:spcAft>
              <a:buNone/>
            </a:pPr>
            <a:r>
              <a:rPr lang="de-DE"/>
              <a:t>  │ Manuelle                  │ </a:t>
            </a:r>
            <a:r>
              <a:rPr lang="de-DE" err="1"/>
              <a:t>Technician</a:t>
            </a:r>
            <a:r>
              <a:rPr lang="de-DE"/>
              <a:t>-View wertet Sensordaten automatisch aus und klassifiziert OK / WARNING / REPLACE per       │</a:t>
            </a:r>
          </a:p>
          <a:p>
            <a:pPr marL="0" lvl="0" indent="0" algn="l" rtl="0">
              <a:spcBef>
                <a:spcPts val="0"/>
              </a:spcBef>
              <a:spcAft>
                <a:spcPts val="0"/>
              </a:spcAft>
              <a:buNone/>
            </a:pPr>
            <a:r>
              <a:rPr lang="de-DE"/>
              <a:t>  │ Sensor-Auswertung         │ </a:t>
            </a:r>
            <a:r>
              <a:rPr lang="de-DE" err="1"/>
              <a:t>SensorDataService</a:t>
            </a:r>
            <a:r>
              <a:rPr lang="de-DE"/>
              <a:t>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Keine Reparaturplanung    │ Mission Control plant Reparaturaufgaben automatisch via </a:t>
            </a:r>
            <a:r>
              <a:rPr lang="de-DE" err="1"/>
              <a:t>RepairPlanningService</a:t>
            </a:r>
            <a:r>
              <a:rPr lang="de-DE"/>
              <a:t> und weist Techniker zu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 Inventar-Tracking    │ </a:t>
            </a:r>
            <a:r>
              <a:rPr lang="de-DE" err="1"/>
              <a:t>Inventory</a:t>
            </a:r>
            <a:r>
              <a:rPr lang="de-DE"/>
              <a:t>-Modul mit Echtzeit-Bestand und automatischer Statusfarbkodierung (IN_STOCK, LOW,            │</a:t>
            </a:r>
          </a:p>
          <a:p>
            <a:pPr marL="0" lvl="0" indent="0" algn="l" rtl="0">
              <a:spcBef>
                <a:spcPts val="0"/>
              </a:spcBef>
              <a:spcAft>
                <a:spcPts val="0"/>
              </a:spcAft>
              <a:buNone/>
            </a:pPr>
            <a:r>
              <a:rPr lang="de-DE"/>
              <a:t>  │                           │ OUT_OF_STOCK)                                                                                         │</a:t>
            </a:r>
          </a:p>
          <a:p>
            <a:pPr marL="0" lvl="0" indent="0" algn="l" rtl="0">
              <a:spcBef>
                <a:spcPts val="0"/>
              </a:spcBef>
              <a:spcAft>
                <a:spcPts val="0"/>
              </a:spcAft>
              <a:buNone/>
            </a:pPr>
            <a:r>
              <a:rPr lang="de-DE"/>
              <a:t>  ├───────────────────────────┼───────────────────────────────────────────────────────────────────────────────────────────────────────┤</a:t>
            </a:r>
          </a:p>
          <a:p>
            <a:pPr marL="0" lvl="0" indent="0" algn="l" rtl="0">
              <a:spcBef>
                <a:spcPts val="0"/>
              </a:spcBef>
              <a:spcAft>
                <a:spcPts val="0"/>
              </a:spcAft>
              <a:buNone/>
            </a:pPr>
            <a:r>
              <a:rPr lang="de-DE"/>
              <a:t>  │ Intransparente            │ </a:t>
            </a:r>
            <a:r>
              <a:rPr lang="de-DE" err="1"/>
              <a:t>Logistics</a:t>
            </a:r>
            <a:r>
              <a:rPr lang="de-DE"/>
              <a:t>-Workflow mit lückenlosem Status (PENDING → APPROVED → ORDERED → DELIVERED)                  │</a:t>
            </a:r>
          </a:p>
          <a:p>
            <a:pPr marL="0" lvl="0" indent="0" algn="l" rtl="0">
              <a:spcBef>
                <a:spcPts val="0"/>
              </a:spcBef>
              <a:spcAft>
                <a:spcPts val="0"/>
              </a:spcAft>
              <a:buNone/>
            </a:pPr>
            <a:r>
              <a:rPr lang="de-DE"/>
              <a:t>  │ Bestellungen              │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Keine digitalen Freigaben │ Security-Chief-</a:t>
            </a:r>
            <a:r>
              <a:rPr lang="de-DE" err="1"/>
              <a:t>Approval</a:t>
            </a:r>
            <a:r>
              <a:rPr lang="de-DE"/>
              <a:t> pro Shuttle-Teil mit klarem </a:t>
            </a:r>
            <a:r>
              <a:rPr lang="de-DE" err="1"/>
              <a:t>canApprove</a:t>
            </a:r>
            <a:r>
              <a:rPr lang="de-DE"/>
              <a:t>() / </a:t>
            </a:r>
            <a:r>
              <a:rPr lang="de-DE" err="1"/>
              <a:t>approve</a:t>
            </a:r>
            <a:r>
              <a:rPr lang="de-DE"/>
              <a:t>()-Flow und Audit-Trail im  │</a:t>
            </a:r>
          </a:p>
          <a:p>
            <a:pPr marL="0" lvl="0" indent="0" algn="l" rtl="0">
              <a:spcBef>
                <a:spcPts val="0"/>
              </a:spcBef>
              <a:spcAft>
                <a:spcPts val="0"/>
              </a:spcAft>
              <a:buNone/>
            </a:pPr>
            <a:r>
              <a:rPr lang="de-DE"/>
              <a:t>  │                           │ </a:t>
            </a:r>
            <a:r>
              <a:rPr lang="de-DE" err="1"/>
              <a:t>TicketStore</a:t>
            </a:r>
            <a:r>
              <a:rPr lang="de-DE"/>
              <a:t>                                                                                           │</a:t>
            </a:r>
          </a:p>
          <a:p>
            <a:pPr marL="0" lvl="0" indent="0" algn="l" rtl="0">
              <a:spcBef>
                <a:spcPts val="0"/>
              </a:spcBef>
              <a:spcAft>
                <a:spcPts val="0"/>
              </a:spcAft>
              <a:buNone/>
            </a:pPr>
            <a:r>
              <a:rPr lang="de-DE"/>
              <a:t>  ├───────────────────────────┼───────────────────────────────────────────────────────────────────────────────────────────────────────┤</a:t>
            </a:r>
          </a:p>
          <a:p>
            <a:pPr marL="0" lvl="0" indent="0" algn="l" rtl="0">
              <a:spcBef>
                <a:spcPts val="0"/>
              </a:spcBef>
              <a:spcAft>
                <a:spcPts val="0"/>
              </a:spcAft>
              <a:buNone/>
            </a:pPr>
            <a:r>
              <a:rPr lang="de-DE"/>
              <a:t>  │ Reaktive Wartung          │ </a:t>
            </a:r>
            <a:r>
              <a:rPr lang="de-DE" err="1"/>
              <a:t>Predictive</a:t>
            </a:r>
            <a:r>
              <a:rPr lang="de-DE"/>
              <a:t> Analysis erkennt Sensor-Trends über 5 Flughistorien und warnt, bevor Grenzwerte            │</a:t>
            </a:r>
          </a:p>
          <a:p>
            <a:pPr marL="0" lvl="0" indent="0" algn="l" rtl="0">
              <a:spcBef>
                <a:spcPts val="0"/>
              </a:spcBef>
              <a:spcAft>
                <a:spcPts val="0"/>
              </a:spcAft>
              <a:buNone/>
            </a:pPr>
            <a:r>
              <a:rPr lang="de-DE"/>
              <a:t>  │                           │ überschritten werden                                                                                  │</a:t>
            </a:r>
          </a:p>
          <a:p>
            <a:pPr marL="0" lvl="0" indent="0" algn="l" rtl="0">
              <a:spcBef>
                <a:spcPts val="0"/>
              </a:spcBef>
              <a:spcAft>
                <a:spcPts val="0"/>
              </a:spcAft>
              <a:buNone/>
            </a:pPr>
            <a:r>
              <a:rPr lang="de-DE"/>
              <a:t>  ├───────────────────────────┼───────────────────────────────────────────────────────────────────────────────────────────────────────┤</a:t>
            </a:r>
          </a:p>
          <a:p>
            <a:pPr marL="0" lvl="0" indent="0" algn="l" rtl="0">
              <a:spcBef>
                <a:spcPts val="0"/>
              </a:spcBef>
              <a:spcAft>
                <a:spcPts val="0"/>
              </a:spcAft>
              <a:buNone/>
            </a:pPr>
            <a:r>
              <a:rPr lang="de-DE"/>
              <a:t>  │ Phasenchaos               │ Phasenverwaltung (Landing → Sensor </a:t>
            </a:r>
            <a:r>
              <a:rPr lang="de-DE" err="1"/>
              <a:t>Loading</a:t>
            </a:r>
            <a:r>
              <a:rPr lang="de-DE"/>
              <a:t> → Operational) mit automatischem </a:t>
            </a:r>
            <a:r>
              <a:rPr lang="de-DE" err="1"/>
              <a:t>Timer</a:t>
            </a:r>
            <a:r>
              <a:rPr lang="de-DE"/>
              <a:t> und                 │</a:t>
            </a:r>
          </a:p>
          <a:p>
            <a:pPr marL="0" lvl="0" indent="0" algn="l" rtl="0">
              <a:spcBef>
                <a:spcPts val="0"/>
              </a:spcBef>
              <a:spcAft>
                <a:spcPts val="0"/>
              </a:spcAft>
              <a:buNone/>
            </a:pPr>
            <a:r>
              <a:rPr lang="de-DE"/>
              <a:t>  │                           │ Zugriffssteuerung pro Phase                                                                           │</a:t>
            </a:r>
          </a:p>
          <a:p>
            <a:pPr marL="0" lvl="0" indent="0" algn="l" rtl="0">
              <a:spcBef>
                <a:spcPts val="0"/>
              </a:spcBef>
              <a:spcAft>
                <a:spcPts val="0"/>
              </a:spcAft>
              <a:buNone/>
            </a:pPr>
            <a:r>
              <a:rPr lang="de-DE"/>
              <a:t>  ├───────────────────────────┼───────────────────────────────────────────────────────────────────────────────────────────────────────┤</a:t>
            </a:r>
          </a:p>
          <a:p>
            <a:pPr marL="0" lvl="0" indent="0" algn="l" rtl="0">
              <a:spcBef>
                <a:spcPts val="0"/>
              </a:spcBef>
              <a:spcAft>
                <a:spcPts val="0"/>
              </a:spcAft>
              <a:buNone/>
            </a:pPr>
            <a:r>
              <a:rPr lang="de-DE"/>
              <a:t>  │ Kein Rollenmanagement     │ Rollenbasierter Zugriff — Security Chief, </a:t>
            </a:r>
            <a:r>
              <a:rPr lang="de-DE" err="1"/>
              <a:t>Technician</a:t>
            </a:r>
            <a:r>
              <a:rPr lang="de-DE"/>
              <a:t>, Planner, </a:t>
            </a:r>
            <a:r>
              <a:rPr lang="de-DE" err="1"/>
              <a:t>Logistics</a:t>
            </a:r>
            <a:r>
              <a:rPr lang="de-DE"/>
              <a:t> sehen und dürfen nur ihre    │</a:t>
            </a:r>
          </a:p>
          <a:p>
            <a:pPr marL="0" lvl="0" indent="0" algn="l" rtl="0">
              <a:spcBef>
                <a:spcPts val="0"/>
              </a:spcBef>
              <a:spcAft>
                <a:spcPts val="0"/>
              </a:spcAft>
              <a:buNone/>
            </a:pPr>
            <a:r>
              <a:rPr lang="de-DE"/>
              <a:t>  │                           │ Bereiche                                                                                              │</a:t>
            </a:r>
          </a:p>
          <a:p>
            <a:pPr marL="0" lvl="0" indent="0" algn="l" rtl="0">
              <a:spcBef>
                <a:spcPts val="0"/>
              </a:spcBef>
              <a:spcAft>
                <a:spcPts val="0"/>
              </a:spcAft>
              <a:buNone/>
            </a:pPr>
            <a:r>
              <a:rPr lang="de-DE"/>
              <a:t>  └───────────────────────────┴─────────────</a:t>
            </a:r>
            <a:endParaRPr/>
          </a:p>
        </p:txBody>
      </p:sp>
    </p:spTree>
    <p:extLst>
      <p:ext uri="{BB962C8B-B14F-4D97-AF65-F5344CB8AC3E}">
        <p14:creationId xmlns:p14="http://schemas.microsoft.com/office/powerpoint/2010/main" val="702405735"/>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a:extLst>
            <a:ext uri="{FF2B5EF4-FFF2-40B4-BE49-F238E27FC236}">
              <a16:creationId xmlns:a16="http://schemas.microsoft.com/office/drawing/2014/main" id="{8C274AE2-3D37-3C49-1D44-12F682E783B0}"/>
            </a:ext>
          </a:extLst>
        </p:cNvPr>
        <p:cNvGrpSpPr/>
        <p:nvPr/>
      </p:nvGrpSpPr>
      <p:grpSpPr>
        <a:xfrm>
          <a:off x="0" y="0"/>
          <a:ext cx="0" cy="0"/>
          <a:chOff x="0" y="0"/>
          <a:chExt cx="0" cy="0"/>
        </a:xfrm>
      </p:grpSpPr>
      <p:sp>
        <p:nvSpPr>
          <p:cNvPr id="962" name="Google Shape;962;g88e79ad853_1_214:notes">
            <a:extLst>
              <a:ext uri="{FF2B5EF4-FFF2-40B4-BE49-F238E27FC236}">
                <a16:creationId xmlns:a16="http://schemas.microsoft.com/office/drawing/2014/main" id="{DE3ABF7C-F438-9C34-6C74-4D497E0599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88e79ad853_1_214:notes">
            <a:extLst>
              <a:ext uri="{FF2B5EF4-FFF2-40B4-BE49-F238E27FC236}">
                <a16:creationId xmlns:a16="http://schemas.microsoft.com/office/drawing/2014/main" id="{1F128CD0-2EF0-B12C-49AA-09D1107D30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p>
          <a:p>
            <a:pPr algn="l">
              <a:buNone/>
            </a:pPr>
            <a:r>
              <a:rPr lang="de-DE" b="1" i="0" u="none" strike="noStrike">
                <a:solidFill>
                  <a:srgbClr val="000000"/>
                </a:solidFill>
                <a:effectLst/>
              </a:rPr>
              <a:t>  Wie hilft die App, den Turnaround effizienter zu gestalten?</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1. Automatische Reparaturplanung</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r>
              <a:rPr lang="de-DE" b="1" i="0" u="none" strike="noStrike" err="1">
                <a:solidFill>
                  <a:srgbClr val="000000"/>
                </a:solidFill>
                <a:effectLst/>
              </a:rPr>
              <a:t>RepairPlanningService</a:t>
            </a:r>
            <a:r>
              <a:rPr lang="de-DE" b="1" i="0" u="none" strike="noStrike">
                <a:solidFill>
                  <a:srgbClr val="000000"/>
                </a:solidFill>
                <a:effectLst/>
              </a:rPr>
              <a:t> analysiert Sensordaten und erzeugt automatisch Reparaturaufgaben — kein manuelles Auswerten von Sensoren nötig.</a:t>
            </a:r>
          </a:p>
          <a:p>
            <a:pPr algn="l">
              <a:buNone/>
            </a:pPr>
            <a:r>
              <a:rPr lang="de-DE" b="1" i="0" u="none" strike="noStrike">
                <a:solidFill>
                  <a:srgbClr val="000000"/>
                </a:solidFill>
                <a:effectLst/>
              </a:rPr>
              <a:t>  Jede Aufgabe ist sofort mit dem benötigten Ersatzteil und dem Lagerbestand verknüpft.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2. Klare Rollentrennung (kein Chaos, kein Doppelarbeiten)</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p>
          <a:p>
            <a:pPr algn="l">
              <a:buNone/>
            </a:pPr>
            <a:r>
              <a:rPr lang="de-DE" b="1" i="0" u="none" strike="noStrike">
                <a:solidFill>
                  <a:srgbClr val="000000"/>
                </a:solidFill>
                <a:effectLst/>
              </a:rPr>
              <a:t>  │     Rolle      │               Zuständigkeit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a:t>
            </a:r>
            <a:r>
              <a:rPr lang="de-DE" b="1" i="0" u="none" strike="noStrike" err="1">
                <a:solidFill>
                  <a:srgbClr val="000000"/>
                </a:solidFill>
                <a:effectLst/>
              </a:rPr>
              <a:t>Technician</a:t>
            </a:r>
            <a:r>
              <a:rPr lang="de-DE" b="1" i="0" u="none" strike="noStrike">
                <a:solidFill>
                  <a:srgbClr val="000000"/>
                </a:solidFill>
                <a:effectLst/>
              </a:rPr>
              <a:t>     │ Führt Reparaturen durch, hakt Aufgaben ab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Security Chief │ Genehmigt Teile und gibt Abschnitte frei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Planner        │ Verwaltet den 3-Tage-Zeitplan             │</a:t>
            </a:r>
          </a:p>
          <a:p>
            <a:pPr algn="l">
              <a:buNone/>
            </a:pPr>
            <a:r>
              <a:rPr lang="de-DE" b="1" i="0" u="none" strike="noStrike">
                <a:solidFill>
                  <a:srgbClr val="000000"/>
                </a:solidFill>
                <a:effectLst/>
              </a:rPr>
              <a:t>  ├────────────────┼───────────────────────────────────────────┤</a:t>
            </a:r>
          </a:p>
          <a:p>
            <a:pPr algn="l">
              <a:buNone/>
            </a:pPr>
            <a:r>
              <a:rPr lang="de-DE" b="1" i="0" u="none" strike="noStrike">
                <a:solidFill>
                  <a:srgbClr val="000000"/>
                </a:solidFill>
                <a:effectLst/>
              </a:rPr>
              <a:t>  │ </a:t>
            </a:r>
            <a:r>
              <a:rPr lang="de-DE" b="1" i="0" u="none" strike="noStrike" err="1">
                <a:solidFill>
                  <a:srgbClr val="000000"/>
                </a:solidFill>
                <a:effectLst/>
              </a:rPr>
              <a:t>Logistics</a:t>
            </a:r>
            <a:r>
              <a:rPr lang="de-DE" b="1" i="0" u="none" strike="noStrike">
                <a:solidFill>
                  <a:srgbClr val="000000"/>
                </a:solidFill>
                <a:effectLst/>
              </a:rPr>
              <a:t>      │ Bestellt fehlende Ersatzteile             │</a:t>
            </a:r>
          </a:p>
          <a:p>
            <a:pPr algn="l">
              <a:buNone/>
            </a:pPr>
            <a:r>
              <a:rPr lang="de-DE" b="1" i="0" u="none" strike="noStrike">
                <a:solidFill>
                  <a:srgbClr val="000000"/>
                </a:solidFill>
                <a:effectLst/>
              </a:rPr>
              <a:t>  └────────────────┴───────────────────────────────────────────┘</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Jede Rolle sieht nur ihre relevanten Module — kein Informations-</a:t>
            </a:r>
            <a:r>
              <a:rPr lang="de-DE" b="1" i="0" u="none" strike="noStrike" err="1">
                <a:solidFill>
                  <a:srgbClr val="000000"/>
                </a:solidFill>
                <a:effectLst/>
              </a:rPr>
              <a:t>Overload</a:t>
            </a:r>
            <a:r>
              <a:rPr lang="de-DE" b="1" i="0" u="none" strike="noStrike">
                <a:solidFill>
                  <a:srgbClr val="000000"/>
                </a:solidFill>
                <a:effectLst/>
              </a:rPr>
              <a: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3. Echtzeit-Fortschrittsanzeige</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Das Dashboard zeigt den Gesamtfortschritt (0 % → 100 % über 3 Shuttle-Teile) und den Schedule-Status (ON_TIME, HOURS_BEHIND, DAY_BEHIND)</a:t>
            </a:r>
          </a:p>
          <a:p>
            <a:pPr algn="l">
              <a:buNone/>
            </a:pPr>
            <a:r>
              <a:rPr lang="de-DE" b="1" i="0" u="none" strike="noStrike">
                <a:solidFill>
                  <a:srgbClr val="000000"/>
                </a:solidFill>
                <a:effectLst/>
              </a:rPr>
              <a:t>   — sofort erkennbar, ob der Turnaround im Plan liegt.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4. Integrierter </a:t>
            </a:r>
            <a:r>
              <a:rPr lang="de-DE" b="1" i="0" u="none" strike="noStrike" err="1">
                <a:solidFill>
                  <a:srgbClr val="000000"/>
                </a:solidFill>
                <a:effectLst/>
              </a:rPr>
              <a:t>Logistics</a:t>
            </a:r>
            <a:r>
              <a:rPr lang="de-DE" b="1" i="0" u="none" strike="noStrike">
                <a:solidFill>
                  <a:srgbClr val="000000"/>
                </a:solidFill>
                <a:effectLst/>
              </a:rPr>
              <a:t>-Workflow</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Wenn ein Ersatzteil OUT_OF_STOCK ist:</a:t>
            </a:r>
          </a:p>
          <a:p>
            <a:pPr algn="l">
              <a:buNone/>
            </a:pPr>
            <a:r>
              <a:rPr lang="de-DE" b="1" i="0" u="none" strike="noStrike">
                <a:solidFill>
                  <a:srgbClr val="000000"/>
                </a:solidFill>
                <a:effectLst/>
              </a:rPr>
              <a:t>  Techniker bestellt → Security Chief genehmigt →</a:t>
            </a:r>
          </a:p>
          <a:p>
            <a:pPr algn="l">
              <a:buNone/>
            </a:pPr>
            <a:r>
              <a:rPr lang="de-DE" b="1" i="0" u="none" strike="noStrike">
                <a:solidFill>
                  <a:srgbClr val="000000"/>
                </a:solidFill>
                <a:effectLst/>
              </a:rPr>
              <a:t>  Lieferung kommt (simuliert) → Lager wird automatisch aktualisiert</a:t>
            </a:r>
          </a:p>
          <a:p>
            <a:pPr algn="l">
              <a:buNone/>
            </a:pPr>
            <a:r>
              <a:rPr lang="de-DE" b="1" i="0" u="none" strike="noStrike">
                <a:solidFill>
                  <a:srgbClr val="000000"/>
                </a:solidFill>
                <a:effectLst/>
              </a:rPr>
              <a:t>  Kein Medienbruch, keine manuelle Lagerbuchhaltung.</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5. Prädiktive Analyse (Frühwarnsystem)</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r>
              <a:rPr lang="de-DE" b="1" i="0" u="none" strike="noStrike" err="1">
                <a:solidFill>
                  <a:srgbClr val="000000"/>
                </a:solidFill>
                <a:effectLst/>
              </a:rPr>
              <a:t>PredictiveAnalysisService</a:t>
            </a:r>
            <a:r>
              <a:rPr lang="de-DE" b="1" i="0" u="none" strike="noStrike">
                <a:solidFill>
                  <a:srgbClr val="000000"/>
                </a:solidFill>
                <a:effectLst/>
              </a:rPr>
              <a:t> wertet 5 vergangene Flüge aus und berechnet für jeden Sensor, in wie vielen Flügen der Grenzwert überschritten</a:t>
            </a:r>
          </a:p>
          <a:p>
            <a:pPr algn="l">
              <a:buNone/>
            </a:pPr>
            <a:r>
              <a:rPr lang="de-DE" b="1" i="0" u="none" strike="noStrike">
                <a:solidFill>
                  <a:srgbClr val="000000"/>
                </a:solidFill>
                <a:effectLst/>
              </a:rPr>
              <a:t>   wird. Das Team kann Ersatzteile prophylaktisch bestellen, bevor beim nächsten Turnaround ein Engpass entsteht.</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6. 3-Tage-Zeitplan mit Umplanung</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Der interaktive Zeitplan zeigt alle Aufgaben nach Tag und Zeitfenster. Aufgaben können Mitarbeitern zugewiesen und umgeplant werden —</a:t>
            </a:r>
          </a:p>
          <a:p>
            <a:pPr algn="l">
              <a:buNone/>
            </a:pPr>
            <a:r>
              <a:rPr lang="de-DE" b="1" i="0" u="none" strike="noStrike">
                <a:solidFill>
                  <a:srgbClr val="000000"/>
                </a:solidFill>
                <a:effectLst/>
              </a:rPr>
              <a:t>  alles in einer Ansicht, ohne externe Tabellen.</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7. Vollständiges Wartungsprotokoll</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Jede abgeschlossene Reparatur wird als </a:t>
            </a:r>
            <a:r>
              <a:rPr lang="de-DE" b="1" i="0" u="none" strike="noStrike" err="1">
                <a:solidFill>
                  <a:srgbClr val="000000"/>
                </a:solidFill>
                <a:effectLst/>
              </a:rPr>
              <a:t>MaintenanceTicket</a:t>
            </a:r>
            <a:r>
              <a:rPr lang="de-DE" b="1" i="0" u="none" strike="noStrike">
                <a:solidFill>
                  <a:srgbClr val="000000"/>
                </a:solidFill>
                <a:effectLst/>
              </a:rPr>
              <a:t> gespeichert (</a:t>
            </a:r>
            <a:r>
              <a:rPr lang="de-DE" b="1" i="0" u="none" strike="noStrike" err="1">
                <a:solidFill>
                  <a:srgbClr val="000000"/>
                </a:solidFill>
                <a:effectLst/>
              </a:rPr>
              <a:t>History</a:t>
            </a:r>
            <a:r>
              <a:rPr lang="de-DE" b="1" i="0" u="none" strike="noStrike">
                <a:solidFill>
                  <a:srgbClr val="000000"/>
                </a:solidFill>
                <a:effectLst/>
              </a:rPr>
              <a:t>-Modul). Das schafft lückenlose Nachvollziehbarkeit für</a:t>
            </a:r>
          </a:p>
          <a:p>
            <a:pPr algn="l">
              <a:buNone/>
            </a:pPr>
            <a:r>
              <a:rPr lang="de-DE" b="1" i="0" u="none" strike="noStrike">
                <a:solidFill>
                  <a:srgbClr val="000000"/>
                </a:solidFill>
                <a:effectLst/>
              </a:rPr>
              <a:t>  Audits und Folgeprojekte.</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a:t>
            </a:r>
          </a:p>
          <a:p>
            <a:pPr algn="l">
              <a:buNone/>
            </a:pPr>
            <a:r>
              <a:rPr lang="de-DE" b="1" i="0" u="none" strike="noStrike">
                <a:solidFill>
                  <a:srgbClr val="000000"/>
                </a:solidFill>
                <a:effectLst/>
              </a:rPr>
              <a:t>  Zusammenfassung in einem Satz</a:t>
            </a:r>
          </a:p>
          <a:p>
            <a:pPr algn="l">
              <a:buNone/>
            </a:pPr>
            <a:endParaRPr lang="de-DE" b="1" i="0" u="none" strike="noStrike">
              <a:solidFill>
                <a:srgbClr val="000000"/>
              </a:solidFill>
              <a:effectLst/>
            </a:endParaRPr>
          </a:p>
          <a:p>
            <a:pPr algn="l">
              <a:buNone/>
            </a:pPr>
            <a:r>
              <a:rPr lang="de-DE" b="1" i="0" u="none" strike="noStrike">
                <a:solidFill>
                  <a:srgbClr val="000000"/>
                </a:solidFill>
                <a:effectLst/>
              </a:rPr>
              <a:t>  Die App digitalisiert und automatisiert den kompletten Shuttle-Turnaround — von der automatischen Schadenserkennung über die</a:t>
            </a:r>
          </a:p>
          <a:p>
            <a:pPr algn="l">
              <a:buNone/>
            </a:pPr>
            <a:r>
              <a:rPr lang="de-DE" b="1" i="0" u="none" strike="noStrike">
                <a:solidFill>
                  <a:srgbClr val="000000"/>
                </a:solidFill>
                <a:effectLst/>
              </a:rPr>
              <a:t>  rollengenaue </a:t>
            </a:r>
            <a:r>
              <a:rPr lang="de-DE" b="1" i="0" u="none" strike="noStrike" err="1">
                <a:solidFill>
                  <a:srgbClr val="000000"/>
                </a:solidFill>
                <a:effectLst/>
              </a:rPr>
              <a:t>Aufgabenverteilu</a:t>
            </a:r>
            <a:endParaRPr/>
          </a:p>
        </p:txBody>
      </p:sp>
    </p:spTree>
    <p:extLst>
      <p:ext uri="{BB962C8B-B14F-4D97-AF65-F5344CB8AC3E}">
        <p14:creationId xmlns:p14="http://schemas.microsoft.com/office/powerpoint/2010/main" val="28331137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0.xml"/><Relationship Id="rId4" Type="http://schemas.openxmlformats.org/officeDocument/2006/relationships/image" Target="../media/image1.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70000"/>
          </a:blip>
          <a:srcRect t="15525" r="15874" b="23683"/>
          <a:stretch/>
        </p:blipFill>
        <p:spPr>
          <a:xfrm rot="10800000">
            <a:off x="-27677" y="-39549"/>
            <a:ext cx="7168277" cy="5179949"/>
          </a:xfrm>
          <a:prstGeom prst="rect">
            <a:avLst/>
          </a:prstGeom>
          <a:noFill/>
          <a:ln>
            <a:noFill/>
          </a:ln>
        </p:spPr>
      </p:pic>
      <p:pic>
        <p:nvPicPr>
          <p:cNvPr id="10" name="Google Shape;10;p2"/>
          <p:cNvPicPr preferRelativeResize="0"/>
          <p:nvPr/>
        </p:nvPicPr>
        <p:blipFill rotWithShape="1">
          <a:blip r:embed="rId3">
            <a:alphaModFix amt="70000"/>
          </a:blip>
          <a:srcRect l="53211" t="8875"/>
          <a:stretch/>
        </p:blipFill>
        <p:spPr>
          <a:xfrm rot="5400000">
            <a:off x="3309612" y="-1948438"/>
            <a:ext cx="3986774" cy="7765051"/>
          </a:xfrm>
          <a:prstGeom prst="rect">
            <a:avLst/>
          </a:prstGeom>
          <a:noFill/>
          <a:ln>
            <a:noFill/>
          </a:ln>
        </p:spPr>
      </p:pic>
      <p:pic>
        <p:nvPicPr>
          <p:cNvPr id="11" name="Google Shape;11;p2"/>
          <p:cNvPicPr preferRelativeResize="0"/>
          <p:nvPr/>
        </p:nvPicPr>
        <p:blipFill rotWithShape="1">
          <a:blip r:embed="rId4">
            <a:alphaModFix amt="70000"/>
          </a:blip>
          <a:srcRect l="68206"/>
          <a:stretch/>
        </p:blipFill>
        <p:spPr>
          <a:xfrm rot="5400000" flipH="1">
            <a:off x="3200826" y="-435229"/>
            <a:ext cx="2709149" cy="8521200"/>
          </a:xfrm>
          <a:prstGeom prst="rect">
            <a:avLst/>
          </a:prstGeom>
          <a:noFill/>
          <a:ln>
            <a:noFill/>
          </a:ln>
        </p:spPr>
      </p:pic>
      <p:sp>
        <p:nvSpPr>
          <p:cNvPr id="12" name="Google Shape;12;p2"/>
          <p:cNvSpPr txBox="1">
            <a:spLocks noGrp="1"/>
          </p:cNvSpPr>
          <p:nvPr>
            <p:ph type="ctrTitle"/>
          </p:nvPr>
        </p:nvSpPr>
        <p:spPr>
          <a:xfrm>
            <a:off x="2138300" y="1267550"/>
            <a:ext cx="48672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13" name="Google Shape;13;p2"/>
          <p:cNvSpPr txBox="1">
            <a:spLocks noGrp="1"/>
          </p:cNvSpPr>
          <p:nvPr>
            <p:ph type="subTitle" idx="1"/>
          </p:nvPr>
        </p:nvSpPr>
        <p:spPr>
          <a:xfrm>
            <a:off x="3369576" y="3320147"/>
            <a:ext cx="24048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4" name="Google Shape;14;p2"/>
          <p:cNvGrpSpPr/>
          <p:nvPr/>
        </p:nvGrpSpPr>
        <p:grpSpPr>
          <a:xfrm>
            <a:off x="297175" y="333425"/>
            <a:ext cx="8340288" cy="4512338"/>
            <a:chOff x="373375" y="333425"/>
            <a:chExt cx="8340288" cy="4512338"/>
          </a:xfrm>
        </p:grpSpPr>
        <p:sp>
          <p:nvSpPr>
            <p:cNvPr id="15" name="Google Shape;15;p2"/>
            <p:cNvSpPr/>
            <p:nvPr/>
          </p:nvSpPr>
          <p:spPr>
            <a:xfrm>
              <a:off x="773425" y="6077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73375" y="31841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274525" y="4489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584925" y="5728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271725" y="3334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434275" y="17478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25875" y="44327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437363" y="34079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53563" y="45865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683888" y="27769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065013" y="4234213"/>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395563" y="4351163"/>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741713" y="4569463"/>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pic>
        <p:nvPicPr>
          <p:cNvPr id="29" name="Google Shape;29;p3"/>
          <p:cNvPicPr preferRelativeResize="0"/>
          <p:nvPr/>
        </p:nvPicPr>
        <p:blipFill rotWithShape="1">
          <a:blip r:embed="rId2">
            <a:alphaModFix amt="70000"/>
          </a:blip>
          <a:srcRect t="19816" b="19822"/>
          <a:stretch/>
        </p:blipFill>
        <p:spPr>
          <a:xfrm>
            <a:off x="311400" y="0"/>
            <a:ext cx="8521200" cy="5143498"/>
          </a:xfrm>
          <a:prstGeom prst="rect">
            <a:avLst/>
          </a:prstGeom>
          <a:noFill/>
          <a:ln>
            <a:noFill/>
          </a:ln>
        </p:spPr>
      </p:pic>
      <p:sp>
        <p:nvSpPr>
          <p:cNvPr id="30" name="Google Shape;30;p3"/>
          <p:cNvSpPr/>
          <p:nvPr/>
        </p:nvSpPr>
        <p:spPr>
          <a:xfrm flipH="1">
            <a:off x="311088" y="142685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437363" y="13553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flipH="1">
            <a:off x="7571538" y="7498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1195263" y="7949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flipH="1">
            <a:off x="1403138" y="1474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3153263" y="656900"/>
            <a:ext cx="138000" cy="138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flipH="1">
            <a:off x="6522263" y="1954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5421513" y="6567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flipH="1">
            <a:off x="8124063" y="24336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flipH="1">
            <a:off x="8472438" y="36661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flipH="1">
            <a:off x="8299063" y="44327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flipH="1">
            <a:off x="202425" y="36056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flipH="1">
            <a:off x="1952375" y="47218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flipH="1">
            <a:off x="1114175" y="42817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flipH="1">
            <a:off x="713225" y="25026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3645725" y="4404013"/>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flipH="1">
            <a:off x="6838425" y="4358688"/>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a:off x="5145225" y="4721863"/>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txBox="1">
            <a:spLocks noGrp="1"/>
          </p:cNvSpPr>
          <p:nvPr>
            <p:ph type="title"/>
          </p:nvPr>
        </p:nvSpPr>
        <p:spPr>
          <a:xfrm>
            <a:off x="2002475" y="2382993"/>
            <a:ext cx="51390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9" name="Google Shape;49;p3"/>
          <p:cNvSpPr txBox="1">
            <a:spLocks noGrp="1"/>
          </p:cNvSpPr>
          <p:nvPr>
            <p:ph type="title" idx="2" hasCustomPrompt="1"/>
          </p:nvPr>
        </p:nvSpPr>
        <p:spPr>
          <a:xfrm>
            <a:off x="3645725" y="1190127"/>
            <a:ext cx="1852500" cy="93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200"/>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50" name="Google Shape;50;p3"/>
          <p:cNvSpPr txBox="1">
            <a:spLocks noGrp="1"/>
          </p:cNvSpPr>
          <p:nvPr>
            <p:ph type="subTitle" idx="1"/>
          </p:nvPr>
        </p:nvSpPr>
        <p:spPr>
          <a:xfrm>
            <a:off x="3108500" y="3160773"/>
            <a:ext cx="29271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 name="Google Shape;51;p3"/>
          <p:cNvSpPr/>
          <p:nvPr/>
        </p:nvSpPr>
        <p:spPr>
          <a:xfrm flipH="1">
            <a:off x="1728663" y="17855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flipH="1">
            <a:off x="1571375" y="35197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flipH="1">
            <a:off x="6961938" y="15880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pic>
        <p:nvPicPr>
          <p:cNvPr id="88" name="Google Shape;88;p6"/>
          <p:cNvPicPr preferRelativeResize="0"/>
          <p:nvPr/>
        </p:nvPicPr>
        <p:blipFill rotWithShape="1">
          <a:blip r:embed="rId2">
            <a:alphaModFix amt="70000"/>
          </a:blip>
          <a:srcRect l="81914" t="39397"/>
          <a:stretch/>
        </p:blipFill>
        <p:spPr>
          <a:xfrm rot="5400000">
            <a:off x="4814762" y="-2363762"/>
            <a:ext cx="2010950" cy="6738475"/>
          </a:xfrm>
          <a:prstGeom prst="rect">
            <a:avLst/>
          </a:prstGeom>
          <a:noFill/>
          <a:ln>
            <a:noFill/>
          </a:ln>
        </p:spPr>
      </p:pic>
      <p:pic>
        <p:nvPicPr>
          <p:cNvPr id="89" name="Google Shape;89;p6"/>
          <p:cNvPicPr preferRelativeResize="0"/>
          <p:nvPr/>
        </p:nvPicPr>
        <p:blipFill rotWithShape="1">
          <a:blip r:embed="rId3">
            <a:alphaModFix amt="70000"/>
          </a:blip>
          <a:srcRect l="81736" b="41978"/>
          <a:stretch/>
        </p:blipFill>
        <p:spPr>
          <a:xfrm rot="5400000">
            <a:off x="2202561" y="-2230237"/>
            <a:ext cx="2030726" cy="6451651"/>
          </a:xfrm>
          <a:prstGeom prst="rect">
            <a:avLst/>
          </a:prstGeom>
          <a:noFill/>
          <a:ln>
            <a:noFill/>
          </a:ln>
        </p:spPr>
      </p:pic>
      <p:sp>
        <p:nvSpPr>
          <p:cNvPr id="90" name="Google Shape;90;p6"/>
          <p:cNvSpPr/>
          <p:nvPr/>
        </p:nvSpPr>
        <p:spPr>
          <a:xfrm rot="10800000" flipH="1">
            <a:off x="8808200" y="1326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rot="10800000" flipH="1">
            <a:off x="407000" y="330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6"/>
          <p:cNvSpPr/>
          <p:nvPr/>
        </p:nvSpPr>
        <p:spPr>
          <a:xfrm rot="10800000" flipH="1">
            <a:off x="1501550" y="1020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6"/>
          <p:cNvSpPr/>
          <p:nvPr/>
        </p:nvSpPr>
        <p:spPr>
          <a:xfrm rot="10800000" flipH="1">
            <a:off x="7560450" y="2331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rot="10800000" flipH="1">
            <a:off x="2919263" y="-959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rot="10800000" flipH="1">
            <a:off x="6216400" y="-431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rot="10800000" flipH="1">
            <a:off x="5337050" y="2001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txBox="1">
            <a:spLocks noGrp="1"/>
          </p:cNvSpPr>
          <p:nvPr>
            <p:ph type="title"/>
          </p:nvPr>
        </p:nvSpPr>
        <p:spPr>
          <a:xfrm>
            <a:off x="1371600" y="540000"/>
            <a:ext cx="6400800" cy="899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8"/>
        <p:cNvGrpSpPr/>
        <p:nvPr/>
      </p:nvGrpSpPr>
      <p:grpSpPr>
        <a:xfrm>
          <a:off x="0" y="0"/>
          <a:ext cx="0" cy="0"/>
          <a:chOff x="0" y="0"/>
          <a:chExt cx="0" cy="0"/>
        </a:xfrm>
      </p:grpSpPr>
      <p:pic>
        <p:nvPicPr>
          <p:cNvPr id="99" name="Google Shape;99;p7"/>
          <p:cNvPicPr preferRelativeResize="0"/>
          <p:nvPr/>
        </p:nvPicPr>
        <p:blipFill rotWithShape="1">
          <a:blip r:embed="rId2">
            <a:alphaModFix amt="70000"/>
          </a:blip>
          <a:srcRect l="68574" t="68024"/>
          <a:stretch/>
        </p:blipFill>
        <p:spPr>
          <a:xfrm rot="-5400000" flipH="1">
            <a:off x="22626" y="-30526"/>
            <a:ext cx="3494275" cy="3555326"/>
          </a:xfrm>
          <a:prstGeom prst="rect">
            <a:avLst/>
          </a:prstGeom>
          <a:noFill/>
          <a:ln>
            <a:noFill/>
          </a:ln>
        </p:spPr>
      </p:pic>
      <p:pic>
        <p:nvPicPr>
          <p:cNvPr id="100" name="Google Shape;100;p7"/>
          <p:cNvPicPr preferRelativeResize="0"/>
          <p:nvPr/>
        </p:nvPicPr>
        <p:blipFill rotWithShape="1">
          <a:blip r:embed="rId3">
            <a:alphaModFix amt="70000"/>
          </a:blip>
          <a:srcRect l="80410" b="30400"/>
          <a:stretch/>
        </p:blipFill>
        <p:spPr>
          <a:xfrm rot="5400000" flipH="1">
            <a:off x="2088186" y="1398186"/>
            <a:ext cx="1642176" cy="5834352"/>
          </a:xfrm>
          <a:prstGeom prst="rect">
            <a:avLst/>
          </a:prstGeom>
          <a:noFill/>
          <a:ln>
            <a:noFill/>
          </a:ln>
        </p:spPr>
      </p:pic>
      <p:pic>
        <p:nvPicPr>
          <p:cNvPr id="101" name="Google Shape;101;p7"/>
          <p:cNvPicPr preferRelativeResize="0"/>
          <p:nvPr/>
        </p:nvPicPr>
        <p:blipFill rotWithShape="1">
          <a:blip r:embed="rId4">
            <a:alphaModFix amt="70000"/>
          </a:blip>
          <a:srcRect l="64209" t="40121" b="13618"/>
          <a:stretch/>
        </p:blipFill>
        <p:spPr>
          <a:xfrm flipH="1">
            <a:off x="5164425" y="0"/>
            <a:ext cx="3979574" cy="5143498"/>
          </a:xfrm>
          <a:prstGeom prst="rect">
            <a:avLst/>
          </a:prstGeom>
          <a:noFill/>
          <a:ln>
            <a:noFill/>
          </a:ln>
        </p:spPr>
      </p:pic>
      <p:sp>
        <p:nvSpPr>
          <p:cNvPr id="102" name="Google Shape;102;p7"/>
          <p:cNvSpPr/>
          <p:nvPr/>
        </p:nvSpPr>
        <p:spPr>
          <a:xfrm flipH="1">
            <a:off x="8340897" y="2322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7"/>
          <p:cNvSpPr/>
          <p:nvPr/>
        </p:nvSpPr>
        <p:spPr>
          <a:xfrm flipH="1">
            <a:off x="7907447" y="1837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7"/>
          <p:cNvSpPr/>
          <p:nvPr/>
        </p:nvSpPr>
        <p:spPr>
          <a:xfrm flipH="1">
            <a:off x="425597" y="995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7"/>
          <p:cNvSpPr/>
          <p:nvPr/>
        </p:nvSpPr>
        <p:spPr>
          <a:xfrm flipH="1">
            <a:off x="356597" y="27435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7"/>
          <p:cNvSpPr/>
          <p:nvPr/>
        </p:nvSpPr>
        <p:spPr>
          <a:xfrm flipH="1">
            <a:off x="8545297" y="9090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7"/>
          <p:cNvSpPr/>
          <p:nvPr/>
        </p:nvSpPr>
        <p:spPr>
          <a:xfrm flipH="1">
            <a:off x="560835"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flipH="1">
            <a:off x="356310"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7"/>
          <p:cNvSpPr/>
          <p:nvPr/>
        </p:nvSpPr>
        <p:spPr>
          <a:xfrm flipH="1">
            <a:off x="1307860"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flipH="1">
            <a:off x="989522" y="2401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7"/>
          <p:cNvSpPr txBox="1">
            <a:spLocks noGrp="1"/>
          </p:cNvSpPr>
          <p:nvPr>
            <p:ph type="title"/>
          </p:nvPr>
        </p:nvSpPr>
        <p:spPr>
          <a:xfrm>
            <a:off x="5355638" y="1517325"/>
            <a:ext cx="2944500" cy="986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12" name="Google Shape;112;p7"/>
          <p:cNvSpPr txBox="1">
            <a:spLocks noGrp="1"/>
          </p:cNvSpPr>
          <p:nvPr>
            <p:ph type="body" idx="1"/>
          </p:nvPr>
        </p:nvSpPr>
        <p:spPr>
          <a:xfrm>
            <a:off x="5355638" y="2501475"/>
            <a:ext cx="2944500" cy="11247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3"/>
        <p:cNvGrpSpPr/>
        <p:nvPr/>
      </p:nvGrpSpPr>
      <p:grpSpPr>
        <a:xfrm>
          <a:off x="0" y="0"/>
          <a:ext cx="0" cy="0"/>
          <a:chOff x="0" y="0"/>
          <a:chExt cx="0" cy="0"/>
        </a:xfrm>
      </p:grpSpPr>
      <p:pic>
        <p:nvPicPr>
          <p:cNvPr id="114" name="Google Shape;114;p8"/>
          <p:cNvPicPr preferRelativeResize="0"/>
          <p:nvPr/>
        </p:nvPicPr>
        <p:blipFill rotWithShape="1">
          <a:blip r:embed="rId2">
            <a:alphaModFix amt="70000"/>
          </a:blip>
          <a:srcRect t="12178" r="9362" b="27200"/>
          <a:stretch/>
        </p:blipFill>
        <p:spPr>
          <a:xfrm>
            <a:off x="1420475" y="-14150"/>
            <a:ext cx="7723526" cy="5165477"/>
          </a:xfrm>
          <a:prstGeom prst="rect">
            <a:avLst/>
          </a:prstGeom>
          <a:noFill/>
          <a:ln>
            <a:noFill/>
          </a:ln>
        </p:spPr>
      </p:pic>
      <p:pic>
        <p:nvPicPr>
          <p:cNvPr id="115" name="Google Shape;115;p8"/>
          <p:cNvPicPr preferRelativeResize="0"/>
          <p:nvPr/>
        </p:nvPicPr>
        <p:blipFill rotWithShape="1">
          <a:blip r:embed="rId3">
            <a:alphaModFix amt="70000"/>
          </a:blip>
          <a:srcRect l="56961" t="16149"/>
          <a:stretch/>
        </p:blipFill>
        <p:spPr>
          <a:xfrm rot="-5400000">
            <a:off x="1734286" y="-254987"/>
            <a:ext cx="3667301" cy="7145323"/>
          </a:xfrm>
          <a:prstGeom prst="rect">
            <a:avLst/>
          </a:prstGeom>
          <a:noFill/>
          <a:ln>
            <a:noFill/>
          </a:ln>
        </p:spPr>
      </p:pic>
      <p:pic>
        <p:nvPicPr>
          <p:cNvPr id="116" name="Google Shape;116;p8"/>
          <p:cNvPicPr preferRelativeResize="0"/>
          <p:nvPr/>
        </p:nvPicPr>
        <p:blipFill rotWithShape="1">
          <a:blip r:embed="rId4">
            <a:alphaModFix amt="70000"/>
          </a:blip>
          <a:srcRect l="65323" t="2884"/>
          <a:stretch/>
        </p:blipFill>
        <p:spPr>
          <a:xfrm rot="-5400000" flipH="1">
            <a:off x="2650974" y="-2674574"/>
            <a:ext cx="2954875" cy="8275723"/>
          </a:xfrm>
          <a:prstGeom prst="rect">
            <a:avLst/>
          </a:prstGeom>
          <a:noFill/>
          <a:ln>
            <a:noFill/>
          </a:ln>
        </p:spPr>
      </p:pic>
      <p:sp>
        <p:nvSpPr>
          <p:cNvPr id="117" name="Google Shape;117;p8"/>
          <p:cNvSpPr/>
          <p:nvPr/>
        </p:nvSpPr>
        <p:spPr>
          <a:xfrm flipH="1">
            <a:off x="361213" y="112425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8"/>
          <p:cNvSpPr/>
          <p:nvPr/>
        </p:nvSpPr>
        <p:spPr>
          <a:xfrm flipH="1">
            <a:off x="7592288" y="4715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8"/>
          <p:cNvSpPr/>
          <p:nvPr/>
        </p:nvSpPr>
        <p:spPr>
          <a:xfrm flipH="1">
            <a:off x="8467163" y="11932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flipH="1">
            <a:off x="1082663" y="5617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flipH="1">
            <a:off x="1932263" y="3546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a:off x="6208538" y="333575"/>
            <a:ext cx="138000" cy="138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a:off x="4879513" y="5872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a:off x="3252113" y="3334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flipH="1">
            <a:off x="8124063" y="24336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p:nvPr/>
        </p:nvSpPr>
        <p:spPr>
          <a:xfrm flipH="1">
            <a:off x="7903013" y="355875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flipH="1">
            <a:off x="8124063" y="45343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p:nvPr/>
        </p:nvSpPr>
        <p:spPr>
          <a:xfrm flipH="1">
            <a:off x="976175" y="30612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8"/>
          <p:cNvSpPr/>
          <p:nvPr/>
        </p:nvSpPr>
        <p:spPr>
          <a:xfrm flipH="1">
            <a:off x="1492500" y="43350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flipH="1">
            <a:off x="587400" y="40575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flipH="1">
            <a:off x="499225" y="21207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rot="10800000">
            <a:off x="3335150" y="4603488"/>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flipH="1">
            <a:off x="6346550" y="4672638"/>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rot="10800000">
            <a:off x="5155825" y="4335013"/>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txBox="1">
            <a:spLocks noGrp="1"/>
          </p:cNvSpPr>
          <p:nvPr>
            <p:ph type="title"/>
          </p:nvPr>
        </p:nvSpPr>
        <p:spPr>
          <a:xfrm>
            <a:off x="2002500" y="1547550"/>
            <a:ext cx="5139000" cy="2048400"/>
          </a:xfrm>
          <a:prstGeom prst="rect">
            <a:avLst/>
          </a:prstGeom>
        </p:spPr>
        <p:txBody>
          <a:bodyPr spcFirstLastPara="1" wrap="square" lIns="91425" tIns="91425" rIns="91425" bIns="91425" anchor="ctr" anchorCtr="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7"/>
        <p:cNvGrpSpPr/>
        <p:nvPr/>
      </p:nvGrpSpPr>
      <p:grpSpPr>
        <a:xfrm>
          <a:off x="0" y="0"/>
          <a:ext cx="0" cy="0"/>
          <a:chOff x="0" y="0"/>
          <a:chExt cx="0" cy="0"/>
        </a:xfrm>
      </p:grpSpPr>
      <p:sp>
        <p:nvSpPr>
          <p:cNvPr id="148" name="Google Shape;148;p10"/>
          <p:cNvSpPr txBox="1">
            <a:spLocks noGrp="1"/>
          </p:cNvSpPr>
          <p:nvPr>
            <p:ph type="title"/>
          </p:nvPr>
        </p:nvSpPr>
        <p:spPr>
          <a:xfrm>
            <a:off x="4243650" y="681350"/>
            <a:ext cx="4138500" cy="1182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7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_2">
    <p:spTree>
      <p:nvGrpSpPr>
        <p:cNvPr id="1" name="Shape 177"/>
        <p:cNvGrpSpPr/>
        <p:nvPr/>
      </p:nvGrpSpPr>
      <p:grpSpPr>
        <a:xfrm>
          <a:off x="0" y="0"/>
          <a:ext cx="0" cy="0"/>
          <a:chOff x="0" y="0"/>
          <a:chExt cx="0" cy="0"/>
        </a:xfrm>
      </p:grpSpPr>
      <p:pic>
        <p:nvPicPr>
          <p:cNvPr id="178" name="Google Shape;178;p13"/>
          <p:cNvPicPr preferRelativeResize="0"/>
          <p:nvPr/>
        </p:nvPicPr>
        <p:blipFill rotWithShape="1">
          <a:blip r:embed="rId2">
            <a:alphaModFix amt="70000"/>
          </a:blip>
          <a:srcRect l="68574" t="68024"/>
          <a:stretch/>
        </p:blipFill>
        <p:spPr>
          <a:xfrm rot="-5400000" flipH="1">
            <a:off x="22626" y="-30526"/>
            <a:ext cx="3494275" cy="3555326"/>
          </a:xfrm>
          <a:prstGeom prst="rect">
            <a:avLst/>
          </a:prstGeom>
          <a:noFill/>
          <a:ln>
            <a:noFill/>
          </a:ln>
        </p:spPr>
      </p:pic>
      <p:pic>
        <p:nvPicPr>
          <p:cNvPr id="179" name="Google Shape;179;p13"/>
          <p:cNvPicPr preferRelativeResize="0"/>
          <p:nvPr/>
        </p:nvPicPr>
        <p:blipFill rotWithShape="1">
          <a:blip r:embed="rId3">
            <a:alphaModFix amt="70000"/>
          </a:blip>
          <a:srcRect l="80410" b="30400"/>
          <a:stretch/>
        </p:blipFill>
        <p:spPr>
          <a:xfrm rot="5400000" flipH="1">
            <a:off x="2088186" y="1398186"/>
            <a:ext cx="1642176" cy="5834352"/>
          </a:xfrm>
          <a:prstGeom prst="rect">
            <a:avLst/>
          </a:prstGeom>
          <a:noFill/>
          <a:ln>
            <a:noFill/>
          </a:ln>
        </p:spPr>
      </p:pic>
      <p:pic>
        <p:nvPicPr>
          <p:cNvPr id="180" name="Google Shape;180;p13"/>
          <p:cNvPicPr preferRelativeResize="0"/>
          <p:nvPr/>
        </p:nvPicPr>
        <p:blipFill rotWithShape="1">
          <a:blip r:embed="rId4">
            <a:alphaModFix amt="70000"/>
          </a:blip>
          <a:srcRect l="64209" t="40121" b="13618"/>
          <a:stretch/>
        </p:blipFill>
        <p:spPr>
          <a:xfrm flipH="1">
            <a:off x="5164425" y="0"/>
            <a:ext cx="3979574" cy="5143498"/>
          </a:xfrm>
          <a:prstGeom prst="rect">
            <a:avLst/>
          </a:prstGeom>
          <a:noFill/>
          <a:ln>
            <a:noFill/>
          </a:ln>
        </p:spPr>
      </p:pic>
      <p:sp>
        <p:nvSpPr>
          <p:cNvPr id="181" name="Google Shape;181;p13"/>
          <p:cNvSpPr/>
          <p:nvPr/>
        </p:nvSpPr>
        <p:spPr>
          <a:xfrm flipH="1">
            <a:off x="8340897" y="2322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p:cNvSpPr/>
          <p:nvPr/>
        </p:nvSpPr>
        <p:spPr>
          <a:xfrm flipH="1">
            <a:off x="7907447" y="1837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3"/>
          <p:cNvSpPr/>
          <p:nvPr/>
        </p:nvSpPr>
        <p:spPr>
          <a:xfrm flipH="1">
            <a:off x="425597" y="995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3"/>
          <p:cNvSpPr/>
          <p:nvPr/>
        </p:nvSpPr>
        <p:spPr>
          <a:xfrm flipH="1">
            <a:off x="356597" y="27435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3"/>
          <p:cNvSpPr/>
          <p:nvPr/>
        </p:nvSpPr>
        <p:spPr>
          <a:xfrm flipH="1">
            <a:off x="8545297" y="9090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3"/>
          <p:cNvSpPr/>
          <p:nvPr/>
        </p:nvSpPr>
        <p:spPr>
          <a:xfrm flipH="1">
            <a:off x="560835"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3"/>
          <p:cNvSpPr/>
          <p:nvPr/>
        </p:nvSpPr>
        <p:spPr>
          <a:xfrm flipH="1">
            <a:off x="356310"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3"/>
          <p:cNvSpPr/>
          <p:nvPr/>
        </p:nvSpPr>
        <p:spPr>
          <a:xfrm flipH="1">
            <a:off x="1307860"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3"/>
          <p:cNvSpPr/>
          <p:nvPr/>
        </p:nvSpPr>
        <p:spPr>
          <a:xfrm flipH="1">
            <a:off x="989522" y="2401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3"/>
          <p:cNvSpPr txBox="1">
            <a:spLocks noGrp="1"/>
          </p:cNvSpPr>
          <p:nvPr>
            <p:ph type="body" idx="1"/>
          </p:nvPr>
        </p:nvSpPr>
        <p:spPr>
          <a:xfrm>
            <a:off x="6058075" y="3986200"/>
            <a:ext cx="2194200" cy="573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91" name="Google Shape;191;p13"/>
          <p:cNvSpPr txBox="1">
            <a:spLocks noGrp="1"/>
          </p:cNvSpPr>
          <p:nvPr>
            <p:ph type="title" hasCustomPrompt="1"/>
          </p:nvPr>
        </p:nvSpPr>
        <p:spPr>
          <a:xfrm>
            <a:off x="3591600" y="352044"/>
            <a:ext cx="1143000" cy="9327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sz="5000"/>
            </a:lvl1pPr>
            <a:lvl2pPr lvl="1" algn="r" rtl="0">
              <a:spcBef>
                <a:spcPts val="0"/>
              </a:spcBef>
              <a:spcAft>
                <a:spcPts val="0"/>
              </a:spcAft>
              <a:buSzPts val="5000"/>
              <a:buNone/>
              <a:defRPr sz="5000"/>
            </a:lvl2pPr>
            <a:lvl3pPr lvl="2" algn="r" rtl="0">
              <a:spcBef>
                <a:spcPts val="0"/>
              </a:spcBef>
              <a:spcAft>
                <a:spcPts val="0"/>
              </a:spcAft>
              <a:buSzPts val="5000"/>
              <a:buNone/>
              <a:defRPr sz="5000"/>
            </a:lvl3pPr>
            <a:lvl4pPr lvl="3" algn="r" rtl="0">
              <a:spcBef>
                <a:spcPts val="0"/>
              </a:spcBef>
              <a:spcAft>
                <a:spcPts val="0"/>
              </a:spcAft>
              <a:buSzPts val="5000"/>
              <a:buNone/>
              <a:defRPr sz="5000"/>
            </a:lvl4pPr>
            <a:lvl5pPr lvl="4" algn="r" rtl="0">
              <a:spcBef>
                <a:spcPts val="0"/>
              </a:spcBef>
              <a:spcAft>
                <a:spcPts val="0"/>
              </a:spcAft>
              <a:buSzPts val="5000"/>
              <a:buNone/>
              <a:defRPr sz="5000"/>
            </a:lvl5pPr>
            <a:lvl6pPr lvl="5" algn="r" rtl="0">
              <a:spcBef>
                <a:spcPts val="0"/>
              </a:spcBef>
              <a:spcAft>
                <a:spcPts val="0"/>
              </a:spcAft>
              <a:buSzPts val="5000"/>
              <a:buNone/>
              <a:defRPr sz="5000"/>
            </a:lvl6pPr>
            <a:lvl7pPr lvl="6" algn="r" rtl="0">
              <a:spcBef>
                <a:spcPts val="0"/>
              </a:spcBef>
              <a:spcAft>
                <a:spcPts val="0"/>
              </a:spcAft>
              <a:buSzPts val="5000"/>
              <a:buNone/>
              <a:defRPr sz="5000"/>
            </a:lvl7pPr>
            <a:lvl8pPr lvl="7" algn="r" rtl="0">
              <a:spcBef>
                <a:spcPts val="0"/>
              </a:spcBef>
              <a:spcAft>
                <a:spcPts val="0"/>
              </a:spcAft>
              <a:buSzPts val="5000"/>
              <a:buNone/>
              <a:defRPr sz="5000"/>
            </a:lvl8pPr>
            <a:lvl9pPr lvl="8" algn="r" rtl="0">
              <a:spcBef>
                <a:spcPts val="0"/>
              </a:spcBef>
              <a:spcAft>
                <a:spcPts val="0"/>
              </a:spcAft>
              <a:buSzPts val="5000"/>
              <a:buNone/>
              <a:defRPr sz="5000"/>
            </a:lvl9pPr>
          </a:lstStyle>
          <a:p>
            <a:r>
              <a:t>xx%</a:t>
            </a:r>
          </a:p>
        </p:txBody>
      </p:sp>
      <p:sp>
        <p:nvSpPr>
          <p:cNvPr id="192" name="Google Shape;192;p13"/>
          <p:cNvSpPr txBox="1">
            <a:spLocks noGrp="1"/>
          </p:cNvSpPr>
          <p:nvPr>
            <p:ph type="subTitle" idx="2"/>
          </p:nvPr>
        </p:nvSpPr>
        <p:spPr>
          <a:xfrm>
            <a:off x="3591600" y="1459477"/>
            <a:ext cx="2194200" cy="45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000">
                <a:solidFill>
                  <a:schemeClr val="dk1"/>
                </a:solidFill>
              </a:defRPr>
            </a:lvl1pPr>
            <a:lvl2pPr lvl="1" rtl="0">
              <a:lnSpc>
                <a:spcPct val="100000"/>
              </a:lnSpc>
              <a:spcBef>
                <a:spcPts val="0"/>
              </a:spcBef>
              <a:spcAft>
                <a:spcPts val="0"/>
              </a:spcAft>
              <a:buNone/>
              <a:defRPr sz="2400"/>
            </a:lvl2pPr>
            <a:lvl3pPr lvl="2" rtl="0">
              <a:lnSpc>
                <a:spcPct val="100000"/>
              </a:lnSpc>
              <a:spcBef>
                <a:spcPts val="1600"/>
              </a:spcBef>
              <a:spcAft>
                <a:spcPts val="0"/>
              </a:spcAft>
              <a:buNone/>
              <a:defRPr sz="2400"/>
            </a:lvl3pPr>
            <a:lvl4pPr lvl="3" rtl="0">
              <a:lnSpc>
                <a:spcPct val="100000"/>
              </a:lnSpc>
              <a:spcBef>
                <a:spcPts val="1600"/>
              </a:spcBef>
              <a:spcAft>
                <a:spcPts val="0"/>
              </a:spcAft>
              <a:buNone/>
              <a:defRPr sz="2400"/>
            </a:lvl4pPr>
            <a:lvl5pPr lvl="4" rtl="0">
              <a:lnSpc>
                <a:spcPct val="100000"/>
              </a:lnSpc>
              <a:spcBef>
                <a:spcPts val="1600"/>
              </a:spcBef>
              <a:spcAft>
                <a:spcPts val="0"/>
              </a:spcAft>
              <a:buNone/>
              <a:defRPr sz="2400"/>
            </a:lvl5pPr>
            <a:lvl6pPr lvl="5" rtl="0">
              <a:lnSpc>
                <a:spcPct val="100000"/>
              </a:lnSpc>
              <a:spcBef>
                <a:spcPts val="1600"/>
              </a:spcBef>
              <a:spcAft>
                <a:spcPts val="0"/>
              </a:spcAft>
              <a:buNone/>
              <a:defRPr sz="2400"/>
            </a:lvl6pPr>
            <a:lvl7pPr lvl="6" rtl="0">
              <a:lnSpc>
                <a:spcPct val="100000"/>
              </a:lnSpc>
              <a:spcBef>
                <a:spcPts val="1600"/>
              </a:spcBef>
              <a:spcAft>
                <a:spcPts val="0"/>
              </a:spcAft>
              <a:buNone/>
              <a:defRPr sz="2400"/>
            </a:lvl7pPr>
            <a:lvl8pPr lvl="7" rtl="0">
              <a:lnSpc>
                <a:spcPct val="100000"/>
              </a:lnSpc>
              <a:spcBef>
                <a:spcPts val="1600"/>
              </a:spcBef>
              <a:spcAft>
                <a:spcPts val="0"/>
              </a:spcAft>
              <a:buNone/>
              <a:defRPr sz="2400"/>
            </a:lvl8pPr>
            <a:lvl9pPr lvl="8" rtl="0">
              <a:lnSpc>
                <a:spcPct val="100000"/>
              </a:lnSpc>
              <a:spcBef>
                <a:spcPts val="1600"/>
              </a:spcBef>
              <a:spcAft>
                <a:spcPts val="1600"/>
              </a:spcAft>
              <a:buNone/>
              <a:defRPr sz="2400"/>
            </a:lvl9pPr>
          </a:lstStyle>
          <a:p>
            <a:endParaRPr/>
          </a:p>
        </p:txBody>
      </p:sp>
      <p:sp>
        <p:nvSpPr>
          <p:cNvPr id="193" name="Google Shape;193;p13"/>
          <p:cNvSpPr txBox="1">
            <a:spLocks noGrp="1"/>
          </p:cNvSpPr>
          <p:nvPr>
            <p:ph type="title" idx="3" hasCustomPrompt="1"/>
          </p:nvPr>
        </p:nvSpPr>
        <p:spPr>
          <a:xfrm>
            <a:off x="6058075" y="352044"/>
            <a:ext cx="1143000" cy="9327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94" name="Google Shape;194;p13"/>
          <p:cNvSpPr txBox="1">
            <a:spLocks noGrp="1"/>
          </p:cNvSpPr>
          <p:nvPr>
            <p:ph type="subTitle" idx="4"/>
          </p:nvPr>
        </p:nvSpPr>
        <p:spPr>
          <a:xfrm>
            <a:off x="6058075" y="1459477"/>
            <a:ext cx="2194200" cy="45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000">
                <a:solidFill>
                  <a:schemeClr val="dk1"/>
                </a:solidFill>
              </a:defRPr>
            </a:lvl1pPr>
            <a:lvl2pPr lvl="1" rtl="0">
              <a:lnSpc>
                <a:spcPct val="100000"/>
              </a:lnSpc>
              <a:spcBef>
                <a:spcPts val="0"/>
              </a:spcBef>
              <a:spcAft>
                <a:spcPts val="0"/>
              </a:spcAft>
              <a:buNone/>
              <a:defRPr sz="2400"/>
            </a:lvl2pPr>
            <a:lvl3pPr lvl="2" rtl="0">
              <a:lnSpc>
                <a:spcPct val="100000"/>
              </a:lnSpc>
              <a:spcBef>
                <a:spcPts val="1600"/>
              </a:spcBef>
              <a:spcAft>
                <a:spcPts val="0"/>
              </a:spcAft>
              <a:buNone/>
              <a:defRPr sz="2400"/>
            </a:lvl3pPr>
            <a:lvl4pPr lvl="3" rtl="0">
              <a:lnSpc>
                <a:spcPct val="100000"/>
              </a:lnSpc>
              <a:spcBef>
                <a:spcPts val="1600"/>
              </a:spcBef>
              <a:spcAft>
                <a:spcPts val="0"/>
              </a:spcAft>
              <a:buNone/>
              <a:defRPr sz="2400"/>
            </a:lvl4pPr>
            <a:lvl5pPr lvl="4" rtl="0">
              <a:lnSpc>
                <a:spcPct val="100000"/>
              </a:lnSpc>
              <a:spcBef>
                <a:spcPts val="1600"/>
              </a:spcBef>
              <a:spcAft>
                <a:spcPts val="0"/>
              </a:spcAft>
              <a:buNone/>
              <a:defRPr sz="2400"/>
            </a:lvl5pPr>
            <a:lvl6pPr lvl="5" rtl="0">
              <a:lnSpc>
                <a:spcPct val="100000"/>
              </a:lnSpc>
              <a:spcBef>
                <a:spcPts val="1600"/>
              </a:spcBef>
              <a:spcAft>
                <a:spcPts val="0"/>
              </a:spcAft>
              <a:buNone/>
              <a:defRPr sz="2400"/>
            </a:lvl6pPr>
            <a:lvl7pPr lvl="6" rtl="0">
              <a:lnSpc>
                <a:spcPct val="100000"/>
              </a:lnSpc>
              <a:spcBef>
                <a:spcPts val="1600"/>
              </a:spcBef>
              <a:spcAft>
                <a:spcPts val="0"/>
              </a:spcAft>
              <a:buNone/>
              <a:defRPr sz="2400"/>
            </a:lvl7pPr>
            <a:lvl8pPr lvl="7" rtl="0">
              <a:lnSpc>
                <a:spcPct val="100000"/>
              </a:lnSpc>
              <a:spcBef>
                <a:spcPts val="1600"/>
              </a:spcBef>
              <a:spcAft>
                <a:spcPts val="0"/>
              </a:spcAft>
              <a:buNone/>
              <a:defRPr sz="2400"/>
            </a:lvl8pPr>
            <a:lvl9pPr lvl="8" rtl="0">
              <a:lnSpc>
                <a:spcPct val="100000"/>
              </a:lnSpc>
              <a:spcBef>
                <a:spcPts val="1600"/>
              </a:spcBef>
              <a:spcAft>
                <a:spcPts val="1600"/>
              </a:spcAft>
              <a:buNone/>
              <a:defRPr sz="2400"/>
            </a:lvl9pPr>
          </a:lstStyle>
          <a:p>
            <a:endParaRPr/>
          </a:p>
        </p:txBody>
      </p:sp>
      <p:sp>
        <p:nvSpPr>
          <p:cNvPr id="195" name="Google Shape;195;p13"/>
          <p:cNvSpPr txBox="1">
            <a:spLocks noGrp="1"/>
          </p:cNvSpPr>
          <p:nvPr>
            <p:ph type="title" idx="5" hasCustomPrompt="1"/>
          </p:nvPr>
        </p:nvSpPr>
        <p:spPr>
          <a:xfrm>
            <a:off x="3591600" y="2576368"/>
            <a:ext cx="1143000" cy="9327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sz="5000"/>
            </a:lvl1pPr>
            <a:lvl2pPr lvl="1" algn="r" rtl="0">
              <a:spcBef>
                <a:spcPts val="0"/>
              </a:spcBef>
              <a:spcAft>
                <a:spcPts val="0"/>
              </a:spcAft>
              <a:buSzPts val="5000"/>
              <a:buNone/>
              <a:defRPr sz="5000"/>
            </a:lvl2pPr>
            <a:lvl3pPr lvl="2" algn="r" rtl="0">
              <a:spcBef>
                <a:spcPts val="0"/>
              </a:spcBef>
              <a:spcAft>
                <a:spcPts val="0"/>
              </a:spcAft>
              <a:buSzPts val="5000"/>
              <a:buNone/>
              <a:defRPr sz="5000"/>
            </a:lvl3pPr>
            <a:lvl4pPr lvl="3" algn="r" rtl="0">
              <a:spcBef>
                <a:spcPts val="0"/>
              </a:spcBef>
              <a:spcAft>
                <a:spcPts val="0"/>
              </a:spcAft>
              <a:buSzPts val="5000"/>
              <a:buNone/>
              <a:defRPr sz="5000"/>
            </a:lvl4pPr>
            <a:lvl5pPr lvl="4" algn="r" rtl="0">
              <a:spcBef>
                <a:spcPts val="0"/>
              </a:spcBef>
              <a:spcAft>
                <a:spcPts val="0"/>
              </a:spcAft>
              <a:buSzPts val="5000"/>
              <a:buNone/>
              <a:defRPr sz="5000"/>
            </a:lvl5pPr>
            <a:lvl6pPr lvl="5" algn="r" rtl="0">
              <a:spcBef>
                <a:spcPts val="0"/>
              </a:spcBef>
              <a:spcAft>
                <a:spcPts val="0"/>
              </a:spcAft>
              <a:buSzPts val="5000"/>
              <a:buNone/>
              <a:defRPr sz="5000"/>
            </a:lvl6pPr>
            <a:lvl7pPr lvl="6" algn="r" rtl="0">
              <a:spcBef>
                <a:spcPts val="0"/>
              </a:spcBef>
              <a:spcAft>
                <a:spcPts val="0"/>
              </a:spcAft>
              <a:buSzPts val="5000"/>
              <a:buNone/>
              <a:defRPr sz="5000"/>
            </a:lvl7pPr>
            <a:lvl8pPr lvl="7" algn="r" rtl="0">
              <a:spcBef>
                <a:spcPts val="0"/>
              </a:spcBef>
              <a:spcAft>
                <a:spcPts val="0"/>
              </a:spcAft>
              <a:buSzPts val="5000"/>
              <a:buNone/>
              <a:defRPr sz="5000"/>
            </a:lvl8pPr>
            <a:lvl9pPr lvl="8" algn="r" rtl="0">
              <a:spcBef>
                <a:spcPts val="0"/>
              </a:spcBef>
              <a:spcAft>
                <a:spcPts val="0"/>
              </a:spcAft>
              <a:buSzPts val="5000"/>
              <a:buNone/>
              <a:defRPr sz="5000"/>
            </a:lvl9pPr>
          </a:lstStyle>
          <a:p>
            <a:r>
              <a:t>xx%</a:t>
            </a:r>
          </a:p>
        </p:txBody>
      </p:sp>
      <p:sp>
        <p:nvSpPr>
          <p:cNvPr id="196" name="Google Shape;196;p13"/>
          <p:cNvSpPr txBox="1">
            <a:spLocks noGrp="1"/>
          </p:cNvSpPr>
          <p:nvPr>
            <p:ph type="subTitle" idx="6"/>
          </p:nvPr>
        </p:nvSpPr>
        <p:spPr>
          <a:xfrm>
            <a:off x="3591600" y="3683800"/>
            <a:ext cx="2194200" cy="45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000">
                <a:solidFill>
                  <a:schemeClr val="dk1"/>
                </a:solidFill>
              </a:defRPr>
            </a:lvl1pPr>
            <a:lvl2pPr lvl="1" rtl="0">
              <a:lnSpc>
                <a:spcPct val="100000"/>
              </a:lnSpc>
              <a:spcBef>
                <a:spcPts val="0"/>
              </a:spcBef>
              <a:spcAft>
                <a:spcPts val="0"/>
              </a:spcAft>
              <a:buNone/>
              <a:defRPr sz="2400"/>
            </a:lvl2pPr>
            <a:lvl3pPr lvl="2" rtl="0">
              <a:lnSpc>
                <a:spcPct val="100000"/>
              </a:lnSpc>
              <a:spcBef>
                <a:spcPts val="1600"/>
              </a:spcBef>
              <a:spcAft>
                <a:spcPts val="0"/>
              </a:spcAft>
              <a:buNone/>
              <a:defRPr sz="2400"/>
            </a:lvl3pPr>
            <a:lvl4pPr lvl="3" rtl="0">
              <a:lnSpc>
                <a:spcPct val="100000"/>
              </a:lnSpc>
              <a:spcBef>
                <a:spcPts val="1600"/>
              </a:spcBef>
              <a:spcAft>
                <a:spcPts val="0"/>
              </a:spcAft>
              <a:buNone/>
              <a:defRPr sz="2400"/>
            </a:lvl4pPr>
            <a:lvl5pPr lvl="4" rtl="0">
              <a:lnSpc>
                <a:spcPct val="100000"/>
              </a:lnSpc>
              <a:spcBef>
                <a:spcPts val="1600"/>
              </a:spcBef>
              <a:spcAft>
                <a:spcPts val="0"/>
              </a:spcAft>
              <a:buNone/>
              <a:defRPr sz="2400"/>
            </a:lvl5pPr>
            <a:lvl6pPr lvl="5" rtl="0">
              <a:lnSpc>
                <a:spcPct val="100000"/>
              </a:lnSpc>
              <a:spcBef>
                <a:spcPts val="1600"/>
              </a:spcBef>
              <a:spcAft>
                <a:spcPts val="0"/>
              </a:spcAft>
              <a:buNone/>
              <a:defRPr sz="2400"/>
            </a:lvl6pPr>
            <a:lvl7pPr lvl="6" rtl="0">
              <a:lnSpc>
                <a:spcPct val="100000"/>
              </a:lnSpc>
              <a:spcBef>
                <a:spcPts val="1600"/>
              </a:spcBef>
              <a:spcAft>
                <a:spcPts val="0"/>
              </a:spcAft>
              <a:buNone/>
              <a:defRPr sz="2400"/>
            </a:lvl7pPr>
            <a:lvl8pPr lvl="7" rtl="0">
              <a:lnSpc>
                <a:spcPct val="100000"/>
              </a:lnSpc>
              <a:spcBef>
                <a:spcPts val="1600"/>
              </a:spcBef>
              <a:spcAft>
                <a:spcPts val="0"/>
              </a:spcAft>
              <a:buNone/>
              <a:defRPr sz="2400"/>
            </a:lvl8pPr>
            <a:lvl9pPr lvl="8" rtl="0">
              <a:lnSpc>
                <a:spcPct val="100000"/>
              </a:lnSpc>
              <a:spcBef>
                <a:spcPts val="1600"/>
              </a:spcBef>
              <a:spcAft>
                <a:spcPts val="1600"/>
              </a:spcAft>
              <a:buNone/>
              <a:defRPr sz="2400"/>
            </a:lvl9pPr>
          </a:lstStyle>
          <a:p>
            <a:endParaRPr/>
          </a:p>
        </p:txBody>
      </p:sp>
      <p:sp>
        <p:nvSpPr>
          <p:cNvPr id="197" name="Google Shape;197;p13"/>
          <p:cNvSpPr txBox="1">
            <a:spLocks noGrp="1"/>
          </p:cNvSpPr>
          <p:nvPr>
            <p:ph type="title" idx="7" hasCustomPrompt="1"/>
          </p:nvPr>
        </p:nvSpPr>
        <p:spPr>
          <a:xfrm>
            <a:off x="6058075" y="2576368"/>
            <a:ext cx="1143000" cy="9327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98" name="Google Shape;198;p13"/>
          <p:cNvSpPr txBox="1">
            <a:spLocks noGrp="1"/>
          </p:cNvSpPr>
          <p:nvPr>
            <p:ph type="subTitle" idx="8"/>
          </p:nvPr>
        </p:nvSpPr>
        <p:spPr>
          <a:xfrm>
            <a:off x="6058075" y="3683800"/>
            <a:ext cx="2194200" cy="45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000">
                <a:solidFill>
                  <a:schemeClr val="dk1"/>
                </a:solidFill>
              </a:defRPr>
            </a:lvl1pPr>
            <a:lvl2pPr lvl="1" rtl="0">
              <a:lnSpc>
                <a:spcPct val="100000"/>
              </a:lnSpc>
              <a:spcBef>
                <a:spcPts val="0"/>
              </a:spcBef>
              <a:spcAft>
                <a:spcPts val="0"/>
              </a:spcAft>
              <a:buNone/>
              <a:defRPr sz="2400"/>
            </a:lvl2pPr>
            <a:lvl3pPr lvl="2" rtl="0">
              <a:lnSpc>
                <a:spcPct val="100000"/>
              </a:lnSpc>
              <a:spcBef>
                <a:spcPts val="1600"/>
              </a:spcBef>
              <a:spcAft>
                <a:spcPts val="0"/>
              </a:spcAft>
              <a:buNone/>
              <a:defRPr sz="2400"/>
            </a:lvl3pPr>
            <a:lvl4pPr lvl="3" rtl="0">
              <a:lnSpc>
                <a:spcPct val="100000"/>
              </a:lnSpc>
              <a:spcBef>
                <a:spcPts val="1600"/>
              </a:spcBef>
              <a:spcAft>
                <a:spcPts val="0"/>
              </a:spcAft>
              <a:buNone/>
              <a:defRPr sz="2400"/>
            </a:lvl4pPr>
            <a:lvl5pPr lvl="4" rtl="0">
              <a:lnSpc>
                <a:spcPct val="100000"/>
              </a:lnSpc>
              <a:spcBef>
                <a:spcPts val="1600"/>
              </a:spcBef>
              <a:spcAft>
                <a:spcPts val="0"/>
              </a:spcAft>
              <a:buNone/>
              <a:defRPr sz="2400"/>
            </a:lvl5pPr>
            <a:lvl6pPr lvl="5" rtl="0">
              <a:lnSpc>
                <a:spcPct val="100000"/>
              </a:lnSpc>
              <a:spcBef>
                <a:spcPts val="1600"/>
              </a:spcBef>
              <a:spcAft>
                <a:spcPts val="0"/>
              </a:spcAft>
              <a:buNone/>
              <a:defRPr sz="2400"/>
            </a:lvl6pPr>
            <a:lvl7pPr lvl="6" rtl="0">
              <a:lnSpc>
                <a:spcPct val="100000"/>
              </a:lnSpc>
              <a:spcBef>
                <a:spcPts val="1600"/>
              </a:spcBef>
              <a:spcAft>
                <a:spcPts val="0"/>
              </a:spcAft>
              <a:buNone/>
              <a:defRPr sz="2400"/>
            </a:lvl7pPr>
            <a:lvl8pPr lvl="7" rtl="0">
              <a:lnSpc>
                <a:spcPct val="100000"/>
              </a:lnSpc>
              <a:spcBef>
                <a:spcPts val="1600"/>
              </a:spcBef>
              <a:spcAft>
                <a:spcPts val="0"/>
              </a:spcAft>
              <a:buNone/>
              <a:defRPr sz="2400"/>
            </a:lvl8pPr>
            <a:lvl9pPr lvl="8" rtl="0">
              <a:lnSpc>
                <a:spcPct val="100000"/>
              </a:lnSpc>
              <a:spcBef>
                <a:spcPts val="1600"/>
              </a:spcBef>
              <a:spcAft>
                <a:spcPts val="1600"/>
              </a:spcAft>
              <a:buNone/>
              <a:defRPr sz="2400"/>
            </a:lvl9pPr>
          </a:lstStyle>
          <a:p>
            <a:endParaRPr/>
          </a:p>
        </p:txBody>
      </p:sp>
      <p:sp>
        <p:nvSpPr>
          <p:cNvPr id="199" name="Google Shape;199;p13"/>
          <p:cNvSpPr txBox="1">
            <a:spLocks noGrp="1"/>
          </p:cNvSpPr>
          <p:nvPr>
            <p:ph type="body" idx="9"/>
          </p:nvPr>
        </p:nvSpPr>
        <p:spPr>
          <a:xfrm>
            <a:off x="6058075" y="1761877"/>
            <a:ext cx="2194200" cy="573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00" name="Google Shape;200;p13"/>
          <p:cNvSpPr txBox="1">
            <a:spLocks noGrp="1"/>
          </p:cNvSpPr>
          <p:nvPr>
            <p:ph type="body" idx="13"/>
          </p:nvPr>
        </p:nvSpPr>
        <p:spPr>
          <a:xfrm>
            <a:off x="3591600" y="1761877"/>
            <a:ext cx="2194200" cy="573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algn="r" rtl="0">
              <a:spcBef>
                <a:spcPts val="1600"/>
              </a:spcBef>
              <a:spcAft>
                <a:spcPts val="0"/>
              </a:spcAft>
              <a:buSzPts val="1400"/>
              <a:buChar char="○"/>
              <a:defRPr/>
            </a:lvl2pPr>
            <a:lvl3pPr marL="1371600" lvl="2" indent="-317500" algn="r" rtl="0">
              <a:spcBef>
                <a:spcPts val="1600"/>
              </a:spcBef>
              <a:spcAft>
                <a:spcPts val="0"/>
              </a:spcAft>
              <a:buSzPts val="1400"/>
              <a:buChar char="■"/>
              <a:defRPr/>
            </a:lvl3pPr>
            <a:lvl4pPr marL="1828800" lvl="3" indent="-317500" algn="r" rtl="0">
              <a:spcBef>
                <a:spcPts val="1600"/>
              </a:spcBef>
              <a:spcAft>
                <a:spcPts val="0"/>
              </a:spcAft>
              <a:buSzPts val="1400"/>
              <a:buChar char="●"/>
              <a:defRPr/>
            </a:lvl4pPr>
            <a:lvl5pPr marL="2286000" lvl="4" indent="-317500" algn="r" rtl="0">
              <a:spcBef>
                <a:spcPts val="1600"/>
              </a:spcBef>
              <a:spcAft>
                <a:spcPts val="0"/>
              </a:spcAft>
              <a:buSzPts val="1400"/>
              <a:buChar char="○"/>
              <a:defRPr/>
            </a:lvl5pPr>
            <a:lvl6pPr marL="2743200" lvl="5" indent="-317500" algn="r" rtl="0">
              <a:spcBef>
                <a:spcPts val="1600"/>
              </a:spcBef>
              <a:spcAft>
                <a:spcPts val="0"/>
              </a:spcAft>
              <a:buSzPts val="1400"/>
              <a:buChar char="■"/>
              <a:defRPr/>
            </a:lvl6pPr>
            <a:lvl7pPr marL="3200400" lvl="6" indent="-317500" algn="r" rtl="0">
              <a:spcBef>
                <a:spcPts val="1600"/>
              </a:spcBef>
              <a:spcAft>
                <a:spcPts val="0"/>
              </a:spcAft>
              <a:buSzPts val="1400"/>
              <a:buChar char="●"/>
              <a:defRPr/>
            </a:lvl7pPr>
            <a:lvl8pPr marL="3657600" lvl="7" indent="-317500" algn="r" rtl="0">
              <a:spcBef>
                <a:spcPts val="1600"/>
              </a:spcBef>
              <a:spcAft>
                <a:spcPts val="0"/>
              </a:spcAft>
              <a:buSzPts val="1400"/>
              <a:buChar char="○"/>
              <a:defRPr/>
            </a:lvl8pPr>
            <a:lvl9pPr marL="4114800" lvl="8" indent="-317500" algn="r" rtl="0">
              <a:spcBef>
                <a:spcPts val="1600"/>
              </a:spcBef>
              <a:spcAft>
                <a:spcPts val="1600"/>
              </a:spcAft>
              <a:buSzPts val="1400"/>
              <a:buChar char="■"/>
              <a:defRPr/>
            </a:lvl9pPr>
          </a:lstStyle>
          <a:p>
            <a:endParaRPr/>
          </a:p>
        </p:txBody>
      </p:sp>
      <p:sp>
        <p:nvSpPr>
          <p:cNvPr id="201" name="Google Shape;201;p13"/>
          <p:cNvSpPr txBox="1">
            <a:spLocks noGrp="1"/>
          </p:cNvSpPr>
          <p:nvPr>
            <p:ph type="body" idx="14"/>
          </p:nvPr>
        </p:nvSpPr>
        <p:spPr>
          <a:xfrm>
            <a:off x="3591600" y="3986200"/>
            <a:ext cx="2194200" cy="573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algn="r" rtl="0">
              <a:spcBef>
                <a:spcPts val="1600"/>
              </a:spcBef>
              <a:spcAft>
                <a:spcPts val="0"/>
              </a:spcAft>
              <a:buSzPts val="1400"/>
              <a:buChar char="○"/>
              <a:defRPr/>
            </a:lvl2pPr>
            <a:lvl3pPr marL="1371600" lvl="2" indent="-317500" algn="r" rtl="0">
              <a:spcBef>
                <a:spcPts val="1600"/>
              </a:spcBef>
              <a:spcAft>
                <a:spcPts val="0"/>
              </a:spcAft>
              <a:buSzPts val="1400"/>
              <a:buChar char="■"/>
              <a:defRPr/>
            </a:lvl3pPr>
            <a:lvl4pPr marL="1828800" lvl="3" indent="-317500" algn="r" rtl="0">
              <a:spcBef>
                <a:spcPts val="1600"/>
              </a:spcBef>
              <a:spcAft>
                <a:spcPts val="0"/>
              </a:spcAft>
              <a:buSzPts val="1400"/>
              <a:buChar char="●"/>
              <a:defRPr/>
            </a:lvl4pPr>
            <a:lvl5pPr marL="2286000" lvl="4" indent="-317500" algn="r" rtl="0">
              <a:spcBef>
                <a:spcPts val="1600"/>
              </a:spcBef>
              <a:spcAft>
                <a:spcPts val="0"/>
              </a:spcAft>
              <a:buSzPts val="1400"/>
              <a:buChar char="○"/>
              <a:defRPr/>
            </a:lvl5pPr>
            <a:lvl6pPr marL="2743200" lvl="5" indent="-317500" algn="r" rtl="0">
              <a:spcBef>
                <a:spcPts val="1600"/>
              </a:spcBef>
              <a:spcAft>
                <a:spcPts val="0"/>
              </a:spcAft>
              <a:buSzPts val="1400"/>
              <a:buChar char="■"/>
              <a:defRPr/>
            </a:lvl6pPr>
            <a:lvl7pPr marL="3200400" lvl="6" indent="-317500" algn="r" rtl="0">
              <a:spcBef>
                <a:spcPts val="1600"/>
              </a:spcBef>
              <a:spcAft>
                <a:spcPts val="0"/>
              </a:spcAft>
              <a:buSzPts val="1400"/>
              <a:buChar char="●"/>
              <a:defRPr/>
            </a:lvl7pPr>
            <a:lvl8pPr marL="3657600" lvl="7" indent="-317500" algn="r" rtl="0">
              <a:spcBef>
                <a:spcPts val="1600"/>
              </a:spcBef>
              <a:spcAft>
                <a:spcPts val="0"/>
              </a:spcAft>
              <a:buSzPts val="1400"/>
              <a:buChar char="○"/>
              <a:defRPr/>
            </a:lvl8pPr>
            <a:lvl9pPr marL="4114800" lvl="8" indent="-317500" algn="r" rtl="0">
              <a:spcBef>
                <a:spcPts val="1600"/>
              </a:spcBef>
              <a:spcAft>
                <a:spcPts val="1600"/>
              </a:spcAft>
              <a:buSzPts val="1400"/>
              <a:buChar char="■"/>
              <a:defRPr/>
            </a:lvl9pPr>
          </a:lstStyle>
          <a:p>
            <a:endParaRPr/>
          </a:p>
        </p:txBody>
      </p:sp>
      <p:sp>
        <p:nvSpPr>
          <p:cNvPr id="202" name="Google Shape;202;p13"/>
          <p:cNvSpPr txBox="1">
            <a:spLocks noGrp="1"/>
          </p:cNvSpPr>
          <p:nvPr>
            <p:ph type="title" idx="15"/>
          </p:nvPr>
        </p:nvSpPr>
        <p:spPr>
          <a:xfrm>
            <a:off x="720000" y="1545750"/>
            <a:ext cx="2566800" cy="2052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Titillium Web"/>
                <a:ea typeface="Titillium Web"/>
                <a:cs typeface="Titillium Web"/>
                <a:sym typeface="Titillium Web"/>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2">
  <p:cSld name="TITLE_1_2">
    <p:spTree>
      <p:nvGrpSpPr>
        <p:cNvPr id="1" name="Shape 256"/>
        <p:cNvGrpSpPr/>
        <p:nvPr/>
      </p:nvGrpSpPr>
      <p:grpSpPr>
        <a:xfrm>
          <a:off x="0" y="0"/>
          <a:ext cx="0" cy="0"/>
          <a:chOff x="0" y="0"/>
          <a:chExt cx="0" cy="0"/>
        </a:xfrm>
      </p:grpSpPr>
      <p:pic>
        <p:nvPicPr>
          <p:cNvPr id="257" name="Google Shape;257;p17"/>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258" name="Google Shape;258;p17"/>
          <p:cNvPicPr preferRelativeResize="0"/>
          <p:nvPr/>
        </p:nvPicPr>
        <p:blipFill rotWithShape="1">
          <a:blip r:embed="rId3">
            <a:alphaModFix amt="70000"/>
          </a:blip>
          <a:srcRect l="76804" b="30167"/>
          <a:stretch/>
        </p:blipFill>
        <p:spPr>
          <a:xfrm rot="5400000">
            <a:off x="1927139" y="-2014112"/>
            <a:ext cx="1944499" cy="5854123"/>
          </a:xfrm>
          <a:prstGeom prst="rect">
            <a:avLst/>
          </a:prstGeom>
          <a:noFill/>
          <a:ln>
            <a:noFill/>
          </a:ln>
        </p:spPr>
      </p:pic>
      <p:pic>
        <p:nvPicPr>
          <p:cNvPr id="259" name="Google Shape;259;p17"/>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260" name="Google Shape;260;p17"/>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7"/>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7"/>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7"/>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7"/>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7"/>
          <p:cNvSpPr/>
          <p:nvPr/>
        </p:nvSpPr>
        <p:spPr>
          <a:xfrm rot="10800000">
            <a:off x="713235"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7"/>
          <p:cNvSpPr/>
          <p:nvPr/>
        </p:nvSpPr>
        <p:spPr>
          <a:xfrm rot="10800000">
            <a:off x="356310"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7"/>
          <p:cNvSpPr/>
          <p:nvPr/>
        </p:nvSpPr>
        <p:spPr>
          <a:xfrm rot="10800000">
            <a:off x="1384060"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7"/>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7"/>
          <p:cNvSpPr txBox="1">
            <a:spLocks noGrp="1"/>
          </p:cNvSpPr>
          <p:nvPr>
            <p:ph type="ctrTitle"/>
          </p:nvPr>
        </p:nvSpPr>
        <p:spPr>
          <a:xfrm>
            <a:off x="713225" y="1166372"/>
            <a:ext cx="3218700" cy="13323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7200"/>
              <a:buNone/>
              <a:defRPr sz="72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270" name="Google Shape;270;p17"/>
          <p:cNvSpPr txBox="1">
            <a:spLocks noGrp="1"/>
          </p:cNvSpPr>
          <p:nvPr>
            <p:ph type="subTitle" idx="1"/>
          </p:nvPr>
        </p:nvSpPr>
        <p:spPr>
          <a:xfrm>
            <a:off x="713232" y="2498675"/>
            <a:ext cx="3218700" cy="11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CUSTOM_1">
    <p:spTree>
      <p:nvGrpSpPr>
        <p:cNvPr id="1" name="Shape 352"/>
        <p:cNvGrpSpPr/>
        <p:nvPr/>
      </p:nvGrpSpPr>
      <p:grpSpPr>
        <a:xfrm>
          <a:off x="0" y="0"/>
          <a:ext cx="0" cy="0"/>
          <a:chOff x="0" y="0"/>
          <a:chExt cx="0" cy="0"/>
        </a:xfrm>
      </p:grpSpPr>
      <p:pic>
        <p:nvPicPr>
          <p:cNvPr id="353" name="Google Shape;353;p23"/>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354" name="Google Shape;354;p23"/>
          <p:cNvPicPr preferRelativeResize="0"/>
          <p:nvPr/>
        </p:nvPicPr>
        <p:blipFill rotWithShape="1">
          <a:blip r:embed="rId3">
            <a:alphaModFix amt="70000"/>
          </a:blip>
          <a:srcRect l="76804" b="30167"/>
          <a:stretch/>
        </p:blipFill>
        <p:spPr>
          <a:xfrm rot="5400000">
            <a:off x="1927139" y="-2014112"/>
            <a:ext cx="1944499" cy="5854123"/>
          </a:xfrm>
          <a:prstGeom prst="rect">
            <a:avLst/>
          </a:prstGeom>
          <a:noFill/>
          <a:ln>
            <a:noFill/>
          </a:ln>
        </p:spPr>
      </p:pic>
      <p:pic>
        <p:nvPicPr>
          <p:cNvPr id="355" name="Google Shape;355;p23"/>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356" name="Google Shape;356;p23"/>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3"/>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3"/>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3"/>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3"/>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3"/>
          <p:cNvSpPr/>
          <p:nvPr/>
        </p:nvSpPr>
        <p:spPr>
          <a:xfrm rot="10800000">
            <a:off x="713235"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3"/>
          <p:cNvSpPr/>
          <p:nvPr/>
        </p:nvSpPr>
        <p:spPr>
          <a:xfrm rot="10800000">
            <a:off x="356310"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3"/>
          <p:cNvSpPr/>
          <p:nvPr/>
        </p:nvSpPr>
        <p:spPr>
          <a:xfrm rot="10800000">
            <a:off x="1384060"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3"/>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3"/>
          <p:cNvSpPr txBox="1">
            <a:spLocks noGrp="1"/>
          </p:cNvSpPr>
          <p:nvPr>
            <p:ph type="title"/>
          </p:nvPr>
        </p:nvSpPr>
        <p:spPr>
          <a:xfrm>
            <a:off x="720000" y="1545750"/>
            <a:ext cx="2566800" cy="20520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5000" b="1">
                <a:latin typeface="Titillium Web"/>
                <a:ea typeface="Titillium Web"/>
                <a:cs typeface="Titillium Web"/>
                <a:sym typeface="Titillium Web"/>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366" name="Google Shape;366;p23"/>
          <p:cNvSpPr txBox="1">
            <a:spLocks noGrp="1"/>
          </p:cNvSpPr>
          <p:nvPr>
            <p:ph type="body" idx="1"/>
          </p:nvPr>
        </p:nvSpPr>
        <p:spPr>
          <a:xfrm>
            <a:off x="5408200" y="1677950"/>
            <a:ext cx="2221200" cy="90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67" name="Google Shape;367;p23"/>
          <p:cNvSpPr txBox="1">
            <a:spLocks noGrp="1"/>
          </p:cNvSpPr>
          <p:nvPr>
            <p:ph type="subTitle" idx="2"/>
          </p:nvPr>
        </p:nvSpPr>
        <p:spPr>
          <a:xfrm>
            <a:off x="5408200" y="1051200"/>
            <a:ext cx="1710000" cy="43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Clr>
                <a:schemeClr val="dk1"/>
              </a:buClr>
              <a:buSzPts val="2000"/>
              <a:buNone/>
              <a:defRPr sz="2000">
                <a:solidFill>
                  <a:schemeClr val="dk1"/>
                </a:solidFill>
              </a:defRPr>
            </a:lvl2pPr>
            <a:lvl3pPr lvl="2" rtl="0">
              <a:lnSpc>
                <a:spcPct val="100000"/>
              </a:lnSpc>
              <a:spcBef>
                <a:spcPts val="0"/>
              </a:spcBef>
              <a:spcAft>
                <a:spcPts val="0"/>
              </a:spcAft>
              <a:buClr>
                <a:schemeClr val="dk1"/>
              </a:buClr>
              <a:buSzPts val="2000"/>
              <a:buNone/>
              <a:defRPr sz="2000">
                <a:solidFill>
                  <a:schemeClr val="dk1"/>
                </a:solidFill>
              </a:defRPr>
            </a:lvl3pPr>
            <a:lvl4pPr lvl="3" rtl="0">
              <a:lnSpc>
                <a:spcPct val="100000"/>
              </a:lnSpc>
              <a:spcBef>
                <a:spcPts val="0"/>
              </a:spcBef>
              <a:spcAft>
                <a:spcPts val="0"/>
              </a:spcAft>
              <a:buClr>
                <a:schemeClr val="dk1"/>
              </a:buClr>
              <a:buSzPts val="2000"/>
              <a:buNone/>
              <a:defRPr sz="2000">
                <a:solidFill>
                  <a:schemeClr val="dk1"/>
                </a:solidFill>
              </a:defRPr>
            </a:lvl4pPr>
            <a:lvl5pPr lvl="4" rtl="0">
              <a:lnSpc>
                <a:spcPct val="100000"/>
              </a:lnSpc>
              <a:spcBef>
                <a:spcPts val="0"/>
              </a:spcBef>
              <a:spcAft>
                <a:spcPts val="0"/>
              </a:spcAft>
              <a:buClr>
                <a:schemeClr val="dk1"/>
              </a:buClr>
              <a:buSzPts val="2000"/>
              <a:buNone/>
              <a:defRPr sz="2000">
                <a:solidFill>
                  <a:schemeClr val="dk1"/>
                </a:solidFill>
              </a:defRPr>
            </a:lvl5pPr>
            <a:lvl6pPr lvl="5" rtl="0">
              <a:lnSpc>
                <a:spcPct val="100000"/>
              </a:lnSpc>
              <a:spcBef>
                <a:spcPts val="0"/>
              </a:spcBef>
              <a:spcAft>
                <a:spcPts val="0"/>
              </a:spcAft>
              <a:buClr>
                <a:schemeClr val="dk1"/>
              </a:buClr>
              <a:buSzPts val="2000"/>
              <a:buNone/>
              <a:defRPr sz="2000">
                <a:solidFill>
                  <a:schemeClr val="dk1"/>
                </a:solidFill>
              </a:defRPr>
            </a:lvl6pPr>
            <a:lvl7pPr lvl="6" rtl="0">
              <a:lnSpc>
                <a:spcPct val="100000"/>
              </a:lnSpc>
              <a:spcBef>
                <a:spcPts val="0"/>
              </a:spcBef>
              <a:spcAft>
                <a:spcPts val="0"/>
              </a:spcAft>
              <a:buClr>
                <a:schemeClr val="dk1"/>
              </a:buClr>
              <a:buSzPts val="2000"/>
              <a:buNone/>
              <a:defRPr sz="2000">
                <a:solidFill>
                  <a:schemeClr val="dk1"/>
                </a:solidFill>
              </a:defRPr>
            </a:lvl7pPr>
            <a:lvl8pPr lvl="7" rtl="0">
              <a:lnSpc>
                <a:spcPct val="100000"/>
              </a:lnSpc>
              <a:spcBef>
                <a:spcPts val="0"/>
              </a:spcBef>
              <a:spcAft>
                <a:spcPts val="0"/>
              </a:spcAft>
              <a:buClr>
                <a:schemeClr val="dk1"/>
              </a:buClr>
              <a:buSzPts val="2000"/>
              <a:buNone/>
              <a:defRPr sz="2000">
                <a:solidFill>
                  <a:schemeClr val="dk1"/>
                </a:solidFill>
              </a:defRPr>
            </a:lvl8pPr>
            <a:lvl9pPr lvl="8"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68" name="Google Shape;368;p23"/>
          <p:cNvSpPr txBox="1">
            <a:spLocks noGrp="1"/>
          </p:cNvSpPr>
          <p:nvPr>
            <p:ph type="body" idx="3"/>
          </p:nvPr>
        </p:nvSpPr>
        <p:spPr>
          <a:xfrm>
            <a:off x="6071800" y="3672294"/>
            <a:ext cx="2165400" cy="90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69" name="Google Shape;369;p23"/>
          <p:cNvSpPr txBox="1">
            <a:spLocks noGrp="1"/>
          </p:cNvSpPr>
          <p:nvPr>
            <p:ph type="subTitle" idx="4"/>
          </p:nvPr>
        </p:nvSpPr>
        <p:spPr>
          <a:xfrm>
            <a:off x="6071800" y="3045544"/>
            <a:ext cx="1710000" cy="43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Clr>
                <a:schemeClr val="dk1"/>
              </a:buClr>
              <a:buSzPts val="2000"/>
              <a:buNone/>
              <a:defRPr sz="2000">
                <a:solidFill>
                  <a:schemeClr val="dk1"/>
                </a:solidFill>
              </a:defRPr>
            </a:lvl2pPr>
            <a:lvl3pPr lvl="2" rtl="0">
              <a:lnSpc>
                <a:spcPct val="100000"/>
              </a:lnSpc>
              <a:spcBef>
                <a:spcPts val="0"/>
              </a:spcBef>
              <a:spcAft>
                <a:spcPts val="0"/>
              </a:spcAft>
              <a:buClr>
                <a:schemeClr val="dk1"/>
              </a:buClr>
              <a:buSzPts val="2000"/>
              <a:buNone/>
              <a:defRPr sz="2000">
                <a:solidFill>
                  <a:schemeClr val="dk1"/>
                </a:solidFill>
              </a:defRPr>
            </a:lvl3pPr>
            <a:lvl4pPr lvl="3" rtl="0">
              <a:lnSpc>
                <a:spcPct val="100000"/>
              </a:lnSpc>
              <a:spcBef>
                <a:spcPts val="0"/>
              </a:spcBef>
              <a:spcAft>
                <a:spcPts val="0"/>
              </a:spcAft>
              <a:buClr>
                <a:schemeClr val="dk1"/>
              </a:buClr>
              <a:buSzPts val="2000"/>
              <a:buNone/>
              <a:defRPr sz="2000">
                <a:solidFill>
                  <a:schemeClr val="dk1"/>
                </a:solidFill>
              </a:defRPr>
            </a:lvl4pPr>
            <a:lvl5pPr lvl="4" rtl="0">
              <a:lnSpc>
                <a:spcPct val="100000"/>
              </a:lnSpc>
              <a:spcBef>
                <a:spcPts val="0"/>
              </a:spcBef>
              <a:spcAft>
                <a:spcPts val="0"/>
              </a:spcAft>
              <a:buClr>
                <a:schemeClr val="dk1"/>
              </a:buClr>
              <a:buSzPts val="2000"/>
              <a:buNone/>
              <a:defRPr sz="2000">
                <a:solidFill>
                  <a:schemeClr val="dk1"/>
                </a:solidFill>
              </a:defRPr>
            </a:lvl5pPr>
            <a:lvl6pPr lvl="5" rtl="0">
              <a:lnSpc>
                <a:spcPct val="100000"/>
              </a:lnSpc>
              <a:spcBef>
                <a:spcPts val="0"/>
              </a:spcBef>
              <a:spcAft>
                <a:spcPts val="0"/>
              </a:spcAft>
              <a:buClr>
                <a:schemeClr val="dk1"/>
              </a:buClr>
              <a:buSzPts val="2000"/>
              <a:buNone/>
              <a:defRPr sz="2000">
                <a:solidFill>
                  <a:schemeClr val="dk1"/>
                </a:solidFill>
              </a:defRPr>
            </a:lvl6pPr>
            <a:lvl7pPr lvl="6" rtl="0">
              <a:lnSpc>
                <a:spcPct val="100000"/>
              </a:lnSpc>
              <a:spcBef>
                <a:spcPts val="0"/>
              </a:spcBef>
              <a:spcAft>
                <a:spcPts val="0"/>
              </a:spcAft>
              <a:buClr>
                <a:schemeClr val="dk1"/>
              </a:buClr>
              <a:buSzPts val="2000"/>
              <a:buNone/>
              <a:defRPr sz="2000">
                <a:solidFill>
                  <a:schemeClr val="dk1"/>
                </a:solidFill>
              </a:defRPr>
            </a:lvl7pPr>
            <a:lvl8pPr lvl="7" rtl="0">
              <a:lnSpc>
                <a:spcPct val="100000"/>
              </a:lnSpc>
              <a:spcBef>
                <a:spcPts val="0"/>
              </a:spcBef>
              <a:spcAft>
                <a:spcPts val="0"/>
              </a:spcAft>
              <a:buClr>
                <a:schemeClr val="dk1"/>
              </a:buClr>
              <a:buSzPts val="2000"/>
              <a:buNone/>
              <a:defRPr sz="2000">
                <a:solidFill>
                  <a:schemeClr val="dk1"/>
                </a:solidFill>
              </a:defRPr>
            </a:lvl8pPr>
            <a:lvl9pPr lvl="8" rtl="0">
              <a:lnSpc>
                <a:spcPct val="100000"/>
              </a:lnSpc>
              <a:spcBef>
                <a:spcPts val="0"/>
              </a:spcBef>
              <a:spcAft>
                <a:spcPts val="0"/>
              </a:spcAft>
              <a:buClr>
                <a:schemeClr val="dk1"/>
              </a:buClr>
              <a:buSzPts val="2000"/>
              <a:buNone/>
              <a:defRPr sz="2000">
                <a:solidFill>
                  <a:schemeClr val="dk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6">
  <p:cSld name="CUSTOM_1_1">
    <p:spTree>
      <p:nvGrpSpPr>
        <p:cNvPr id="1" name="Shape 370"/>
        <p:cNvGrpSpPr/>
        <p:nvPr/>
      </p:nvGrpSpPr>
      <p:grpSpPr>
        <a:xfrm>
          <a:off x="0" y="0"/>
          <a:ext cx="0" cy="0"/>
          <a:chOff x="0" y="0"/>
          <a:chExt cx="0" cy="0"/>
        </a:xfrm>
      </p:grpSpPr>
      <p:pic>
        <p:nvPicPr>
          <p:cNvPr id="371" name="Google Shape;371;p24"/>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372" name="Google Shape;372;p24"/>
          <p:cNvPicPr preferRelativeResize="0"/>
          <p:nvPr/>
        </p:nvPicPr>
        <p:blipFill rotWithShape="1">
          <a:blip r:embed="rId3">
            <a:alphaModFix amt="70000"/>
          </a:blip>
          <a:srcRect l="76804" b="30167"/>
          <a:stretch/>
        </p:blipFill>
        <p:spPr>
          <a:xfrm rot="5400000">
            <a:off x="1927139" y="-2014112"/>
            <a:ext cx="1944499" cy="5854123"/>
          </a:xfrm>
          <a:prstGeom prst="rect">
            <a:avLst/>
          </a:prstGeom>
          <a:noFill/>
          <a:ln>
            <a:noFill/>
          </a:ln>
        </p:spPr>
      </p:pic>
      <p:pic>
        <p:nvPicPr>
          <p:cNvPr id="373" name="Google Shape;373;p24"/>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374" name="Google Shape;374;p24"/>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4"/>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4"/>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4"/>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4"/>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4"/>
          <p:cNvSpPr/>
          <p:nvPr/>
        </p:nvSpPr>
        <p:spPr>
          <a:xfrm rot="10800000">
            <a:off x="713235"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4"/>
          <p:cNvSpPr/>
          <p:nvPr/>
        </p:nvSpPr>
        <p:spPr>
          <a:xfrm rot="10800000">
            <a:off x="356310"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4"/>
          <p:cNvSpPr/>
          <p:nvPr/>
        </p:nvSpPr>
        <p:spPr>
          <a:xfrm rot="10800000">
            <a:off x="1384060"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4"/>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4"/>
          <p:cNvSpPr txBox="1">
            <a:spLocks noGrp="1"/>
          </p:cNvSpPr>
          <p:nvPr>
            <p:ph type="ctrTitle"/>
          </p:nvPr>
        </p:nvSpPr>
        <p:spPr>
          <a:xfrm>
            <a:off x="2002950" y="1488000"/>
            <a:ext cx="5138100" cy="13323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7200"/>
              <a:buNone/>
              <a:defRPr sz="12000"/>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endParaRPr/>
          </a:p>
        </p:txBody>
      </p:sp>
      <p:sp>
        <p:nvSpPr>
          <p:cNvPr id="384" name="Google Shape;384;p24"/>
          <p:cNvSpPr txBox="1">
            <a:spLocks noGrp="1"/>
          </p:cNvSpPr>
          <p:nvPr>
            <p:ph type="subTitle" idx="1"/>
          </p:nvPr>
        </p:nvSpPr>
        <p:spPr>
          <a:xfrm>
            <a:off x="2002950" y="2820300"/>
            <a:ext cx="5138100" cy="83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1">
  <p:cSld name="TITLE_AND_TWO_COLUMNS_2_2_1">
    <p:spTree>
      <p:nvGrpSpPr>
        <p:cNvPr id="1" name="Shape 436"/>
        <p:cNvGrpSpPr/>
        <p:nvPr/>
      </p:nvGrpSpPr>
      <p:grpSpPr>
        <a:xfrm>
          <a:off x="0" y="0"/>
          <a:ext cx="0" cy="0"/>
          <a:chOff x="0" y="0"/>
          <a:chExt cx="0" cy="0"/>
        </a:xfrm>
      </p:grpSpPr>
      <p:pic>
        <p:nvPicPr>
          <p:cNvPr id="437" name="Google Shape;437;p28"/>
          <p:cNvPicPr preferRelativeResize="0"/>
          <p:nvPr/>
        </p:nvPicPr>
        <p:blipFill rotWithShape="1">
          <a:blip r:embed="rId2">
            <a:alphaModFix amt="70000"/>
          </a:blip>
          <a:srcRect l="72919" t="45124" b="8149"/>
          <a:stretch/>
        </p:blipFill>
        <p:spPr>
          <a:xfrm rot="10800000" flipH="1">
            <a:off x="-7900" y="-39549"/>
            <a:ext cx="3011126" cy="5195774"/>
          </a:xfrm>
          <a:prstGeom prst="rect">
            <a:avLst/>
          </a:prstGeom>
          <a:noFill/>
          <a:ln>
            <a:noFill/>
          </a:ln>
        </p:spPr>
      </p:pic>
      <p:sp>
        <p:nvSpPr>
          <p:cNvPr id="438" name="Google Shape;438;p28"/>
          <p:cNvSpPr/>
          <p:nvPr/>
        </p:nvSpPr>
        <p:spPr>
          <a:xfrm flipH="1">
            <a:off x="1307860"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8"/>
          <p:cNvSpPr txBox="1">
            <a:spLocks noGrp="1"/>
          </p:cNvSpPr>
          <p:nvPr>
            <p:ph type="subTitle" idx="1"/>
          </p:nvPr>
        </p:nvSpPr>
        <p:spPr>
          <a:xfrm>
            <a:off x="4572000" y="3375672"/>
            <a:ext cx="3858900" cy="54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40" name="Google Shape;440;p28"/>
          <p:cNvSpPr txBox="1">
            <a:spLocks noGrp="1"/>
          </p:cNvSpPr>
          <p:nvPr>
            <p:ph type="body" idx="2"/>
          </p:nvPr>
        </p:nvSpPr>
        <p:spPr>
          <a:xfrm>
            <a:off x="4572000" y="1677926"/>
            <a:ext cx="3858900" cy="6984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6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41" name="Google Shape;441;p28"/>
          <p:cNvSpPr txBox="1">
            <a:spLocks noGrp="1"/>
          </p:cNvSpPr>
          <p:nvPr>
            <p:ph type="title"/>
          </p:nvPr>
        </p:nvSpPr>
        <p:spPr>
          <a:xfrm>
            <a:off x="713225" y="540000"/>
            <a:ext cx="7717800" cy="698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b="1">
                <a:latin typeface="Titillium Web"/>
                <a:ea typeface="Titillium Web"/>
                <a:cs typeface="Titillium Web"/>
                <a:sym typeface="Titillium Web"/>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42" name="Google Shape;442;p28"/>
          <p:cNvSpPr txBox="1">
            <a:spLocks noGrp="1"/>
          </p:cNvSpPr>
          <p:nvPr>
            <p:ph type="subTitle" idx="3"/>
          </p:nvPr>
        </p:nvSpPr>
        <p:spPr>
          <a:xfrm>
            <a:off x="4572000" y="1254575"/>
            <a:ext cx="3858900" cy="54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43" name="Google Shape;443;p28"/>
          <p:cNvSpPr txBox="1">
            <a:spLocks noGrp="1"/>
          </p:cNvSpPr>
          <p:nvPr>
            <p:ph type="body" idx="4"/>
          </p:nvPr>
        </p:nvSpPr>
        <p:spPr>
          <a:xfrm>
            <a:off x="4572000" y="3799025"/>
            <a:ext cx="3858900" cy="648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6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44" name="Google Shape;444;p28"/>
          <p:cNvSpPr txBox="1">
            <a:spLocks noGrp="1"/>
          </p:cNvSpPr>
          <p:nvPr>
            <p:ph type="body" idx="5"/>
          </p:nvPr>
        </p:nvSpPr>
        <p:spPr>
          <a:xfrm>
            <a:off x="4572000" y="2738475"/>
            <a:ext cx="3858900" cy="648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6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45" name="Google Shape;445;p28"/>
          <p:cNvSpPr txBox="1">
            <a:spLocks noGrp="1"/>
          </p:cNvSpPr>
          <p:nvPr>
            <p:ph type="subTitle" idx="6"/>
          </p:nvPr>
        </p:nvSpPr>
        <p:spPr>
          <a:xfrm>
            <a:off x="4572000" y="2315124"/>
            <a:ext cx="3858900" cy="54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pic>
        <p:nvPicPr>
          <p:cNvPr id="446" name="Google Shape;446;p28"/>
          <p:cNvPicPr preferRelativeResize="0"/>
          <p:nvPr/>
        </p:nvPicPr>
        <p:blipFill rotWithShape="1">
          <a:blip r:embed="rId3">
            <a:alphaModFix amt="70000"/>
          </a:blip>
          <a:srcRect l="73362" t="59298"/>
          <a:stretch/>
        </p:blipFill>
        <p:spPr>
          <a:xfrm rot="5400000" flipH="1">
            <a:off x="5402150" y="1436125"/>
            <a:ext cx="2961874" cy="4525776"/>
          </a:xfrm>
          <a:prstGeom prst="rect">
            <a:avLst/>
          </a:prstGeom>
          <a:noFill/>
          <a:ln>
            <a:noFill/>
          </a:ln>
        </p:spPr>
      </p:pic>
      <p:pic>
        <p:nvPicPr>
          <p:cNvPr id="447" name="Google Shape;447;p28"/>
          <p:cNvPicPr preferRelativeResize="0"/>
          <p:nvPr/>
        </p:nvPicPr>
        <p:blipFill rotWithShape="1">
          <a:blip r:embed="rId4">
            <a:alphaModFix amt="70000"/>
          </a:blip>
          <a:srcRect l="72833" b="18824"/>
          <a:stretch/>
        </p:blipFill>
        <p:spPr>
          <a:xfrm rot="-5400000" flipH="1">
            <a:off x="4604897" y="-2322999"/>
            <a:ext cx="2277374" cy="6804773"/>
          </a:xfrm>
          <a:prstGeom prst="rect">
            <a:avLst/>
          </a:prstGeom>
          <a:noFill/>
          <a:ln>
            <a:noFill/>
          </a:ln>
        </p:spPr>
      </p:pic>
      <p:sp>
        <p:nvSpPr>
          <p:cNvPr id="448" name="Google Shape;448;p28"/>
          <p:cNvSpPr/>
          <p:nvPr/>
        </p:nvSpPr>
        <p:spPr>
          <a:xfrm rot="10800000" flipH="1">
            <a:off x="422710"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8"/>
          <p:cNvSpPr/>
          <p:nvPr/>
        </p:nvSpPr>
        <p:spPr>
          <a:xfrm rot="10800000" flipH="1">
            <a:off x="994160"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8"/>
          <p:cNvSpPr/>
          <p:nvPr/>
        </p:nvSpPr>
        <p:spPr>
          <a:xfrm rot="10800000" flipH="1">
            <a:off x="8552210"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8"/>
          <p:cNvSpPr/>
          <p:nvPr/>
        </p:nvSpPr>
        <p:spPr>
          <a:xfrm rot="10800000" flipH="1">
            <a:off x="8483210"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8"/>
          <p:cNvSpPr/>
          <p:nvPr/>
        </p:nvSpPr>
        <p:spPr>
          <a:xfrm rot="10800000" flipH="1">
            <a:off x="356310"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8"/>
          <p:cNvSpPr/>
          <p:nvPr/>
        </p:nvSpPr>
        <p:spPr>
          <a:xfrm rot="10800000" flipH="1">
            <a:off x="8126572"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8"/>
          <p:cNvSpPr/>
          <p:nvPr/>
        </p:nvSpPr>
        <p:spPr>
          <a:xfrm rot="10800000" flipH="1">
            <a:off x="8621497"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8"/>
          <p:cNvSpPr/>
          <p:nvPr/>
        </p:nvSpPr>
        <p:spPr>
          <a:xfrm rot="10800000" flipH="1">
            <a:off x="7593747"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8"/>
          <p:cNvSpPr/>
          <p:nvPr/>
        </p:nvSpPr>
        <p:spPr>
          <a:xfrm rot="10800000" flipH="1">
            <a:off x="7988285"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3">
  <p:cSld name="TITLE_ONLY_1_3">
    <p:spTree>
      <p:nvGrpSpPr>
        <p:cNvPr id="1" name="Shape 796"/>
        <p:cNvGrpSpPr/>
        <p:nvPr/>
      </p:nvGrpSpPr>
      <p:grpSpPr>
        <a:xfrm>
          <a:off x="0" y="0"/>
          <a:ext cx="0" cy="0"/>
          <a:chOff x="0" y="0"/>
          <a:chExt cx="0" cy="0"/>
        </a:xfrm>
      </p:grpSpPr>
      <p:pic>
        <p:nvPicPr>
          <p:cNvPr id="797" name="Google Shape;797;p45"/>
          <p:cNvPicPr preferRelativeResize="0"/>
          <p:nvPr/>
        </p:nvPicPr>
        <p:blipFill rotWithShape="1">
          <a:blip r:embed="rId2">
            <a:alphaModFix amt="70000"/>
          </a:blip>
          <a:srcRect l="81843" t="41978"/>
          <a:stretch/>
        </p:blipFill>
        <p:spPr>
          <a:xfrm rot="-5400000" flipH="1">
            <a:off x="2208500" y="-2224300"/>
            <a:ext cx="2018851" cy="6451651"/>
          </a:xfrm>
          <a:prstGeom prst="rect">
            <a:avLst/>
          </a:prstGeom>
          <a:noFill/>
          <a:ln>
            <a:noFill/>
          </a:ln>
        </p:spPr>
      </p:pic>
      <p:pic>
        <p:nvPicPr>
          <p:cNvPr id="798" name="Google Shape;798;p45"/>
          <p:cNvPicPr preferRelativeResize="0"/>
          <p:nvPr/>
        </p:nvPicPr>
        <p:blipFill rotWithShape="1">
          <a:blip r:embed="rId3">
            <a:alphaModFix amt="70000"/>
          </a:blip>
          <a:srcRect l="81736" b="39679"/>
          <a:stretch/>
        </p:blipFill>
        <p:spPr>
          <a:xfrm rot="-5400000" flipH="1">
            <a:off x="4789061" y="-2357836"/>
            <a:ext cx="2030726" cy="6706848"/>
          </a:xfrm>
          <a:prstGeom prst="rect">
            <a:avLst/>
          </a:prstGeom>
          <a:noFill/>
          <a:ln>
            <a:noFill/>
          </a:ln>
        </p:spPr>
      </p:pic>
      <p:sp>
        <p:nvSpPr>
          <p:cNvPr id="799" name="Google Shape;799;p45"/>
          <p:cNvSpPr txBox="1">
            <a:spLocks noGrp="1"/>
          </p:cNvSpPr>
          <p:nvPr>
            <p:ph type="title"/>
          </p:nvPr>
        </p:nvSpPr>
        <p:spPr>
          <a:xfrm>
            <a:off x="1371600" y="540000"/>
            <a:ext cx="6400800" cy="899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800" name="Google Shape;800;p45"/>
          <p:cNvSpPr/>
          <p:nvPr/>
        </p:nvSpPr>
        <p:spPr>
          <a:xfrm rot="10800000">
            <a:off x="407000" y="1326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5"/>
          <p:cNvSpPr/>
          <p:nvPr/>
        </p:nvSpPr>
        <p:spPr>
          <a:xfrm rot="10800000">
            <a:off x="8808200" y="330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5"/>
          <p:cNvSpPr/>
          <p:nvPr/>
        </p:nvSpPr>
        <p:spPr>
          <a:xfrm rot="10800000">
            <a:off x="7851650" y="1020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5"/>
          <p:cNvSpPr/>
          <p:nvPr/>
        </p:nvSpPr>
        <p:spPr>
          <a:xfrm rot="10800000">
            <a:off x="1792750" y="2331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5"/>
          <p:cNvSpPr/>
          <p:nvPr/>
        </p:nvSpPr>
        <p:spPr>
          <a:xfrm rot="10800000">
            <a:off x="6295938" y="-959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5"/>
          <p:cNvSpPr/>
          <p:nvPr/>
        </p:nvSpPr>
        <p:spPr>
          <a:xfrm rot="10800000">
            <a:off x="2998800" y="-431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5"/>
          <p:cNvSpPr/>
          <p:nvPr/>
        </p:nvSpPr>
        <p:spPr>
          <a:xfrm rot="10800000">
            <a:off x="4016150" y="2001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s">
  <p:cSld name="TITLE_1_1_2">
    <p:spTree>
      <p:nvGrpSpPr>
        <p:cNvPr id="1" name="Shape 807"/>
        <p:cNvGrpSpPr/>
        <p:nvPr/>
      </p:nvGrpSpPr>
      <p:grpSpPr>
        <a:xfrm>
          <a:off x="0" y="0"/>
          <a:ext cx="0" cy="0"/>
          <a:chOff x="0" y="0"/>
          <a:chExt cx="0" cy="0"/>
        </a:xfrm>
      </p:grpSpPr>
      <p:pic>
        <p:nvPicPr>
          <p:cNvPr id="808" name="Google Shape;808;p46"/>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809" name="Google Shape;809;p46"/>
          <p:cNvPicPr preferRelativeResize="0"/>
          <p:nvPr/>
        </p:nvPicPr>
        <p:blipFill rotWithShape="1">
          <a:blip r:embed="rId3">
            <a:alphaModFix amt="70000"/>
          </a:blip>
          <a:srcRect l="76804" b="30167"/>
          <a:stretch/>
        </p:blipFill>
        <p:spPr>
          <a:xfrm rot="5400000">
            <a:off x="2073690" y="-1911552"/>
            <a:ext cx="1944499" cy="5854123"/>
          </a:xfrm>
          <a:prstGeom prst="rect">
            <a:avLst/>
          </a:prstGeom>
          <a:noFill/>
          <a:ln>
            <a:noFill/>
          </a:ln>
        </p:spPr>
      </p:pic>
      <p:pic>
        <p:nvPicPr>
          <p:cNvPr id="810" name="Google Shape;810;p46"/>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811" name="Google Shape;811;p46"/>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6"/>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6"/>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6"/>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6"/>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6"/>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6"/>
          <p:cNvSpPr txBox="1">
            <a:spLocks noGrp="1"/>
          </p:cNvSpPr>
          <p:nvPr>
            <p:ph type="ctrTitle"/>
          </p:nvPr>
        </p:nvSpPr>
        <p:spPr>
          <a:xfrm>
            <a:off x="5100175" y="645255"/>
            <a:ext cx="2952000" cy="715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821" name="Google Shape;821;p46"/>
          <p:cNvSpPr txBox="1">
            <a:spLocks noGrp="1"/>
          </p:cNvSpPr>
          <p:nvPr>
            <p:ph type="subTitle" idx="1"/>
          </p:nvPr>
        </p:nvSpPr>
        <p:spPr>
          <a:xfrm>
            <a:off x="5100175" y="1399159"/>
            <a:ext cx="3102900" cy="11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822" name="Google Shape;822;p46"/>
          <p:cNvGrpSpPr/>
          <p:nvPr/>
        </p:nvGrpSpPr>
        <p:grpSpPr>
          <a:xfrm>
            <a:off x="391400" y="119100"/>
            <a:ext cx="8519575" cy="4620150"/>
            <a:chOff x="391400" y="119100"/>
            <a:chExt cx="8519575" cy="4620150"/>
          </a:xfrm>
        </p:grpSpPr>
        <p:sp>
          <p:nvSpPr>
            <p:cNvPr id="823" name="Google Shape;823;p46"/>
            <p:cNvSpPr/>
            <p:nvPr/>
          </p:nvSpPr>
          <p:spPr>
            <a:xfrm rot="10800000">
              <a:off x="391400" y="30655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6"/>
            <p:cNvSpPr/>
            <p:nvPr/>
          </p:nvSpPr>
          <p:spPr>
            <a:xfrm rot="10800000">
              <a:off x="8496375" y="17435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6"/>
            <p:cNvSpPr/>
            <p:nvPr/>
          </p:nvSpPr>
          <p:spPr>
            <a:xfrm rot="10800000">
              <a:off x="5445900" y="1191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6"/>
            <p:cNvSpPr/>
            <p:nvPr/>
          </p:nvSpPr>
          <p:spPr>
            <a:xfrm rot="10800000">
              <a:off x="4433700" y="3954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6"/>
            <p:cNvSpPr/>
            <p:nvPr/>
          </p:nvSpPr>
          <p:spPr>
            <a:xfrm rot="10800000">
              <a:off x="7526600" y="1191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6"/>
            <p:cNvSpPr/>
            <p:nvPr/>
          </p:nvSpPr>
          <p:spPr>
            <a:xfrm rot="10800000">
              <a:off x="8772675" y="18311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6"/>
            <p:cNvSpPr/>
            <p:nvPr/>
          </p:nvSpPr>
          <p:spPr>
            <a:xfrm rot="10800000">
              <a:off x="6288925" y="46009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6"/>
            <p:cNvSpPr/>
            <p:nvPr/>
          </p:nvSpPr>
          <p:spPr>
            <a:xfrm rot="10800000">
              <a:off x="8483700" y="31069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6"/>
            <p:cNvSpPr/>
            <p:nvPr/>
          </p:nvSpPr>
          <p:spPr>
            <a:xfrm rot="10800000">
              <a:off x="7971950" y="25026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833"/>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BLANK_3">
    <p:spTree>
      <p:nvGrpSpPr>
        <p:cNvPr id="1" name="Shape 834"/>
        <p:cNvGrpSpPr/>
        <p:nvPr/>
      </p:nvGrpSpPr>
      <p:grpSpPr>
        <a:xfrm>
          <a:off x="0" y="0"/>
          <a:ext cx="0" cy="0"/>
          <a:chOff x="0" y="0"/>
          <a:chExt cx="0" cy="0"/>
        </a:xfrm>
      </p:grpSpPr>
      <p:pic>
        <p:nvPicPr>
          <p:cNvPr id="835" name="Google Shape;835;p48"/>
          <p:cNvPicPr preferRelativeResize="0"/>
          <p:nvPr/>
        </p:nvPicPr>
        <p:blipFill rotWithShape="1">
          <a:blip r:embed="rId2">
            <a:alphaModFix amt="70000"/>
          </a:blip>
          <a:srcRect l="74315" t="59298"/>
          <a:stretch/>
        </p:blipFill>
        <p:spPr>
          <a:xfrm rot="5400000">
            <a:off x="5453187" y="-841347"/>
            <a:ext cx="2855851" cy="4525776"/>
          </a:xfrm>
          <a:prstGeom prst="rect">
            <a:avLst/>
          </a:prstGeom>
          <a:noFill/>
          <a:ln>
            <a:noFill/>
          </a:ln>
        </p:spPr>
      </p:pic>
      <p:pic>
        <p:nvPicPr>
          <p:cNvPr id="836" name="Google Shape;836;p48"/>
          <p:cNvPicPr preferRelativeResize="0"/>
          <p:nvPr/>
        </p:nvPicPr>
        <p:blipFill rotWithShape="1">
          <a:blip r:embed="rId3">
            <a:alphaModFix amt="70000"/>
          </a:blip>
          <a:srcRect l="71898" b="18354"/>
          <a:stretch/>
        </p:blipFill>
        <p:spPr>
          <a:xfrm rot="-5400000">
            <a:off x="4585486" y="591788"/>
            <a:ext cx="2355749" cy="6844325"/>
          </a:xfrm>
          <a:prstGeom prst="rect">
            <a:avLst/>
          </a:prstGeom>
          <a:noFill/>
          <a:ln>
            <a:noFill/>
          </a:ln>
        </p:spPr>
      </p:pic>
      <p:pic>
        <p:nvPicPr>
          <p:cNvPr id="837" name="Google Shape;837;p48"/>
          <p:cNvPicPr preferRelativeResize="0"/>
          <p:nvPr userDrawn="1"/>
        </p:nvPicPr>
        <p:blipFill rotWithShape="1">
          <a:blip r:embed="rId4">
            <a:alphaModFix amt="70000"/>
          </a:blip>
          <a:srcRect l="72990" t="46042" b="7701"/>
          <a:stretch/>
        </p:blipFill>
        <p:spPr>
          <a:xfrm>
            <a:off x="0" y="48327"/>
            <a:ext cx="3003226" cy="5143498"/>
          </a:xfrm>
          <a:prstGeom prst="rect">
            <a:avLst/>
          </a:prstGeom>
          <a:noFill/>
          <a:ln>
            <a:noFill/>
          </a:ln>
        </p:spPr>
      </p:pic>
      <p:sp>
        <p:nvSpPr>
          <p:cNvPr id="840" name="Google Shape;840;p48"/>
          <p:cNvSpPr/>
          <p:nvPr/>
        </p:nvSpPr>
        <p:spPr>
          <a:xfrm>
            <a:off x="8476010" y="995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8"/>
          <p:cNvSpPr/>
          <p:nvPr/>
        </p:nvSpPr>
        <p:spPr>
          <a:xfrm>
            <a:off x="8407010" y="27435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8"/>
          <p:cNvSpPr/>
          <p:nvPr/>
        </p:nvSpPr>
        <p:spPr>
          <a:xfrm>
            <a:off x="8202772"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8"/>
          <p:cNvSpPr/>
          <p:nvPr/>
        </p:nvSpPr>
        <p:spPr>
          <a:xfrm>
            <a:off x="8545297"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8"/>
          <p:cNvSpPr/>
          <p:nvPr/>
        </p:nvSpPr>
        <p:spPr>
          <a:xfrm>
            <a:off x="7593747"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8"/>
          <p:cNvSpPr/>
          <p:nvPr/>
        </p:nvSpPr>
        <p:spPr>
          <a:xfrm>
            <a:off x="7912085" y="2401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2">
  <p:cSld name="BLANK_1_1">
    <p:spTree>
      <p:nvGrpSpPr>
        <p:cNvPr id="1" name="Shape 847"/>
        <p:cNvGrpSpPr/>
        <p:nvPr/>
      </p:nvGrpSpPr>
      <p:grpSpPr>
        <a:xfrm>
          <a:off x="0" y="0"/>
          <a:ext cx="0" cy="0"/>
          <a:chOff x="0" y="0"/>
          <a:chExt cx="0" cy="0"/>
        </a:xfrm>
      </p:grpSpPr>
      <p:pic>
        <p:nvPicPr>
          <p:cNvPr id="848" name="Google Shape;848;p49"/>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849" name="Google Shape;849;p49"/>
          <p:cNvPicPr preferRelativeResize="0"/>
          <p:nvPr/>
        </p:nvPicPr>
        <p:blipFill rotWithShape="1">
          <a:blip r:embed="rId3">
            <a:alphaModFix amt="70000"/>
          </a:blip>
          <a:srcRect l="76804" b="30167"/>
          <a:stretch/>
        </p:blipFill>
        <p:spPr>
          <a:xfrm rot="5400000">
            <a:off x="1927139" y="-2014112"/>
            <a:ext cx="1944499" cy="5854123"/>
          </a:xfrm>
          <a:prstGeom prst="rect">
            <a:avLst/>
          </a:prstGeom>
          <a:noFill/>
          <a:ln>
            <a:noFill/>
          </a:ln>
        </p:spPr>
      </p:pic>
      <p:pic>
        <p:nvPicPr>
          <p:cNvPr id="850" name="Google Shape;850;p49"/>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851" name="Google Shape;851;p49"/>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9"/>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9"/>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9"/>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9"/>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9"/>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3">
  <p:cSld name="BLANK_2">
    <p:spTree>
      <p:nvGrpSpPr>
        <p:cNvPr id="1" name="Shape 860"/>
        <p:cNvGrpSpPr/>
        <p:nvPr/>
      </p:nvGrpSpPr>
      <p:grpSpPr>
        <a:xfrm>
          <a:off x="0" y="0"/>
          <a:ext cx="0" cy="0"/>
          <a:chOff x="0" y="0"/>
          <a:chExt cx="0" cy="0"/>
        </a:xfrm>
      </p:grpSpPr>
      <p:pic>
        <p:nvPicPr>
          <p:cNvPr id="861" name="Google Shape;861;p50"/>
          <p:cNvPicPr preferRelativeResize="0"/>
          <p:nvPr/>
        </p:nvPicPr>
        <p:blipFill rotWithShape="1">
          <a:blip r:embed="rId2">
            <a:alphaModFix amt="70000"/>
          </a:blip>
          <a:srcRect l="73362" t="59298"/>
          <a:stretch/>
        </p:blipFill>
        <p:spPr>
          <a:xfrm rot="5400000" flipH="1">
            <a:off x="5402150" y="1436125"/>
            <a:ext cx="2961874" cy="4525776"/>
          </a:xfrm>
          <a:prstGeom prst="rect">
            <a:avLst/>
          </a:prstGeom>
          <a:noFill/>
          <a:ln>
            <a:noFill/>
          </a:ln>
        </p:spPr>
      </p:pic>
      <p:pic>
        <p:nvPicPr>
          <p:cNvPr id="862" name="Google Shape;862;p50"/>
          <p:cNvPicPr preferRelativeResize="0"/>
          <p:nvPr/>
        </p:nvPicPr>
        <p:blipFill rotWithShape="1">
          <a:blip r:embed="rId3">
            <a:alphaModFix amt="70000"/>
          </a:blip>
          <a:srcRect l="72833" b="18824"/>
          <a:stretch/>
        </p:blipFill>
        <p:spPr>
          <a:xfrm rot="-5400000" flipH="1">
            <a:off x="4604897" y="-2322999"/>
            <a:ext cx="2277374" cy="6804773"/>
          </a:xfrm>
          <a:prstGeom prst="rect">
            <a:avLst/>
          </a:prstGeom>
          <a:noFill/>
          <a:ln>
            <a:noFill/>
          </a:ln>
        </p:spPr>
      </p:pic>
      <p:pic>
        <p:nvPicPr>
          <p:cNvPr id="863" name="Google Shape;863;p50"/>
          <p:cNvPicPr preferRelativeResize="0"/>
          <p:nvPr/>
        </p:nvPicPr>
        <p:blipFill rotWithShape="1">
          <a:blip r:embed="rId4">
            <a:alphaModFix amt="70000"/>
          </a:blip>
          <a:srcRect l="72919" t="45124" b="8149"/>
          <a:stretch/>
        </p:blipFill>
        <p:spPr>
          <a:xfrm rot="10800000" flipH="1">
            <a:off x="-7900" y="-39549"/>
            <a:ext cx="3011126" cy="5195774"/>
          </a:xfrm>
          <a:prstGeom prst="rect">
            <a:avLst/>
          </a:prstGeom>
          <a:noFill/>
          <a:ln>
            <a:noFill/>
          </a:ln>
        </p:spPr>
      </p:pic>
      <p:sp>
        <p:nvSpPr>
          <p:cNvPr id="864" name="Google Shape;864;p50"/>
          <p:cNvSpPr/>
          <p:nvPr/>
        </p:nvSpPr>
        <p:spPr>
          <a:xfrm rot="10800000" flipH="1">
            <a:off x="422710"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50"/>
          <p:cNvSpPr/>
          <p:nvPr/>
        </p:nvSpPr>
        <p:spPr>
          <a:xfrm rot="10800000" flipH="1">
            <a:off x="994160"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0"/>
          <p:cNvSpPr/>
          <p:nvPr/>
        </p:nvSpPr>
        <p:spPr>
          <a:xfrm rot="10800000" flipH="1">
            <a:off x="8552210"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0"/>
          <p:cNvSpPr/>
          <p:nvPr/>
        </p:nvSpPr>
        <p:spPr>
          <a:xfrm rot="10800000" flipH="1">
            <a:off x="8483210"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0"/>
          <p:cNvSpPr/>
          <p:nvPr/>
        </p:nvSpPr>
        <p:spPr>
          <a:xfrm rot="10800000" flipH="1">
            <a:off x="356310"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0"/>
          <p:cNvSpPr/>
          <p:nvPr/>
        </p:nvSpPr>
        <p:spPr>
          <a:xfrm rot="10800000" flipH="1">
            <a:off x="8126572"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0"/>
          <p:cNvSpPr/>
          <p:nvPr/>
        </p:nvSpPr>
        <p:spPr>
          <a:xfrm rot="10800000" flipH="1">
            <a:off x="8621497"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0"/>
          <p:cNvSpPr/>
          <p:nvPr/>
        </p:nvSpPr>
        <p:spPr>
          <a:xfrm rot="10800000" flipH="1">
            <a:off x="7593747"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0"/>
          <p:cNvSpPr/>
          <p:nvPr/>
        </p:nvSpPr>
        <p:spPr>
          <a:xfrm rot="10800000" flipH="1">
            <a:off x="7988285"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4">
  <p:cSld name="BLANK_1_1_1">
    <p:spTree>
      <p:nvGrpSpPr>
        <p:cNvPr id="1" name="Shape 873"/>
        <p:cNvGrpSpPr/>
        <p:nvPr/>
      </p:nvGrpSpPr>
      <p:grpSpPr>
        <a:xfrm>
          <a:off x="0" y="0"/>
          <a:ext cx="0" cy="0"/>
          <a:chOff x="0" y="0"/>
          <a:chExt cx="0" cy="0"/>
        </a:xfrm>
      </p:grpSpPr>
      <p:pic>
        <p:nvPicPr>
          <p:cNvPr id="874" name="Google Shape;874;p51"/>
          <p:cNvPicPr preferRelativeResize="0"/>
          <p:nvPr/>
        </p:nvPicPr>
        <p:blipFill rotWithShape="1">
          <a:blip r:embed="rId2">
            <a:alphaModFix amt="70000"/>
          </a:blip>
          <a:srcRect l="68574" t="68024"/>
          <a:stretch/>
        </p:blipFill>
        <p:spPr>
          <a:xfrm rot="-5400000" flipH="1">
            <a:off x="22626" y="-30526"/>
            <a:ext cx="3494275" cy="3555326"/>
          </a:xfrm>
          <a:prstGeom prst="rect">
            <a:avLst/>
          </a:prstGeom>
          <a:noFill/>
          <a:ln>
            <a:noFill/>
          </a:ln>
        </p:spPr>
      </p:pic>
      <p:pic>
        <p:nvPicPr>
          <p:cNvPr id="875" name="Google Shape;875;p51"/>
          <p:cNvPicPr preferRelativeResize="0"/>
          <p:nvPr/>
        </p:nvPicPr>
        <p:blipFill rotWithShape="1">
          <a:blip r:embed="rId3">
            <a:alphaModFix amt="70000"/>
          </a:blip>
          <a:srcRect l="80410" b="30400"/>
          <a:stretch/>
        </p:blipFill>
        <p:spPr>
          <a:xfrm rot="5400000" flipH="1">
            <a:off x="2088186" y="1398186"/>
            <a:ext cx="1642176" cy="5834352"/>
          </a:xfrm>
          <a:prstGeom prst="rect">
            <a:avLst/>
          </a:prstGeom>
          <a:noFill/>
          <a:ln>
            <a:noFill/>
          </a:ln>
        </p:spPr>
      </p:pic>
      <p:pic>
        <p:nvPicPr>
          <p:cNvPr id="876" name="Google Shape;876;p51"/>
          <p:cNvPicPr preferRelativeResize="0"/>
          <p:nvPr/>
        </p:nvPicPr>
        <p:blipFill rotWithShape="1">
          <a:blip r:embed="rId4">
            <a:alphaModFix amt="70000"/>
          </a:blip>
          <a:srcRect l="64209" t="40121" b="13618"/>
          <a:stretch/>
        </p:blipFill>
        <p:spPr>
          <a:xfrm flipH="1">
            <a:off x="5164425" y="0"/>
            <a:ext cx="3979574" cy="5143498"/>
          </a:xfrm>
          <a:prstGeom prst="rect">
            <a:avLst/>
          </a:prstGeom>
          <a:noFill/>
          <a:ln>
            <a:noFill/>
          </a:ln>
        </p:spPr>
      </p:pic>
      <p:sp>
        <p:nvSpPr>
          <p:cNvPr id="877" name="Google Shape;877;p51"/>
          <p:cNvSpPr/>
          <p:nvPr/>
        </p:nvSpPr>
        <p:spPr>
          <a:xfrm flipH="1">
            <a:off x="8340897" y="2322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1"/>
          <p:cNvSpPr/>
          <p:nvPr/>
        </p:nvSpPr>
        <p:spPr>
          <a:xfrm flipH="1">
            <a:off x="7907447" y="1837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1"/>
          <p:cNvSpPr/>
          <p:nvPr/>
        </p:nvSpPr>
        <p:spPr>
          <a:xfrm flipH="1">
            <a:off x="8545297" y="9090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1"/>
          <p:cNvSpPr/>
          <p:nvPr/>
        </p:nvSpPr>
        <p:spPr>
          <a:xfrm flipH="1">
            <a:off x="560835"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1"/>
          <p:cNvSpPr/>
          <p:nvPr/>
        </p:nvSpPr>
        <p:spPr>
          <a:xfrm flipH="1">
            <a:off x="356310"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1"/>
          <p:cNvSpPr/>
          <p:nvPr/>
        </p:nvSpPr>
        <p:spPr>
          <a:xfrm flipH="1">
            <a:off x="1307860"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478"/>
        <p:cNvGrpSpPr/>
        <p:nvPr/>
      </p:nvGrpSpPr>
      <p:grpSpPr>
        <a:xfrm>
          <a:off x="0" y="0"/>
          <a:ext cx="0" cy="0"/>
          <a:chOff x="0" y="0"/>
          <a:chExt cx="0" cy="0"/>
        </a:xfrm>
      </p:grpSpPr>
      <p:pic>
        <p:nvPicPr>
          <p:cNvPr id="479" name="Google Shape;479;p30"/>
          <p:cNvPicPr preferRelativeResize="0"/>
          <p:nvPr/>
        </p:nvPicPr>
        <p:blipFill rotWithShape="1">
          <a:blip r:embed="rId2">
            <a:alphaModFix amt="70000"/>
          </a:blip>
          <a:srcRect l="71898" b="18354"/>
          <a:stretch/>
        </p:blipFill>
        <p:spPr>
          <a:xfrm rot="-5400000">
            <a:off x="4585486" y="591788"/>
            <a:ext cx="2355749" cy="6844325"/>
          </a:xfrm>
          <a:prstGeom prst="rect">
            <a:avLst/>
          </a:prstGeom>
          <a:noFill/>
          <a:ln>
            <a:noFill/>
          </a:ln>
        </p:spPr>
      </p:pic>
      <p:sp>
        <p:nvSpPr>
          <p:cNvPr id="480" name="Google Shape;480;p30"/>
          <p:cNvSpPr txBox="1">
            <a:spLocks noGrp="1"/>
          </p:cNvSpPr>
          <p:nvPr>
            <p:ph type="body" idx="1"/>
          </p:nvPr>
        </p:nvSpPr>
        <p:spPr>
          <a:xfrm>
            <a:off x="841248" y="3350300"/>
            <a:ext cx="1594800" cy="10116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a:lvl1pPr>
            <a:lvl2pPr marL="914400" lvl="1" indent="-304800" algn="ctr" rtl="0">
              <a:spcBef>
                <a:spcPts val="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81" name="Google Shape;481;p30"/>
          <p:cNvSpPr txBox="1">
            <a:spLocks noGrp="1"/>
          </p:cNvSpPr>
          <p:nvPr>
            <p:ph type="body" idx="2"/>
          </p:nvPr>
        </p:nvSpPr>
        <p:spPr>
          <a:xfrm>
            <a:off x="2770632" y="3350300"/>
            <a:ext cx="1594800" cy="10116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82" name="Google Shape;482;p30"/>
          <p:cNvSpPr txBox="1">
            <a:spLocks noGrp="1"/>
          </p:cNvSpPr>
          <p:nvPr>
            <p:ph type="body" idx="3"/>
          </p:nvPr>
        </p:nvSpPr>
        <p:spPr>
          <a:xfrm>
            <a:off x="4700016" y="3350300"/>
            <a:ext cx="1594800" cy="10116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83" name="Google Shape;483;p30"/>
          <p:cNvSpPr txBox="1">
            <a:spLocks noGrp="1"/>
          </p:cNvSpPr>
          <p:nvPr>
            <p:ph type="body" idx="4"/>
          </p:nvPr>
        </p:nvSpPr>
        <p:spPr>
          <a:xfrm>
            <a:off x="6629400" y="3350300"/>
            <a:ext cx="1594800" cy="10116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a:lvl1pPr>
            <a:lvl2pPr marL="914400" lvl="1" indent="-304800" algn="ctr" rtl="0">
              <a:spcBef>
                <a:spcPts val="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pic>
        <p:nvPicPr>
          <p:cNvPr id="484" name="Google Shape;484;p30"/>
          <p:cNvPicPr preferRelativeResize="0"/>
          <p:nvPr/>
        </p:nvPicPr>
        <p:blipFill rotWithShape="1">
          <a:blip r:embed="rId3">
            <a:alphaModFix amt="70000"/>
          </a:blip>
          <a:srcRect l="74315" t="59298"/>
          <a:stretch/>
        </p:blipFill>
        <p:spPr>
          <a:xfrm rot="5400000">
            <a:off x="5455161" y="-854738"/>
            <a:ext cx="2855851" cy="4525776"/>
          </a:xfrm>
          <a:prstGeom prst="rect">
            <a:avLst/>
          </a:prstGeom>
          <a:noFill/>
          <a:ln>
            <a:noFill/>
          </a:ln>
        </p:spPr>
      </p:pic>
      <p:pic>
        <p:nvPicPr>
          <p:cNvPr id="485" name="Google Shape;485;p30"/>
          <p:cNvPicPr preferRelativeResize="0"/>
          <p:nvPr/>
        </p:nvPicPr>
        <p:blipFill rotWithShape="1">
          <a:blip r:embed="rId4">
            <a:alphaModFix amt="70000"/>
          </a:blip>
          <a:srcRect l="72990" t="46042" b="7701"/>
          <a:stretch/>
        </p:blipFill>
        <p:spPr>
          <a:xfrm>
            <a:off x="0" y="0"/>
            <a:ext cx="3003226" cy="5143498"/>
          </a:xfrm>
          <a:prstGeom prst="rect">
            <a:avLst/>
          </a:prstGeom>
          <a:noFill/>
          <a:ln>
            <a:noFill/>
          </a:ln>
        </p:spPr>
      </p:pic>
      <p:sp>
        <p:nvSpPr>
          <p:cNvPr id="486" name="Google Shape;486;p30"/>
          <p:cNvSpPr/>
          <p:nvPr/>
        </p:nvSpPr>
        <p:spPr>
          <a:xfrm>
            <a:off x="422710" y="2322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p:cNvSpPr/>
          <p:nvPr/>
        </p:nvSpPr>
        <p:spPr>
          <a:xfrm>
            <a:off x="994160" y="1837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p:cNvSpPr/>
          <p:nvPr/>
        </p:nvSpPr>
        <p:spPr>
          <a:xfrm>
            <a:off x="8476010" y="995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0"/>
          <p:cNvSpPr/>
          <p:nvPr/>
        </p:nvSpPr>
        <p:spPr>
          <a:xfrm>
            <a:off x="8407010" y="27435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p:cNvSpPr/>
          <p:nvPr/>
        </p:nvSpPr>
        <p:spPr>
          <a:xfrm>
            <a:off x="356310" y="9090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0"/>
          <p:cNvSpPr/>
          <p:nvPr/>
        </p:nvSpPr>
        <p:spPr>
          <a:xfrm>
            <a:off x="8202772"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0"/>
          <p:cNvSpPr/>
          <p:nvPr/>
        </p:nvSpPr>
        <p:spPr>
          <a:xfrm>
            <a:off x="8545297"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0"/>
          <p:cNvSpPr/>
          <p:nvPr/>
        </p:nvSpPr>
        <p:spPr>
          <a:xfrm>
            <a:off x="7593747"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0"/>
          <p:cNvSpPr/>
          <p:nvPr/>
        </p:nvSpPr>
        <p:spPr>
          <a:xfrm>
            <a:off x="7912085" y="2401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0"/>
          <p:cNvSpPr txBox="1">
            <a:spLocks noGrp="1"/>
          </p:cNvSpPr>
          <p:nvPr>
            <p:ph type="title"/>
          </p:nvPr>
        </p:nvSpPr>
        <p:spPr>
          <a:xfrm>
            <a:off x="2003400" y="540000"/>
            <a:ext cx="5137200" cy="1179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b="1">
                <a:latin typeface="Titillium Web"/>
                <a:ea typeface="Titillium Web"/>
                <a:cs typeface="Titillium Web"/>
                <a:sym typeface="Titillium Web"/>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dirty="0"/>
          </a:p>
        </p:txBody>
      </p:sp>
      <p:sp>
        <p:nvSpPr>
          <p:cNvPr id="496" name="Google Shape;496;p30"/>
          <p:cNvSpPr txBox="1">
            <a:spLocks noGrp="1"/>
          </p:cNvSpPr>
          <p:nvPr>
            <p:ph type="subTitle" idx="5"/>
          </p:nvPr>
        </p:nvSpPr>
        <p:spPr>
          <a:xfrm>
            <a:off x="841248" y="2909949"/>
            <a:ext cx="1591200" cy="54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97" name="Google Shape;497;p30"/>
          <p:cNvSpPr txBox="1">
            <a:spLocks noGrp="1"/>
          </p:cNvSpPr>
          <p:nvPr>
            <p:ph type="subTitle" idx="6"/>
          </p:nvPr>
        </p:nvSpPr>
        <p:spPr>
          <a:xfrm>
            <a:off x="2771832" y="2909949"/>
            <a:ext cx="1591200" cy="54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98" name="Google Shape;498;p30"/>
          <p:cNvSpPr txBox="1">
            <a:spLocks noGrp="1"/>
          </p:cNvSpPr>
          <p:nvPr>
            <p:ph type="subTitle" idx="7"/>
          </p:nvPr>
        </p:nvSpPr>
        <p:spPr>
          <a:xfrm>
            <a:off x="4702416" y="2909949"/>
            <a:ext cx="1591200" cy="54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99" name="Google Shape;499;p30"/>
          <p:cNvSpPr txBox="1">
            <a:spLocks noGrp="1"/>
          </p:cNvSpPr>
          <p:nvPr>
            <p:ph type="subTitle" idx="8"/>
          </p:nvPr>
        </p:nvSpPr>
        <p:spPr>
          <a:xfrm>
            <a:off x="6633000" y="2909949"/>
            <a:ext cx="1591200" cy="54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Tree>
    <p:extLst>
      <p:ext uri="{BB962C8B-B14F-4D97-AF65-F5344CB8AC3E}">
        <p14:creationId xmlns:p14="http://schemas.microsoft.com/office/powerpoint/2010/main" val="5642024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pic>
        <p:nvPicPr>
          <p:cNvPr id="29" name="Google Shape;29;p3"/>
          <p:cNvPicPr preferRelativeResize="0"/>
          <p:nvPr/>
        </p:nvPicPr>
        <p:blipFill rotWithShape="1">
          <a:blip r:embed="rId2">
            <a:alphaModFix amt="70000"/>
          </a:blip>
          <a:srcRect t="19816" b="19822"/>
          <a:stretch/>
        </p:blipFill>
        <p:spPr>
          <a:xfrm>
            <a:off x="311400" y="0"/>
            <a:ext cx="8521200" cy="5143498"/>
          </a:xfrm>
          <a:prstGeom prst="rect">
            <a:avLst/>
          </a:prstGeom>
          <a:noFill/>
          <a:ln>
            <a:noFill/>
          </a:ln>
        </p:spPr>
      </p:pic>
      <p:sp>
        <p:nvSpPr>
          <p:cNvPr id="30" name="Google Shape;30;p3"/>
          <p:cNvSpPr/>
          <p:nvPr/>
        </p:nvSpPr>
        <p:spPr>
          <a:xfrm flipH="1">
            <a:off x="311088" y="142685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437363" y="13553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flipH="1">
            <a:off x="7571538" y="7498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1195263" y="7949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flipH="1">
            <a:off x="1403138" y="1474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3153263" y="656900"/>
            <a:ext cx="138000" cy="138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flipH="1">
            <a:off x="6522263" y="1954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5421513" y="6567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flipH="1">
            <a:off x="8124063" y="24336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flipH="1">
            <a:off x="8472438" y="36661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flipH="1">
            <a:off x="8299063" y="44327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flipH="1">
            <a:off x="202425" y="36056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flipH="1">
            <a:off x="1952375" y="47218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flipH="1">
            <a:off x="1114175" y="42817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flipH="1">
            <a:off x="713225" y="25026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3645725" y="4404013"/>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flipH="1">
            <a:off x="6838425" y="4358688"/>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a:off x="5145225" y="4721863"/>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txBox="1">
            <a:spLocks noGrp="1"/>
          </p:cNvSpPr>
          <p:nvPr>
            <p:ph type="title"/>
          </p:nvPr>
        </p:nvSpPr>
        <p:spPr>
          <a:xfrm>
            <a:off x="2002475" y="2382993"/>
            <a:ext cx="51390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9" name="Google Shape;49;p3"/>
          <p:cNvSpPr txBox="1">
            <a:spLocks noGrp="1"/>
          </p:cNvSpPr>
          <p:nvPr>
            <p:ph type="title" idx="2" hasCustomPrompt="1"/>
          </p:nvPr>
        </p:nvSpPr>
        <p:spPr>
          <a:xfrm>
            <a:off x="3645725" y="1190127"/>
            <a:ext cx="1852500" cy="93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200"/>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50" name="Google Shape;50;p3"/>
          <p:cNvSpPr txBox="1">
            <a:spLocks noGrp="1"/>
          </p:cNvSpPr>
          <p:nvPr>
            <p:ph type="subTitle" idx="1"/>
          </p:nvPr>
        </p:nvSpPr>
        <p:spPr>
          <a:xfrm>
            <a:off x="3108500" y="3160773"/>
            <a:ext cx="29271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 name="Google Shape;51;p3"/>
          <p:cNvSpPr/>
          <p:nvPr/>
        </p:nvSpPr>
        <p:spPr>
          <a:xfrm flipH="1">
            <a:off x="1728663" y="17855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flipH="1">
            <a:off x="1571375" y="35197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flipH="1">
            <a:off x="6961938" y="15880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pic>
        <p:nvPicPr>
          <p:cNvPr id="88" name="Google Shape;88;p6"/>
          <p:cNvPicPr preferRelativeResize="0"/>
          <p:nvPr/>
        </p:nvPicPr>
        <p:blipFill rotWithShape="1">
          <a:blip r:embed="rId2">
            <a:alphaModFix amt="70000"/>
          </a:blip>
          <a:srcRect l="81914" t="39397"/>
          <a:stretch/>
        </p:blipFill>
        <p:spPr>
          <a:xfrm rot="5400000">
            <a:off x="4814762" y="-2363762"/>
            <a:ext cx="2010950" cy="6738475"/>
          </a:xfrm>
          <a:prstGeom prst="rect">
            <a:avLst/>
          </a:prstGeom>
          <a:noFill/>
          <a:ln>
            <a:noFill/>
          </a:ln>
        </p:spPr>
      </p:pic>
      <p:pic>
        <p:nvPicPr>
          <p:cNvPr id="89" name="Google Shape;89;p6"/>
          <p:cNvPicPr preferRelativeResize="0"/>
          <p:nvPr/>
        </p:nvPicPr>
        <p:blipFill rotWithShape="1">
          <a:blip r:embed="rId3">
            <a:alphaModFix amt="70000"/>
          </a:blip>
          <a:srcRect l="81736" b="41978"/>
          <a:stretch/>
        </p:blipFill>
        <p:spPr>
          <a:xfrm rot="5400000">
            <a:off x="2202561" y="-2230237"/>
            <a:ext cx="2030726" cy="6451651"/>
          </a:xfrm>
          <a:prstGeom prst="rect">
            <a:avLst/>
          </a:prstGeom>
          <a:noFill/>
          <a:ln>
            <a:noFill/>
          </a:ln>
        </p:spPr>
      </p:pic>
      <p:sp>
        <p:nvSpPr>
          <p:cNvPr id="90" name="Google Shape;90;p6"/>
          <p:cNvSpPr/>
          <p:nvPr/>
        </p:nvSpPr>
        <p:spPr>
          <a:xfrm rot="10800000" flipH="1">
            <a:off x="8808200" y="1326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rot="10800000" flipH="1">
            <a:off x="407000" y="330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6"/>
          <p:cNvSpPr/>
          <p:nvPr/>
        </p:nvSpPr>
        <p:spPr>
          <a:xfrm rot="10800000" flipH="1">
            <a:off x="1501550" y="1020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6"/>
          <p:cNvSpPr/>
          <p:nvPr/>
        </p:nvSpPr>
        <p:spPr>
          <a:xfrm rot="10800000" flipH="1">
            <a:off x="7560450" y="2331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rot="10800000" flipH="1">
            <a:off x="2919263" y="-959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rot="10800000" flipH="1">
            <a:off x="6216400" y="-431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rot="10800000" flipH="1">
            <a:off x="5337050" y="2001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txBox="1">
            <a:spLocks noGrp="1"/>
          </p:cNvSpPr>
          <p:nvPr>
            <p:ph type="title"/>
          </p:nvPr>
        </p:nvSpPr>
        <p:spPr>
          <a:xfrm>
            <a:off x="1371600" y="540000"/>
            <a:ext cx="6400800" cy="899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8"/>
        <p:cNvGrpSpPr/>
        <p:nvPr/>
      </p:nvGrpSpPr>
      <p:grpSpPr>
        <a:xfrm>
          <a:off x="0" y="0"/>
          <a:ext cx="0" cy="0"/>
          <a:chOff x="0" y="0"/>
          <a:chExt cx="0" cy="0"/>
        </a:xfrm>
      </p:grpSpPr>
      <p:pic>
        <p:nvPicPr>
          <p:cNvPr id="99" name="Google Shape;99;p7"/>
          <p:cNvPicPr preferRelativeResize="0"/>
          <p:nvPr/>
        </p:nvPicPr>
        <p:blipFill rotWithShape="1">
          <a:blip r:embed="rId2">
            <a:alphaModFix amt="70000"/>
          </a:blip>
          <a:srcRect l="68574" t="68024"/>
          <a:stretch/>
        </p:blipFill>
        <p:spPr>
          <a:xfrm rot="-5400000" flipH="1">
            <a:off x="22626" y="-30526"/>
            <a:ext cx="3494275" cy="3555326"/>
          </a:xfrm>
          <a:prstGeom prst="rect">
            <a:avLst/>
          </a:prstGeom>
          <a:noFill/>
          <a:ln>
            <a:noFill/>
          </a:ln>
        </p:spPr>
      </p:pic>
      <p:pic>
        <p:nvPicPr>
          <p:cNvPr id="100" name="Google Shape;100;p7"/>
          <p:cNvPicPr preferRelativeResize="0"/>
          <p:nvPr/>
        </p:nvPicPr>
        <p:blipFill rotWithShape="1">
          <a:blip r:embed="rId3">
            <a:alphaModFix amt="70000"/>
          </a:blip>
          <a:srcRect l="80410" b="30400"/>
          <a:stretch/>
        </p:blipFill>
        <p:spPr>
          <a:xfrm rot="5400000" flipH="1">
            <a:off x="2088186" y="1398186"/>
            <a:ext cx="1642176" cy="5834352"/>
          </a:xfrm>
          <a:prstGeom prst="rect">
            <a:avLst/>
          </a:prstGeom>
          <a:noFill/>
          <a:ln>
            <a:noFill/>
          </a:ln>
        </p:spPr>
      </p:pic>
      <p:pic>
        <p:nvPicPr>
          <p:cNvPr id="101" name="Google Shape;101;p7"/>
          <p:cNvPicPr preferRelativeResize="0"/>
          <p:nvPr/>
        </p:nvPicPr>
        <p:blipFill rotWithShape="1">
          <a:blip r:embed="rId4">
            <a:alphaModFix amt="70000"/>
          </a:blip>
          <a:srcRect l="64209" t="40121" b="13618"/>
          <a:stretch/>
        </p:blipFill>
        <p:spPr>
          <a:xfrm flipH="1">
            <a:off x="5164425" y="0"/>
            <a:ext cx="3979574" cy="5143498"/>
          </a:xfrm>
          <a:prstGeom prst="rect">
            <a:avLst/>
          </a:prstGeom>
          <a:noFill/>
          <a:ln>
            <a:noFill/>
          </a:ln>
        </p:spPr>
      </p:pic>
      <p:sp>
        <p:nvSpPr>
          <p:cNvPr id="102" name="Google Shape;102;p7"/>
          <p:cNvSpPr/>
          <p:nvPr/>
        </p:nvSpPr>
        <p:spPr>
          <a:xfrm flipH="1">
            <a:off x="8340897" y="2322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7"/>
          <p:cNvSpPr/>
          <p:nvPr/>
        </p:nvSpPr>
        <p:spPr>
          <a:xfrm flipH="1">
            <a:off x="7907447" y="1837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7"/>
          <p:cNvSpPr/>
          <p:nvPr/>
        </p:nvSpPr>
        <p:spPr>
          <a:xfrm flipH="1">
            <a:off x="425597" y="995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7"/>
          <p:cNvSpPr/>
          <p:nvPr/>
        </p:nvSpPr>
        <p:spPr>
          <a:xfrm flipH="1">
            <a:off x="356597" y="27435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7"/>
          <p:cNvSpPr/>
          <p:nvPr/>
        </p:nvSpPr>
        <p:spPr>
          <a:xfrm flipH="1">
            <a:off x="8545297" y="9090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7"/>
          <p:cNvSpPr/>
          <p:nvPr/>
        </p:nvSpPr>
        <p:spPr>
          <a:xfrm flipH="1">
            <a:off x="560835"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flipH="1">
            <a:off x="356310"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7"/>
          <p:cNvSpPr/>
          <p:nvPr/>
        </p:nvSpPr>
        <p:spPr>
          <a:xfrm flipH="1">
            <a:off x="1307860"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flipH="1">
            <a:off x="989522" y="2401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7"/>
          <p:cNvSpPr txBox="1">
            <a:spLocks noGrp="1"/>
          </p:cNvSpPr>
          <p:nvPr>
            <p:ph type="title"/>
          </p:nvPr>
        </p:nvSpPr>
        <p:spPr>
          <a:xfrm>
            <a:off x="5355638" y="1517325"/>
            <a:ext cx="2944500" cy="986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12" name="Google Shape;112;p7"/>
          <p:cNvSpPr txBox="1">
            <a:spLocks noGrp="1"/>
          </p:cNvSpPr>
          <p:nvPr>
            <p:ph type="body" idx="1"/>
          </p:nvPr>
        </p:nvSpPr>
        <p:spPr>
          <a:xfrm>
            <a:off x="5355638" y="2501475"/>
            <a:ext cx="2944500" cy="11247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3"/>
        <p:cNvGrpSpPr/>
        <p:nvPr/>
      </p:nvGrpSpPr>
      <p:grpSpPr>
        <a:xfrm>
          <a:off x="0" y="0"/>
          <a:ext cx="0" cy="0"/>
          <a:chOff x="0" y="0"/>
          <a:chExt cx="0" cy="0"/>
        </a:xfrm>
      </p:grpSpPr>
      <p:pic>
        <p:nvPicPr>
          <p:cNvPr id="114" name="Google Shape;114;p8"/>
          <p:cNvPicPr preferRelativeResize="0"/>
          <p:nvPr/>
        </p:nvPicPr>
        <p:blipFill rotWithShape="1">
          <a:blip r:embed="rId2">
            <a:alphaModFix amt="70000"/>
          </a:blip>
          <a:srcRect t="12178" r="9362" b="27200"/>
          <a:stretch/>
        </p:blipFill>
        <p:spPr>
          <a:xfrm>
            <a:off x="1420475" y="-14150"/>
            <a:ext cx="7723526" cy="5165477"/>
          </a:xfrm>
          <a:prstGeom prst="rect">
            <a:avLst/>
          </a:prstGeom>
          <a:noFill/>
          <a:ln>
            <a:noFill/>
          </a:ln>
        </p:spPr>
      </p:pic>
      <p:pic>
        <p:nvPicPr>
          <p:cNvPr id="115" name="Google Shape;115;p8"/>
          <p:cNvPicPr preferRelativeResize="0"/>
          <p:nvPr/>
        </p:nvPicPr>
        <p:blipFill rotWithShape="1">
          <a:blip r:embed="rId3">
            <a:alphaModFix amt="70000"/>
          </a:blip>
          <a:srcRect l="56961" t="16149"/>
          <a:stretch/>
        </p:blipFill>
        <p:spPr>
          <a:xfrm rot="-5400000">
            <a:off x="1734286" y="-254987"/>
            <a:ext cx="3667301" cy="7145323"/>
          </a:xfrm>
          <a:prstGeom prst="rect">
            <a:avLst/>
          </a:prstGeom>
          <a:noFill/>
          <a:ln>
            <a:noFill/>
          </a:ln>
        </p:spPr>
      </p:pic>
      <p:pic>
        <p:nvPicPr>
          <p:cNvPr id="116" name="Google Shape;116;p8"/>
          <p:cNvPicPr preferRelativeResize="0"/>
          <p:nvPr/>
        </p:nvPicPr>
        <p:blipFill rotWithShape="1">
          <a:blip r:embed="rId4">
            <a:alphaModFix amt="70000"/>
          </a:blip>
          <a:srcRect l="65323" t="2884"/>
          <a:stretch/>
        </p:blipFill>
        <p:spPr>
          <a:xfrm rot="-5400000" flipH="1">
            <a:off x="2650974" y="-2674574"/>
            <a:ext cx="2954875" cy="8275723"/>
          </a:xfrm>
          <a:prstGeom prst="rect">
            <a:avLst/>
          </a:prstGeom>
          <a:noFill/>
          <a:ln>
            <a:noFill/>
          </a:ln>
        </p:spPr>
      </p:pic>
      <p:sp>
        <p:nvSpPr>
          <p:cNvPr id="117" name="Google Shape;117;p8"/>
          <p:cNvSpPr/>
          <p:nvPr/>
        </p:nvSpPr>
        <p:spPr>
          <a:xfrm flipH="1">
            <a:off x="361213" y="112425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8"/>
          <p:cNvSpPr/>
          <p:nvPr/>
        </p:nvSpPr>
        <p:spPr>
          <a:xfrm flipH="1">
            <a:off x="7592288" y="4715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8"/>
          <p:cNvSpPr/>
          <p:nvPr/>
        </p:nvSpPr>
        <p:spPr>
          <a:xfrm flipH="1">
            <a:off x="8467163" y="11932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flipH="1">
            <a:off x="1082663" y="5617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flipH="1">
            <a:off x="1932263" y="3546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a:off x="6208538" y="333575"/>
            <a:ext cx="138000" cy="138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a:off x="4879513" y="5872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a:off x="3252113" y="3334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flipH="1">
            <a:off x="8124063" y="24336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p:nvPr/>
        </p:nvSpPr>
        <p:spPr>
          <a:xfrm flipH="1">
            <a:off x="7903013" y="355875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flipH="1">
            <a:off x="8124063" y="45343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p:nvPr/>
        </p:nvSpPr>
        <p:spPr>
          <a:xfrm flipH="1">
            <a:off x="976175" y="30612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8"/>
          <p:cNvSpPr/>
          <p:nvPr/>
        </p:nvSpPr>
        <p:spPr>
          <a:xfrm flipH="1">
            <a:off x="1492500" y="43350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flipH="1">
            <a:off x="587400" y="40575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flipH="1">
            <a:off x="499225" y="21207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rot="10800000">
            <a:off x="3335150" y="4603488"/>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flipH="1">
            <a:off x="6346550" y="4672638"/>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rot="10800000">
            <a:off x="5155825" y="4335013"/>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txBox="1">
            <a:spLocks noGrp="1"/>
          </p:cNvSpPr>
          <p:nvPr>
            <p:ph type="title"/>
          </p:nvPr>
        </p:nvSpPr>
        <p:spPr>
          <a:xfrm>
            <a:off x="2002500" y="1547550"/>
            <a:ext cx="5139000" cy="2048400"/>
          </a:xfrm>
          <a:prstGeom prst="rect">
            <a:avLst/>
          </a:prstGeom>
        </p:spPr>
        <p:txBody>
          <a:bodyPr spcFirstLastPara="1" wrap="square" lIns="91425" tIns="91425" rIns="91425" bIns="91425" anchor="ctr" anchorCtr="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7"/>
        <p:cNvGrpSpPr/>
        <p:nvPr/>
      </p:nvGrpSpPr>
      <p:grpSpPr>
        <a:xfrm>
          <a:off x="0" y="0"/>
          <a:ext cx="0" cy="0"/>
          <a:chOff x="0" y="0"/>
          <a:chExt cx="0" cy="0"/>
        </a:xfrm>
      </p:grpSpPr>
      <p:sp>
        <p:nvSpPr>
          <p:cNvPr id="148" name="Google Shape;148;p10"/>
          <p:cNvSpPr txBox="1">
            <a:spLocks noGrp="1"/>
          </p:cNvSpPr>
          <p:nvPr>
            <p:ph type="title"/>
          </p:nvPr>
        </p:nvSpPr>
        <p:spPr>
          <a:xfrm>
            <a:off x="4243650" y="681350"/>
            <a:ext cx="4138500" cy="1182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76"/>
        <p:cNvGrpSpPr/>
        <p:nvPr/>
      </p:nvGrpSpPr>
      <p:grpSpPr>
        <a:xfrm>
          <a:off x="0" y="0"/>
          <a:ext cx="0" cy="0"/>
          <a:chOff x="0" y="0"/>
          <a:chExt cx="0" cy="0"/>
        </a:xfrm>
      </p:grpSpPr>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able of contents">
  <p:cSld name="CUSTOM_2">
    <p:spTree>
      <p:nvGrpSpPr>
        <p:cNvPr id="1" name="Shape 177"/>
        <p:cNvGrpSpPr/>
        <p:nvPr/>
      </p:nvGrpSpPr>
      <p:grpSpPr>
        <a:xfrm>
          <a:off x="0" y="0"/>
          <a:ext cx="0" cy="0"/>
          <a:chOff x="0" y="0"/>
          <a:chExt cx="0" cy="0"/>
        </a:xfrm>
      </p:grpSpPr>
      <p:pic>
        <p:nvPicPr>
          <p:cNvPr id="178" name="Google Shape;178;p13"/>
          <p:cNvPicPr preferRelativeResize="0"/>
          <p:nvPr/>
        </p:nvPicPr>
        <p:blipFill rotWithShape="1">
          <a:blip r:embed="rId2">
            <a:alphaModFix amt="70000"/>
          </a:blip>
          <a:srcRect l="68574" t="68024"/>
          <a:stretch/>
        </p:blipFill>
        <p:spPr>
          <a:xfrm rot="-5400000" flipH="1">
            <a:off x="22626" y="-30526"/>
            <a:ext cx="3494275" cy="3555326"/>
          </a:xfrm>
          <a:prstGeom prst="rect">
            <a:avLst/>
          </a:prstGeom>
          <a:noFill/>
          <a:ln>
            <a:noFill/>
          </a:ln>
        </p:spPr>
      </p:pic>
      <p:pic>
        <p:nvPicPr>
          <p:cNvPr id="179" name="Google Shape;179;p13"/>
          <p:cNvPicPr preferRelativeResize="0"/>
          <p:nvPr/>
        </p:nvPicPr>
        <p:blipFill rotWithShape="1">
          <a:blip r:embed="rId3">
            <a:alphaModFix amt="70000"/>
          </a:blip>
          <a:srcRect l="80410" b="30400"/>
          <a:stretch/>
        </p:blipFill>
        <p:spPr>
          <a:xfrm rot="5400000" flipH="1">
            <a:off x="2088186" y="1398186"/>
            <a:ext cx="1642176" cy="5834352"/>
          </a:xfrm>
          <a:prstGeom prst="rect">
            <a:avLst/>
          </a:prstGeom>
          <a:noFill/>
          <a:ln>
            <a:noFill/>
          </a:ln>
        </p:spPr>
      </p:pic>
      <p:pic>
        <p:nvPicPr>
          <p:cNvPr id="180" name="Google Shape;180;p13"/>
          <p:cNvPicPr preferRelativeResize="0"/>
          <p:nvPr/>
        </p:nvPicPr>
        <p:blipFill rotWithShape="1">
          <a:blip r:embed="rId4">
            <a:alphaModFix amt="70000"/>
          </a:blip>
          <a:srcRect l="64209" t="40121" b="13618"/>
          <a:stretch/>
        </p:blipFill>
        <p:spPr>
          <a:xfrm flipH="1">
            <a:off x="5164425" y="0"/>
            <a:ext cx="3979574" cy="5143498"/>
          </a:xfrm>
          <a:prstGeom prst="rect">
            <a:avLst/>
          </a:prstGeom>
          <a:noFill/>
          <a:ln>
            <a:noFill/>
          </a:ln>
        </p:spPr>
      </p:pic>
      <p:sp>
        <p:nvSpPr>
          <p:cNvPr id="181" name="Google Shape;181;p13"/>
          <p:cNvSpPr/>
          <p:nvPr/>
        </p:nvSpPr>
        <p:spPr>
          <a:xfrm flipH="1">
            <a:off x="8340897" y="2322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p:cNvSpPr/>
          <p:nvPr/>
        </p:nvSpPr>
        <p:spPr>
          <a:xfrm flipH="1">
            <a:off x="7907447" y="1837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3"/>
          <p:cNvSpPr/>
          <p:nvPr/>
        </p:nvSpPr>
        <p:spPr>
          <a:xfrm flipH="1">
            <a:off x="425597" y="995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3"/>
          <p:cNvSpPr/>
          <p:nvPr/>
        </p:nvSpPr>
        <p:spPr>
          <a:xfrm flipH="1">
            <a:off x="356597" y="27435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3"/>
          <p:cNvSpPr/>
          <p:nvPr/>
        </p:nvSpPr>
        <p:spPr>
          <a:xfrm flipH="1">
            <a:off x="8545297" y="9090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3"/>
          <p:cNvSpPr/>
          <p:nvPr/>
        </p:nvSpPr>
        <p:spPr>
          <a:xfrm flipH="1">
            <a:off x="560835"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3"/>
          <p:cNvSpPr/>
          <p:nvPr/>
        </p:nvSpPr>
        <p:spPr>
          <a:xfrm flipH="1">
            <a:off x="356310"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3"/>
          <p:cNvSpPr/>
          <p:nvPr/>
        </p:nvSpPr>
        <p:spPr>
          <a:xfrm flipH="1">
            <a:off x="1307860"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3"/>
          <p:cNvSpPr/>
          <p:nvPr/>
        </p:nvSpPr>
        <p:spPr>
          <a:xfrm flipH="1">
            <a:off x="989522" y="2401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3"/>
          <p:cNvSpPr txBox="1">
            <a:spLocks noGrp="1"/>
          </p:cNvSpPr>
          <p:nvPr>
            <p:ph type="body" idx="1"/>
          </p:nvPr>
        </p:nvSpPr>
        <p:spPr>
          <a:xfrm>
            <a:off x="6058075" y="3986200"/>
            <a:ext cx="2194200" cy="573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91" name="Google Shape;191;p13"/>
          <p:cNvSpPr txBox="1">
            <a:spLocks noGrp="1"/>
          </p:cNvSpPr>
          <p:nvPr>
            <p:ph type="title" hasCustomPrompt="1"/>
          </p:nvPr>
        </p:nvSpPr>
        <p:spPr>
          <a:xfrm>
            <a:off x="3591600" y="352044"/>
            <a:ext cx="1143000" cy="9327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sz="5000"/>
            </a:lvl1pPr>
            <a:lvl2pPr lvl="1" algn="r" rtl="0">
              <a:spcBef>
                <a:spcPts val="0"/>
              </a:spcBef>
              <a:spcAft>
                <a:spcPts val="0"/>
              </a:spcAft>
              <a:buSzPts val="5000"/>
              <a:buNone/>
              <a:defRPr sz="5000"/>
            </a:lvl2pPr>
            <a:lvl3pPr lvl="2" algn="r" rtl="0">
              <a:spcBef>
                <a:spcPts val="0"/>
              </a:spcBef>
              <a:spcAft>
                <a:spcPts val="0"/>
              </a:spcAft>
              <a:buSzPts val="5000"/>
              <a:buNone/>
              <a:defRPr sz="5000"/>
            </a:lvl3pPr>
            <a:lvl4pPr lvl="3" algn="r" rtl="0">
              <a:spcBef>
                <a:spcPts val="0"/>
              </a:spcBef>
              <a:spcAft>
                <a:spcPts val="0"/>
              </a:spcAft>
              <a:buSzPts val="5000"/>
              <a:buNone/>
              <a:defRPr sz="5000"/>
            </a:lvl4pPr>
            <a:lvl5pPr lvl="4" algn="r" rtl="0">
              <a:spcBef>
                <a:spcPts val="0"/>
              </a:spcBef>
              <a:spcAft>
                <a:spcPts val="0"/>
              </a:spcAft>
              <a:buSzPts val="5000"/>
              <a:buNone/>
              <a:defRPr sz="5000"/>
            </a:lvl5pPr>
            <a:lvl6pPr lvl="5" algn="r" rtl="0">
              <a:spcBef>
                <a:spcPts val="0"/>
              </a:spcBef>
              <a:spcAft>
                <a:spcPts val="0"/>
              </a:spcAft>
              <a:buSzPts val="5000"/>
              <a:buNone/>
              <a:defRPr sz="5000"/>
            </a:lvl6pPr>
            <a:lvl7pPr lvl="6" algn="r" rtl="0">
              <a:spcBef>
                <a:spcPts val="0"/>
              </a:spcBef>
              <a:spcAft>
                <a:spcPts val="0"/>
              </a:spcAft>
              <a:buSzPts val="5000"/>
              <a:buNone/>
              <a:defRPr sz="5000"/>
            </a:lvl7pPr>
            <a:lvl8pPr lvl="7" algn="r" rtl="0">
              <a:spcBef>
                <a:spcPts val="0"/>
              </a:spcBef>
              <a:spcAft>
                <a:spcPts val="0"/>
              </a:spcAft>
              <a:buSzPts val="5000"/>
              <a:buNone/>
              <a:defRPr sz="5000"/>
            </a:lvl8pPr>
            <a:lvl9pPr lvl="8" algn="r" rtl="0">
              <a:spcBef>
                <a:spcPts val="0"/>
              </a:spcBef>
              <a:spcAft>
                <a:spcPts val="0"/>
              </a:spcAft>
              <a:buSzPts val="5000"/>
              <a:buNone/>
              <a:defRPr sz="5000"/>
            </a:lvl9pPr>
          </a:lstStyle>
          <a:p>
            <a:r>
              <a:t>xx%</a:t>
            </a:r>
          </a:p>
        </p:txBody>
      </p:sp>
      <p:sp>
        <p:nvSpPr>
          <p:cNvPr id="192" name="Google Shape;192;p13"/>
          <p:cNvSpPr txBox="1">
            <a:spLocks noGrp="1"/>
          </p:cNvSpPr>
          <p:nvPr>
            <p:ph type="subTitle" idx="2"/>
          </p:nvPr>
        </p:nvSpPr>
        <p:spPr>
          <a:xfrm>
            <a:off x="3591600" y="1459477"/>
            <a:ext cx="2194200" cy="45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000">
                <a:solidFill>
                  <a:schemeClr val="dk1"/>
                </a:solidFill>
              </a:defRPr>
            </a:lvl1pPr>
            <a:lvl2pPr lvl="1" rtl="0">
              <a:lnSpc>
                <a:spcPct val="100000"/>
              </a:lnSpc>
              <a:spcBef>
                <a:spcPts val="0"/>
              </a:spcBef>
              <a:spcAft>
                <a:spcPts val="0"/>
              </a:spcAft>
              <a:buNone/>
              <a:defRPr sz="2400"/>
            </a:lvl2pPr>
            <a:lvl3pPr lvl="2" rtl="0">
              <a:lnSpc>
                <a:spcPct val="100000"/>
              </a:lnSpc>
              <a:spcBef>
                <a:spcPts val="1600"/>
              </a:spcBef>
              <a:spcAft>
                <a:spcPts val="0"/>
              </a:spcAft>
              <a:buNone/>
              <a:defRPr sz="2400"/>
            </a:lvl3pPr>
            <a:lvl4pPr lvl="3" rtl="0">
              <a:lnSpc>
                <a:spcPct val="100000"/>
              </a:lnSpc>
              <a:spcBef>
                <a:spcPts val="1600"/>
              </a:spcBef>
              <a:spcAft>
                <a:spcPts val="0"/>
              </a:spcAft>
              <a:buNone/>
              <a:defRPr sz="2400"/>
            </a:lvl4pPr>
            <a:lvl5pPr lvl="4" rtl="0">
              <a:lnSpc>
                <a:spcPct val="100000"/>
              </a:lnSpc>
              <a:spcBef>
                <a:spcPts val="1600"/>
              </a:spcBef>
              <a:spcAft>
                <a:spcPts val="0"/>
              </a:spcAft>
              <a:buNone/>
              <a:defRPr sz="2400"/>
            </a:lvl5pPr>
            <a:lvl6pPr lvl="5" rtl="0">
              <a:lnSpc>
                <a:spcPct val="100000"/>
              </a:lnSpc>
              <a:spcBef>
                <a:spcPts val="1600"/>
              </a:spcBef>
              <a:spcAft>
                <a:spcPts val="0"/>
              </a:spcAft>
              <a:buNone/>
              <a:defRPr sz="2400"/>
            </a:lvl6pPr>
            <a:lvl7pPr lvl="6" rtl="0">
              <a:lnSpc>
                <a:spcPct val="100000"/>
              </a:lnSpc>
              <a:spcBef>
                <a:spcPts val="1600"/>
              </a:spcBef>
              <a:spcAft>
                <a:spcPts val="0"/>
              </a:spcAft>
              <a:buNone/>
              <a:defRPr sz="2400"/>
            </a:lvl7pPr>
            <a:lvl8pPr lvl="7" rtl="0">
              <a:lnSpc>
                <a:spcPct val="100000"/>
              </a:lnSpc>
              <a:spcBef>
                <a:spcPts val="1600"/>
              </a:spcBef>
              <a:spcAft>
                <a:spcPts val="0"/>
              </a:spcAft>
              <a:buNone/>
              <a:defRPr sz="2400"/>
            </a:lvl8pPr>
            <a:lvl9pPr lvl="8" rtl="0">
              <a:lnSpc>
                <a:spcPct val="100000"/>
              </a:lnSpc>
              <a:spcBef>
                <a:spcPts val="1600"/>
              </a:spcBef>
              <a:spcAft>
                <a:spcPts val="1600"/>
              </a:spcAft>
              <a:buNone/>
              <a:defRPr sz="2400"/>
            </a:lvl9pPr>
          </a:lstStyle>
          <a:p>
            <a:endParaRPr/>
          </a:p>
        </p:txBody>
      </p:sp>
      <p:sp>
        <p:nvSpPr>
          <p:cNvPr id="193" name="Google Shape;193;p13"/>
          <p:cNvSpPr txBox="1">
            <a:spLocks noGrp="1"/>
          </p:cNvSpPr>
          <p:nvPr>
            <p:ph type="title" idx="3" hasCustomPrompt="1"/>
          </p:nvPr>
        </p:nvSpPr>
        <p:spPr>
          <a:xfrm>
            <a:off x="6058075" y="352044"/>
            <a:ext cx="1143000" cy="9327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94" name="Google Shape;194;p13"/>
          <p:cNvSpPr txBox="1">
            <a:spLocks noGrp="1"/>
          </p:cNvSpPr>
          <p:nvPr>
            <p:ph type="subTitle" idx="4"/>
          </p:nvPr>
        </p:nvSpPr>
        <p:spPr>
          <a:xfrm>
            <a:off x="6058075" y="1459477"/>
            <a:ext cx="2194200" cy="45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000">
                <a:solidFill>
                  <a:schemeClr val="dk1"/>
                </a:solidFill>
              </a:defRPr>
            </a:lvl1pPr>
            <a:lvl2pPr lvl="1" rtl="0">
              <a:lnSpc>
                <a:spcPct val="100000"/>
              </a:lnSpc>
              <a:spcBef>
                <a:spcPts val="0"/>
              </a:spcBef>
              <a:spcAft>
                <a:spcPts val="0"/>
              </a:spcAft>
              <a:buNone/>
              <a:defRPr sz="2400"/>
            </a:lvl2pPr>
            <a:lvl3pPr lvl="2" rtl="0">
              <a:lnSpc>
                <a:spcPct val="100000"/>
              </a:lnSpc>
              <a:spcBef>
                <a:spcPts val="1600"/>
              </a:spcBef>
              <a:spcAft>
                <a:spcPts val="0"/>
              </a:spcAft>
              <a:buNone/>
              <a:defRPr sz="2400"/>
            </a:lvl3pPr>
            <a:lvl4pPr lvl="3" rtl="0">
              <a:lnSpc>
                <a:spcPct val="100000"/>
              </a:lnSpc>
              <a:spcBef>
                <a:spcPts val="1600"/>
              </a:spcBef>
              <a:spcAft>
                <a:spcPts val="0"/>
              </a:spcAft>
              <a:buNone/>
              <a:defRPr sz="2400"/>
            </a:lvl4pPr>
            <a:lvl5pPr lvl="4" rtl="0">
              <a:lnSpc>
                <a:spcPct val="100000"/>
              </a:lnSpc>
              <a:spcBef>
                <a:spcPts val="1600"/>
              </a:spcBef>
              <a:spcAft>
                <a:spcPts val="0"/>
              </a:spcAft>
              <a:buNone/>
              <a:defRPr sz="2400"/>
            </a:lvl5pPr>
            <a:lvl6pPr lvl="5" rtl="0">
              <a:lnSpc>
                <a:spcPct val="100000"/>
              </a:lnSpc>
              <a:spcBef>
                <a:spcPts val="1600"/>
              </a:spcBef>
              <a:spcAft>
                <a:spcPts val="0"/>
              </a:spcAft>
              <a:buNone/>
              <a:defRPr sz="2400"/>
            </a:lvl6pPr>
            <a:lvl7pPr lvl="6" rtl="0">
              <a:lnSpc>
                <a:spcPct val="100000"/>
              </a:lnSpc>
              <a:spcBef>
                <a:spcPts val="1600"/>
              </a:spcBef>
              <a:spcAft>
                <a:spcPts val="0"/>
              </a:spcAft>
              <a:buNone/>
              <a:defRPr sz="2400"/>
            </a:lvl7pPr>
            <a:lvl8pPr lvl="7" rtl="0">
              <a:lnSpc>
                <a:spcPct val="100000"/>
              </a:lnSpc>
              <a:spcBef>
                <a:spcPts val="1600"/>
              </a:spcBef>
              <a:spcAft>
                <a:spcPts val="0"/>
              </a:spcAft>
              <a:buNone/>
              <a:defRPr sz="2400"/>
            </a:lvl8pPr>
            <a:lvl9pPr lvl="8" rtl="0">
              <a:lnSpc>
                <a:spcPct val="100000"/>
              </a:lnSpc>
              <a:spcBef>
                <a:spcPts val="1600"/>
              </a:spcBef>
              <a:spcAft>
                <a:spcPts val="1600"/>
              </a:spcAft>
              <a:buNone/>
              <a:defRPr sz="2400"/>
            </a:lvl9pPr>
          </a:lstStyle>
          <a:p>
            <a:endParaRPr/>
          </a:p>
        </p:txBody>
      </p:sp>
      <p:sp>
        <p:nvSpPr>
          <p:cNvPr id="195" name="Google Shape;195;p13"/>
          <p:cNvSpPr txBox="1">
            <a:spLocks noGrp="1"/>
          </p:cNvSpPr>
          <p:nvPr>
            <p:ph type="title" idx="5" hasCustomPrompt="1"/>
          </p:nvPr>
        </p:nvSpPr>
        <p:spPr>
          <a:xfrm>
            <a:off x="3591600" y="2576368"/>
            <a:ext cx="1143000" cy="9327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sz="5000"/>
            </a:lvl1pPr>
            <a:lvl2pPr lvl="1" algn="r" rtl="0">
              <a:spcBef>
                <a:spcPts val="0"/>
              </a:spcBef>
              <a:spcAft>
                <a:spcPts val="0"/>
              </a:spcAft>
              <a:buSzPts val="5000"/>
              <a:buNone/>
              <a:defRPr sz="5000"/>
            </a:lvl2pPr>
            <a:lvl3pPr lvl="2" algn="r" rtl="0">
              <a:spcBef>
                <a:spcPts val="0"/>
              </a:spcBef>
              <a:spcAft>
                <a:spcPts val="0"/>
              </a:spcAft>
              <a:buSzPts val="5000"/>
              <a:buNone/>
              <a:defRPr sz="5000"/>
            </a:lvl3pPr>
            <a:lvl4pPr lvl="3" algn="r" rtl="0">
              <a:spcBef>
                <a:spcPts val="0"/>
              </a:spcBef>
              <a:spcAft>
                <a:spcPts val="0"/>
              </a:spcAft>
              <a:buSzPts val="5000"/>
              <a:buNone/>
              <a:defRPr sz="5000"/>
            </a:lvl4pPr>
            <a:lvl5pPr lvl="4" algn="r" rtl="0">
              <a:spcBef>
                <a:spcPts val="0"/>
              </a:spcBef>
              <a:spcAft>
                <a:spcPts val="0"/>
              </a:spcAft>
              <a:buSzPts val="5000"/>
              <a:buNone/>
              <a:defRPr sz="5000"/>
            </a:lvl5pPr>
            <a:lvl6pPr lvl="5" algn="r" rtl="0">
              <a:spcBef>
                <a:spcPts val="0"/>
              </a:spcBef>
              <a:spcAft>
                <a:spcPts val="0"/>
              </a:spcAft>
              <a:buSzPts val="5000"/>
              <a:buNone/>
              <a:defRPr sz="5000"/>
            </a:lvl6pPr>
            <a:lvl7pPr lvl="6" algn="r" rtl="0">
              <a:spcBef>
                <a:spcPts val="0"/>
              </a:spcBef>
              <a:spcAft>
                <a:spcPts val="0"/>
              </a:spcAft>
              <a:buSzPts val="5000"/>
              <a:buNone/>
              <a:defRPr sz="5000"/>
            </a:lvl7pPr>
            <a:lvl8pPr lvl="7" algn="r" rtl="0">
              <a:spcBef>
                <a:spcPts val="0"/>
              </a:spcBef>
              <a:spcAft>
                <a:spcPts val="0"/>
              </a:spcAft>
              <a:buSzPts val="5000"/>
              <a:buNone/>
              <a:defRPr sz="5000"/>
            </a:lvl8pPr>
            <a:lvl9pPr lvl="8" algn="r" rtl="0">
              <a:spcBef>
                <a:spcPts val="0"/>
              </a:spcBef>
              <a:spcAft>
                <a:spcPts val="0"/>
              </a:spcAft>
              <a:buSzPts val="5000"/>
              <a:buNone/>
              <a:defRPr sz="5000"/>
            </a:lvl9pPr>
          </a:lstStyle>
          <a:p>
            <a:r>
              <a:t>xx%</a:t>
            </a:r>
          </a:p>
        </p:txBody>
      </p:sp>
      <p:sp>
        <p:nvSpPr>
          <p:cNvPr id="196" name="Google Shape;196;p13"/>
          <p:cNvSpPr txBox="1">
            <a:spLocks noGrp="1"/>
          </p:cNvSpPr>
          <p:nvPr>
            <p:ph type="subTitle" idx="6"/>
          </p:nvPr>
        </p:nvSpPr>
        <p:spPr>
          <a:xfrm>
            <a:off x="3591600" y="3683800"/>
            <a:ext cx="2194200" cy="45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000">
                <a:solidFill>
                  <a:schemeClr val="dk1"/>
                </a:solidFill>
              </a:defRPr>
            </a:lvl1pPr>
            <a:lvl2pPr lvl="1" rtl="0">
              <a:lnSpc>
                <a:spcPct val="100000"/>
              </a:lnSpc>
              <a:spcBef>
                <a:spcPts val="0"/>
              </a:spcBef>
              <a:spcAft>
                <a:spcPts val="0"/>
              </a:spcAft>
              <a:buNone/>
              <a:defRPr sz="2400"/>
            </a:lvl2pPr>
            <a:lvl3pPr lvl="2" rtl="0">
              <a:lnSpc>
                <a:spcPct val="100000"/>
              </a:lnSpc>
              <a:spcBef>
                <a:spcPts val="1600"/>
              </a:spcBef>
              <a:spcAft>
                <a:spcPts val="0"/>
              </a:spcAft>
              <a:buNone/>
              <a:defRPr sz="2400"/>
            </a:lvl3pPr>
            <a:lvl4pPr lvl="3" rtl="0">
              <a:lnSpc>
                <a:spcPct val="100000"/>
              </a:lnSpc>
              <a:spcBef>
                <a:spcPts val="1600"/>
              </a:spcBef>
              <a:spcAft>
                <a:spcPts val="0"/>
              </a:spcAft>
              <a:buNone/>
              <a:defRPr sz="2400"/>
            </a:lvl4pPr>
            <a:lvl5pPr lvl="4" rtl="0">
              <a:lnSpc>
                <a:spcPct val="100000"/>
              </a:lnSpc>
              <a:spcBef>
                <a:spcPts val="1600"/>
              </a:spcBef>
              <a:spcAft>
                <a:spcPts val="0"/>
              </a:spcAft>
              <a:buNone/>
              <a:defRPr sz="2400"/>
            </a:lvl5pPr>
            <a:lvl6pPr lvl="5" rtl="0">
              <a:lnSpc>
                <a:spcPct val="100000"/>
              </a:lnSpc>
              <a:spcBef>
                <a:spcPts val="1600"/>
              </a:spcBef>
              <a:spcAft>
                <a:spcPts val="0"/>
              </a:spcAft>
              <a:buNone/>
              <a:defRPr sz="2400"/>
            </a:lvl6pPr>
            <a:lvl7pPr lvl="6" rtl="0">
              <a:lnSpc>
                <a:spcPct val="100000"/>
              </a:lnSpc>
              <a:spcBef>
                <a:spcPts val="1600"/>
              </a:spcBef>
              <a:spcAft>
                <a:spcPts val="0"/>
              </a:spcAft>
              <a:buNone/>
              <a:defRPr sz="2400"/>
            </a:lvl7pPr>
            <a:lvl8pPr lvl="7" rtl="0">
              <a:lnSpc>
                <a:spcPct val="100000"/>
              </a:lnSpc>
              <a:spcBef>
                <a:spcPts val="1600"/>
              </a:spcBef>
              <a:spcAft>
                <a:spcPts val="0"/>
              </a:spcAft>
              <a:buNone/>
              <a:defRPr sz="2400"/>
            </a:lvl8pPr>
            <a:lvl9pPr lvl="8" rtl="0">
              <a:lnSpc>
                <a:spcPct val="100000"/>
              </a:lnSpc>
              <a:spcBef>
                <a:spcPts val="1600"/>
              </a:spcBef>
              <a:spcAft>
                <a:spcPts val="1600"/>
              </a:spcAft>
              <a:buNone/>
              <a:defRPr sz="2400"/>
            </a:lvl9pPr>
          </a:lstStyle>
          <a:p>
            <a:endParaRPr/>
          </a:p>
        </p:txBody>
      </p:sp>
      <p:sp>
        <p:nvSpPr>
          <p:cNvPr id="197" name="Google Shape;197;p13"/>
          <p:cNvSpPr txBox="1">
            <a:spLocks noGrp="1"/>
          </p:cNvSpPr>
          <p:nvPr>
            <p:ph type="title" idx="7" hasCustomPrompt="1"/>
          </p:nvPr>
        </p:nvSpPr>
        <p:spPr>
          <a:xfrm>
            <a:off x="6058075" y="2576368"/>
            <a:ext cx="1143000" cy="9327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98" name="Google Shape;198;p13"/>
          <p:cNvSpPr txBox="1">
            <a:spLocks noGrp="1"/>
          </p:cNvSpPr>
          <p:nvPr>
            <p:ph type="subTitle" idx="8"/>
          </p:nvPr>
        </p:nvSpPr>
        <p:spPr>
          <a:xfrm>
            <a:off x="6058075" y="3683800"/>
            <a:ext cx="2194200" cy="45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000">
                <a:solidFill>
                  <a:schemeClr val="dk1"/>
                </a:solidFill>
              </a:defRPr>
            </a:lvl1pPr>
            <a:lvl2pPr lvl="1" rtl="0">
              <a:lnSpc>
                <a:spcPct val="100000"/>
              </a:lnSpc>
              <a:spcBef>
                <a:spcPts val="0"/>
              </a:spcBef>
              <a:spcAft>
                <a:spcPts val="0"/>
              </a:spcAft>
              <a:buNone/>
              <a:defRPr sz="2400"/>
            </a:lvl2pPr>
            <a:lvl3pPr lvl="2" rtl="0">
              <a:lnSpc>
                <a:spcPct val="100000"/>
              </a:lnSpc>
              <a:spcBef>
                <a:spcPts val="1600"/>
              </a:spcBef>
              <a:spcAft>
                <a:spcPts val="0"/>
              </a:spcAft>
              <a:buNone/>
              <a:defRPr sz="2400"/>
            </a:lvl3pPr>
            <a:lvl4pPr lvl="3" rtl="0">
              <a:lnSpc>
                <a:spcPct val="100000"/>
              </a:lnSpc>
              <a:spcBef>
                <a:spcPts val="1600"/>
              </a:spcBef>
              <a:spcAft>
                <a:spcPts val="0"/>
              </a:spcAft>
              <a:buNone/>
              <a:defRPr sz="2400"/>
            </a:lvl4pPr>
            <a:lvl5pPr lvl="4" rtl="0">
              <a:lnSpc>
                <a:spcPct val="100000"/>
              </a:lnSpc>
              <a:spcBef>
                <a:spcPts val="1600"/>
              </a:spcBef>
              <a:spcAft>
                <a:spcPts val="0"/>
              </a:spcAft>
              <a:buNone/>
              <a:defRPr sz="2400"/>
            </a:lvl5pPr>
            <a:lvl6pPr lvl="5" rtl="0">
              <a:lnSpc>
                <a:spcPct val="100000"/>
              </a:lnSpc>
              <a:spcBef>
                <a:spcPts val="1600"/>
              </a:spcBef>
              <a:spcAft>
                <a:spcPts val="0"/>
              </a:spcAft>
              <a:buNone/>
              <a:defRPr sz="2400"/>
            </a:lvl6pPr>
            <a:lvl7pPr lvl="6" rtl="0">
              <a:lnSpc>
                <a:spcPct val="100000"/>
              </a:lnSpc>
              <a:spcBef>
                <a:spcPts val="1600"/>
              </a:spcBef>
              <a:spcAft>
                <a:spcPts val="0"/>
              </a:spcAft>
              <a:buNone/>
              <a:defRPr sz="2400"/>
            </a:lvl7pPr>
            <a:lvl8pPr lvl="7" rtl="0">
              <a:lnSpc>
                <a:spcPct val="100000"/>
              </a:lnSpc>
              <a:spcBef>
                <a:spcPts val="1600"/>
              </a:spcBef>
              <a:spcAft>
                <a:spcPts val="0"/>
              </a:spcAft>
              <a:buNone/>
              <a:defRPr sz="2400"/>
            </a:lvl8pPr>
            <a:lvl9pPr lvl="8" rtl="0">
              <a:lnSpc>
                <a:spcPct val="100000"/>
              </a:lnSpc>
              <a:spcBef>
                <a:spcPts val="1600"/>
              </a:spcBef>
              <a:spcAft>
                <a:spcPts val="1600"/>
              </a:spcAft>
              <a:buNone/>
              <a:defRPr sz="2400"/>
            </a:lvl9pPr>
          </a:lstStyle>
          <a:p>
            <a:endParaRPr/>
          </a:p>
        </p:txBody>
      </p:sp>
      <p:sp>
        <p:nvSpPr>
          <p:cNvPr id="199" name="Google Shape;199;p13"/>
          <p:cNvSpPr txBox="1">
            <a:spLocks noGrp="1"/>
          </p:cNvSpPr>
          <p:nvPr>
            <p:ph type="body" idx="9"/>
          </p:nvPr>
        </p:nvSpPr>
        <p:spPr>
          <a:xfrm>
            <a:off x="6058075" y="1761877"/>
            <a:ext cx="2194200" cy="573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00" name="Google Shape;200;p13"/>
          <p:cNvSpPr txBox="1">
            <a:spLocks noGrp="1"/>
          </p:cNvSpPr>
          <p:nvPr>
            <p:ph type="body" idx="13"/>
          </p:nvPr>
        </p:nvSpPr>
        <p:spPr>
          <a:xfrm>
            <a:off x="3591600" y="1761877"/>
            <a:ext cx="2194200" cy="573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algn="r" rtl="0">
              <a:spcBef>
                <a:spcPts val="1600"/>
              </a:spcBef>
              <a:spcAft>
                <a:spcPts val="0"/>
              </a:spcAft>
              <a:buSzPts val="1400"/>
              <a:buChar char="○"/>
              <a:defRPr/>
            </a:lvl2pPr>
            <a:lvl3pPr marL="1371600" lvl="2" indent="-317500" algn="r" rtl="0">
              <a:spcBef>
                <a:spcPts val="1600"/>
              </a:spcBef>
              <a:spcAft>
                <a:spcPts val="0"/>
              </a:spcAft>
              <a:buSzPts val="1400"/>
              <a:buChar char="■"/>
              <a:defRPr/>
            </a:lvl3pPr>
            <a:lvl4pPr marL="1828800" lvl="3" indent="-317500" algn="r" rtl="0">
              <a:spcBef>
                <a:spcPts val="1600"/>
              </a:spcBef>
              <a:spcAft>
                <a:spcPts val="0"/>
              </a:spcAft>
              <a:buSzPts val="1400"/>
              <a:buChar char="●"/>
              <a:defRPr/>
            </a:lvl4pPr>
            <a:lvl5pPr marL="2286000" lvl="4" indent="-317500" algn="r" rtl="0">
              <a:spcBef>
                <a:spcPts val="1600"/>
              </a:spcBef>
              <a:spcAft>
                <a:spcPts val="0"/>
              </a:spcAft>
              <a:buSzPts val="1400"/>
              <a:buChar char="○"/>
              <a:defRPr/>
            </a:lvl5pPr>
            <a:lvl6pPr marL="2743200" lvl="5" indent="-317500" algn="r" rtl="0">
              <a:spcBef>
                <a:spcPts val="1600"/>
              </a:spcBef>
              <a:spcAft>
                <a:spcPts val="0"/>
              </a:spcAft>
              <a:buSzPts val="1400"/>
              <a:buChar char="■"/>
              <a:defRPr/>
            </a:lvl6pPr>
            <a:lvl7pPr marL="3200400" lvl="6" indent="-317500" algn="r" rtl="0">
              <a:spcBef>
                <a:spcPts val="1600"/>
              </a:spcBef>
              <a:spcAft>
                <a:spcPts val="0"/>
              </a:spcAft>
              <a:buSzPts val="1400"/>
              <a:buChar char="●"/>
              <a:defRPr/>
            </a:lvl7pPr>
            <a:lvl8pPr marL="3657600" lvl="7" indent="-317500" algn="r" rtl="0">
              <a:spcBef>
                <a:spcPts val="1600"/>
              </a:spcBef>
              <a:spcAft>
                <a:spcPts val="0"/>
              </a:spcAft>
              <a:buSzPts val="1400"/>
              <a:buChar char="○"/>
              <a:defRPr/>
            </a:lvl8pPr>
            <a:lvl9pPr marL="4114800" lvl="8" indent="-317500" algn="r" rtl="0">
              <a:spcBef>
                <a:spcPts val="1600"/>
              </a:spcBef>
              <a:spcAft>
                <a:spcPts val="1600"/>
              </a:spcAft>
              <a:buSzPts val="1400"/>
              <a:buChar char="■"/>
              <a:defRPr/>
            </a:lvl9pPr>
          </a:lstStyle>
          <a:p>
            <a:endParaRPr/>
          </a:p>
        </p:txBody>
      </p:sp>
      <p:sp>
        <p:nvSpPr>
          <p:cNvPr id="201" name="Google Shape;201;p13"/>
          <p:cNvSpPr txBox="1">
            <a:spLocks noGrp="1"/>
          </p:cNvSpPr>
          <p:nvPr>
            <p:ph type="body" idx="14"/>
          </p:nvPr>
        </p:nvSpPr>
        <p:spPr>
          <a:xfrm>
            <a:off x="3591600" y="3986200"/>
            <a:ext cx="2194200" cy="573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algn="r" rtl="0">
              <a:spcBef>
                <a:spcPts val="1600"/>
              </a:spcBef>
              <a:spcAft>
                <a:spcPts val="0"/>
              </a:spcAft>
              <a:buSzPts val="1400"/>
              <a:buChar char="○"/>
              <a:defRPr/>
            </a:lvl2pPr>
            <a:lvl3pPr marL="1371600" lvl="2" indent="-317500" algn="r" rtl="0">
              <a:spcBef>
                <a:spcPts val="1600"/>
              </a:spcBef>
              <a:spcAft>
                <a:spcPts val="0"/>
              </a:spcAft>
              <a:buSzPts val="1400"/>
              <a:buChar char="■"/>
              <a:defRPr/>
            </a:lvl3pPr>
            <a:lvl4pPr marL="1828800" lvl="3" indent="-317500" algn="r" rtl="0">
              <a:spcBef>
                <a:spcPts val="1600"/>
              </a:spcBef>
              <a:spcAft>
                <a:spcPts val="0"/>
              </a:spcAft>
              <a:buSzPts val="1400"/>
              <a:buChar char="●"/>
              <a:defRPr/>
            </a:lvl4pPr>
            <a:lvl5pPr marL="2286000" lvl="4" indent="-317500" algn="r" rtl="0">
              <a:spcBef>
                <a:spcPts val="1600"/>
              </a:spcBef>
              <a:spcAft>
                <a:spcPts val="0"/>
              </a:spcAft>
              <a:buSzPts val="1400"/>
              <a:buChar char="○"/>
              <a:defRPr/>
            </a:lvl5pPr>
            <a:lvl6pPr marL="2743200" lvl="5" indent="-317500" algn="r" rtl="0">
              <a:spcBef>
                <a:spcPts val="1600"/>
              </a:spcBef>
              <a:spcAft>
                <a:spcPts val="0"/>
              </a:spcAft>
              <a:buSzPts val="1400"/>
              <a:buChar char="■"/>
              <a:defRPr/>
            </a:lvl6pPr>
            <a:lvl7pPr marL="3200400" lvl="6" indent="-317500" algn="r" rtl="0">
              <a:spcBef>
                <a:spcPts val="1600"/>
              </a:spcBef>
              <a:spcAft>
                <a:spcPts val="0"/>
              </a:spcAft>
              <a:buSzPts val="1400"/>
              <a:buChar char="●"/>
              <a:defRPr/>
            </a:lvl7pPr>
            <a:lvl8pPr marL="3657600" lvl="7" indent="-317500" algn="r" rtl="0">
              <a:spcBef>
                <a:spcPts val="1600"/>
              </a:spcBef>
              <a:spcAft>
                <a:spcPts val="0"/>
              </a:spcAft>
              <a:buSzPts val="1400"/>
              <a:buChar char="○"/>
              <a:defRPr/>
            </a:lvl8pPr>
            <a:lvl9pPr marL="4114800" lvl="8" indent="-317500" algn="r" rtl="0">
              <a:spcBef>
                <a:spcPts val="1600"/>
              </a:spcBef>
              <a:spcAft>
                <a:spcPts val="1600"/>
              </a:spcAft>
              <a:buSzPts val="1400"/>
              <a:buChar char="■"/>
              <a:defRPr/>
            </a:lvl9pPr>
          </a:lstStyle>
          <a:p>
            <a:endParaRPr/>
          </a:p>
        </p:txBody>
      </p:sp>
      <p:sp>
        <p:nvSpPr>
          <p:cNvPr id="202" name="Google Shape;202;p13"/>
          <p:cNvSpPr txBox="1">
            <a:spLocks noGrp="1"/>
          </p:cNvSpPr>
          <p:nvPr>
            <p:ph type="title" idx="15"/>
          </p:nvPr>
        </p:nvSpPr>
        <p:spPr>
          <a:xfrm>
            <a:off x="720000" y="1545750"/>
            <a:ext cx="2566800" cy="2052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Titillium Web"/>
                <a:ea typeface="Titillium Web"/>
                <a:cs typeface="Titillium Web"/>
                <a:sym typeface="Titillium Web"/>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and text 2">
  <p:cSld name="TITLE_1_2">
    <p:spTree>
      <p:nvGrpSpPr>
        <p:cNvPr id="1" name="Shape 256"/>
        <p:cNvGrpSpPr/>
        <p:nvPr/>
      </p:nvGrpSpPr>
      <p:grpSpPr>
        <a:xfrm>
          <a:off x="0" y="0"/>
          <a:ext cx="0" cy="0"/>
          <a:chOff x="0" y="0"/>
          <a:chExt cx="0" cy="0"/>
        </a:xfrm>
      </p:grpSpPr>
      <p:pic>
        <p:nvPicPr>
          <p:cNvPr id="257" name="Google Shape;257;p17"/>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258" name="Google Shape;258;p17"/>
          <p:cNvPicPr preferRelativeResize="0"/>
          <p:nvPr/>
        </p:nvPicPr>
        <p:blipFill rotWithShape="1">
          <a:blip r:embed="rId3">
            <a:alphaModFix amt="70000"/>
          </a:blip>
          <a:srcRect l="76804" b="30167"/>
          <a:stretch/>
        </p:blipFill>
        <p:spPr>
          <a:xfrm rot="5400000">
            <a:off x="1927139" y="-2014112"/>
            <a:ext cx="1944499" cy="5854123"/>
          </a:xfrm>
          <a:prstGeom prst="rect">
            <a:avLst/>
          </a:prstGeom>
          <a:noFill/>
          <a:ln>
            <a:noFill/>
          </a:ln>
        </p:spPr>
      </p:pic>
      <p:pic>
        <p:nvPicPr>
          <p:cNvPr id="259" name="Google Shape;259;p17"/>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260" name="Google Shape;260;p17"/>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7"/>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7"/>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7"/>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7"/>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7"/>
          <p:cNvSpPr/>
          <p:nvPr/>
        </p:nvSpPr>
        <p:spPr>
          <a:xfrm rot="10800000">
            <a:off x="713235"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7"/>
          <p:cNvSpPr/>
          <p:nvPr/>
        </p:nvSpPr>
        <p:spPr>
          <a:xfrm rot="10800000">
            <a:off x="356310"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7"/>
          <p:cNvSpPr/>
          <p:nvPr/>
        </p:nvSpPr>
        <p:spPr>
          <a:xfrm rot="10800000">
            <a:off x="1384060"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7"/>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7"/>
          <p:cNvSpPr txBox="1">
            <a:spLocks noGrp="1"/>
          </p:cNvSpPr>
          <p:nvPr>
            <p:ph type="ctrTitle"/>
          </p:nvPr>
        </p:nvSpPr>
        <p:spPr>
          <a:xfrm>
            <a:off x="713225" y="1166372"/>
            <a:ext cx="3218700" cy="13323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7200"/>
              <a:buNone/>
              <a:defRPr sz="72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270" name="Google Shape;270;p17"/>
          <p:cNvSpPr txBox="1">
            <a:spLocks noGrp="1"/>
          </p:cNvSpPr>
          <p:nvPr>
            <p:ph type="subTitle" idx="1"/>
          </p:nvPr>
        </p:nvSpPr>
        <p:spPr>
          <a:xfrm>
            <a:off x="713232" y="2498675"/>
            <a:ext cx="3218700" cy="11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and two columns 2">
  <p:cSld name="CUSTOM_1">
    <p:spTree>
      <p:nvGrpSpPr>
        <p:cNvPr id="1" name="Shape 352"/>
        <p:cNvGrpSpPr/>
        <p:nvPr/>
      </p:nvGrpSpPr>
      <p:grpSpPr>
        <a:xfrm>
          <a:off x="0" y="0"/>
          <a:ext cx="0" cy="0"/>
          <a:chOff x="0" y="0"/>
          <a:chExt cx="0" cy="0"/>
        </a:xfrm>
      </p:grpSpPr>
      <p:pic>
        <p:nvPicPr>
          <p:cNvPr id="353" name="Google Shape;353;p23"/>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354" name="Google Shape;354;p23"/>
          <p:cNvPicPr preferRelativeResize="0"/>
          <p:nvPr/>
        </p:nvPicPr>
        <p:blipFill rotWithShape="1">
          <a:blip r:embed="rId3">
            <a:alphaModFix amt="70000"/>
          </a:blip>
          <a:srcRect l="76804" b="30167"/>
          <a:stretch/>
        </p:blipFill>
        <p:spPr>
          <a:xfrm rot="5400000">
            <a:off x="1927139" y="-2014112"/>
            <a:ext cx="1944499" cy="5854123"/>
          </a:xfrm>
          <a:prstGeom prst="rect">
            <a:avLst/>
          </a:prstGeom>
          <a:noFill/>
          <a:ln>
            <a:noFill/>
          </a:ln>
        </p:spPr>
      </p:pic>
      <p:pic>
        <p:nvPicPr>
          <p:cNvPr id="355" name="Google Shape;355;p23"/>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356" name="Google Shape;356;p23"/>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3"/>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3"/>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3"/>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3"/>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3"/>
          <p:cNvSpPr/>
          <p:nvPr/>
        </p:nvSpPr>
        <p:spPr>
          <a:xfrm rot="10800000">
            <a:off x="713235"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3"/>
          <p:cNvSpPr/>
          <p:nvPr/>
        </p:nvSpPr>
        <p:spPr>
          <a:xfrm rot="10800000">
            <a:off x="356310"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3"/>
          <p:cNvSpPr/>
          <p:nvPr/>
        </p:nvSpPr>
        <p:spPr>
          <a:xfrm rot="10800000">
            <a:off x="1384060"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3"/>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3"/>
          <p:cNvSpPr txBox="1">
            <a:spLocks noGrp="1"/>
          </p:cNvSpPr>
          <p:nvPr>
            <p:ph type="title"/>
          </p:nvPr>
        </p:nvSpPr>
        <p:spPr>
          <a:xfrm>
            <a:off x="720000" y="1545750"/>
            <a:ext cx="2566800" cy="20520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5000" b="1">
                <a:latin typeface="Titillium Web"/>
                <a:ea typeface="Titillium Web"/>
                <a:cs typeface="Titillium Web"/>
                <a:sym typeface="Titillium Web"/>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366" name="Google Shape;366;p23"/>
          <p:cNvSpPr txBox="1">
            <a:spLocks noGrp="1"/>
          </p:cNvSpPr>
          <p:nvPr>
            <p:ph type="body" idx="1"/>
          </p:nvPr>
        </p:nvSpPr>
        <p:spPr>
          <a:xfrm>
            <a:off x="5408200" y="1677950"/>
            <a:ext cx="2221200" cy="90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67" name="Google Shape;367;p23"/>
          <p:cNvSpPr txBox="1">
            <a:spLocks noGrp="1"/>
          </p:cNvSpPr>
          <p:nvPr>
            <p:ph type="subTitle" idx="2"/>
          </p:nvPr>
        </p:nvSpPr>
        <p:spPr>
          <a:xfrm>
            <a:off x="5408200" y="1051200"/>
            <a:ext cx="1710000" cy="43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Clr>
                <a:schemeClr val="dk1"/>
              </a:buClr>
              <a:buSzPts val="2000"/>
              <a:buNone/>
              <a:defRPr sz="2000">
                <a:solidFill>
                  <a:schemeClr val="dk1"/>
                </a:solidFill>
              </a:defRPr>
            </a:lvl2pPr>
            <a:lvl3pPr lvl="2" rtl="0">
              <a:lnSpc>
                <a:spcPct val="100000"/>
              </a:lnSpc>
              <a:spcBef>
                <a:spcPts val="0"/>
              </a:spcBef>
              <a:spcAft>
                <a:spcPts val="0"/>
              </a:spcAft>
              <a:buClr>
                <a:schemeClr val="dk1"/>
              </a:buClr>
              <a:buSzPts val="2000"/>
              <a:buNone/>
              <a:defRPr sz="2000">
                <a:solidFill>
                  <a:schemeClr val="dk1"/>
                </a:solidFill>
              </a:defRPr>
            </a:lvl3pPr>
            <a:lvl4pPr lvl="3" rtl="0">
              <a:lnSpc>
                <a:spcPct val="100000"/>
              </a:lnSpc>
              <a:spcBef>
                <a:spcPts val="0"/>
              </a:spcBef>
              <a:spcAft>
                <a:spcPts val="0"/>
              </a:spcAft>
              <a:buClr>
                <a:schemeClr val="dk1"/>
              </a:buClr>
              <a:buSzPts val="2000"/>
              <a:buNone/>
              <a:defRPr sz="2000">
                <a:solidFill>
                  <a:schemeClr val="dk1"/>
                </a:solidFill>
              </a:defRPr>
            </a:lvl4pPr>
            <a:lvl5pPr lvl="4" rtl="0">
              <a:lnSpc>
                <a:spcPct val="100000"/>
              </a:lnSpc>
              <a:spcBef>
                <a:spcPts val="0"/>
              </a:spcBef>
              <a:spcAft>
                <a:spcPts val="0"/>
              </a:spcAft>
              <a:buClr>
                <a:schemeClr val="dk1"/>
              </a:buClr>
              <a:buSzPts val="2000"/>
              <a:buNone/>
              <a:defRPr sz="2000">
                <a:solidFill>
                  <a:schemeClr val="dk1"/>
                </a:solidFill>
              </a:defRPr>
            </a:lvl5pPr>
            <a:lvl6pPr lvl="5" rtl="0">
              <a:lnSpc>
                <a:spcPct val="100000"/>
              </a:lnSpc>
              <a:spcBef>
                <a:spcPts val="0"/>
              </a:spcBef>
              <a:spcAft>
                <a:spcPts val="0"/>
              </a:spcAft>
              <a:buClr>
                <a:schemeClr val="dk1"/>
              </a:buClr>
              <a:buSzPts val="2000"/>
              <a:buNone/>
              <a:defRPr sz="2000">
                <a:solidFill>
                  <a:schemeClr val="dk1"/>
                </a:solidFill>
              </a:defRPr>
            </a:lvl6pPr>
            <a:lvl7pPr lvl="6" rtl="0">
              <a:lnSpc>
                <a:spcPct val="100000"/>
              </a:lnSpc>
              <a:spcBef>
                <a:spcPts val="0"/>
              </a:spcBef>
              <a:spcAft>
                <a:spcPts val="0"/>
              </a:spcAft>
              <a:buClr>
                <a:schemeClr val="dk1"/>
              </a:buClr>
              <a:buSzPts val="2000"/>
              <a:buNone/>
              <a:defRPr sz="2000">
                <a:solidFill>
                  <a:schemeClr val="dk1"/>
                </a:solidFill>
              </a:defRPr>
            </a:lvl7pPr>
            <a:lvl8pPr lvl="7" rtl="0">
              <a:lnSpc>
                <a:spcPct val="100000"/>
              </a:lnSpc>
              <a:spcBef>
                <a:spcPts val="0"/>
              </a:spcBef>
              <a:spcAft>
                <a:spcPts val="0"/>
              </a:spcAft>
              <a:buClr>
                <a:schemeClr val="dk1"/>
              </a:buClr>
              <a:buSzPts val="2000"/>
              <a:buNone/>
              <a:defRPr sz="2000">
                <a:solidFill>
                  <a:schemeClr val="dk1"/>
                </a:solidFill>
              </a:defRPr>
            </a:lvl8pPr>
            <a:lvl9pPr lvl="8"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68" name="Google Shape;368;p23"/>
          <p:cNvSpPr txBox="1">
            <a:spLocks noGrp="1"/>
          </p:cNvSpPr>
          <p:nvPr>
            <p:ph type="body" idx="3"/>
          </p:nvPr>
        </p:nvSpPr>
        <p:spPr>
          <a:xfrm>
            <a:off x="6071800" y="3672294"/>
            <a:ext cx="2165400" cy="90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69" name="Google Shape;369;p23"/>
          <p:cNvSpPr txBox="1">
            <a:spLocks noGrp="1"/>
          </p:cNvSpPr>
          <p:nvPr>
            <p:ph type="subTitle" idx="4"/>
          </p:nvPr>
        </p:nvSpPr>
        <p:spPr>
          <a:xfrm>
            <a:off x="6071800" y="3045544"/>
            <a:ext cx="1710000" cy="43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Clr>
                <a:schemeClr val="dk1"/>
              </a:buClr>
              <a:buSzPts val="2000"/>
              <a:buNone/>
              <a:defRPr sz="2000">
                <a:solidFill>
                  <a:schemeClr val="dk1"/>
                </a:solidFill>
              </a:defRPr>
            </a:lvl2pPr>
            <a:lvl3pPr lvl="2" rtl="0">
              <a:lnSpc>
                <a:spcPct val="100000"/>
              </a:lnSpc>
              <a:spcBef>
                <a:spcPts val="0"/>
              </a:spcBef>
              <a:spcAft>
                <a:spcPts val="0"/>
              </a:spcAft>
              <a:buClr>
                <a:schemeClr val="dk1"/>
              </a:buClr>
              <a:buSzPts val="2000"/>
              <a:buNone/>
              <a:defRPr sz="2000">
                <a:solidFill>
                  <a:schemeClr val="dk1"/>
                </a:solidFill>
              </a:defRPr>
            </a:lvl3pPr>
            <a:lvl4pPr lvl="3" rtl="0">
              <a:lnSpc>
                <a:spcPct val="100000"/>
              </a:lnSpc>
              <a:spcBef>
                <a:spcPts val="0"/>
              </a:spcBef>
              <a:spcAft>
                <a:spcPts val="0"/>
              </a:spcAft>
              <a:buClr>
                <a:schemeClr val="dk1"/>
              </a:buClr>
              <a:buSzPts val="2000"/>
              <a:buNone/>
              <a:defRPr sz="2000">
                <a:solidFill>
                  <a:schemeClr val="dk1"/>
                </a:solidFill>
              </a:defRPr>
            </a:lvl4pPr>
            <a:lvl5pPr lvl="4" rtl="0">
              <a:lnSpc>
                <a:spcPct val="100000"/>
              </a:lnSpc>
              <a:spcBef>
                <a:spcPts val="0"/>
              </a:spcBef>
              <a:spcAft>
                <a:spcPts val="0"/>
              </a:spcAft>
              <a:buClr>
                <a:schemeClr val="dk1"/>
              </a:buClr>
              <a:buSzPts val="2000"/>
              <a:buNone/>
              <a:defRPr sz="2000">
                <a:solidFill>
                  <a:schemeClr val="dk1"/>
                </a:solidFill>
              </a:defRPr>
            </a:lvl5pPr>
            <a:lvl6pPr lvl="5" rtl="0">
              <a:lnSpc>
                <a:spcPct val="100000"/>
              </a:lnSpc>
              <a:spcBef>
                <a:spcPts val="0"/>
              </a:spcBef>
              <a:spcAft>
                <a:spcPts val="0"/>
              </a:spcAft>
              <a:buClr>
                <a:schemeClr val="dk1"/>
              </a:buClr>
              <a:buSzPts val="2000"/>
              <a:buNone/>
              <a:defRPr sz="2000">
                <a:solidFill>
                  <a:schemeClr val="dk1"/>
                </a:solidFill>
              </a:defRPr>
            </a:lvl6pPr>
            <a:lvl7pPr lvl="6" rtl="0">
              <a:lnSpc>
                <a:spcPct val="100000"/>
              </a:lnSpc>
              <a:spcBef>
                <a:spcPts val="0"/>
              </a:spcBef>
              <a:spcAft>
                <a:spcPts val="0"/>
              </a:spcAft>
              <a:buClr>
                <a:schemeClr val="dk1"/>
              </a:buClr>
              <a:buSzPts val="2000"/>
              <a:buNone/>
              <a:defRPr sz="2000">
                <a:solidFill>
                  <a:schemeClr val="dk1"/>
                </a:solidFill>
              </a:defRPr>
            </a:lvl7pPr>
            <a:lvl8pPr lvl="7" rtl="0">
              <a:lnSpc>
                <a:spcPct val="100000"/>
              </a:lnSpc>
              <a:spcBef>
                <a:spcPts val="0"/>
              </a:spcBef>
              <a:spcAft>
                <a:spcPts val="0"/>
              </a:spcAft>
              <a:buClr>
                <a:schemeClr val="dk1"/>
              </a:buClr>
              <a:buSzPts val="2000"/>
              <a:buNone/>
              <a:defRPr sz="2000">
                <a:solidFill>
                  <a:schemeClr val="dk1"/>
                </a:solidFill>
              </a:defRPr>
            </a:lvl8pPr>
            <a:lvl9pPr lvl="8" rtl="0">
              <a:lnSpc>
                <a:spcPct val="100000"/>
              </a:lnSpc>
              <a:spcBef>
                <a:spcPts val="0"/>
              </a:spcBef>
              <a:spcAft>
                <a:spcPts val="0"/>
              </a:spcAft>
              <a:buClr>
                <a:schemeClr val="dk1"/>
              </a:buClr>
              <a:buSzPts val="2000"/>
              <a:buNone/>
              <a:defRPr sz="2000">
                <a:solidFill>
                  <a:schemeClr val="dk1"/>
                </a:solidFill>
              </a:defRPr>
            </a:lvl9pPr>
          </a:lstStyle>
          <a:p>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text 6">
  <p:cSld name="CUSTOM_1_1">
    <p:spTree>
      <p:nvGrpSpPr>
        <p:cNvPr id="1" name="Shape 370"/>
        <p:cNvGrpSpPr/>
        <p:nvPr/>
      </p:nvGrpSpPr>
      <p:grpSpPr>
        <a:xfrm>
          <a:off x="0" y="0"/>
          <a:ext cx="0" cy="0"/>
          <a:chOff x="0" y="0"/>
          <a:chExt cx="0" cy="0"/>
        </a:xfrm>
      </p:grpSpPr>
      <p:pic>
        <p:nvPicPr>
          <p:cNvPr id="371" name="Google Shape;371;p24"/>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372" name="Google Shape;372;p24"/>
          <p:cNvPicPr preferRelativeResize="0"/>
          <p:nvPr/>
        </p:nvPicPr>
        <p:blipFill rotWithShape="1">
          <a:blip r:embed="rId3">
            <a:alphaModFix amt="70000"/>
          </a:blip>
          <a:srcRect l="76804" b="30167"/>
          <a:stretch/>
        </p:blipFill>
        <p:spPr>
          <a:xfrm rot="5400000">
            <a:off x="1927139" y="-2014112"/>
            <a:ext cx="1944499" cy="5854123"/>
          </a:xfrm>
          <a:prstGeom prst="rect">
            <a:avLst/>
          </a:prstGeom>
          <a:noFill/>
          <a:ln>
            <a:noFill/>
          </a:ln>
        </p:spPr>
      </p:pic>
      <p:pic>
        <p:nvPicPr>
          <p:cNvPr id="373" name="Google Shape;373;p24"/>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374" name="Google Shape;374;p24"/>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4"/>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4"/>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4"/>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4"/>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4"/>
          <p:cNvSpPr/>
          <p:nvPr/>
        </p:nvSpPr>
        <p:spPr>
          <a:xfrm rot="10800000">
            <a:off x="713235"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4"/>
          <p:cNvSpPr/>
          <p:nvPr/>
        </p:nvSpPr>
        <p:spPr>
          <a:xfrm rot="10800000">
            <a:off x="356310"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4"/>
          <p:cNvSpPr/>
          <p:nvPr/>
        </p:nvSpPr>
        <p:spPr>
          <a:xfrm rot="10800000">
            <a:off x="1384060"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4"/>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4"/>
          <p:cNvSpPr txBox="1">
            <a:spLocks noGrp="1"/>
          </p:cNvSpPr>
          <p:nvPr>
            <p:ph type="ctrTitle"/>
          </p:nvPr>
        </p:nvSpPr>
        <p:spPr>
          <a:xfrm>
            <a:off x="2002950" y="1488000"/>
            <a:ext cx="5138100" cy="13323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7200"/>
              <a:buNone/>
              <a:defRPr sz="12000"/>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endParaRPr/>
          </a:p>
        </p:txBody>
      </p:sp>
      <p:sp>
        <p:nvSpPr>
          <p:cNvPr id="384" name="Google Shape;384;p24"/>
          <p:cNvSpPr txBox="1">
            <a:spLocks noGrp="1"/>
          </p:cNvSpPr>
          <p:nvPr>
            <p:ph type="subTitle" idx="1"/>
          </p:nvPr>
        </p:nvSpPr>
        <p:spPr>
          <a:xfrm>
            <a:off x="2002950" y="2820300"/>
            <a:ext cx="5138100" cy="83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70000"/>
          </a:blip>
          <a:srcRect t="15525" r="15874" b="23683"/>
          <a:stretch/>
        </p:blipFill>
        <p:spPr>
          <a:xfrm rot="10800000">
            <a:off x="-27677" y="-39549"/>
            <a:ext cx="7168277" cy="5179949"/>
          </a:xfrm>
          <a:prstGeom prst="rect">
            <a:avLst/>
          </a:prstGeom>
          <a:noFill/>
          <a:ln>
            <a:noFill/>
          </a:ln>
        </p:spPr>
      </p:pic>
      <p:pic>
        <p:nvPicPr>
          <p:cNvPr id="10" name="Google Shape;10;p2"/>
          <p:cNvPicPr preferRelativeResize="0"/>
          <p:nvPr/>
        </p:nvPicPr>
        <p:blipFill rotWithShape="1">
          <a:blip r:embed="rId3">
            <a:alphaModFix amt="70000"/>
          </a:blip>
          <a:srcRect l="53211" t="8875"/>
          <a:stretch/>
        </p:blipFill>
        <p:spPr>
          <a:xfrm rot="5400000">
            <a:off x="3309612" y="-1948438"/>
            <a:ext cx="3986774" cy="7765051"/>
          </a:xfrm>
          <a:prstGeom prst="rect">
            <a:avLst/>
          </a:prstGeom>
          <a:noFill/>
          <a:ln>
            <a:noFill/>
          </a:ln>
        </p:spPr>
      </p:pic>
      <p:pic>
        <p:nvPicPr>
          <p:cNvPr id="11" name="Google Shape;11;p2"/>
          <p:cNvPicPr preferRelativeResize="0"/>
          <p:nvPr/>
        </p:nvPicPr>
        <p:blipFill rotWithShape="1">
          <a:blip r:embed="rId4">
            <a:alphaModFix amt="70000"/>
          </a:blip>
          <a:srcRect l="68206"/>
          <a:stretch/>
        </p:blipFill>
        <p:spPr>
          <a:xfrm rot="5400000" flipH="1">
            <a:off x="3200826" y="-435229"/>
            <a:ext cx="2709149" cy="8521200"/>
          </a:xfrm>
          <a:prstGeom prst="rect">
            <a:avLst/>
          </a:prstGeom>
          <a:noFill/>
          <a:ln>
            <a:noFill/>
          </a:ln>
        </p:spPr>
      </p:pic>
      <p:sp>
        <p:nvSpPr>
          <p:cNvPr id="12" name="Google Shape;12;p2"/>
          <p:cNvSpPr txBox="1">
            <a:spLocks noGrp="1"/>
          </p:cNvSpPr>
          <p:nvPr>
            <p:ph type="ctrTitle"/>
          </p:nvPr>
        </p:nvSpPr>
        <p:spPr>
          <a:xfrm>
            <a:off x="2138300" y="1267550"/>
            <a:ext cx="48672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13" name="Google Shape;13;p2"/>
          <p:cNvSpPr txBox="1">
            <a:spLocks noGrp="1"/>
          </p:cNvSpPr>
          <p:nvPr>
            <p:ph type="subTitle" idx="1"/>
          </p:nvPr>
        </p:nvSpPr>
        <p:spPr>
          <a:xfrm>
            <a:off x="3369576" y="3320147"/>
            <a:ext cx="24048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4" name="Google Shape;14;p2"/>
          <p:cNvGrpSpPr/>
          <p:nvPr/>
        </p:nvGrpSpPr>
        <p:grpSpPr>
          <a:xfrm>
            <a:off x="297175" y="333425"/>
            <a:ext cx="8340288" cy="4512338"/>
            <a:chOff x="373375" y="333425"/>
            <a:chExt cx="8340288" cy="4512338"/>
          </a:xfrm>
        </p:grpSpPr>
        <p:sp>
          <p:nvSpPr>
            <p:cNvPr id="15" name="Google Shape;15;p2"/>
            <p:cNvSpPr/>
            <p:nvPr/>
          </p:nvSpPr>
          <p:spPr>
            <a:xfrm>
              <a:off x="773425" y="6077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73375" y="31841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274525" y="4489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584925" y="5728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271725" y="3334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434275" y="17478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25875" y="44327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437363" y="34079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53563" y="45865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683888" y="27769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065013" y="4234213"/>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395563" y="4351163"/>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741713" y="4569463"/>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itle and three columns 1">
  <p:cSld name="TITLE_AND_TWO_COLUMNS_2_2_1">
    <p:spTree>
      <p:nvGrpSpPr>
        <p:cNvPr id="1" name="Shape 436"/>
        <p:cNvGrpSpPr/>
        <p:nvPr/>
      </p:nvGrpSpPr>
      <p:grpSpPr>
        <a:xfrm>
          <a:off x="0" y="0"/>
          <a:ext cx="0" cy="0"/>
          <a:chOff x="0" y="0"/>
          <a:chExt cx="0" cy="0"/>
        </a:xfrm>
      </p:grpSpPr>
      <p:pic>
        <p:nvPicPr>
          <p:cNvPr id="437" name="Google Shape;437;p28"/>
          <p:cNvPicPr preferRelativeResize="0"/>
          <p:nvPr/>
        </p:nvPicPr>
        <p:blipFill rotWithShape="1">
          <a:blip r:embed="rId2">
            <a:alphaModFix amt="70000"/>
          </a:blip>
          <a:srcRect l="72919" t="45124" b="8149"/>
          <a:stretch/>
        </p:blipFill>
        <p:spPr>
          <a:xfrm rot="10800000" flipH="1">
            <a:off x="-7900" y="-39549"/>
            <a:ext cx="3011126" cy="5195774"/>
          </a:xfrm>
          <a:prstGeom prst="rect">
            <a:avLst/>
          </a:prstGeom>
          <a:noFill/>
          <a:ln>
            <a:noFill/>
          </a:ln>
        </p:spPr>
      </p:pic>
      <p:sp>
        <p:nvSpPr>
          <p:cNvPr id="438" name="Google Shape;438;p28"/>
          <p:cNvSpPr/>
          <p:nvPr/>
        </p:nvSpPr>
        <p:spPr>
          <a:xfrm flipH="1">
            <a:off x="1307860"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8"/>
          <p:cNvSpPr txBox="1">
            <a:spLocks noGrp="1"/>
          </p:cNvSpPr>
          <p:nvPr>
            <p:ph type="subTitle" idx="1"/>
          </p:nvPr>
        </p:nvSpPr>
        <p:spPr>
          <a:xfrm>
            <a:off x="4572000" y="3375672"/>
            <a:ext cx="3858900" cy="54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40" name="Google Shape;440;p28"/>
          <p:cNvSpPr txBox="1">
            <a:spLocks noGrp="1"/>
          </p:cNvSpPr>
          <p:nvPr>
            <p:ph type="body" idx="2"/>
          </p:nvPr>
        </p:nvSpPr>
        <p:spPr>
          <a:xfrm>
            <a:off x="4572000" y="1677926"/>
            <a:ext cx="3858900" cy="6984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6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41" name="Google Shape;441;p28"/>
          <p:cNvSpPr txBox="1">
            <a:spLocks noGrp="1"/>
          </p:cNvSpPr>
          <p:nvPr>
            <p:ph type="title"/>
          </p:nvPr>
        </p:nvSpPr>
        <p:spPr>
          <a:xfrm>
            <a:off x="713225" y="540000"/>
            <a:ext cx="7717800" cy="698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b="1">
                <a:latin typeface="Titillium Web"/>
                <a:ea typeface="Titillium Web"/>
                <a:cs typeface="Titillium Web"/>
                <a:sym typeface="Titillium Web"/>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42" name="Google Shape;442;p28"/>
          <p:cNvSpPr txBox="1">
            <a:spLocks noGrp="1"/>
          </p:cNvSpPr>
          <p:nvPr>
            <p:ph type="subTitle" idx="3"/>
          </p:nvPr>
        </p:nvSpPr>
        <p:spPr>
          <a:xfrm>
            <a:off x="4572000" y="1254575"/>
            <a:ext cx="3858900" cy="54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43" name="Google Shape;443;p28"/>
          <p:cNvSpPr txBox="1">
            <a:spLocks noGrp="1"/>
          </p:cNvSpPr>
          <p:nvPr>
            <p:ph type="body" idx="4"/>
          </p:nvPr>
        </p:nvSpPr>
        <p:spPr>
          <a:xfrm>
            <a:off x="4572000" y="3799025"/>
            <a:ext cx="3858900" cy="648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6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44" name="Google Shape;444;p28"/>
          <p:cNvSpPr txBox="1">
            <a:spLocks noGrp="1"/>
          </p:cNvSpPr>
          <p:nvPr>
            <p:ph type="body" idx="5"/>
          </p:nvPr>
        </p:nvSpPr>
        <p:spPr>
          <a:xfrm>
            <a:off x="4572000" y="2738475"/>
            <a:ext cx="3858900" cy="648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6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45" name="Google Shape;445;p28"/>
          <p:cNvSpPr txBox="1">
            <a:spLocks noGrp="1"/>
          </p:cNvSpPr>
          <p:nvPr>
            <p:ph type="subTitle" idx="6"/>
          </p:nvPr>
        </p:nvSpPr>
        <p:spPr>
          <a:xfrm>
            <a:off x="4572000" y="2315124"/>
            <a:ext cx="3858900" cy="54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pic>
        <p:nvPicPr>
          <p:cNvPr id="446" name="Google Shape;446;p28"/>
          <p:cNvPicPr preferRelativeResize="0"/>
          <p:nvPr/>
        </p:nvPicPr>
        <p:blipFill rotWithShape="1">
          <a:blip r:embed="rId3">
            <a:alphaModFix amt="70000"/>
          </a:blip>
          <a:srcRect l="73362" t="59298"/>
          <a:stretch/>
        </p:blipFill>
        <p:spPr>
          <a:xfrm rot="5400000" flipH="1">
            <a:off x="5402150" y="1436125"/>
            <a:ext cx="2961874" cy="4525776"/>
          </a:xfrm>
          <a:prstGeom prst="rect">
            <a:avLst/>
          </a:prstGeom>
          <a:noFill/>
          <a:ln>
            <a:noFill/>
          </a:ln>
        </p:spPr>
      </p:pic>
      <p:pic>
        <p:nvPicPr>
          <p:cNvPr id="447" name="Google Shape;447;p28"/>
          <p:cNvPicPr preferRelativeResize="0"/>
          <p:nvPr/>
        </p:nvPicPr>
        <p:blipFill rotWithShape="1">
          <a:blip r:embed="rId4">
            <a:alphaModFix amt="70000"/>
          </a:blip>
          <a:srcRect l="72833" b="18824"/>
          <a:stretch/>
        </p:blipFill>
        <p:spPr>
          <a:xfrm rot="-5400000" flipH="1">
            <a:off x="4604897" y="-2322999"/>
            <a:ext cx="2277374" cy="6804773"/>
          </a:xfrm>
          <a:prstGeom prst="rect">
            <a:avLst/>
          </a:prstGeom>
          <a:noFill/>
          <a:ln>
            <a:noFill/>
          </a:ln>
        </p:spPr>
      </p:pic>
      <p:sp>
        <p:nvSpPr>
          <p:cNvPr id="448" name="Google Shape;448;p28"/>
          <p:cNvSpPr/>
          <p:nvPr/>
        </p:nvSpPr>
        <p:spPr>
          <a:xfrm rot="10800000" flipH="1">
            <a:off x="422710"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8"/>
          <p:cNvSpPr/>
          <p:nvPr/>
        </p:nvSpPr>
        <p:spPr>
          <a:xfrm rot="10800000" flipH="1">
            <a:off x="994160"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8"/>
          <p:cNvSpPr/>
          <p:nvPr/>
        </p:nvSpPr>
        <p:spPr>
          <a:xfrm rot="10800000" flipH="1">
            <a:off x="8552210"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8"/>
          <p:cNvSpPr/>
          <p:nvPr/>
        </p:nvSpPr>
        <p:spPr>
          <a:xfrm rot="10800000" flipH="1">
            <a:off x="8483210"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8"/>
          <p:cNvSpPr/>
          <p:nvPr/>
        </p:nvSpPr>
        <p:spPr>
          <a:xfrm rot="10800000" flipH="1">
            <a:off x="356310"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8"/>
          <p:cNvSpPr/>
          <p:nvPr/>
        </p:nvSpPr>
        <p:spPr>
          <a:xfrm rot="10800000" flipH="1">
            <a:off x="8126572"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8"/>
          <p:cNvSpPr/>
          <p:nvPr/>
        </p:nvSpPr>
        <p:spPr>
          <a:xfrm rot="10800000" flipH="1">
            <a:off x="8621497"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8"/>
          <p:cNvSpPr/>
          <p:nvPr/>
        </p:nvSpPr>
        <p:spPr>
          <a:xfrm rot="10800000" flipH="1">
            <a:off x="7593747"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8"/>
          <p:cNvSpPr/>
          <p:nvPr/>
        </p:nvSpPr>
        <p:spPr>
          <a:xfrm rot="10800000" flipH="1">
            <a:off x="7988285"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Title only 3">
  <p:cSld name="TITLE_ONLY_1_3">
    <p:spTree>
      <p:nvGrpSpPr>
        <p:cNvPr id="1" name="Shape 796"/>
        <p:cNvGrpSpPr/>
        <p:nvPr/>
      </p:nvGrpSpPr>
      <p:grpSpPr>
        <a:xfrm>
          <a:off x="0" y="0"/>
          <a:ext cx="0" cy="0"/>
          <a:chOff x="0" y="0"/>
          <a:chExt cx="0" cy="0"/>
        </a:xfrm>
      </p:grpSpPr>
      <p:pic>
        <p:nvPicPr>
          <p:cNvPr id="797" name="Google Shape;797;p45"/>
          <p:cNvPicPr preferRelativeResize="0"/>
          <p:nvPr/>
        </p:nvPicPr>
        <p:blipFill rotWithShape="1">
          <a:blip r:embed="rId2">
            <a:alphaModFix amt="70000"/>
          </a:blip>
          <a:srcRect l="81843" t="41978"/>
          <a:stretch/>
        </p:blipFill>
        <p:spPr>
          <a:xfrm rot="-5400000" flipH="1">
            <a:off x="2208500" y="-2224300"/>
            <a:ext cx="2018851" cy="6451651"/>
          </a:xfrm>
          <a:prstGeom prst="rect">
            <a:avLst/>
          </a:prstGeom>
          <a:noFill/>
          <a:ln>
            <a:noFill/>
          </a:ln>
        </p:spPr>
      </p:pic>
      <p:pic>
        <p:nvPicPr>
          <p:cNvPr id="798" name="Google Shape;798;p45"/>
          <p:cNvPicPr preferRelativeResize="0"/>
          <p:nvPr/>
        </p:nvPicPr>
        <p:blipFill rotWithShape="1">
          <a:blip r:embed="rId3">
            <a:alphaModFix amt="70000"/>
          </a:blip>
          <a:srcRect l="81736" b="39679"/>
          <a:stretch/>
        </p:blipFill>
        <p:spPr>
          <a:xfrm rot="-5400000" flipH="1">
            <a:off x="4789061" y="-2357836"/>
            <a:ext cx="2030726" cy="6706848"/>
          </a:xfrm>
          <a:prstGeom prst="rect">
            <a:avLst/>
          </a:prstGeom>
          <a:noFill/>
          <a:ln>
            <a:noFill/>
          </a:ln>
        </p:spPr>
      </p:pic>
      <p:sp>
        <p:nvSpPr>
          <p:cNvPr id="799" name="Google Shape;799;p45"/>
          <p:cNvSpPr txBox="1">
            <a:spLocks noGrp="1"/>
          </p:cNvSpPr>
          <p:nvPr>
            <p:ph type="title"/>
          </p:nvPr>
        </p:nvSpPr>
        <p:spPr>
          <a:xfrm>
            <a:off x="1371600" y="540000"/>
            <a:ext cx="6400800" cy="899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800" name="Google Shape;800;p45"/>
          <p:cNvSpPr/>
          <p:nvPr/>
        </p:nvSpPr>
        <p:spPr>
          <a:xfrm rot="10800000">
            <a:off x="407000" y="1326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5"/>
          <p:cNvSpPr/>
          <p:nvPr/>
        </p:nvSpPr>
        <p:spPr>
          <a:xfrm rot="10800000">
            <a:off x="8808200" y="330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5"/>
          <p:cNvSpPr/>
          <p:nvPr/>
        </p:nvSpPr>
        <p:spPr>
          <a:xfrm rot="10800000">
            <a:off x="7851650" y="1020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5"/>
          <p:cNvSpPr/>
          <p:nvPr/>
        </p:nvSpPr>
        <p:spPr>
          <a:xfrm rot="10800000">
            <a:off x="1792750" y="2331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5"/>
          <p:cNvSpPr/>
          <p:nvPr/>
        </p:nvSpPr>
        <p:spPr>
          <a:xfrm rot="10800000">
            <a:off x="6295938" y="-959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5"/>
          <p:cNvSpPr/>
          <p:nvPr/>
        </p:nvSpPr>
        <p:spPr>
          <a:xfrm rot="10800000">
            <a:off x="2998800" y="-431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5"/>
          <p:cNvSpPr/>
          <p:nvPr/>
        </p:nvSpPr>
        <p:spPr>
          <a:xfrm rot="10800000">
            <a:off x="4016150" y="2001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Thanks">
  <p:cSld name="TITLE_1_1_2">
    <p:spTree>
      <p:nvGrpSpPr>
        <p:cNvPr id="1" name="Shape 807"/>
        <p:cNvGrpSpPr/>
        <p:nvPr/>
      </p:nvGrpSpPr>
      <p:grpSpPr>
        <a:xfrm>
          <a:off x="0" y="0"/>
          <a:ext cx="0" cy="0"/>
          <a:chOff x="0" y="0"/>
          <a:chExt cx="0" cy="0"/>
        </a:xfrm>
      </p:grpSpPr>
      <p:pic>
        <p:nvPicPr>
          <p:cNvPr id="808" name="Google Shape;808;p46"/>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809" name="Google Shape;809;p46"/>
          <p:cNvPicPr preferRelativeResize="0"/>
          <p:nvPr/>
        </p:nvPicPr>
        <p:blipFill rotWithShape="1">
          <a:blip r:embed="rId3">
            <a:alphaModFix amt="70000"/>
          </a:blip>
          <a:srcRect l="76804" b="30167"/>
          <a:stretch/>
        </p:blipFill>
        <p:spPr>
          <a:xfrm rot="5400000">
            <a:off x="2073690" y="-1911552"/>
            <a:ext cx="1944499" cy="5854123"/>
          </a:xfrm>
          <a:prstGeom prst="rect">
            <a:avLst/>
          </a:prstGeom>
          <a:noFill/>
          <a:ln>
            <a:noFill/>
          </a:ln>
        </p:spPr>
      </p:pic>
      <p:pic>
        <p:nvPicPr>
          <p:cNvPr id="810" name="Google Shape;810;p46"/>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811" name="Google Shape;811;p46"/>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6"/>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6"/>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6"/>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6"/>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6"/>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6"/>
          <p:cNvSpPr txBox="1">
            <a:spLocks noGrp="1"/>
          </p:cNvSpPr>
          <p:nvPr>
            <p:ph type="ctrTitle"/>
          </p:nvPr>
        </p:nvSpPr>
        <p:spPr>
          <a:xfrm>
            <a:off x="5100175" y="645255"/>
            <a:ext cx="2952000" cy="715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821" name="Google Shape;821;p46"/>
          <p:cNvSpPr txBox="1">
            <a:spLocks noGrp="1"/>
          </p:cNvSpPr>
          <p:nvPr>
            <p:ph type="subTitle" idx="1"/>
          </p:nvPr>
        </p:nvSpPr>
        <p:spPr>
          <a:xfrm>
            <a:off x="5100175" y="1399159"/>
            <a:ext cx="3102900" cy="11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822" name="Google Shape;822;p46"/>
          <p:cNvGrpSpPr/>
          <p:nvPr/>
        </p:nvGrpSpPr>
        <p:grpSpPr>
          <a:xfrm>
            <a:off x="391400" y="119100"/>
            <a:ext cx="8519575" cy="4620150"/>
            <a:chOff x="391400" y="119100"/>
            <a:chExt cx="8519575" cy="4620150"/>
          </a:xfrm>
        </p:grpSpPr>
        <p:sp>
          <p:nvSpPr>
            <p:cNvPr id="823" name="Google Shape;823;p46"/>
            <p:cNvSpPr/>
            <p:nvPr/>
          </p:nvSpPr>
          <p:spPr>
            <a:xfrm rot="10800000">
              <a:off x="391400" y="306552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6"/>
            <p:cNvSpPr/>
            <p:nvPr/>
          </p:nvSpPr>
          <p:spPr>
            <a:xfrm rot="10800000">
              <a:off x="8496375" y="17435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6"/>
            <p:cNvSpPr/>
            <p:nvPr/>
          </p:nvSpPr>
          <p:spPr>
            <a:xfrm rot="10800000">
              <a:off x="5445900" y="1191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6"/>
            <p:cNvSpPr/>
            <p:nvPr/>
          </p:nvSpPr>
          <p:spPr>
            <a:xfrm rot="10800000">
              <a:off x="4433700" y="3954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6"/>
            <p:cNvSpPr/>
            <p:nvPr/>
          </p:nvSpPr>
          <p:spPr>
            <a:xfrm rot="10800000">
              <a:off x="7526600" y="1191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6"/>
            <p:cNvSpPr/>
            <p:nvPr/>
          </p:nvSpPr>
          <p:spPr>
            <a:xfrm rot="10800000">
              <a:off x="8772675" y="183117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6"/>
            <p:cNvSpPr/>
            <p:nvPr/>
          </p:nvSpPr>
          <p:spPr>
            <a:xfrm rot="10800000">
              <a:off x="6288925" y="460095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6"/>
            <p:cNvSpPr/>
            <p:nvPr/>
          </p:nvSpPr>
          <p:spPr>
            <a:xfrm rot="10800000">
              <a:off x="8483700" y="3106900"/>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6"/>
            <p:cNvSpPr/>
            <p:nvPr/>
          </p:nvSpPr>
          <p:spPr>
            <a:xfrm rot="10800000">
              <a:off x="7971950" y="250260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833"/>
        <p:cNvGrpSpPr/>
        <p:nvPr/>
      </p:nvGrpSpPr>
      <p:grpSpPr>
        <a:xfrm>
          <a:off x="0" y="0"/>
          <a:ext cx="0" cy="0"/>
          <a:chOff x="0" y="0"/>
          <a:chExt cx="0" cy="0"/>
        </a:xfrm>
      </p:grpSpPr>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Background 1">
  <p:cSld name="BLANK_3">
    <p:spTree>
      <p:nvGrpSpPr>
        <p:cNvPr id="1" name="Shape 834"/>
        <p:cNvGrpSpPr/>
        <p:nvPr/>
      </p:nvGrpSpPr>
      <p:grpSpPr>
        <a:xfrm>
          <a:off x="0" y="0"/>
          <a:ext cx="0" cy="0"/>
          <a:chOff x="0" y="0"/>
          <a:chExt cx="0" cy="0"/>
        </a:xfrm>
      </p:grpSpPr>
      <p:pic>
        <p:nvPicPr>
          <p:cNvPr id="835" name="Google Shape;835;p48"/>
          <p:cNvPicPr preferRelativeResize="0"/>
          <p:nvPr/>
        </p:nvPicPr>
        <p:blipFill rotWithShape="1">
          <a:blip r:embed="rId2">
            <a:alphaModFix amt="70000"/>
          </a:blip>
          <a:srcRect l="74315" t="59298"/>
          <a:stretch/>
        </p:blipFill>
        <p:spPr>
          <a:xfrm rot="5400000">
            <a:off x="5453187" y="-841347"/>
            <a:ext cx="2855851" cy="4525776"/>
          </a:xfrm>
          <a:prstGeom prst="rect">
            <a:avLst/>
          </a:prstGeom>
          <a:noFill/>
          <a:ln>
            <a:noFill/>
          </a:ln>
        </p:spPr>
      </p:pic>
      <p:pic>
        <p:nvPicPr>
          <p:cNvPr id="836" name="Google Shape;836;p48"/>
          <p:cNvPicPr preferRelativeResize="0"/>
          <p:nvPr/>
        </p:nvPicPr>
        <p:blipFill rotWithShape="1">
          <a:blip r:embed="rId3">
            <a:alphaModFix amt="70000"/>
          </a:blip>
          <a:srcRect l="71898" b="18354"/>
          <a:stretch/>
        </p:blipFill>
        <p:spPr>
          <a:xfrm rot="-5400000">
            <a:off x="4585486" y="591788"/>
            <a:ext cx="2355749" cy="6844325"/>
          </a:xfrm>
          <a:prstGeom prst="rect">
            <a:avLst/>
          </a:prstGeom>
          <a:noFill/>
          <a:ln>
            <a:noFill/>
          </a:ln>
        </p:spPr>
      </p:pic>
      <p:pic>
        <p:nvPicPr>
          <p:cNvPr id="837" name="Google Shape;837;p48"/>
          <p:cNvPicPr preferRelativeResize="0"/>
          <p:nvPr userDrawn="1"/>
        </p:nvPicPr>
        <p:blipFill rotWithShape="1">
          <a:blip r:embed="rId4">
            <a:alphaModFix amt="70000"/>
          </a:blip>
          <a:srcRect l="72990" t="46042" b="7701"/>
          <a:stretch/>
        </p:blipFill>
        <p:spPr>
          <a:xfrm>
            <a:off x="0" y="48327"/>
            <a:ext cx="3003226" cy="5143498"/>
          </a:xfrm>
          <a:prstGeom prst="rect">
            <a:avLst/>
          </a:prstGeom>
          <a:noFill/>
          <a:ln>
            <a:noFill/>
          </a:ln>
        </p:spPr>
      </p:pic>
      <p:sp>
        <p:nvSpPr>
          <p:cNvPr id="840" name="Google Shape;840;p48"/>
          <p:cNvSpPr/>
          <p:nvPr/>
        </p:nvSpPr>
        <p:spPr>
          <a:xfrm>
            <a:off x="8476010" y="995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8"/>
          <p:cNvSpPr/>
          <p:nvPr/>
        </p:nvSpPr>
        <p:spPr>
          <a:xfrm>
            <a:off x="8407010" y="27435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8"/>
          <p:cNvSpPr/>
          <p:nvPr/>
        </p:nvSpPr>
        <p:spPr>
          <a:xfrm>
            <a:off x="8202772"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8"/>
          <p:cNvSpPr/>
          <p:nvPr/>
        </p:nvSpPr>
        <p:spPr>
          <a:xfrm>
            <a:off x="8545297"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8"/>
          <p:cNvSpPr/>
          <p:nvPr/>
        </p:nvSpPr>
        <p:spPr>
          <a:xfrm>
            <a:off x="7593747"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8"/>
          <p:cNvSpPr/>
          <p:nvPr/>
        </p:nvSpPr>
        <p:spPr>
          <a:xfrm>
            <a:off x="7912085" y="2401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Background 2">
  <p:cSld name="BLANK_1_1">
    <p:spTree>
      <p:nvGrpSpPr>
        <p:cNvPr id="1" name="Shape 847"/>
        <p:cNvGrpSpPr/>
        <p:nvPr/>
      </p:nvGrpSpPr>
      <p:grpSpPr>
        <a:xfrm>
          <a:off x="0" y="0"/>
          <a:ext cx="0" cy="0"/>
          <a:chOff x="0" y="0"/>
          <a:chExt cx="0" cy="0"/>
        </a:xfrm>
      </p:grpSpPr>
      <p:pic>
        <p:nvPicPr>
          <p:cNvPr id="848" name="Google Shape;848;p49"/>
          <p:cNvPicPr preferRelativeResize="0"/>
          <p:nvPr/>
        </p:nvPicPr>
        <p:blipFill rotWithShape="1">
          <a:blip r:embed="rId2">
            <a:alphaModFix amt="70000"/>
          </a:blip>
          <a:srcRect l="70368" t="67847"/>
          <a:stretch/>
        </p:blipFill>
        <p:spPr>
          <a:xfrm rot="-5400000">
            <a:off x="112499" y="1745027"/>
            <a:ext cx="3294749" cy="3575098"/>
          </a:xfrm>
          <a:prstGeom prst="rect">
            <a:avLst/>
          </a:prstGeom>
          <a:noFill/>
          <a:ln>
            <a:noFill/>
          </a:ln>
        </p:spPr>
      </p:pic>
      <p:pic>
        <p:nvPicPr>
          <p:cNvPr id="849" name="Google Shape;849;p49"/>
          <p:cNvPicPr preferRelativeResize="0"/>
          <p:nvPr/>
        </p:nvPicPr>
        <p:blipFill rotWithShape="1">
          <a:blip r:embed="rId3">
            <a:alphaModFix amt="70000"/>
          </a:blip>
          <a:srcRect l="76804" b="30167"/>
          <a:stretch/>
        </p:blipFill>
        <p:spPr>
          <a:xfrm rot="5400000">
            <a:off x="1927139" y="-2014112"/>
            <a:ext cx="1944499" cy="5854123"/>
          </a:xfrm>
          <a:prstGeom prst="rect">
            <a:avLst/>
          </a:prstGeom>
          <a:noFill/>
          <a:ln>
            <a:noFill/>
          </a:ln>
        </p:spPr>
      </p:pic>
      <p:pic>
        <p:nvPicPr>
          <p:cNvPr id="850" name="Google Shape;850;p49"/>
          <p:cNvPicPr preferRelativeResize="0"/>
          <p:nvPr/>
        </p:nvPicPr>
        <p:blipFill rotWithShape="1">
          <a:blip r:embed="rId4">
            <a:alphaModFix amt="70000"/>
          </a:blip>
          <a:srcRect l="64014" t="41946" b="11326"/>
          <a:stretch/>
        </p:blipFill>
        <p:spPr>
          <a:xfrm rot="10800000">
            <a:off x="5164427" y="-19774"/>
            <a:ext cx="4001323" cy="5195774"/>
          </a:xfrm>
          <a:prstGeom prst="rect">
            <a:avLst/>
          </a:prstGeom>
          <a:noFill/>
          <a:ln>
            <a:noFill/>
          </a:ln>
        </p:spPr>
      </p:pic>
      <p:sp>
        <p:nvSpPr>
          <p:cNvPr id="851" name="Google Shape;851;p49"/>
          <p:cNvSpPr/>
          <p:nvPr/>
        </p:nvSpPr>
        <p:spPr>
          <a:xfrm rot="10800000">
            <a:off x="8417097"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9"/>
          <p:cNvSpPr/>
          <p:nvPr/>
        </p:nvSpPr>
        <p:spPr>
          <a:xfrm rot="10800000">
            <a:off x="7983647"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9"/>
          <p:cNvSpPr/>
          <p:nvPr/>
        </p:nvSpPr>
        <p:spPr>
          <a:xfrm rot="10800000">
            <a:off x="425597"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9"/>
          <p:cNvSpPr/>
          <p:nvPr/>
        </p:nvSpPr>
        <p:spPr>
          <a:xfrm rot="10800000">
            <a:off x="356597"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9"/>
          <p:cNvSpPr/>
          <p:nvPr/>
        </p:nvSpPr>
        <p:spPr>
          <a:xfrm rot="10800000">
            <a:off x="8621497"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9"/>
          <p:cNvSpPr/>
          <p:nvPr/>
        </p:nvSpPr>
        <p:spPr>
          <a:xfrm rot="10800000">
            <a:off x="989522"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Background 3">
  <p:cSld name="BLANK_2">
    <p:spTree>
      <p:nvGrpSpPr>
        <p:cNvPr id="1" name="Shape 860"/>
        <p:cNvGrpSpPr/>
        <p:nvPr/>
      </p:nvGrpSpPr>
      <p:grpSpPr>
        <a:xfrm>
          <a:off x="0" y="0"/>
          <a:ext cx="0" cy="0"/>
          <a:chOff x="0" y="0"/>
          <a:chExt cx="0" cy="0"/>
        </a:xfrm>
      </p:grpSpPr>
      <p:pic>
        <p:nvPicPr>
          <p:cNvPr id="861" name="Google Shape;861;p50"/>
          <p:cNvPicPr preferRelativeResize="0"/>
          <p:nvPr/>
        </p:nvPicPr>
        <p:blipFill rotWithShape="1">
          <a:blip r:embed="rId2">
            <a:alphaModFix amt="70000"/>
          </a:blip>
          <a:srcRect l="73362" t="59298"/>
          <a:stretch/>
        </p:blipFill>
        <p:spPr>
          <a:xfrm rot="5400000" flipH="1">
            <a:off x="5402150" y="1436125"/>
            <a:ext cx="2961874" cy="4525776"/>
          </a:xfrm>
          <a:prstGeom prst="rect">
            <a:avLst/>
          </a:prstGeom>
          <a:noFill/>
          <a:ln>
            <a:noFill/>
          </a:ln>
        </p:spPr>
      </p:pic>
      <p:pic>
        <p:nvPicPr>
          <p:cNvPr id="862" name="Google Shape;862;p50"/>
          <p:cNvPicPr preferRelativeResize="0"/>
          <p:nvPr/>
        </p:nvPicPr>
        <p:blipFill rotWithShape="1">
          <a:blip r:embed="rId3">
            <a:alphaModFix amt="70000"/>
          </a:blip>
          <a:srcRect l="72833" b="18824"/>
          <a:stretch/>
        </p:blipFill>
        <p:spPr>
          <a:xfrm rot="-5400000" flipH="1">
            <a:off x="4604897" y="-2322999"/>
            <a:ext cx="2277374" cy="6804773"/>
          </a:xfrm>
          <a:prstGeom prst="rect">
            <a:avLst/>
          </a:prstGeom>
          <a:noFill/>
          <a:ln>
            <a:noFill/>
          </a:ln>
        </p:spPr>
      </p:pic>
      <p:pic>
        <p:nvPicPr>
          <p:cNvPr id="863" name="Google Shape;863;p50"/>
          <p:cNvPicPr preferRelativeResize="0"/>
          <p:nvPr/>
        </p:nvPicPr>
        <p:blipFill rotWithShape="1">
          <a:blip r:embed="rId4">
            <a:alphaModFix amt="70000"/>
          </a:blip>
          <a:srcRect l="72919" t="45124" b="8149"/>
          <a:stretch/>
        </p:blipFill>
        <p:spPr>
          <a:xfrm rot="10800000" flipH="1">
            <a:off x="-7900" y="-39549"/>
            <a:ext cx="3011126" cy="5195774"/>
          </a:xfrm>
          <a:prstGeom prst="rect">
            <a:avLst/>
          </a:prstGeom>
          <a:noFill/>
          <a:ln>
            <a:noFill/>
          </a:ln>
        </p:spPr>
      </p:pic>
      <p:sp>
        <p:nvSpPr>
          <p:cNvPr id="864" name="Google Shape;864;p50"/>
          <p:cNvSpPr/>
          <p:nvPr/>
        </p:nvSpPr>
        <p:spPr>
          <a:xfrm rot="10800000" flipH="1">
            <a:off x="422710" y="46360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50"/>
          <p:cNvSpPr/>
          <p:nvPr/>
        </p:nvSpPr>
        <p:spPr>
          <a:xfrm rot="10800000" flipH="1">
            <a:off x="994160" y="4822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0"/>
          <p:cNvSpPr/>
          <p:nvPr/>
        </p:nvSpPr>
        <p:spPr>
          <a:xfrm rot="10800000" flipH="1">
            <a:off x="8552210" y="41631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0"/>
          <p:cNvSpPr/>
          <p:nvPr/>
        </p:nvSpPr>
        <p:spPr>
          <a:xfrm rot="10800000" flipH="1">
            <a:off x="8483210" y="474627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0"/>
          <p:cNvSpPr/>
          <p:nvPr/>
        </p:nvSpPr>
        <p:spPr>
          <a:xfrm rot="10800000" flipH="1">
            <a:off x="356310" y="40972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0"/>
          <p:cNvSpPr/>
          <p:nvPr/>
        </p:nvSpPr>
        <p:spPr>
          <a:xfrm rot="10800000" flipH="1">
            <a:off x="8126572" y="8770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0"/>
          <p:cNvSpPr/>
          <p:nvPr/>
        </p:nvSpPr>
        <p:spPr>
          <a:xfrm rot="10800000" flipH="1">
            <a:off x="8621497" y="8917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0"/>
          <p:cNvSpPr/>
          <p:nvPr/>
        </p:nvSpPr>
        <p:spPr>
          <a:xfrm rot="10800000" flipH="1">
            <a:off x="7593747" y="36399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0"/>
          <p:cNvSpPr/>
          <p:nvPr/>
        </p:nvSpPr>
        <p:spPr>
          <a:xfrm rot="10800000" flipH="1">
            <a:off x="7988285" y="491852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Background 4">
  <p:cSld name="BLANK_1_1_1">
    <p:spTree>
      <p:nvGrpSpPr>
        <p:cNvPr id="1" name="Shape 873"/>
        <p:cNvGrpSpPr/>
        <p:nvPr/>
      </p:nvGrpSpPr>
      <p:grpSpPr>
        <a:xfrm>
          <a:off x="0" y="0"/>
          <a:ext cx="0" cy="0"/>
          <a:chOff x="0" y="0"/>
          <a:chExt cx="0" cy="0"/>
        </a:xfrm>
      </p:grpSpPr>
      <p:pic>
        <p:nvPicPr>
          <p:cNvPr id="874" name="Google Shape;874;p51"/>
          <p:cNvPicPr preferRelativeResize="0"/>
          <p:nvPr/>
        </p:nvPicPr>
        <p:blipFill rotWithShape="1">
          <a:blip r:embed="rId2">
            <a:alphaModFix amt="70000"/>
          </a:blip>
          <a:srcRect l="68574" t="68024"/>
          <a:stretch/>
        </p:blipFill>
        <p:spPr>
          <a:xfrm rot="-5400000" flipH="1">
            <a:off x="22626" y="-30526"/>
            <a:ext cx="3494275" cy="3555326"/>
          </a:xfrm>
          <a:prstGeom prst="rect">
            <a:avLst/>
          </a:prstGeom>
          <a:noFill/>
          <a:ln>
            <a:noFill/>
          </a:ln>
        </p:spPr>
      </p:pic>
      <p:pic>
        <p:nvPicPr>
          <p:cNvPr id="875" name="Google Shape;875;p51"/>
          <p:cNvPicPr preferRelativeResize="0"/>
          <p:nvPr/>
        </p:nvPicPr>
        <p:blipFill rotWithShape="1">
          <a:blip r:embed="rId3">
            <a:alphaModFix amt="70000"/>
          </a:blip>
          <a:srcRect l="80410" b="30400"/>
          <a:stretch/>
        </p:blipFill>
        <p:spPr>
          <a:xfrm rot="5400000" flipH="1">
            <a:off x="2088186" y="1398186"/>
            <a:ext cx="1642176" cy="5834352"/>
          </a:xfrm>
          <a:prstGeom prst="rect">
            <a:avLst/>
          </a:prstGeom>
          <a:noFill/>
          <a:ln>
            <a:noFill/>
          </a:ln>
        </p:spPr>
      </p:pic>
      <p:pic>
        <p:nvPicPr>
          <p:cNvPr id="876" name="Google Shape;876;p51"/>
          <p:cNvPicPr preferRelativeResize="0"/>
          <p:nvPr/>
        </p:nvPicPr>
        <p:blipFill rotWithShape="1">
          <a:blip r:embed="rId4">
            <a:alphaModFix amt="70000"/>
          </a:blip>
          <a:srcRect l="64209" t="40121" b="13618"/>
          <a:stretch/>
        </p:blipFill>
        <p:spPr>
          <a:xfrm flipH="1">
            <a:off x="5164425" y="0"/>
            <a:ext cx="3979574" cy="5143498"/>
          </a:xfrm>
          <a:prstGeom prst="rect">
            <a:avLst/>
          </a:prstGeom>
          <a:noFill/>
          <a:ln>
            <a:noFill/>
          </a:ln>
        </p:spPr>
      </p:pic>
      <p:sp>
        <p:nvSpPr>
          <p:cNvPr id="877" name="Google Shape;877;p51"/>
          <p:cNvSpPr/>
          <p:nvPr/>
        </p:nvSpPr>
        <p:spPr>
          <a:xfrm flipH="1">
            <a:off x="8340897" y="2322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1"/>
          <p:cNvSpPr/>
          <p:nvPr/>
        </p:nvSpPr>
        <p:spPr>
          <a:xfrm flipH="1">
            <a:off x="7907447" y="1837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1"/>
          <p:cNvSpPr/>
          <p:nvPr/>
        </p:nvSpPr>
        <p:spPr>
          <a:xfrm flipH="1">
            <a:off x="8545297" y="9090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1"/>
          <p:cNvSpPr/>
          <p:nvPr/>
        </p:nvSpPr>
        <p:spPr>
          <a:xfrm flipH="1">
            <a:off x="560835"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1"/>
          <p:cNvSpPr/>
          <p:nvPr/>
        </p:nvSpPr>
        <p:spPr>
          <a:xfrm flipH="1">
            <a:off x="356310"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1"/>
          <p:cNvSpPr/>
          <p:nvPr/>
        </p:nvSpPr>
        <p:spPr>
          <a:xfrm flipH="1">
            <a:off x="1307860"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478"/>
        <p:cNvGrpSpPr/>
        <p:nvPr/>
      </p:nvGrpSpPr>
      <p:grpSpPr>
        <a:xfrm>
          <a:off x="0" y="0"/>
          <a:ext cx="0" cy="0"/>
          <a:chOff x="0" y="0"/>
          <a:chExt cx="0" cy="0"/>
        </a:xfrm>
      </p:grpSpPr>
      <p:pic>
        <p:nvPicPr>
          <p:cNvPr id="479" name="Google Shape;479;p30"/>
          <p:cNvPicPr preferRelativeResize="0"/>
          <p:nvPr/>
        </p:nvPicPr>
        <p:blipFill rotWithShape="1">
          <a:blip r:embed="rId2">
            <a:alphaModFix amt="70000"/>
          </a:blip>
          <a:srcRect l="71898" b="18354"/>
          <a:stretch/>
        </p:blipFill>
        <p:spPr>
          <a:xfrm rot="-5400000">
            <a:off x="4585486" y="591788"/>
            <a:ext cx="2355749" cy="6844325"/>
          </a:xfrm>
          <a:prstGeom prst="rect">
            <a:avLst/>
          </a:prstGeom>
          <a:noFill/>
          <a:ln>
            <a:noFill/>
          </a:ln>
        </p:spPr>
      </p:pic>
      <p:sp>
        <p:nvSpPr>
          <p:cNvPr id="480" name="Google Shape;480;p30"/>
          <p:cNvSpPr txBox="1">
            <a:spLocks noGrp="1"/>
          </p:cNvSpPr>
          <p:nvPr>
            <p:ph type="body" idx="1"/>
          </p:nvPr>
        </p:nvSpPr>
        <p:spPr>
          <a:xfrm>
            <a:off x="841248" y="3350300"/>
            <a:ext cx="1594800" cy="10116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a:lvl1pPr>
            <a:lvl2pPr marL="914400" lvl="1" indent="-304800" algn="ctr" rtl="0">
              <a:spcBef>
                <a:spcPts val="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81" name="Google Shape;481;p30"/>
          <p:cNvSpPr txBox="1">
            <a:spLocks noGrp="1"/>
          </p:cNvSpPr>
          <p:nvPr>
            <p:ph type="body" idx="2"/>
          </p:nvPr>
        </p:nvSpPr>
        <p:spPr>
          <a:xfrm>
            <a:off x="2770632" y="3350300"/>
            <a:ext cx="1594800" cy="10116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82" name="Google Shape;482;p30"/>
          <p:cNvSpPr txBox="1">
            <a:spLocks noGrp="1"/>
          </p:cNvSpPr>
          <p:nvPr>
            <p:ph type="body" idx="3"/>
          </p:nvPr>
        </p:nvSpPr>
        <p:spPr>
          <a:xfrm>
            <a:off x="4700016" y="3350300"/>
            <a:ext cx="1594800" cy="10116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483" name="Google Shape;483;p30"/>
          <p:cNvSpPr txBox="1">
            <a:spLocks noGrp="1"/>
          </p:cNvSpPr>
          <p:nvPr>
            <p:ph type="body" idx="4"/>
          </p:nvPr>
        </p:nvSpPr>
        <p:spPr>
          <a:xfrm>
            <a:off x="6629400" y="3350300"/>
            <a:ext cx="1594800" cy="10116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a:lvl1pPr>
            <a:lvl2pPr marL="914400" lvl="1" indent="-304800" algn="ctr" rtl="0">
              <a:spcBef>
                <a:spcPts val="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pic>
        <p:nvPicPr>
          <p:cNvPr id="484" name="Google Shape;484;p30"/>
          <p:cNvPicPr preferRelativeResize="0"/>
          <p:nvPr/>
        </p:nvPicPr>
        <p:blipFill rotWithShape="1">
          <a:blip r:embed="rId3">
            <a:alphaModFix amt="70000"/>
          </a:blip>
          <a:srcRect l="74315" t="59298"/>
          <a:stretch/>
        </p:blipFill>
        <p:spPr>
          <a:xfrm rot="5400000">
            <a:off x="5455161" y="-854738"/>
            <a:ext cx="2855851" cy="4525776"/>
          </a:xfrm>
          <a:prstGeom prst="rect">
            <a:avLst/>
          </a:prstGeom>
          <a:noFill/>
          <a:ln>
            <a:noFill/>
          </a:ln>
        </p:spPr>
      </p:pic>
      <p:pic>
        <p:nvPicPr>
          <p:cNvPr id="485" name="Google Shape;485;p30"/>
          <p:cNvPicPr preferRelativeResize="0"/>
          <p:nvPr/>
        </p:nvPicPr>
        <p:blipFill rotWithShape="1">
          <a:blip r:embed="rId4">
            <a:alphaModFix amt="70000"/>
          </a:blip>
          <a:srcRect l="72990" t="46042" b="7701"/>
          <a:stretch/>
        </p:blipFill>
        <p:spPr>
          <a:xfrm>
            <a:off x="0" y="0"/>
            <a:ext cx="3003226" cy="5143498"/>
          </a:xfrm>
          <a:prstGeom prst="rect">
            <a:avLst/>
          </a:prstGeom>
          <a:noFill/>
          <a:ln>
            <a:noFill/>
          </a:ln>
        </p:spPr>
      </p:pic>
      <p:sp>
        <p:nvSpPr>
          <p:cNvPr id="486" name="Google Shape;486;p30"/>
          <p:cNvSpPr/>
          <p:nvPr/>
        </p:nvSpPr>
        <p:spPr>
          <a:xfrm>
            <a:off x="422710" y="2322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p:cNvSpPr/>
          <p:nvPr/>
        </p:nvSpPr>
        <p:spPr>
          <a:xfrm>
            <a:off x="994160" y="18375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p:cNvSpPr/>
          <p:nvPr/>
        </p:nvSpPr>
        <p:spPr>
          <a:xfrm>
            <a:off x="8476010" y="995477"/>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0"/>
          <p:cNvSpPr/>
          <p:nvPr/>
        </p:nvSpPr>
        <p:spPr>
          <a:xfrm>
            <a:off x="8407010" y="274352"/>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p:cNvSpPr/>
          <p:nvPr/>
        </p:nvSpPr>
        <p:spPr>
          <a:xfrm>
            <a:off x="356310" y="9090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0"/>
          <p:cNvSpPr/>
          <p:nvPr/>
        </p:nvSpPr>
        <p:spPr>
          <a:xfrm>
            <a:off x="8202772" y="4704327"/>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0"/>
          <p:cNvSpPr/>
          <p:nvPr/>
        </p:nvSpPr>
        <p:spPr>
          <a:xfrm>
            <a:off x="8545297" y="41145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0"/>
          <p:cNvSpPr/>
          <p:nvPr/>
        </p:nvSpPr>
        <p:spPr>
          <a:xfrm>
            <a:off x="7593747" y="4642240"/>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0"/>
          <p:cNvSpPr/>
          <p:nvPr/>
        </p:nvSpPr>
        <p:spPr>
          <a:xfrm>
            <a:off x="7912085" y="240102"/>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0"/>
          <p:cNvSpPr txBox="1">
            <a:spLocks noGrp="1"/>
          </p:cNvSpPr>
          <p:nvPr>
            <p:ph type="title"/>
          </p:nvPr>
        </p:nvSpPr>
        <p:spPr>
          <a:xfrm>
            <a:off x="2003400" y="540000"/>
            <a:ext cx="5137200" cy="1179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b="1">
                <a:latin typeface="Titillium Web"/>
                <a:ea typeface="Titillium Web"/>
                <a:cs typeface="Titillium Web"/>
                <a:sym typeface="Titillium Web"/>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dirty="0"/>
          </a:p>
        </p:txBody>
      </p:sp>
      <p:sp>
        <p:nvSpPr>
          <p:cNvPr id="496" name="Google Shape;496;p30"/>
          <p:cNvSpPr txBox="1">
            <a:spLocks noGrp="1"/>
          </p:cNvSpPr>
          <p:nvPr>
            <p:ph type="subTitle" idx="5"/>
          </p:nvPr>
        </p:nvSpPr>
        <p:spPr>
          <a:xfrm>
            <a:off x="841248" y="2909949"/>
            <a:ext cx="1591200" cy="54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97" name="Google Shape;497;p30"/>
          <p:cNvSpPr txBox="1">
            <a:spLocks noGrp="1"/>
          </p:cNvSpPr>
          <p:nvPr>
            <p:ph type="subTitle" idx="6"/>
          </p:nvPr>
        </p:nvSpPr>
        <p:spPr>
          <a:xfrm>
            <a:off x="2771832" y="2909949"/>
            <a:ext cx="1591200" cy="54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98" name="Google Shape;498;p30"/>
          <p:cNvSpPr txBox="1">
            <a:spLocks noGrp="1"/>
          </p:cNvSpPr>
          <p:nvPr>
            <p:ph type="subTitle" idx="7"/>
          </p:nvPr>
        </p:nvSpPr>
        <p:spPr>
          <a:xfrm>
            <a:off x="4702416" y="2909949"/>
            <a:ext cx="1591200" cy="54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499" name="Google Shape;499;p30"/>
          <p:cNvSpPr txBox="1">
            <a:spLocks noGrp="1"/>
          </p:cNvSpPr>
          <p:nvPr>
            <p:ph type="subTitle" idx="8"/>
          </p:nvPr>
        </p:nvSpPr>
        <p:spPr>
          <a:xfrm>
            <a:off x="6633000" y="2909949"/>
            <a:ext cx="1591200" cy="54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sz="2000">
                <a:solidFill>
                  <a:schemeClr val="dk1"/>
                </a:solidFill>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Tree>
    <p:extLst>
      <p:ext uri="{BB962C8B-B14F-4D97-AF65-F5344CB8AC3E}">
        <p14:creationId xmlns:p14="http://schemas.microsoft.com/office/powerpoint/2010/main" val="564202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130.xml"/><Relationship Id="rId18" Type="http://schemas.openxmlformats.org/officeDocument/2006/relationships/slideLayout" Target="../slideLayouts/slideLayout180.xml"/><Relationship Id="rId3" Type="http://schemas.openxmlformats.org/officeDocument/2006/relationships/slideLayout" Target="../slideLayouts/slideLayout30.xml"/><Relationship Id="rId21" Type="http://schemas.openxmlformats.org/officeDocument/2006/relationships/theme" Target="../theme/theme10.xml"/><Relationship Id="rId7" Type="http://schemas.openxmlformats.org/officeDocument/2006/relationships/slideLayout" Target="../slideLayouts/slideLayout70.xml"/><Relationship Id="rId12" Type="http://schemas.openxmlformats.org/officeDocument/2006/relationships/slideLayout" Target="../slideLayouts/slideLayout120.xml"/><Relationship Id="rId17" Type="http://schemas.openxmlformats.org/officeDocument/2006/relationships/slideLayout" Target="../slideLayouts/slideLayout170.xml"/><Relationship Id="rId2" Type="http://schemas.openxmlformats.org/officeDocument/2006/relationships/slideLayout" Target="../slideLayouts/slideLayout21.xml"/><Relationship Id="rId16" Type="http://schemas.openxmlformats.org/officeDocument/2006/relationships/slideLayout" Target="../slideLayouts/slideLayout160.xml"/><Relationship Id="rId20" Type="http://schemas.openxmlformats.org/officeDocument/2006/relationships/slideLayout" Target="../slideLayouts/slideLayout200.xml"/><Relationship Id="rId1" Type="http://schemas.openxmlformats.org/officeDocument/2006/relationships/slideLayout" Target="../slideLayouts/slideLayout111.xml"/><Relationship Id="rId6" Type="http://schemas.openxmlformats.org/officeDocument/2006/relationships/slideLayout" Target="../slideLayouts/slideLayout60.xml"/><Relationship Id="rId11" Type="http://schemas.openxmlformats.org/officeDocument/2006/relationships/slideLayout" Target="../slideLayouts/slideLayout110.xml"/><Relationship Id="rId5" Type="http://schemas.openxmlformats.org/officeDocument/2006/relationships/slideLayout" Target="../slideLayouts/slideLayout50.xml"/><Relationship Id="rId15" Type="http://schemas.openxmlformats.org/officeDocument/2006/relationships/slideLayout" Target="../slideLayouts/slideLayout150.xml"/><Relationship Id="rId10" Type="http://schemas.openxmlformats.org/officeDocument/2006/relationships/slideLayout" Target="../slideLayouts/slideLayout100.xml"/><Relationship Id="rId19" Type="http://schemas.openxmlformats.org/officeDocument/2006/relationships/slideLayout" Target="../slideLayouts/slideLayout190.xml"/><Relationship Id="rId4" Type="http://schemas.openxmlformats.org/officeDocument/2006/relationships/slideLayout" Target="../slideLayouts/slideLayout40.xml"/><Relationship Id="rId9" Type="http://schemas.openxmlformats.org/officeDocument/2006/relationships/slideLayout" Target="../slideLayouts/slideLayout90.xml"/><Relationship Id="rId14" Type="http://schemas.openxmlformats.org/officeDocument/2006/relationships/slideLayout" Target="../slideLayouts/slideLayout1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1pPr>
            <a:lvl2pPr lvl="1">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2pPr>
            <a:lvl3pPr lvl="2">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3pPr>
            <a:lvl4pPr lvl="3">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4pPr>
            <a:lvl5pPr lvl="4">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5pPr>
            <a:lvl6pPr lvl="5">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6pPr>
            <a:lvl7pPr lvl="6">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7pPr>
            <a:lvl8pPr lvl="7">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8pPr>
            <a:lvl9pPr lvl="8">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1pPr>
            <a:lvl2pPr marL="914400" lvl="1" indent="-317500">
              <a:lnSpc>
                <a:spcPct val="107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2pPr>
            <a:lvl3pPr marL="1371600" lvl="2"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3pPr>
            <a:lvl4pPr marL="1828800" lvl="3"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4pPr>
            <a:lvl5pPr marL="2286000" lvl="4"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5pPr>
            <a:lvl6pPr marL="2743200" lvl="5"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6pPr>
            <a:lvl7pPr marL="3200400" lvl="6"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7pPr>
            <a:lvl8pPr marL="3657600" lvl="7"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8pPr>
            <a:lvl9pPr marL="4114800" lvl="8" indent="-317500">
              <a:lnSpc>
                <a:spcPct val="115000"/>
              </a:lnSpc>
              <a:spcBef>
                <a:spcPts val="1600"/>
              </a:spcBef>
              <a:spcAft>
                <a:spcPts val="1600"/>
              </a:spcAft>
              <a:buClr>
                <a:schemeClr val="dk2"/>
              </a:buClr>
              <a:buSzPts val="1400"/>
              <a:buFont typeface="Titillium Web"/>
              <a:buChar char="■"/>
              <a:defRPr>
                <a:solidFill>
                  <a:schemeClr val="dk2"/>
                </a:solidFill>
                <a:latin typeface="Titillium Web"/>
                <a:ea typeface="Titillium Web"/>
                <a:cs typeface="Titillium Web"/>
                <a:sym typeface="Titillium Web"/>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6" r:id="rId6"/>
    <p:sldLayoutId id="2147483658" r:id="rId7"/>
    <p:sldLayoutId id="2147483659" r:id="rId8"/>
    <p:sldLayoutId id="2147483663" r:id="rId9"/>
    <p:sldLayoutId id="2147483669" r:id="rId10"/>
    <p:sldLayoutId id="2147483670" r:id="rId11"/>
    <p:sldLayoutId id="2147483674" r:id="rId12"/>
    <p:sldLayoutId id="2147483691" r:id="rId13"/>
    <p:sldLayoutId id="2147483692" r:id="rId14"/>
    <p:sldLayoutId id="2147483693" r:id="rId15"/>
    <p:sldLayoutId id="2147483694" r:id="rId16"/>
    <p:sldLayoutId id="2147483695" r:id="rId17"/>
    <p:sldLayoutId id="2147483696" r:id="rId18"/>
    <p:sldLayoutId id="2147483697" r:id="rId19"/>
    <p:sldLayoutId id="2147483701"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1pPr>
            <a:lvl2pPr lvl="1">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2pPr>
            <a:lvl3pPr lvl="2">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3pPr>
            <a:lvl4pPr lvl="3">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4pPr>
            <a:lvl5pPr lvl="4">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5pPr>
            <a:lvl6pPr lvl="5">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6pPr>
            <a:lvl7pPr lvl="6">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7pPr>
            <a:lvl8pPr lvl="7">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8pPr>
            <a:lvl9pPr lvl="8">
              <a:spcBef>
                <a:spcPts val="0"/>
              </a:spcBef>
              <a:spcAft>
                <a:spcPts val="0"/>
              </a:spcAft>
              <a:buClr>
                <a:schemeClr val="dk1"/>
              </a:buClr>
              <a:buSzPts val="3000"/>
              <a:buFont typeface="Titillium Web"/>
              <a:buNone/>
              <a:defRPr sz="3000" b="1">
                <a:solidFill>
                  <a:schemeClr val="dk1"/>
                </a:solidFill>
                <a:latin typeface="Titillium Web"/>
                <a:ea typeface="Titillium Web"/>
                <a:cs typeface="Titillium Web"/>
                <a:sym typeface="Titillium Web"/>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1pPr>
            <a:lvl2pPr marL="914400" lvl="1" indent="-317500">
              <a:lnSpc>
                <a:spcPct val="107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2pPr>
            <a:lvl3pPr marL="1371600" lvl="2"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3pPr>
            <a:lvl4pPr marL="1828800" lvl="3"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4pPr>
            <a:lvl5pPr marL="2286000" lvl="4"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5pPr>
            <a:lvl6pPr marL="2743200" lvl="5"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6pPr>
            <a:lvl7pPr marL="3200400" lvl="6"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7pPr>
            <a:lvl8pPr marL="3657600" lvl="7" indent="-317500">
              <a:lnSpc>
                <a:spcPct val="115000"/>
              </a:lnSpc>
              <a:spcBef>
                <a:spcPts val="160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8pPr>
            <a:lvl9pPr marL="4114800" lvl="8" indent="-317500">
              <a:lnSpc>
                <a:spcPct val="115000"/>
              </a:lnSpc>
              <a:spcBef>
                <a:spcPts val="1600"/>
              </a:spcBef>
              <a:spcAft>
                <a:spcPts val="1600"/>
              </a:spcAft>
              <a:buClr>
                <a:schemeClr val="dk2"/>
              </a:buClr>
              <a:buSzPts val="1400"/>
              <a:buFont typeface="Titillium Web"/>
              <a:buChar char="■"/>
              <a:defRPr>
                <a:solidFill>
                  <a:schemeClr val="dk2"/>
                </a:solidFill>
                <a:latin typeface="Titillium Web"/>
                <a:ea typeface="Titillium Web"/>
                <a:cs typeface="Titillium Web"/>
                <a:sym typeface="Titillium Web"/>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6" r:id="rId6"/>
    <p:sldLayoutId id="2147483658" r:id="rId7"/>
    <p:sldLayoutId id="2147483659" r:id="rId8"/>
    <p:sldLayoutId id="2147483663" r:id="rId9"/>
    <p:sldLayoutId id="2147483669" r:id="rId10"/>
    <p:sldLayoutId id="2147483670" r:id="rId11"/>
    <p:sldLayoutId id="2147483674" r:id="rId12"/>
    <p:sldLayoutId id="2147483691" r:id="rId13"/>
    <p:sldLayoutId id="2147483692" r:id="rId14"/>
    <p:sldLayoutId id="2147483693" r:id="rId15"/>
    <p:sldLayoutId id="2147483694" r:id="rId16"/>
    <p:sldLayoutId id="2147483695" r:id="rId17"/>
    <p:sldLayoutId id="2147483696" r:id="rId18"/>
    <p:sldLayoutId id="2147483697" r:id="rId19"/>
    <p:sldLayoutId id="2147483701"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png"/><Relationship Id="rId7" Type="http://schemas.openxmlformats.org/officeDocument/2006/relationships/slide" Target="slide90.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9.png"/><Relationship Id="rId11" Type="http://schemas.openxmlformats.org/officeDocument/2006/relationships/image" Target="../media/image10.png"/><Relationship Id="rId5" Type="http://schemas.openxmlformats.org/officeDocument/2006/relationships/image" Target="../media/image8.png"/><Relationship Id="rId10" Type="http://schemas.openxmlformats.org/officeDocument/2006/relationships/slide" Target="slide270.xml"/><Relationship Id="rId4" Type="http://schemas.openxmlformats.org/officeDocument/2006/relationships/slide" Target="slide50.xml"/><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slide" Target="slide180.xml"/><Relationship Id="rId18" Type="http://schemas.openxmlformats.org/officeDocument/2006/relationships/image" Target="../media/image22.png"/><Relationship Id="rId26" Type="http://schemas.openxmlformats.org/officeDocument/2006/relationships/image" Target="../media/image24.png"/><Relationship Id="rId3" Type="http://schemas.openxmlformats.org/officeDocument/2006/relationships/image" Target="../media/image17.png"/><Relationship Id="rId21" Type="http://schemas.openxmlformats.org/officeDocument/2006/relationships/image" Target="../media/image23.png"/><Relationship Id="rId7" Type="http://schemas.openxmlformats.org/officeDocument/2006/relationships/slide" Target="slide150.xml"/><Relationship Id="rId12" Type="http://schemas.openxmlformats.org/officeDocument/2006/relationships/image" Target="../media/image20.png"/><Relationship Id="rId17" Type="http://schemas.openxmlformats.org/officeDocument/2006/relationships/image" Target="../media/image21.png"/><Relationship Id="rId25" Type="http://schemas.openxmlformats.org/officeDocument/2006/relationships/slide" Target="slide190.xml"/><Relationship Id="rId2" Type="http://schemas.openxmlformats.org/officeDocument/2006/relationships/notesSlide" Target="../notesSlides/notesSlide11.xml"/><Relationship Id="rId16" Type="http://schemas.openxmlformats.org/officeDocument/2006/relationships/slide" Target="slide120.xml"/><Relationship Id="rId20" Type="http://schemas.openxmlformats.org/officeDocument/2006/relationships/image" Target="../media/image22.png"/><Relationship Id="rId1" Type="http://schemas.openxmlformats.org/officeDocument/2006/relationships/slideLayout" Target="../slideLayouts/slideLayout20.xml"/><Relationship Id="rId6" Type="http://schemas.openxmlformats.org/officeDocument/2006/relationships/image" Target="../media/image18.png"/><Relationship Id="rId11" Type="http://schemas.openxmlformats.org/officeDocument/2006/relationships/image" Target="../media/image19.png"/><Relationship Id="rId24" Type="http://schemas.openxmlformats.org/officeDocument/2006/relationships/image" Target="../media/image24.png"/><Relationship Id="rId5" Type="http://schemas.openxmlformats.org/officeDocument/2006/relationships/image" Target="../media/image17.png"/><Relationship Id="rId15" Type="http://schemas.openxmlformats.org/officeDocument/2006/relationships/image" Target="../media/image21.png"/><Relationship Id="rId23" Type="http://schemas.openxmlformats.org/officeDocument/2006/relationships/image" Target="../media/image23.png"/><Relationship Id="rId10" Type="http://schemas.openxmlformats.org/officeDocument/2006/relationships/slide" Target="slide200.xml"/><Relationship Id="rId19" Type="http://schemas.openxmlformats.org/officeDocument/2006/relationships/slide" Target="slide160.xml"/><Relationship Id="rId4" Type="http://schemas.openxmlformats.org/officeDocument/2006/relationships/slide" Target="slide140.xml"/><Relationship Id="rId9" Type="http://schemas.openxmlformats.org/officeDocument/2006/relationships/image" Target="../media/image19.png"/><Relationship Id="rId14" Type="http://schemas.openxmlformats.org/officeDocument/2006/relationships/image" Target="../media/image20.png"/><Relationship Id="rId22" Type="http://schemas.openxmlformats.org/officeDocument/2006/relationships/slide" Target="slide130.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1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8" Type="http://schemas.openxmlformats.org/officeDocument/2006/relationships/slide" Target="slide330.xml"/><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40.jpe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1.png"/></Relationships>
</file>

<file path=ppt/slides/_rels/slide3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slide" Target="slide370.xml"/><Relationship Id="rId3" Type="http://schemas.openxmlformats.org/officeDocument/2006/relationships/image" Target="../media/image43.png"/><Relationship Id="rId7" Type="http://schemas.openxmlformats.org/officeDocument/2006/relationships/slide" Target="slide350.xml"/><Relationship Id="rId12" Type="http://schemas.openxmlformats.org/officeDocument/2006/relationships/image" Target="../media/image46.png"/><Relationship Id="rId17" Type="http://schemas.openxmlformats.org/officeDocument/2006/relationships/image" Target="../media/image47.png"/><Relationship Id="rId2" Type="http://schemas.openxmlformats.org/officeDocument/2006/relationships/image" Target="../media/image42.png"/><Relationship Id="rId16" Type="http://schemas.openxmlformats.org/officeDocument/2006/relationships/slide" Target="slide380.xml"/><Relationship Id="rId1" Type="http://schemas.openxmlformats.org/officeDocument/2006/relationships/slideLayout" Target="../slideLayouts/slideLayout4.xml"/><Relationship Id="rId6" Type="http://schemas.openxmlformats.org/officeDocument/2006/relationships/image" Target="../media/image44.png"/><Relationship Id="rId11" Type="http://schemas.openxmlformats.org/officeDocument/2006/relationships/image" Target="../media/image45.png"/><Relationship Id="rId5" Type="http://schemas.openxmlformats.org/officeDocument/2006/relationships/image" Target="../media/image43.png"/><Relationship Id="rId15" Type="http://schemas.openxmlformats.org/officeDocument/2006/relationships/image" Target="../media/image47.png"/><Relationship Id="rId10" Type="http://schemas.openxmlformats.org/officeDocument/2006/relationships/slide" Target="slide360.xml"/><Relationship Id="rId4" Type="http://schemas.openxmlformats.org/officeDocument/2006/relationships/slide" Target="slide340.xml"/><Relationship Id="rId9" Type="http://schemas.openxmlformats.org/officeDocument/2006/relationships/image" Target="../media/image45.png"/><Relationship Id="rId14" Type="http://schemas.openxmlformats.org/officeDocument/2006/relationships/image" Target="../media/image46.pn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4.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8.jpeg"/><Relationship Id="rId1" Type="http://schemas.openxmlformats.org/officeDocument/2006/relationships/slideLayout" Target="../slideLayouts/slideLayout4.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slides/_rels/slide3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8.jpeg"/><Relationship Id="rId1" Type="http://schemas.openxmlformats.org/officeDocument/2006/relationships/slideLayout" Target="../slideLayouts/slideLayout4.xml"/><Relationship Id="rId5" Type="http://schemas.openxmlformats.org/officeDocument/2006/relationships/image" Target="../media/image58.svg"/><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48.jpeg"/><Relationship Id="rId1" Type="http://schemas.openxmlformats.org/officeDocument/2006/relationships/slideLayout" Target="../slideLayouts/slideLayout4.xml"/><Relationship Id="rId4" Type="http://schemas.openxmlformats.org/officeDocument/2006/relationships/image" Target="../media/image60.jpeg"/></Relationships>
</file>

<file path=ppt/slides/_rels/slide3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jpeg"/><Relationship Id="rId2" Type="http://schemas.openxmlformats.org/officeDocument/2006/relationships/image" Target="../media/image48.jpeg"/><Relationship Id="rId1" Type="http://schemas.openxmlformats.org/officeDocument/2006/relationships/slideLayout" Target="../slideLayouts/slideLayout4.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60.xml"/><Relationship Id="rId5" Type="http://schemas.openxmlformats.org/officeDocument/2006/relationships/image" Target="../media/image13.png"/><Relationship Id="rId4" Type="http://schemas.openxmlformats.org/officeDocument/2006/relationships/image" Target="../media/image12.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0.xml"/></Relationships>
</file>

<file path=ppt/slides/_rels/slide1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0.xml"/></Relationships>
</file>

<file path=ppt/slides/_rels/slide1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0.xml"/><Relationship Id="rId1" Type="http://schemas.openxmlformats.org/officeDocument/2006/relationships/slideLayout" Target="../slideLayouts/slideLayout110.xml"/></Relationships>
</file>

<file path=ppt/slides/_rels/slide1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0.xml"/><Relationship Id="rId1" Type="http://schemas.openxmlformats.org/officeDocument/2006/relationships/slideLayout" Target="../slideLayouts/slideLayout110.xml"/></Relationships>
</file>

<file path=ppt/slides/_rels/slide1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0.xml"/><Relationship Id="rId1" Type="http://schemas.openxmlformats.org/officeDocument/2006/relationships/slideLayout" Target="../slideLayouts/slideLayout110.xml"/></Relationships>
</file>

<file path=ppt/slides/_rels/slide1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0.xml"/><Relationship Id="rId1" Type="http://schemas.openxmlformats.org/officeDocument/2006/relationships/slideLayout" Target="../slideLayouts/slideLayout110.xml"/></Relationships>
</file>

<file path=ppt/slides/_rels/slide18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0.xml"/><Relationship Id="rId1" Type="http://schemas.openxmlformats.org/officeDocument/2006/relationships/slideLayout" Target="../slideLayouts/slideLayout110.xml"/></Relationships>
</file>

<file path=ppt/slides/_rels/slide19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0.xml"/></Relationships>
</file>

<file path=ppt/slides/_rels/slide20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0.xml"/><Relationship Id="rId1" Type="http://schemas.openxmlformats.org/officeDocument/2006/relationships/slideLayout" Target="../slideLayouts/slideLayout110.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90.xml"/></Relationships>
</file>

<file path=ppt/slides/_rels/slide330.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slide" Target="slide370.xml"/><Relationship Id="rId3" Type="http://schemas.openxmlformats.org/officeDocument/2006/relationships/image" Target="../media/image43.png"/><Relationship Id="rId7" Type="http://schemas.openxmlformats.org/officeDocument/2006/relationships/slide" Target="slide350.xml"/><Relationship Id="rId12" Type="http://schemas.openxmlformats.org/officeDocument/2006/relationships/image" Target="../media/image46.png"/><Relationship Id="rId17" Type="http://schemas.openxmlformats.org/officeDocument/2006/relationships/image" Target="../media/image47.png"/><Relationship Id="rId2" Type="http://schemas.openxmlformats.org/officeDocument/2006/relationships/image" Target="../media/image42.png"/><Relationship Id="rId16" Type="http://schemas.openxmlformats.org/officeDocument/2006/relationships/slide" Target="slide380.xml"/><Relationship Id="rId1" Type="http://schemas.openxmlformats.org/officeDocument/2006/relationships/slideLayout" Target="../slideLayouts/slideLayout40.xml"/><Relationship Id="rId6" Type="http://schemas.openxmlformats.org/officeDocument/2006/relationships/image" Target="../media/image44.png"/><Relationship Id="rId11" Type="http://schemas.openxmlformats.org/officeDocument/2006/relationships/image" Target="../media/image45.png"/><Relationship Id="rId5" Type="http://schemas.openxmlformats.org/officeDocument/2006/relationships/image" Target="../media/image43.png"/><Relationship Id="rId15" Type="http://schemas.openxmlformats.org/officeDocument/2006/relationships/image" Target="../media/image47.png"/><Relationship Id="rId10" Type="http://schemas.openxmlformats.org/officeDocument/2006/relationships/slide" Target="slide360.xml"/><Relationship Id="rId4" Type="http://schemas.openxmlformats.org/officeDocument/2006/relationships/slide" Target="slide340.xml"/><Relationship Id="rId9" Type="http://schemas.openxmlformats.org/officeDocument/2006/relationships/image" Target="../media/image45.png"/><Relationship Id="rId14" Type="http://schemas.openxmlformats.org/officeDocument/2006/relationships/image" Target="../media/image46.png"/></Relationships>
</file>

<file path=ppt/slides/_rels/slide3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40.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slides/_rels/slide3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8.jpeg"/><Relationship Id="rId1" Type="http://schemas.openxmlformats.org/officeDocument/2006/relationships/slideLayout" Target="../slideLayouts/slideLayout40.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slides/_rels/slide360.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image" Target="../media/image48.jpeg"/><Relationship Id="rId1" Type="http://schemas.openxmlformats.org/officeDocument/2006/relationships/slideLayout" Target="../slideLayouts/slideLayout40.xml"/><Relationship Id="rId5" Type="http://schemas.openxmlformats.org/officeDocument/2006/relationships/image" Target="../media/image58.svg"/><Relationship Id="rId4" Type="http://schemas.openxmlformats.org/officeDocument/2006/relationships/image" Target="../media/image57.png"/></Relationships>
</file>

<file path=ppt/slides/_rels/slide37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48.jpeg"/><Relationship Id="rId1" Type="http://schemas.openxmlformats.org/officeDocument/2006/relationships/slideLayout" Target="../slideLayouts/slideLayout40.xml"/><Relationship Id="rId4" Type="http://schemas.openxmlformats.org/officeDocument/2006/relationships/image" Target="../media/image60.jpeg"/></Relationships>
</file>

<file path=ppt/slides/_rels/slide38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jpeg"/><Relationship Id="rId2" Type="http://schemas.openxmlformats.org/officeDocument/2006/relationships/image" Target="../media/image48.jpeg"/><Relationship Id="rId1" Type="http://schemas.openxmlformats.org/officeDocument/2006/relationships/slideLayout" Target="../slideLayouts/slideLayout40.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BA2F0288-ACFB-99C4-4924-83176D3C665E}"/>
              </a:ext>
            </a:extLst>
          </p:cNvPr>
          <p:cNvSpPr>
            <a:spLocks noGrp="1"/>
          </p:cNvSpPr>
          <p:nvPr>
            <p:ph type="subTitle" idx="1"/>
          </p:nvPr>
        </p:nvSpPr>
        <p:spPr>
          <a:xfrm>
            <a:off x="1704683" y="1505669"/>
            <a:ext cx="5734634" cy="1384676"/>
          </a:xfrm>
        </p:spPr>
        <p:txBody>
          <a:bodyPr/>
          <a:lstStyle/>
          <a:p>
            <a:pPr algn="ctr"/>
            <a:r>
              <a:rPr lang="de-DE" sz="2800"/>
              <a:t>Versetzen Sie sich in die Lage eines Flugzeug Passagier.</a:t>
            </a:r>
          </a:p>
          <a:p>
            <a:pPr algn="ctr"/>
            <a:r>
              <a:rPr lang="de-DE" sz="2800"/>
              <a:t>Worauf müsst ihr euch verlassen können?</a:t>
            </a:r>
          </a:p>
        </p:txBody>
      </p:sp>
      <p:grpSp>
        <p:nvGrpSpPr>
          <p:cNvPr id="4" name="Google Shape;3050;p106">
            <a:extLst>
              <a:ext uri="{FF2B5EF4-FFF2-40B4-BE49-F238E27FC236}">
                <a16:creationId xmlns:a16="http://schemas.microsoft.com/office/drawing/2014/main" id="{FFF1A8C8-F01C-19B8-4127-5D2E069FD655}"/>
              </a:ext>
            </a:extLst>
          </p:cNvPr>
          <p:cNvGrpSpPr/>
          <p:nvPr/>
        </p:nvGrpSpPr>
        <p:grpSpPr>
          <a:xfrm>
            <a:off x="976191" y="3158652"/>
            <a:ext cx="1689437" cy="1547216"/>
            <a:chOff x="3418563" y="2811700"/>
            <a:chExt cx="426725" cy="412375"/>
          </a:xfrm>
        </p:grpSpPr>
        <p:sp>
          <p:nvSpPr>
            <p:cNvPr id="5" name="Google Shape;3051;p106">
              <a:extLst>
                <a:ext uri="{FF2B5EF4-FFF2-40B4-BE49-F238E27FC236}">
                  <a16:creationId xmlns:a16="http://schemas.microsoft.com/office/drawing/2014/main" id="{FD270076-B71E-FB3E-E87B-21CE5BBF49C7}"/>
                </a:ext>
              </a:extLst>
            </p:cNvPr>
            <p:cNvSpPr/>
            <p:nvPr/>
          </p:nvSpPr>
          <p:spPr>
            <a:xfrm>
              <a:off x="3516713" y="2889125"/>
              <a:ext cx="15100" cy="13800"/>
            </a:xfrm>
            <a:custGeom>
              <a:avLst/>
              <a:gdLst/>
              <a:ahLst/>
              <a:cxnLst/>
              <a:rect l="l" t="t" r="r" b="b"/>
              <a:pathLst>
                <a:path w="604" h="552" extrusionOk="0">
                  <a:moveTo>
                    <a:pt x="298" y="1"/>
                  </a:moveTo>
                  <a:cubicBezTo>
                    <a:pt x="235" y="1"/>
                    <a:pt x="172" y="22"/>
                    <a:pt x="119" y="65"/>
                  </a:cubicBezTo>
                  <a:cubicBezTo>
                    <a:pt x="36" y="139"/>
                    <a:pt x="0" y="249"/>
                    <a:pt x="28" y="348"/>
                  </a:cubicBezTo>
                  <a:cubicBezTo>
                    <a:pt x="33" y="348"/>
                    <a:pt x="33" y="351"/>
                    <a:pt x="36" y="351"/>
                  </a:cubicBezTo>
                  <a:cubicBezTo>
                    <a:pt x="37" y="349"/>
                    <a:pt x="38" y="349"/>
                    <a:pt x="38" y="349"/>
                  </a:cubicBezTo>
                  <a:cubicBezTo>
                    <a:pt x="39" y="349"/>
                    <a:pt x="39" y="349"/>
                    <a:pt x="39" y="351"/>
                  </a:cubicBezTo>
                  <a:cubicBezTo>
                    <a:pt x="50" y="359"/>
                    <a:pt x="64" y="365"/>
                    <a:pt x="75" y="376"/>
                  </a:cubicBezTo>
                  <a:lnTo>
                    <a:pt x="77" y="378"/>
                  </a:lnTo>
                  <a:cubicBezTo>
                    <a:pt x="88" y="387"/>
                    <a:pt x="102" y="395"/>
                    <a:pt x="110" y="403"/>
                  </a:cubicBezTo>
                  <a:cubicBezTo>
                    <a:pt x="121" y="414"/>
                    <a:pt x="135" y="420"/>
                    <a:pt x="146" y="431"/>
                  </a:cubicBezTo>
                  <a:cubicBezTo>
                    <a:pt x="157" y="442"/>
                    <a:pt x="165" y="450"/>
                    <a:pt x="179" y="461"/>
                  </a:cubicBezTo>
                  <a:cubicBezTo>
                    <a:pt x="209" y="489"/>
                    <a:pt x="234" y="516"/>
                    <a:pt x="259" y="546"/>
                  </a:cubicBezTo>
                  <a:cubicBezTo>
                    <a:pt x="273" y="546"/>
                    <a:pt x="284" y="552"/>
                    <a:pt x="298" y="552"/>
                  </a:cubicBezTo>
                  <a:cubicBezTo>
                    <a:pt x="361" y="552"/>
                    <a:pt x="421" y="530"/>
                    <a:pt x="474" y="489"/>
                  </a:cubicBezTo>
                  <a:cubicBezTo>
                    <a:pt x="589" y="392"/>
                    <a:pt x="603" y="221"/>
                    <a:pt x="507" y="100"/>
                  </a:cubicBezTo>
                  <a:cubicBezTo>
                    <a:pt x="453" y="34"/>
                    <a:pt x="376" y="1"/>
                    <a:pt x="2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 name="Google Shape;3052;p106">
              <a:extLst>
                <a:ext uri="{FF2B5EF4-FFF2-40B4-BE49-F238E27FC236}">
                  <a16:creationId xmlns:a16="http://schemas.microsoft.com/office/drawing/2014/main" id="{18D222CB-CD7F-F058-D3F0-4659E3CDDC5B}"/>
                </a:ext>
              </a:extLst>
            </p:cNvPr>
            <p:cNvSpPr/>
            <p:nvPr/>
          </p:nvSpPr>
          <p:spPr>
            <a:xfrm>
              <a:off x="3467713" y="2959175"/>
              <a:ext cx="15500" cy="13750"/>
            </a:xfrm>
            <a:custGeom>
              <a:avLst/>
              <a:gdLst/>
              <a:ahLst/>
              <a:cxnLst/>
              <a:rect l="l" t="t" r="r" b="b"/>
              <a:pathLst>
                <a:path w="620" h="550" extrusionOk="0">
                  <a:moveTo>
                    <a:pt x="308" y="0"/>
                  </a:moveTo>
                  <a:cubicBezTo>
                    <a:pt x="194" y="0"/>
                    <a:pt x="87" y="71"/>
                    <a:pt x="50" y="186"/>
                  </a:cubicBezTo>
                  <a:cubicBezTo>
                    <a:pt x="0" y="329"/>
                    <a:pt x="77" y="484"/>
                    <a:pt x="220" y="536"/>
                  </a:cubicBezTo>
                  <a:cubicBezTo>
                    <a:pt x="251" y="544"/>
                    <a:pt x="284" y="550"/>
                    <a:pt x="311" y="550"/>
                  </a:cubicBezTo>
                  <a:cubicBezTo>
                    <a:pt x="424" y="550"/>
                    <a:pt x="531" y="478"/>
                    <a:pt x="567" y="365"/>
                  </a:cubicBezTo>
                  <a:cubicBezTo>
                    <a:pt x="620" y="222"/>
                    <a:pt x="545" y="65"/>
                    <a:pt x="399" y="16"/>
                  </a:cubicBezTo>
                  <a:cubicBezTo>
                    <a:pt x="369" y="5"/>
                    <a:pt x="339" y="0"/>
                    <a:pt x="3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 name="Google Shape;3053;p106">
              <a:extLst>
                <a:ext uri="{FF2B5EF4-FFF2-40B4-BE49-F238E27FC236}">
                  <a16:creationId xmlns:a16="http://schemas.microsoft.com/office/drawing/2014/main" id="{6A3118DD-6E99-0BCD-8C15-F1124289462B}"/>
                </a:ext>
              </a:extLst>
            </p:cNvPr>
            <p:cNvSpPr/>
            <p:nvPr/>
          </p:nvSpPr>
          <p:spPr>
            <a:xfrm>
              <a:off x="3538863" y="2873450"/>
              <a:ext cx="15800" cy="13800"/>
            </a:xfrm>
            <a:custGeom>
              <a:avLst/>
              <a:gdLst/>
              <a:ahLst/>
              <a:cxnLst/>
              <a:rect l="l" t="t" r="r" b="b"/>
              <a:pathLst>
                <a:path w="632" h="552" extrusionOk="0">
                  <a:moveTo>
                    <a:pt x="316" y="1"/>
                  </a:moveTo>
                  <a:cubicBezTo>
                    <a:pt x="270" y="1"/>
                    <a:pt x="223" y="12"/>
                    <a:pt x="180" y="36"/>
                  </a:cubicBezTo>
                  <a:cubicBezTo>
                    <a:pt x="45" y="108"/>
                    <a:pt x="1" y="276"/>
                    <a:pt x="75" y="411"/>
                  </a:cubicBezTo>
                  <a:cubicBezTo>
                    <a:pt x="125" y="499"/>
                    <a:pt x="221" y="551"/>
                    <a:pt x="317" y="551"/>
                  </a:cubicBezTo>
                  <a:cubicBezTo>
                    <a:pt x="361" y="551"/>
                    <a:pt x="408" y="540"/>
                    <a:pt x="452" y="518"/>
                  </a:cubicBezTo>
                  <a:cubicBezTo>
                    <a:pt x="582" y="441"/>
                    <a:pt x="631" y="273"/>
                    <a:pt x="554" y="138"/>
                  </a:cubicBezTo>
                  <a:cubicBezTo>
                    <a:pt x="504" y="51"/>
                    <a:pt x="412"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 name="Google Shape;3054;p106">
              <a:extLst>
                <a:ext uri="{FF2B5EF4-FFF2-40B4-BE49-F238E27FC236}">
                  <a16:creationId xmlns:a16="http://schemas.microsoft.com/office/drawing/2014/main" id="{ED0BB7E8-A528-5D7A-9E06-A40C824AEAC2}"/>
                </a:ext>
              </a:extLst>
            </p:cNvPr>
            <p:cNvSpPr/>
            <p:nvPr/>
          </p:nvSpPr>
          <p:spPr>
            <a:xfrm>
              <a:off x="3478788" y="2934225"/>
              <a:ext cx="14950" cy="13800"/>
            </a:xfrm>
            <a:custGeom>
              <a:avLst/>
              <a:gdLst/>
              <a:ahLst/>
              <a:cxnLst/>
              <a:rect l="l" t="t" r="r" b="b"/>
              <a:pathLst>
                <a:path w="598" h="552" extrusionOk="0">
                  <a:moveTo>
                    <a:pt x="314" y="0"/>
                  </a:moveTo>
                  <a:cubicBezTo>
                    <a:pt x="218" y="0"/>
                    <a:pt x="124" y="50"/>
                    <a:pt x="77" y="141"/>
                  </a:cubicBezTo>
                  <a:cubicBezTo>
                    <a:pt x="0" y="270"/>
                    <a:pt x="50" y="441"/>
                    <a:pt x="185" y="515"/>
                  </a:cubicBezTo>
                  <a:cubicBezTo>
                    <a:pt x="226" y="540"/>
                    <a:pt x="273" y="551"/>
                    <a:pt x="314" y="551"/>
                  </a:cubicBezTo>
                  <a:cubicBezTo>
                    <a:pt x="411" y="551"/>
                    <a:pt x="504" y="499"/>
                    <a:pt x="556" y="405"/>
                  </a:cubicBezTo>
                  <a:cubicBezTo>
                    <a:pt x="589" y="345"/>
                    <a:pt x="598" y="270"/>
                    <a:pt x="578" y="210"/>
                  </a:cubicBezTo>
                  <a:cubicBezTo>
                    <a:pt x="573" y="199"/>
                    <a:pt x="559" y="193"/>
                    <a:pt x="545" y="185"/>
                  </a:cubicBezTo>
                  <a:cubicBezTo>
                    <a:pt x="534" y="179"/>
                    <a:pt x="521" y="171"/>
                    <a:pt x="510" y="166"/>
                  </a:cubicBezTo>
                  <a:cubicBezTo>
                    <a:pt x="510" y="166"/>
                    <a:pt x="507" y="166"/>
                    <a:pt x="507" y="160"/>
                  </a:cubicBezTo>
                  <a:lnTo>
                    <a:pt x="477" y="141"/>
                  </a:lnTo>
                  <a:cubicBezTo>
                    <a:pt x="474" y="141"/>
                    <a:pt x="474" y="138"/>
                    <a:pt x="468" y="138"/>
                  </a:cubicBezTo>
                  <a:cubicBezTo>
                    <a:pt x="460" y="130"/>
                    <a:pt x="449" y="124"/>
                    <a:pt x="441" y="116"/>
                  </a:cubicBezTo>
                  <a:cubicBezTo>
                    <a:pt x="438" y="116"/>
                    <a:pt x="438" y="113"/>
                    <a:pt x="435" y="113"/>
                  </a:cubicBezTo>
                  <a:cubicBezTo>
                    <a:pt x="424" y="105"/>
                    <a:pt x="419" y="100"/>
                    <a:pt x="408" y="91"/>
                  </a:cubicBezTo>
                  <a:lnTo>
                    <a:pt x="400" y="86"/>
                  </a:lnTo>
                  <a:cubicBezTo>
                    <a:pt x="391" y="78"/>
                    <a:pt x="383" y="72"/>
                    <a:pt x="378" y="61"/>
                  </a:cubicBezTo>
                  <a:lnTo>
                    <a:pt x="369" y="55"/>
                  </a:lnTo>
                  <a:lnTo>
                    <a:pt x="344" y="31"/>
                  </a:lnTo>
                  <a:lnTo>
                    <a:pt x="339" y="22"/>
                  </a:lnTo>
                  <a:lnTo>
                    <a:pt x="3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 name="Google Shape;3055;p106">
              <a:extLst>
                <a:ext uri="{FF2B5EF4-FFF2-40B4-BE49-F238E27FC236}">
                  <a16:creationId xmlns:a16="http://schemas.microsoft.com/office/drawing/2014/main" id="{BC5D7CE3-B508-A5D7-52C9-BE66DFE73672}"/>
                </a:ext>
              </a:extLst>
            </p:cNvPr>
            <p:cNvSpPr/>
            <p:nvPr/>
          </p:nvSpPr>
          <p:spPr>
            <a:xfrm>
              <a:off x="3461313" y="2985875"/>
              <a:ext cx="14800" cy="13825"/>
            </a:xfrm>
            <a:custGeom>
              <a:avLst/>
              <a:gdLst/>
              <a:ahLst/>
              <a:cxnLst/>
              <a:rect l="l" t="t" r="r" b="b"/>
              <a:pathLst>
                <a:path w="592" h="553" extrusionOk="0">
                  <a:moveTo>
                    <a:pt x="297" y="1"/>
                  </a:moveTo>
                  <a:cubicBezTo>
                    <a:pt x="165" y="1"/>
                    <a:pt x="48" y="97"/>
                    <a:pt x="30" y="233"/>
                  </a:cubicBezTo>
                  <a:cubicBezTo>
                    <a:pt x="0" y="379"/>
                    <a:pt x="105" y="525"/>
                    <a:pt x="256" y="544"/>
                  </a:cubicBezTo>
                  <a:cubicBezTo>
                    <a:pt x="270" y="547"/>
                    <a:pt x="284" y="552"/>
                    <a:pt x="297" y="552"/>
                  </a:cubicBezTo>
                  <a:cubicBezTo>
                    <a:pt x="432" y="552"/>
                    <a:pt x="548" y="456"/>
                    <a:pt x="570" y="318"/>
                  </a:cubicBezTo>
                  <a:cubicBezTo>
                    <a:pt x="592" y="170"/>
                    <a:pt x="493" y="27"/>
                    <a:pt x="341" y="5"/>
                  </a:cubicBezTo>
                  <a:cubicBezTo>
                    <a:pt x="326" y="2"/>
                    <a:pt x="312" y="1"/>
                    <a:pt x="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 name="Google Shape;3056;p106">
              <a:extLst>
                <a:ext uri="{FF2B5EF4-FFF2-40B4-BE49-F238E27FC236}">
                  <a16:creationId xmlns:a16="http://schemas.microsoft.com/office/drawing/2014/main" id="{16AE0A2B-B201-8018-3818-125CCC5A0AA5}"/>
                </a:ext>
              </a:extLst>
            </p:cNvPr>
            <p:cNvSpPr/>
            <p:nvPr/>
          </p:nvSpPr>
          <p:spPr>
            <a:xfrm>
              <a:off x="3497288" y="3114125"/>
              <a:ext cx="15450" cy="13875"/>
            </a:xfrm>
            <a:custGeom>
              <a:avLst/>
              <a:gdLst/>
              <a:ahLst/>
              <a:cxnLst/>
              <a:rect l="l" t="t" r="r" b="b"/>
              <a:pathLst>
                <a:path w="618" h="555" extrusionOk="0">
                  <a:moveTo>
                    <a:pt x="307" y="1"/>
                  </a:moveTo>
                  <a:cubicBezTo>
                    <a:pt x="244" y="1"/>
                    <a:pt x="180" y="23"/>
                    <a:pt x="128" y="67"/>
                  </a:cubicBezTo>
                  <a:cubicBezTo>
                    <a:pt x="12" y="169"/>
                    <a:pt x="1" y="339"/>
                    <a:pt x="100" y="458"/>
                  </a:cubicBezTo>
                  <a:cubicBezTo>
                    <a:pt x="152" y="518"/>
                    <a:pt x="232" y="554"/>
                    <a:pt x="306" y="554"/>
                  </a:cubicBezTo>
                  <a:cubicBezTo>
                    <a:pt x="373" y="554"/>
                    <a:pt x="439" y="529"/>
                    <a:pt x="488" y="488"/>
                  </a:cubicBezTo>
                  <a:cubicBezTo>
                    <a:pt x="607" y="389"/>
                    <a:pt x="618" y="215"/>
                    <a:pt x="518" y="100"/>
                  </a:cubicBezTo>
                  <a:cubicBezTo>
                    <a:pt x="462" y="34"/>
                    <a:pt x="385" y="1"/>
                    <a:pt x="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 name="Google Shape;3057;p106">
              <a:extLst>
                <a:ext uri="{FF2B5EF4-FFF2-40B4-BE49-F238E27FC236}">
                  <a16:creationId xmlns:a16="http://schemas.microsoft.com/office/drawing/2014/main" id="{0A73C7B1-89EA-46F3-7B0A-C3951B67E192}"/>
                </a:ext>
              </a:extLst>
            </p:cNvPr>
            <p:cNvSpPr/>
            <p:nvPr/>
          </p:nvSpPr>
          <p:spPr>
            <a:xfrm>
              <a:off x="3481113" y="3091875"/>
              <a:ext cx="15725" cy="13825"/>
            </a:xfrm>
            <a:custGeom>
              <a:avLst/>
              <a:gdLst/>
              <a:ahLst/>
              <a:cxnLst/>
              <a:rect l="l" t="t" r="r" b="b"/>
              <a:pathLst>
                <a:path w="629" h="553" extrusionOk="0">
                  <a:moveTo>
                    <a:pt x="316" y="0"/>
                  </a:moveTo>
                  <a:cubicBezTo>
                    <a:pt x="267" y="0"/>
                    <a:pt x="218" y="13"/>
                    <a:pt x="174" y="40"/>
                  </a:cubicBezTo>
                  <a:cubicBezTo>
                    <a:pt x="42" y="114"/>
                    <a:pt x="1" y="282"/>
                    <a:pt x="78" y="417"/>
                  </a:cubicBezTo>
                  <a:cubicBezTo>
                    <a:pt x="128" y="500"/>
                    <a:pt x="221" y="552"/>
                    <a:pt x="315" y="552"/>
                  </a:cubicBezTo>
                  <a:cubicBezTo>
                    <a:pt x="362" y="552"/>
                    <a:pt x="411" y="538"/>
                    <a:pt x="455" y="514"/>
                  </a:cubicBezTo>
                  <a:cubicBezTo>
                    <a:pt x="587" y="434"/>
                    <a:pt x="629" y="266"/>
                    <a:pt x="552" y="136"/>
                  </a:cubicBezTo>
                  <a:cubicBezTo>
                    <a:pt x="502" y="49"/>
                    <a:pt x="410" y="0"/>
                    <a:pt x="3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 name="Google Shape;3058;p106">
              <a:extLst>
                <a:ext uri="{FF2B5EF4-FFF2-40B4-BE49-F238E27FC236}">
                  <a16:creationId xmlns:a16="http://schemas.microsoft.com/office/drawing/2014/main" id="{19C0D5D7-71DF-EE8A-6FE8-2735E0F7A630}"/>
                </a:ext>
              </a:extLst>
            </p:cNvPr>
            <p:cNvSpPr/>
            <p:nvPr/>
          </p:nvSpPr>
          <p:spPr>
            <a:xfrm>
              <a:off x="3459788" y="3013225"/>
              <a:ext cx="14000" cy="13800"/>
            </a:xfrm>
            <a:custGeom>
              <a:avLst/>
              <a:gdLst/>
              <a:ahLst/>
              <a:cxnLst/>
              <a:rect l="l" t="t" r="r" b="b"/>
              <a:pathLst>
                <a:path w="560" h="552" extrusionOk="0">
                  <a:moveTo>
                    <a:pt x="281" y="1"/>
                  </a:moveTo>
                  <a:cubicBezTo>
                    <a:pt x="279" y="1"/>
                    <a:pt x="278" y="1"/>
                    <a:pt x="276" y="1"/>
                  </a:cubicBezTo>
                  <a:cubicBezTo>
                    <a:pt x="122" y="4"/>
                    <a:pt x="1" y="130"/>
                    <a:pt x="3" y="279"/>
                  </a:cubicBezTo>
                  <a:cubicBezTo>
                    <a:pt x="9" y="433"/>
                    <a:pt x="130" y="551"/>
                    <a:pt x="284" y="551"/>
                  </a:cubicBezTo>
                  <a:cubicBezTo>
                    <a:pt x="438" y="549"/>
                    <a:pt x="559" y="425"/>
                    <a:pt x="554" y="273"/>
                  </a:cubicBezTo>
                  <a:cubicBezTo>
                    <a:pt x="551" y="121"/>
                    <a:pt x="430" y="1"/>
                    <a:pt x="2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 name="Google Shape;3059;p106">
              <a:extLst>
                <a:ext uri="{FF2B5EF4-FFF2-40B4-BE49-F238E27FC236}">
                  <a16:creationId xmlns:a16="http://schemas.microsoft.com/office/drawing/2014/main" id="{C5A6715F-EEF6-5FE8-A6DB-04507A75D387}"/>
                </a:ext>
              </a:extLst>
            </p:cNvPr>
            <p:cNvSpPr/>
            <p:nvPr/>
          </p:nvSpPr>
          <p:spPr>
            <a:xfrm>
              <a:off x="3469288" y="3067075"/>
              <a:ext cx="15500" cy="13825"/>
            </a:xfrm>
            <a:custGeom>
              <a:avLst/>
              <a:gdLst/>
              <a:ahLst/>
              <a:cxnLst/>
              <a:rect l="l" t="t" r="r" b="b"/>
              <a:pathLst>
                <a:path w="620" h="553" extrusionOk="0">
                  <a:moveTo>
                    <a:pt x="310" y="0"/>
                  </a:moveTo>
                  <a:cubicBezTo>
                    <a:pt x="278" y="0"/>
                    <a:pt x="245" y="6"/>
                    <a:pt x="212" y="19"/>
                  </a:cubicBezTo>
                  <a:cubicBezTo>
                    <a:pt x="69" y="74"/>
                    <a:pt x="0" y="234"/>
                    <a:pt x="56" y="374"/>
                  </a:cubicBezTo>
                  <a:cubicBezTo>
                    <a:pt x="94" y="484"/>
                    <a:pt x="199" y="553"/>
                    <a:pt x="309" y="553"/>
                  </a:cubicBezTo>
                  <a:cubicBezTo>
                    <a:pt x="345" y="553"/>
                    <a:pt x="375" y="545"/>
                    <a:pt x="408" y="531"/>
                  </a:cubicBezTo>
                  <a:cubicBezTo>
                    <a:pt x="546" y="481"/>
                    <a:pt x="620" y="319"/>
                    <a:pt x="568" y="179"/>
                  </a:cubicBezTo>
                  <a:cubicBezTo>
                    <a:pt x="525" y="68"/>
                    <a:pt x="420"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 name="Google Shape;3060;p106">
              <a:extLst>
                <a:ext uri="{FF2B5EF4-FFF2-40B4-BE49-F238E27FC236}">
                  <a16:creationId xmlns:a16="http://schemas.microsoft.com/office/drawing/2014/main" id="{90EF0CB1-CAB2-5FB6-B11B-F3993B778896}"/>
                </a:ext>
              </a:extLst>
            </p:cNvPr>
            <p:cNvSpPr/>
            <p:nvPr/>
          </p:nvSpPr>
          <p:spPr>
            <a:xfrm>
              <a:off x="3462063" y="3040500"/>
              <a:ext cx="14950" cy="13850"/>
            </a:xfrm>
            <a:custGeom>
              <a:avLst/>
              <a:gdLst/>
              <a:ahLst/>
              <a:cxnLst/>
              <a:rect l="l" t="t" r="r" b="b"/>
              <a:pathLst>
                <a:path w="598" h="554" extrusionOk="0">
                  <a:moveTo>
                    <a:pt x="297" y="1"/>
                  </a:moveTo>
                  <a:cubicBezTo>
                    <a:pt x="280" y="1"/>
                    <a:pt x="263" y="2"/>
                    <a:pt x="245" y="6"/>
                  </a:cubicBezTo>
                  <a:cubicBezTo>
                    <a:pt x="94" y="33"/>
                    <a:pt x="0" y="176"/>
                    <a:pt x="25" y="328"/>
                  </a:cubicBezTo>
                  <a:cubicBezTo>
                    <a:pt x="55" y="462"/>
                    <a:pt x="171" y="553"/>
                    <a:pt x="298" y="553"/>
                  </a:cubicBezTo>
                  <a:cubicBezTo>
                    <a:pt x="314" y="553"/>
                    <a:pt x="333" y="553"/>
                    <a:pt x="350" y="548"/>
                  </a:cubicBezTo>
                  <a:cubicBezTo>
                    <a:pt x="499" y="518"/>
                    <a:pt x="598" y="377"/>
                    <a:pt x="570" y="226"/>
                  </a:cubicBezTo>
                  <a:cubicBezTo>
                    <a:pt x="543" y="94"/>
                    <a:pt x="430" y="1"/>
                    <a:pt x="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 name="Google Shape;3061;p106">
              <a:extLst>
                <a:ext uri="{FF2B5EF4-FFF2-40B4-BE49-F238E27FC236}">
                  <a16:creationId xmlns:a16="http://schemas.microsoft.com/office/drawing/2014/main" id="{EC56E9BF-899F-00EF-6BEF-DED5BF413520}"/>
                </a:ext>
              </a:extLst>
            </p:cNvPr>
            <p:cNvSpPr/>
            <p:nvPr/>
          </p:nvSpPr>
          <p:spPr>
            <a:xfrm>
              <a:off x="3563988" y="2861950"/>
              <a:ext cx="15450" cy="13800"/>
            </a:xfrm>
            <a:custGeom>
              <a:avLst/>
              <a:gdLst/>
              <a:ahLst/>
              <a:cxnLst/>
              <a:rect l="l" t="t" r="r" b="b"/>
              <a:pathLst>
                <a:path w="618" h="552" extrusionOk="0">
                  <a:moveTo>
                    <a:pt x="312" y="0"/>
                  </a:moveTo>
                  <a:cubicBezTo>
                    <a:pt x="281" y="0"/>
                    <a:pt x="249" y="6"/>
                    <a:pt x="218" y="17"/>
                  </a:cubicBezTo>
                  <a:cubicBezTo>
                    <a:pt x="72" y="64"/>
                    <a:pt x="1" y="224"/>
                    <a:pt x="47" y="367"/>
                  </a:cubicBezTo>
                  <a:cubicBezTo>
                    <a:pt x="89" y="483"/>
                    <a:pt x="193" y="551"/>
                    <a:pt x="309" y="551"/>
                  </a:cubicBezTo>
                  <a:cubicBezTo>
                    <a:pt x="342" y="551"/>
                    <a:pt x="372" y="543"/>
                    <a:pt x="400" y="532"/>
                  </a:cubicBezTo>
                  <a:cubicBezTo>
                    <a:pt x="543" y="485"/>
                    <a:pt x="617" y="323"/>
                    <a:pt x="568" y="183"/>
                  </a:cubicBezTo>
                  <a:cubicBezTo>
                    <a:pt x="527" y="69"/>
                    <a:pt x="423" y="0"/>
                    <a:pt x="3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 name="Google Shape;3062;p106">
              <a:extLst>
                <a:ext uri="{FF2B5EF4-FFF2-40B4-BE49-F238E27FC236}">
                  <a16:creationId xmlns:a16="http://schemas.microsoft.com/office/drawing/2014/main" id="{418B2082-4B39-8558-18AB-924997A3F198}"/>
                </a:ext>
              </a:extLst>
            </p:cNvPr>
            <p:cNvSpPr/>
            <p:nvPr/>
          </p:nvSpPr>
          <p:spPr>
            <a:xfrm>
              <a:off x="3766063" y="2956750"/>
              <a:ext cx="15500" cy="13775"/>
            </a:xfrm>
            <a:custGeom>
              <a:avLst/>
              <a:gdLst/>
              <a:ahLst/>
              <a:cxnLst/>
              <a:rect l="l" t="t" r="r" b="b"/>
              <a:pathLst>
                <a:path w="620" h="551" extrusionOk="0">
                  <a:moveTo>
                    <a:pt x="311" y="0"/>
                  </a:moveTo>
                  <a:cubicBezTo>
                    <a:pt x="280" y="0"/>
                    <a:pt x="248" y="5"/>
                    <a:pt x="218" y="16"/>
                  </a:cubicBezTo>
                  <a:cubicBezTo>
                    <a:pt x="72" y="68"/>
                    <a:pt x="0" y="228"/>
                    <a:pt x="53" y="369"/>
                  </a:cubicBezTo>
                  <a:cubicBezTo>
                    <a:pt x="94" y="479"/>
                    <a:pt x="196" y="550"/>
                    <a:pt x="311" y="550"/>
                  </a:cubicBezTo>
                  <a:cubicBezTo>
                    <a:pt x="344" y="550"/>
                    <a:pt x="372" y="542"/>
                    <a:pt x="402" y="534"/>
                  </a:cubicBezTo>
                  <a:cubicBezTo>
                    <a:pt x="548" y="481"/>
                    <a:pt x="620" y="319"/>
                    <a:pt x="567" y="179"/>
                  </a:cubicBezTo>
                  <a:cubicBezTo>
                    <a:pt x="529" y="67"/>
                    <a:pt x="423" y="0"/>
                    <a:pt x="3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 name="Google Shape;3063;p106">
              <a:extLst>
                <a:ext uri="{FF2B5EF4-FFF2-40B4-BE49-F238E27FC236}">
                  <a16:creationId xmlns:a16="http://schemas.microsoft.com/office/drawing/2014/main" id="{43089E19-2449-94E5-642C-ACE5165D8987}"/>
                </a:ext>
              </a:extLst>
            </p:cNvPr>
            <p:cNvSpPr/>
            <p:nvPr/>
          </p:nvSpPr>
          <p:spPr>
            <a:xfrm>
              <a:off x="3738738" y="2909275"/>
              <a:ext cx="15375" cy="13825"/>
            </a:xfrm>
            <a:custGeom>
              <a:avLst/>
              <a:gdLst/>
              <a:ahLst/>
              <a:cxnLst/>
              <a:rect l="l" t="t" r="r" b="b"/>
              <a:pathLst>
                <a:path w="615" h="553" extrusionOk="0">
                  <a:moveTo>
                    <a:pt x="307" y="0"/>
                  </a:moveTo>
                  <a:cubicBezTo>
                    <a:pt x="245" y="0"/>
                    <a:pt x="182" y="21"/>
                    <a:pt x="130" y="65"/>
                  </a:cubicBezTo>
                  <a:cubicBezTo>
                    <a:pt x="14" y="162"/>
                    <a:pt x="0" y="338"/>
                    <a:pt x="97" y="453"/>
                  </a:cubicBezTo>
                  <a:cubicBezTo>
                    <a:pt x="152" y="514"/>
                    <a:pt x="226" y="552"/>
                    <a:pt x="309" y="552"/>
                  </a:cubicBezTo>
                  <a:cubicBezTo>
                    <a:pt x="372" y="552"/>
                    <a:pt x="433" y="533"/>
                    <a:pt x="485" y="489"/>
                  </a:cubicBezTo>
                  <a:cubicBezTo>
                    <a:pt x="600" y="393"/>
                    <a:pt x="614" y="219"/>
                    <a:pt x="518" y="98"/>
                  </a:cubicBezTo>
                  <a:lnTo>
                    <a:pt x="521" y="98"/>
                  </a:lnTo>
                  <a:cubicBezTo>
                    <a:pt x="464" y="34"/>
                    <a:pt x="386"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 name="Google Shape;3064;p106">
              <a:extLst>
                <a:ext uri="{FF2B5EF4-FFF2-40B4-BE49-F238E27FC236}">
                  <a16:creationId xmlns:a16="http://schemas.microsoft.com/office/drawing/2014/main" id="{80ABE015-D6A0-8294-8846-3AEE931B6835}"/>
                </a:ext>
              </a:extLst>
            </p:cNvPr>
            <p:cNvSpPr/>
            <p:nvPr/>
          </p:nvSpPr>
          <p:spPr>
            <a:xfrm>
              <a:off x="3719188" y="2889800"/>
              <a:ext cx="15575" cy="13825"/>
            </a:xfrm>
            <a:custGeom>
              <a:avLst/>
              <a:gdLst/>
              <a:ahLst/>
              <a:cxnLst/>
              <a:rect l="l" t="t" r="r" b="b"/>
              <a:pathLst>
                <a:path w="623" h="553" extrusionOk="0">
                  <a:moveTo>
                    <a:pt x="315" y="1"/>
                  </a:moveTo>
                  <a:cubicBezTo>
                    <a:pt x="235" y="1"/>
                    <a:pt x="155" y="34"/>
                    <a:pt x="100" y="101"/>
                  </a:cubicBezTo>
                  <a:cubicBezTo>
                    <a:pt x="0" y="217"/>
                    <a:pt x="17" y="390"/>
                    <a:pt x="135" y="489"/>
                  </a:cubicBezTo>
                  <a:cubicBezTo>
                    <a:pt x="185" y="530"/>
                    <a:pt x="251" y="552"/>
                    <a:pt x="314" y="552"/>
                  </a:cubicBezTo>
                  <a:cubicBezTo>
                    <a:pt x="389" y="552"/>
                    <a:pt x="468" y="517"/>
                    <a:pt x="524" y="451"/>
                  </a:cubicBezTo>
                  <a:cubicBezTo>
                    <a:pt x="623" y="335"/>
                    <a:pt x="606" y="161"/>
                    <a:pt x="488" y="62"/>
                  </a:cubicBezTo>
                  <a:cubicBezTo>
                    <a:pt x="438" y="21"/>
                    <a:pt x="377" y="1"/>
                    <a:pt x="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 name="Google Shape;3065;p106">
              <a:extLst>
                <a:ext uri="{FF2B5EF4-FFF2-40B4-BE49-F238E27FC236}">
                  <a16:creationId xmlns:a16="http://schemas.microsoft.com/office/drawing/2014/main" id="{3235E445-E0B1-D229-FCE1-8B3A6FC371CC}"/>
                </a:ext>
              </a:extLst>
            </p:cNvPr>
            <p:cNvSpPr/>
            <p:nvPr/>
          </p:nvSpPr>
          <p:spPr>
            <a:xfrm>
              <a:off x="3773638" y="3038100"/>
              <a:ext cx="14800" cy="13700"/>
            </a:xfrm>
            <a:custGeom>
              <a:avLst/>
              <a:gdLst/>
              <a:ahLst/>
              <a:cxnLst/>
              <a:rect l="l" t="t" r="r" b="b"/>
              <a:pathLst>
                <a:path w="592" h="548" extrusionOk="0">
                  <a:moveTo>
                    <a:pt x="295" y="1"/>
                  </a:moveTo>
                  <a:cubicBezTo>
                    <a:pt x="163" y="1"/>
                    <a:pt x="47" y="96"/>
                    <a:pt x="25" y="228"/>
                  </a:cubicBezTo>
                  <a:cubicBezTo>
                    <a:pt x="0" y="377"/>
                    <a:pt x="99" y="517"/>
                    <a:pt x="251" y="545"/>
                  </a:cubicBezTo>
                  <a:cubicBezTo>
                    <a:pt x="264" y="547"/>
                    <a:pt x="284" y="547"/>
                    <a:pt x="300" y="547"/>
                  </a:cubicBezTo>
                  <a:cubicBezTo>
                    <a:pt x="430" y="547"/>
                    <a:pt x="545" y="454"/>
                    <a:pt x="567" y="322"/>
                  </a:cubicBezTo>
                  <a:cubicBezTo>
                    <a:pt x="592" y="173"/>
                    <a:pt x="493" y="30"/>
                    <a:pt x="344" y="5"/>
                  </a:cubicBezTo>
                  <a:cubicBezTo>
                    <a:pt x="328" y="2"/>
                    <a:pt x="311" y="1"/>
                    <a:pt x="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 name="Google Shape;3066;p106">
              <a:extLst>
                <a:ext uri="{FF2B5EF4-FFF2-40B4-BE49-F238E27FC236}">
                  <a16:creationId xmlns:a16="http://schemas.microsoft.com/office/drawing/2014/main" id="{5E3AB188-B7DF-3259-3E1B-8D03A847B122}"/>
                </a:ext>
              </a:extLst>
            </p:cNvPr>
            <p:cNvSpPr/>
            <p:nvPr/>
          </p:nvSpPr>
          <p:spPr>
            <a:xfrm>
              <a:off x="3773563" y="2983175"/>
              <a:ext cx="14875" cy="13850"/>
            </a:xfrm>
            <a:custGeom>
              <a:avLst/>
              <a:gdLst/>
              <a:ahLst/>
              <a:cxnLst/>
              <a:rect l="l" t="t" r="r" b="b"/>
              <a:pathLst>
                <a:path w="595" h="554" extrusionOk="0">
                  <a:moveTo>
                    <a:pt x="297" y="1"/>
                  </a:moveTo>
                  <a:cubicBezTo>
                    <a:pt x="281" y="1"/>
                    <a:pt x="264" y="2"/>
                    <a:pt x="248" y="5"/>
                  </a:cubicBezTo>
                  <a:cubicBezTo>
                    <a:pt x="99" y="33"/>
                    <a:pt x="0" y="176"/>
                    <a:pt x="22" y="327"/>
                  </a:cubicBezTo>
                  <a:cubicBezTo>
                    <a:pt x="47" y="457"/>
                    <a:pt x="166" y="553"/>
                    <a:pt x="295" y="553"/>
                  </a:cubicBezTo>
                  <a:cubicBezTo>
                    <a:pt x="309" y="553"/>
                    <a:pt x="328" y="553"/>
                    <a:pt x="344" y="550"/>
                  </a:cubicBezTo>
                  <a:cubicBezTo>
                    <a:pt x="493" y="523"/>
                    <a:pt x="595" y="377"/>
                    <a:pt x="567" y="231"/>
                  </a:cubicBezTo>
                  <a:cubicBezTo>
                    <a:pt x="545" y="98"/>
                    <a:pt x="429" y="1"/>
                    <a:pt x="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 name="Google Shape;3067;p106">
              <a:extLst>
                <a:ext uri="{FF2B5EF4-FFF2-40B4-BE49-F238E27FC236}">
                  <a16:creationId xmlns:a16="http://schemas.microsoft.com/office/drawing/2014/main" id="{F434E786-673C-3DDB-74F9-C1C138983B09}"/>
                </a:ext>
              </a:extLst>
            </p:cNvPr>
            <p:cNvSpPr/>
            <p:nvPr/>
          </p:nvSpPr>
          <p:spPr>
            <a:xfrm>
              <a:off x="3590888" y="2854875"/>
              <a:ext cx="14900" cy="13850"/>
            </a:xfrm>
            <a:custGeom>
              <a:avLst/>
              <a:gdLst/>
              <a:ahLst/>
              <a:cxnLst/>
              <a:rect l="l" t="t" r="r" b="b"/>
              <a:pathLst>
                <a:path w="596" h="554" extrusionOk="0">
                  <a:moveTo>
                    <a:pt x="293" y="0"/>
                  </a:moveTo>
                  <a:cubicBezTo>
                    <a:pt x="279" y="0"/>
                    <a:pt x="265" y="1"/>
                    <a:pt x="251" y="3"/>
                  </a:cubicBezTo>
                  <a:cubicBezTo>
                    <a:pt x="100" y="36"/>
                    <a:pt x="1" y="174"/>
                    <a:pt x="26" y="328"/>
                  </a:cubicBezTo>
                  <a:cubicBezTo>
                    <a:pt x="48" y="457"/>
                    <a:pt x="166" y="554"/>
                    <a:pt x="298" y="554"/>
                  </a:cubicBezTo>
                  <a:cubicBezTo>
                    <a:pt x="315" y="554"/>
                    <a:pt x="329" y="551"/>
                    <a:pt x="345" y="551"/>
                  </a:cubicBezTo>
                  <a:cubicBezTo>
                    <a:pt x="494" y="523"/>
                    <a:pt x="596" y="380"/>
                    <a:pt x="574" y="232"/>
                  </a:cubicBezTo>
                  <a:cubicBezTo>
                    <a:pt x="549" y="96"/>
                    <a:pt x="428" y="0"/>
                    <a:pt x="2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2" name="Google Shape;3068;p106">
              <a:extLst>
                <a:ext uri="{FF2B5EF4-FFF2-40B4-BE49-F238E27FC236}">
                  <a16:creationId xmlns:a16="http://schemas.microsoft.com/office/drawing/2014/main" id="{56DD40EC-DE84-1B4D-A090-2C7173FB7B67}"/>
                </a:ext>
              </a:extLst>
            </p:cNvPr>
            <p:cNvSpPr/>
            <p:nvPr/>
          </p:nvSpPr>
          <p:spPr>
            <a:xfrm>
              <a:off x="3696763" y="2874000"/>
              <a:ext cx="15625" cy="13800"/>
            </a:xfrm>
            <a:custGeom>
              <a:avLst/>
              <a:gdLst/>
              <a:ahLst/>
              <a:cxnLst/>
              <a:rect l="l" t="t" r="r" b="b"/>
              <a:pathLst>
                <a:path w="625" h="552" extrusionOk="0">
                  <a:moveTo>
                    <a:pt x="311" y="0"/>
                  </a:moveTo>
                  <a:cubicBezTo>
                    <a:pt x="215" y="0"/>
                    <a:pt x="122" y="49"/>
                    <a:pt x="74" y="138"/>
                  </a:cubicBezTo>
                  <a:cubicBezTo>
                    <a:pt x="0" y="268"/>
                    <a:pt x="41" y="436"/>
                    <a:pt x="173" y="515"/>
                  </a:cubicBezTo>
                  <a:lnTo>
                    <a:pt x="173" y="513"/>
                  </a:lnTo>
                  <a:cubicBezTo>
                    <a:pt x="215" y="540"/>
                    <a:pt x="264" y="551"/>
                    <a:pt x="311" y="551"/>
                  </a:cubicBezTo>
                  <a:cubicBezTo>
                    <a:pt x="405" y="551"/>
                    <a:pt x="498" y="502"/>
                    <a:pt x="551" y="414"/>
                  </a:cubicBezTo>
                  <a:cubicBezTo>
                    <a:pt x="625" y="281"/>
                    <a:pt x="584" y="116"/>
                    <a:pt x="449" y="36"/>
                  </a:cubicBezTo>
                  <a:cubicBezTo>
                    <a:pt x="405" y="12"/>
                    <a:pt x="358" y="0"/>
                    <a:pt x="3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3" name="Google Shape;3069;p106">
              <a:extLst>
                <a:ext uri="{FF2B5EF4-FFF2-40B4-BE49-F238E27FC236}">
                  <a16:creationId xmlns:a16="http://schemas.microsoft.com/office/drawing/2014/main" id="{81A2EDAE-31E4-6003-2BD4-34B794B90054}"/>
                </a:ext>
              </a:extLst>
            </p:cNvPr>
            <p:cNvSpPr/>
            <p:nvPr/>
          </p:nvSpPr>
          <p:spPr>
            <a:xfrm>
              <a:off x="3618763" y="2852725"/>
              <a:ext cx="13800" cy="13800"/>
            </a:xfrm>
            <a:custGeom>
              <a:avLst/>
              <a:gdLst/>
              <a:ahLst/>
              <a:cxnLst/>
              <a:rect l="l" t="t" r="r" b="b"/>
              <a:pathLst>
                <a:path w="552" h="552" extrusionOk="0">
                  <a:moveTo>
                    <a:pt x="279" y="1"/>
                  </a:moveTo>
                  <a:cubicBezTo>
                    <a:pt x="125" y="1"/>
                    <a:pt x="4" y="122"/>
                    <a:pt x="1" y="276"/>
                  </a:cubicBezTo>
                  <a:cubicBezTo>
                    <a:pt x="1" y="428"/>
                    <a:pt x="125" y="552"/>
                    <a:pt x="276" y="552"/>
                  </a:cubicBezTo>
                  <a:cubicBezTo>
                    <a:pt x="428" y="552"/>
                    <a:pt x="551" y="428"/>
                    <a:pt x="551" y="276"/>
                  </a:cubicBezTo>
                  <a:cubicBezTo>
                    <a:pt x="551" y="125"/>
                    <a:pt x="430" y="1"/>
                    <a:pt x="2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 name="Google Shape;3070;p106">
              <a:extLst>
                <a:ext uri="{FF2B5EF4-FFF2-40B4-BE49-F238E27FC236}">
                  <a16:creationId xmlns:a16="http://schemas.microsoft.com/office/drawing/2014/main" id="{261CF91D-42EE-5315-7255-325925CB4D7B}"/>
                </a:ext>
              </a:extLst>
            </p:cNvPr>
            <p:cNvSpPr/>
            <p:nvPr/>
          </p:nvSpPr>
          <p:spPr>
            <a:xfrm>
              <a:off x="3645613" y="2855175"/>
              <a:ext cx="14900" cy="13825"/>
            </a:xfrm>
            <a:custGeom>
              <a:avLst/>
              <a:gdLst/>
              <a:ahLst/>
              <a:cxnLst/>
              <a:rect l="l" t="t" r="r" b="b"/>
              <a:pathLst>
                <a:path w="596" h="553" extrusionOk="0">
                  <a:moveTo>
                    <a:pt x="298" y="0"/>
                  </a:moveTo>
                  <a:cubicBezTo>
                    <a:pt x="166" y="0"/>
                    <a:pt x="53" y="95"/>
                    <a:pt x="28" y="225"/>
                  </a:cubicBezTo>
                  <a:cubicBezTo>
                    <a:pt x="1" y="376"/>
                    <a:pt x="100" y="520"/>
                    <a:pt x="251" y="547"/>
                  </a:cubicBezTo>
                  <a:cubicBezTo>
                    <a:pt x="265" y="550"/>
                    <a:pt x="284" y="553"/>
                    <a:pt x="301" y="553"/>
                  </a:cubicBezTo>
                  <a:cubicBezTo>
                    <a:pt x="430" y="553"/>
                    <a:pt x="548" y="459"/>
                    <a:pt x="573" y="327"/>
                  </a:cubicBezTo>
                  <a:cubicBezTo>
                    <a:pt x="595" y="178"/>
                    <a:pt x="496" y="32"/>
                    <a:pt x="347" y="5"/>
                  </a:cubicBezTo>
                  <a:cubicBezTo>
                    <a:pt x="331" y="2"/>
                    <a:pt x="314" y="0"/>
                    <a:pt x="2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 name="Google Shape;3071;p106">
              <a:extLst>
                <a:ext uri="{FF2B5EF4-FFF2-40B4-BE49-F238E27FC236}">
                  <a16:creationId xmlns:a16="http://schemas.microsoft.com/office/drawing/2014/main" id="{BB3AB281-42B4-A218-0BC4-462B5C5634BE}"/>
                </a:ext>
              </a:extLst>
            </p:cNvPr>
            <p:cNvSpPr/>
            <p:nvPr/>
          </p:nvSpPr>
          <p:spPr>
            <a:xfrm>
              <a:off x="3671838" y="2862300"/>
              <a:ext cx="15450" cy="13800"/>
            </a:xfrm>
            <a:custGeom>
              <a:avLst/>
              <a:gdLst/>
              <a:ahLst/>
              <a:cxnLst/>
              <a:rect l="l" t="t" r="r" b="b"/>
              <a:pathLst>
                <a:path w="618" h="552" extrusionOk="0">
                  <a:moveTo>
                    <a:pt x="313" y="1"/>
                  </a:moveTo>
                  <a:cubicBezTo>
                    <a:pt x="201" y="1"/>
                    <a:pt x="96" y="72"/>
                    <a:pt x="53" y="182"/>
                  </a:cubicBezTo>
                  <a:cubicBezTo>
                    <a:pt x="0" y="325"/>
                    <a:pt x="75" y="482"/>
                    <a:pt x="215" y="532"/>
                  </a:cubicBezTo>
                  <a:cubicBezTo>
                    <a:pt x="248" y="543"/>
                    <a:pt x="276" y="551"/>
                    <a:pt x="312" y="551"/>
                  </a:cubicBezTo>
                  <a:cubicBezTo>
                    <a:pt x="422" y="551"/>
                    <a:pt x="529" y="482"/>
                    <a:pt x="565" y="372"/>
                  </a:cubicBezTo>
                  <a:cubicBezTo>
                    <a:pt x="617" y="226"/>
                    <a:pt x="546" y="69"/>
                    <a:pt x="405" y="17"/>
                  </a:cubicBezTo>
                  <a:cubicBezTo>
                    <a:pt x="375" y="6"/>
                    <a:pt x="343" y="1"/>
                    <a:pt x="3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 name="Google Shape;3072;p106">
              <a:extLst>
                <a:ext uri="{FF2B5EF4-FFF2-40B4-BE49-F238E27FC236}">
                  <a16:creationId xmlns:a16="http://schemas.microsoft.com/office/drawing/2014/main" id="{99964753-65CA-5F8D-B143-748CE01A9526}"/>
                </a:ext>
              </a:extLst>
            </p:cNvPr>
            <p:cNvSpPr/>
            <p:nvPr/>
          </p:nvSpPr>
          <p:spPr>
            <a:xfrm>
              <a:off x="3776438" y="3010675"/>
              <a:ext cx="13800" cy="13800"/>
            </a:xfrm>
            <a:custGeom>
              <a:avLst/>
              <a:gdLst/>
              <a:ahLst/>
              <a:cxnLst/>
              <a:rect l="l" t="t" r="r" b="b"/>
              <a:pathLst>
                <a:path w="552" h="552" extrusionOk="0">
                  <a:moveTo>
                    <a:pt x="276" y="1"/>
                  </a:moveTo>
                  <a:cubicBezTo>
                    <a:pt x="122" y="1"/>
                    <a:pt x="1" y="125"/>
                    <a:pt x="1" y="276"/>
                  </a:cubicBezTo>
                  <a:cubicBezTo>
                    <a:pt x="1" y="430"/>
                    <a:pt x="125" y="552"/>
                    <a:pt x="276" y="552"/>
                  </a:cubicBezTo>
                  <a:cubicBezTo>
                    <a:pt x="428" y="552"/>
                    <a:pt x="552" y="428"/>
                    <a:pt x="552" y="276"/>
                  </a:cubicBezTo>
                  <a:cubicBezTo>
                    <a:pt x="552" y="122"/>
                    <a:pt x="428"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 name="Google Shape;3073;p106">
              <a:extLst>
                <a:ext uri="{FF2B5EF4-FFF2-40B4-BE49-F238E27FC236}">
                  <a16:creationId xmlns:a16="http://schemas.microsoft.com/office/drawing/2014/main" id="{BF92CF81-D1DF-5998-1757-F7C7C06C0F85}"/>
                </a:ext>
              </a:extLst>
            </p:cNvPr>
            <p:cNvSpPr/>
            <p:nvPr/>
          </p:nvSpPr>
          <p:spPr>
            <a:xfrm>
              <a:off x="3754363" y="2931825"/>
              <a:ext cx="15700" cy="13850"/>
            </a:xfrm>
            <a:custGeom>
              <a:avLst/>
              <a:gdLst/>
              <a:ahLst/>
              <a:cxnLst/>
              <a:rect l="l" t="t" r="r" b="b"/>
              <a:pathLst>
                <a:path w="628" h="554" extrusionOk="0">
                  <a:moveTo>
                    <a:pt x="313" y="1"/>
                  </a:moveTo>
                  <a:cubicBezTo>
                    <a:pt x="267" y="1"/>
                    <a:pt x="220" y="12"/>
                    <a:pt x="176" y="36"/>
                  </a:cubicBezTo>
                  <a:cubicBezTo>
                    <a:pt x="44" y="113"/>
                    <a:pt x="0" y="281"/>
                    <a:pt x="77" y="416"/>
                  </a:cubicBezTo>
                  <a:cubicBezTo>
                    <a:pt x="124" y="501"/>
                    <a:pt x="220" y="553"/>
                    <a:pt x="314" y="553"/>
                  </a:cubicBezTo>
                  <a:cubicBezTo>
                    <a:pt x="361" y="553"/>
                    <a:pt x="410" y="540"/>
                    <a:pt x="452" y="515"/>
                  </a:cubicBezTo>
                  <a:cubicBezTo>
                    <a:pt x="581" y="441"/>
                    <a:pt x="628" y="270"/>
                    <a:pt x="554" y="140"/>
                  </a:cubicBezTo>
                  <a:cubicBezTo>
                    <a:pt x="503" y="51"/>
                    <a:pt x="410" y="1"/>
                    <a:pt x="3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 name="Google Shape;3074;p106">
              <a:extLst>
                <a:ext uri="{FF2B5EF4-FFF2-40B4-BE49-F238E27FC236}">
                  <a16:creationId xmlns:a16="http://schemas.microsoft.com/office/drawing/2014/main" id="{5ED330D6-1CEF-C41A-79CE-41AF188A643A}"/>
                </a:ext>
              </a:extLst>
            </p:cNvPr>
            <p:cNvSpPr/>
            <p:nvPr/>
          </p:nvSpPr>
          <p:spPr>
            <a:xfrm>
              <a:off x="3739138" y="3112100"/>
              <a:ext cx="15450" cy="13825"/>
            </a:xfrm>
            <a:custGeom>
              <a:avLst/>
              <a:gdLst/>
              <a:ahLst/>
              <a:cxnLst/>
              <a:rect l="l" t="t" r="r" b="b"/>
              <a:pathLst>
                <a:path w="618" h="553" extrusionOk="0">
                  <a:moveTo>
                    <a:pt x="308" y="0"/>
                  </a:moveTo>
                  <a:cubicBezTo>
                    <a:pt x="229" y="0"/>
                    <a:pt x="151" y="35"/>
                    <a:pt x="97" y="101"/>
                  </a:cubicBezTo>
                  <a:cubicBezTo>
                    <a:pt x="1" y="217"/>
                    <a:pt x="17" y="390"/>
                    <a:pt x="130" y="489"/>
                  </a:cubicBezTo>
                  <a:cubicBezTo>
                    <a:pt x="183" y="530"/>
                    <a:pt x="243" y="552"/>
                    <a:pt x="306" y="552"/>
                  </a:cubicBezTo>
                  <a:cubicBezTo>
                    <a:pt x="386" y="552"/>
                    <a:pt x="463" y="517"/>
                    <a:pt x="518" y="451"/>
                  </a:cubicBezTo>
                  <a:cubicBezTo>
                    <a:pt x="618" y="335"/>
                    <a:pt x="598" y="162"/>
                    <a:pt x="485" y="65"/>
                  </a:cubicBezTo>
                  <a:cubicBezTo>
                    <a:pt x="433" y="22"/>
                    <a:pt x="370" y="0"/>
                    <a:pt x="3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9" name="Google Shape;3075;p106">
              <a:extLst>
                <a:ext uri="{FF2B5EF4-FFF2-40B4-BE49-F238E27FC236}">
                  <a16:creationId xmlns:a16="http://schemas.microsoft.com/office/drawing/2014/main" id="{2BE69091-4A57-5660-0B35-125FD8060805}"/>
                </a:ext>
              </a:extLst>
            </p:cNvPr>
            <p:cNvSpPr/>
            <p:nvPr/>
          </p:nvSpPr>
          <p:spPr>
            <a:xfrm>
              <a:off x="3672463" y="3159375"/>
              <a:ext cx="15500" cy="13750"/>
            </a:xfrm>
            <a:custGeom>
              <a:avLst/>
              <a:gdLst/>
              <a:ahLst/>
              <a:cxnLst/>
              <a:rect l="l" t="t" r="r" b="b"/>
              <a:pathLst>
                <a:path w="620" h="550" extrusionOk="0">
                  <a:moveTo>
                    <a:pt x="312" y="1"/>
                  </a:moveTo>
                  <a:cubicBezTo>
                    <a:pt x="281" y="1"/>
                    <a:pt x="249" y="6"/>
                    <a:pt x="218" y="19"/>
                  </a:cubicBezTo>
                  <a:cubicBezTo>
                    <a:pt x="72" y="71"/>
                    <a:pt x="0" y="231"/>
                    <a:pt x="55" y="371"/>
                  </a:cubicBezTo>
                  <a:cubicBezTo>
                    <a:pt x="97" y="481"/>
                    <a:pt x="201" y="550"/>
                    <a:pt x="314" y="550"/>
                  </a:cubicBezTo>
                  <a:cubicBezTo>
                    <a:pt x="344" y="550"/>
                    <a:pt x="375" y="542"/>
                    <a:pt x="408" y="531"/>
                  </a:cubicBezTo>
                  <a:cubicBezTo>
                    <a:pt x="551" y="481"/>
                    <a:pt x="620" y="319"/>
                    <a:pt x="567" y="181"/>
                  </a:cubicBezTo>
                  <a:cubicBezTo>
                    <a:pt x="529" y="72"/>
                    <a:pt x="423" y="1"/>
                    <a:pt x="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0" name="Google Shape;3076;p106">
              <a:extLst>
                <a:ext uri="{FF2B5EF4-FFF2-40B4-BE49-F238E27FC236}">
                  <a16:creationId xmlns:a16="http://schemas.microsoft.com/office/drawing/2014/main" id="{CF2F9B5B-42D8-EE91-4C49-99318AFB9B7E}"/>
                </a:ext>
              </a:extLst>
            </p:cNvPr>
            <p:cNvSpPr/>
            <p:nvPr/>
          </p:nvSpPr>
          <p:spPr>
            <a:xfrm>
              <a:off x="3766413" y="3064650"/>
              <a:ext cx="15425" cy="13775"/>
            </a:xfrm>
            <a:custGeom>
              <a:avLst/>
              <a:gdLst/>
              <a:ahLst/>
              <a:cxnLst/>
              <a:rect l="l" t="t" r="r" b="b"/>
              <a:pathLst>
                <a:path w="617" h="551" extrusionOk="0">
                  <a:moveTo>
                    <a:pt x="304" y="1"/>
                  </a:moveTo>
                  <a:cubicBezTo>
                    <a:pt x="191" y="1"/>
                    <a:pt x="88" y="68"/>
                    <a:pt x="47" y="182"/>
                  </a:cubicBezTo>
                  <a:cubicBezTo>
                    <a:pt x="0" y="325"/>
                    <a:pt x="69" y="485"/>
                    <a:pt x="215" y="532"/>
                  </a:cubicBezTo>
                  <a:cubicBezTo>
                    <a:pt x="248" y="543"/>
                    <a:pt x="275" y="551"/>
                    <a:pt x="306" y="551"/>
                  </a:cubicBezTo>
                  <a:cubicBezTo>
                    <a:pt x="416" y="551"/>
                    <a:pt x="523" y="482"/>
                    <a:pt x="564" y="366"/>
                  </a:cubicBezTo>
                  <a:cubicBezTo>
                    <a:pt x="617" y="223"/>
                    <a:pt x="545" y="69"/>
                    <a:pt x="399" y="17"/>
                  </a:cubicBezTo>
                  <a:cubicBezTo>
                    <a:pt x="367" y="6"/>
                    <a:pt x="335"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1" name="Google Shape;3077;p106">
              <a:extLst>
                <a:ext uri="{FF2B5EF4-FFF2-40B4-BE49-F238E27FC236}">
                  <a16:creationId xmlns:a16="http://schemas.microsoft.com/office/drawing/2014/main" id="{BA64731B-FAA8-BD74-9DC8-6644CA73248E}"/>
                </a:ext>
              </a:extLst>
            </p:cNvPr>
            <p:cNvSpPr/>
            <p:nvPr/>
          </p:nvSpPr>
          <p:spPr>
            <a:xfrm>
              <a:off x="3619463" y="3169325"/>
              <a:ext cx="13850" cy="13800"/>
            </a:xfrm>
            <a:custGeom>
              <a:avLst/>
              <a:gdLst/>
              <a:ahLst/>
              <a:cxnLst/>
              <a:rect l="l" t="t" r="r" b="b"/>
              <a:pathLst>
                <a:path w="554" h="552" extrusionOk="0">
                  <a:moveTo>
                    <a:pt x="281" y="0"/>
                  </a:moveTo>
                  <a:cubicBezTo>
                    <a:pt x="279" y="0"/>
                    <a:pt x="277" y="1"/>
                    <a:pt x="276" y="1"/>
                  </a:cubicBezTo>
                  <a:cubicBezTo>
                    <a:pt x="124" y="1"/>
                    <a:pt x="0" y="127"/>
                    <a:pt x="3" y="279"/>
                  </a:cubicBezTo>
                  <a:cubicBezTo>
                    <a:pt x="3" y="430"/>
                    <a:pt x="127" y="551"/>
                    <a:pt x="278" y="551"/>
                  </a:cubicBezTo>
                  <a:lnTo>
                    <a:pt x="281" y="551"/>
                  </a:lnTo>
                  <a:cubicBezTo>
                    <a:pt x="435" y="548"/>
                    <a:pt x="554" y="424"/>
                    <a:pt x="554" y="273"/>
                  </a:cubicBezTo>
                  <a:cubicBezTo>
                    <a:pt x="551" y="123"/>
                    <a:pt x="430" y="0"/>
                    <a:pt x="2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2" name="Google Shape;3078;p106">
              <a:extLst>
                <a:ext uri="{FF2B5EF4-FFF2-40B4-BE49-F238E27FC236}">
                  <a16:creationId xmlns:a16="http://schemas.microsoft.com/office/drawing/2014/main" id="{50EE8450-7BFC-DA44-F8EA-0357C7CE3C33}"/>
                </a:ext>
              </a:extLst>
            </p:cNvPr>
            <p:cNvSpPr/>
            <p:nvPr/>
          </p:nvSpPr>
          <p:spPr>
            <a:xfrm>
              <a:off x="3754638" y="3089500"/>
              <a:ext cx="15850" cy="13850"/>
            </a:xfrm>
            <a:custGeom>
              <a:avLst/>
              <a:gdLst/>
              <a:ahLst/>
              <a:cxnLst/>
              <a:rect l="l" t="t" r="r" b="b"/>
              <a:pathLst>
                <a:path w="634" h="554" extrusionOk="0">
                  <a:moveTo>
                    <a:pt x="316" y="1"/>
                  </a:moveTo>
                  <a:cubicBezTo>
                    <a:pt x="221" y="1"/>
                    <a:pt x="130" y="50"/>
                    <a:pt x="80" y="141"/>
                  </a:cubicBezTo>
                  <a:cubicBezTo>
                    <a:pt x="0" y="273"/>
                    <a:pt x="44" y="441"/>
                    <a:pt x="179" y="515"/>
                  </a:cubicBezTo>
                  <a:cubicBezTo>
                    <a:pt x="223" y="540"/>
                    <a:pt x="267" y="553"/>
                    <a:pt x="317" y="553"/>
                  </a:cubicBezTo>
                  <a:cubicBezTo>
                    <a:pt x="410" y="553"/>
                    <a:pt x="501" y="507"/>
                    <a:pt x="554" y="413"/>
                  </a:cubicBezTo>
                  <a:lnTo>
                    <a:pt x="556" y="413"/>
                  </a:lnTo>
                  <a:cubicBezTo>
                    <a:pt x="633" y="281"/>
                    <a:pt x="584" y="113"/>
                    <a:pt x="454" y="39"/>
                  </a:cubicBezTo>
                  <a:cubicBezTo>
                    <a:pt x="411" y="13"/>
                    <a:pt x="363"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3" name="Google Shape;3079;p106">
              <a:extLst>
                <a:ext uri="{FF2B5EF4-FFF2-40B4-BE49-F238E27FC236}">
                  <a16:creationId xmlns:a16="http://schemas.microsoft.com/office/drawing/2014/main" id="{7FCCB59C-A545-2696-975A-7F9C08714CFC}"/>
                </a:ext>
              </a:extLst>
            </p:cNvPr>
            <p:cNvSpPr/>
            <p:nvPr/>
          </p:nvSpPr>
          <p:spPr>
            <a:xfrm>
              <a:off x="3564613" y="3160300"/>
              <a:ext cx="15575" cy="13800"/>
            </a:xfrm>
            <a:custGeom>
              <a:avLst/>
              <a:gdLst/>
              <a:ahLst/>
              <a:cxnLst/>
              <a:rect l="l" t="t" r="r" b="b"/>
              <a:pathLst>
                <a:path w="623" h="552" extrusionOk="0">
                  <a:moveTo>
                    <a:pt x="307" y="1"/>
                  </a:moveTo>
                  <a:cubicBezTo>
                    <a:pt x="194" y="1"/>
                    <a:pt x="91" y="71"/>
                    <a:pt x="50" y="185"/>
                  </a:cubicBezTo>
                  <a:cubicBezTo>
                    <a:pt x="0" y="331"/>
                    <a:pt x="75" y="485"/>
                    <a:pt x="221" y="538"/>
                  </a:cubicBezTo>
                  <a:cubicBezTo>
                    <a:pt x="251" y="543"/>
                    <a:pt x="281" y="551"/>
                    <a:pt x="309" y="551"/>
                  </a:cubicBezTo>
                  <a:cubicBezTo>
                    <a:pt x="422" y="551"/>
                    <a:pt x="529" y="483"/>
                    <a:pt x="567" y="364"/>
                  </a:cubicBezTo>
                  <a:cubicBezTo>
                    <a:pt x="622" y="224"/>
                    <a:pt x="543" y="64"/>
                    <a:pt x="402" y="17"/>
                  </a:cubicBezTo>
                  <a:cubicBezTo>
                    <a:pt x="371" y="6"/>
                    <a:pt x="339" y="1"/>
                    <a:pt x="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 name="Google Shape;3080;p106">
              <a:extLst>
                <a:ext uri="{FF2B5EF4-FFF2-40B4-BE49-F238E27FC236}">
                  <a16:creationId xmlns:a16="http://schemas.microsoft.com/office/drawing/2014/main" id="{31EA1480-4DE9-C492-93F0-390F7D7BAF2B}"/>
                </a:ext>
              </a:extLst>
            </p:cNvPr>
            <p:cNvSpPr/>
            <p:nvPr/>
          </p:nvSpPr>
          <p:spPr>
            <a:xfrm>
              <a:off x="3516988" y="3133350"/>
              <a:ext cx="15425" cy="13775"/>
            </a:xfrm>
            <a:custGeom>
              <a:avLst/>
              <a:gdLst/>
              <a:ahLst/>
              <a:cxnLst/>
              <a:rect l="l" t="t" r="r" b="b"/>
              <a:pathLst>
                <a:path w="617" h="551" extrusionOk="0">
                  <a:moveTo>
                    <a:pt x="309" y="0"/>
                  </a:moveTo>
                  <a:cubicBezTo>
                    <a:pt x="230" y="0"/>
                    <a:pt x="151" y="35"/>
                    <a:pt x="97" y="102"/>
                  </a:cubicBezTo>
                  <a:cubicBezTo>
                    <a:pt x="0" y="217"/>
                    <a:pt x="20" y="391"/>
                    <a:pt x="132" y="484"/>
                  </a:cubicBezTo>
                  <a:lnTo>
                    <a:pt x="132" y="490"/>
                  </a:lnTo>
                  <a:cubicBezTo>
                    <a:pt x="185" y="531"/>
                    <a:pt x="248" y="550"/>
                    <a:pt x="309" y="550"/>
                  </a:cubicBezTo>
                  <a:cubicBezTo>
                    <a:pt x="386" y="550"/>
                    <a:pt x="466" y="517"/>
                    <a:pt x="521" y="448"/>
                  </a:cubicBezTo>
                  <a:cubicBezTo>
                    <a:pt x="617" y="330"/>
                    <a:pt x="600" y="159"/>
                    <a:pt x="482" y="63"/>
                  </a:cubicBezTo>
                  <a:cubicBezTo>
                    <a:pt x="432" y="21"/>
                    <a:pt x="370" y="0"/>
                    <a:pt x="3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 name="Google Shape;3081;p106">
              <a:extLst>
                <a:ext uri="{FF2B5EF4-FFF2-40B4-BE49-F238E27FC236}">
                  <a16:creationId xmlns:a16="http://schemas.microsoft.com/office/drawing/2014/main" id="{65B31AB0-439C-41DA-5582-445746E873A9}"/>
                </a:ext>
              </a:extLst>
            </p:cNvPr>
            <p:cNvSpPr/>
            <p:nvPr/>
          </p:nvSpPr>
          <p:spPr>
            <a:xfrm>
              <a:off x="3646313" y="3166725"/>
              <a:ext cx="15025" cy="13775"/>
            </a:xfrm>
            <a:custGeom>
              <a:avLst/>
              <a:gdLst/>
              <a:ahLst/>
              <a:cxnLst/>
              <a:rect l="l" t="t" r="r" b="b"/>
              <a:pathLst>
                <a:path w="601" h="551" extrusionOk="0">
                  <a:moveTo>
                    <a:pt x="299" y="1"/>
                  </a:moveTo>
                  <a:cubicBezTo>
                    <a:pt x="282" y="1"/>
                    <a:pt x="265" y="2"/>
                    <a:pt x="248" y="5"/>
                  </a:cubicBezTo>
                  <a:cubicBezTo>
                    <a:pt x="99" y="33"/>
                    <a:pt x="0" y="176"/>
                    <a:pt x="28" y="325"/>
                  </a:cubicBezTo>
                  <a:cubicBezTo>
                    <a:pt x="52" y="454"/>
                    <a:pt x="168" y="551"/>
                    <a:pt x="300" y="551"/>
                  </a:cubicBezTo>
                  <a:cubicBezTo>
                    <a:pt x="314" y="551"/>
                    <a:pt x="330" y="551"/>
                    <a:pt x="347" y="548"/>
                  </a:cubicBezTo>
                  <a:cubicBezTo>
                    <a:pt x="498" y="517"/>
                    <a:pt x="600" y="377"/>
                    <a:pt x="573" y="226"/>
                  </a:cubicBezTo>
                  <a:cubicBezTo>
                    <a:pt x="543" y="92"/>
                    <a:pt x="430" y="1"/>
                    <a:pt x="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6" name="Google Shape;3082;p106">
              <a:extLst>
                <a:ext uri="{FF2B5EF4-FFF2-40B4-BE49-F238E27FC236}">
                  <a16:creationId xmlns:a16="http://schemas.microsoft.com/office/drawing/2014/main" id="{A4C0799D-8C28-B639-FA57-BFFA2070DB66}"/>
                </a:ext>
              </a:extLst>
            </p:cNvPr>
            <p:cNvSpPr/>
            <p:nvPr/>
          </p:nvSpPr>
          <p:spPr>
            <a:xfrm>
              <a:off x="3697238" y="3147625"/>
              <a:ext cx="15775" cy="13800"/>
            </a:xfrm>
            <a:custGeom>
              <a:avLst/>
              <a:gdLst/>
              <a:ahLst/>
              <a:cxnLst/>
              <a:rect l="l" t="t" r="r" b="b"/>
              <a:pathLst>
                <a:path w="631" h="552" extrusionOk="0">
                  <a:moveTo>
                    <a:pt x="315" y="0"/>
                  </a:moveTo>
                  <a:cubicBezTo>
                    <a:pt x="267" y="0"/>
                    <a:pt x="219" y="13"/>
                    <a:pt x="176" y="40"/>
                  </a:cubicBezTo>
                  <a:cubicBezTo>
                    <a:pt x="44" y="114"/>
                    <a:pt x="0" y="282"/>
                    <a:pt x="77" y="417"/>
                  </a:cubicBezTo>
                  <a:cubicBezTo>
                    <a:pt x="127" y="502"/>
                    <a:pt x="221" y="552"/>
                    <a:pt x="314" y="552"/>
                  </a:cubicBezTo>
                  <a:cubicBezTo>
                    <a:pt x="361" y="552"/>
                    <a:pt x="410" y="541"/>
                    <a:pt x="455" y="513"/>
                  </a:cubicBezTo>
                  <a:cubicBezTo>
                    <a:pt x="587" y="439"/>
                    <a:pt x="631" y="268"/>
                    <a:pt x="554" y="139"/>
                  </a:cubicBezTo>
                  <a:cubicBezTo>
                    <a:pt x="501" y="50"/>
                    <a:pt x="408"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7" name="Google Shape;3083;p106">
              <a:extLst>
                <a:ext uri="{FF2B5EF4-FFF2-40B4-BE49-F238E27FC236}">
                  <a16:creationId xmlns:a16="http://schemas.microsoft.com/office/drawing/2014/main" id="{8BC5DD58-1C87-B8EC-A280-FC1123B620CE}"/>
                </a:ext>
              </a:extLst>
            </p:cNvPr>
            <p:cNvSpPr/>
            <p:nvPr/>
          </p:nvSpPr>
          <p:spPr>
            <a:xfrm>
              <a:off x="3539338" y="3148900"/>
              <a:ext cx="15875" cy="13700"/>
            </a:xfrm>
            <a:custGeom>
              <a:avLst/>
              <a:gdLst/>
              <a:ahLst/>
              <a:cxnLst/>
              <a:rect l="l" t="t" r="r" b="b"/>
              <a:pathLst>
                <a:path w="635" h="548" extrusionOk="0">
                  <a:moveTo>
                    <a:pt x="321" y="0"/>
                  </a:moveTo>
                  <a:cubicBezTo>
                    <a:pt x="224" y="0"/>
                    <a:pt x="128" y="51"/>
                    <a:pt x="78" y="140"/>
                  </a:cubicBezTo>
                  <a:cubicBezTo>
                    <a:pt x="1" y="270"/>
                    <a:pt x="51" y="438"/>
                    <a:pt x="180" y="515"/>
                  </a:cubicBezTo>
                  <a:cubicBezTo>
                    <a:pt x="227" y="539"/>
                    <a:pt x="271" y="548"/>
                    <a:pt x="315" y="548"/>
                  </a:cubicBezTo>
                  <a:cubicBezTo>
                    <a:pt x="411" y="548"/>
                    <a:pt x="505" y="501"/>
                    <a:pt x="557" y="407"/>
                  </a:cubicBezTo>
                  <a:cubicBezTo>
                    <a:pt x="634" y="278"/>
                    <a:pt x="590" y="113"/>
                    <a:pt x="455" y="36"/>
                  </a:cubicBezTo>
                  <a:cubicBezTo>
                    <a:pt x="414" y="12"/>
                    <a:pt x="367"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8" name="Google Shape;3084;p106">
              <a:extLst>
                <a:ext uri="{FF2B5EF4-FFF2-40B4-BE49-F238E27FC236}">
                  <a16:creationId xmlns:a16="http://schemas.microsoft.com/office/drawing/2014/main" id="{D5BE827C-92CE-6B30-A436-548DAA742ADC}"/>
                </a:ext>
              </a:extLst>
            </p:cNvPr>
            <p:cNvSpPr/>
            <p:nvPr/>
          </p:nvSpPr>
          <p:spPr>
            <a:xfrm>
              <a:off x="3591588" y="3167175"/>
              <a:ext cx="14825" cy="13875"/>
            </a:xfrm>
            <a:custGeom>
              <a:avLst/>
              <a:gdLst/>
              <a:ahLst/>
              <a:cxnLst/>
              <a:rect l="l" t="t" r="r" b="b"/>
              <a:pathLst>
                <a:path w="593" h="555" extrusionOk="0">
                  <a:moveTo>
                    <a:pt x="295" y="0"/>
                  </a:moveTo>
                  <a:cubicBezTo>
                    <a:pt x="163" y="0"/>
                    <a:pt x="47" y="94"/>
                    <a:pt x="25" y="230"/>
                  </a:cubicBezTo>
                  <a:cubicBezTo>
                    <a:pt x="0" y="381"/>
                    <a:pt x="100" y="527"/>
                    <a:pt x="251" y="552"/>
                  </a:cubicBezTo>
                  <a:cubicBezTo>
                    <a:pt x="270" y="555"/>
                    <a:pt x="284" y="555"/>
                    <a:pt x="301" y="555"/>
                  </a:cubicBezTo>
                  <a:cubicBezTo>
                    <a:pt x="430" y="555"/>
                    <a:pt x="548" y="458"/>
                    <a:pt x="568" y="323"/>
                  </a:cubicBezTo>
                  <a:cubicBezTo>
                    <a:pt x="592" y="169"/>
                    <a:pt x="490" y="29"/>
                    <a:pt x="342" y="4"/>
                  </a:cubicBezTo>
                  <a:cubicBezTo>
                    <a:pt x="326" y="1"/>
                    <a:pt x="311" y="0"/>
                    <a:pt x="2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9" name="Google Shape;3085;p106">
              <a:extLst>
                <a:ext uri="{FF2B5EF4-FFF2-40B4-BE49-F238E27FC236}">
                  <a16:creationId xmlns:a16="http://schemas.microsoft.com/office/drawing/2014/main" id="{1A968F33-8956-332F-8346-622E9DC42E18}"/>
                </a:ext>
              </a:extLst>
            </p:cNvPr>
            <p:cNvSpPr/>
            <p:nvPr/>
          </p:nvSpPr>
          <p:spPr>
            <a:xfrm>
              <a:off x="3719813" y="3131675"/>
              <a:ext cx="15500" cy="13875"/>
            </a:xfrm>
            <a:custGeom>
              <a:avLst/>
              <a:gdLst/>
              <a:ahLst/>
              <a:cxnLst/>
              <a:rect l="l" t="t" r="r" b="b"/>
              <a:pathLst>
                <a:path w="620" h="555" extrusionOk="0">
                  <a:moveTo>
                    <a:pt x="306" y="1"/>
                  </a:moveTo>
                  <a:cubicBezTo>
                    <a:pt x="243" y="1"/>
                    <a:pt x="180" y="23"/>
                    <a:pt x="130" y="67"/>
                  </a:cubicBezTo>
                  <a:cubicBezTo>
                    <a:pt x="14" y="163"/>
                    <a:pt x="0" y="337"/>
                    <a:pt x="99" y="452"/>
                  </a:cubicBezTo>
                  <a:cubicBezTo>
                    <a:pt x="152" y="518"/>
                    <a:pt x="229" y="554"/>
                    <a:pt x="309" y="554"/>
                  </a:cubicBezTo>
                  <a:cubicBezTo>
                    <a:pt x="372" y="554"/>
                    <a:pt x="435" y="532"/>
                    <a:pt x="488" y="488"/>
                  </a:cubicBezTo>
                  <a:cubicBezTo>
                    <a:pt x="603" y="389"/>
                    <a:pt x="620" y="215"/>
                    <a:pt x="518" y="100"/>
                  </a:cubicBezTo>
                  <a:cubicBezTo>
                    <a:pt x="463" y="34"/>
                    <a:pt x="384" y="1"/>
                    <a:pt x="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0" name="Google Shape;3086;p106">
              <a:extLst>
                <a:ext uri="{FF2B5EF4-FFF2-40B4-BE49-F238E27FC236}">
                  <a16:creationId xmlns:a16="http://schemas.microsoft.com/office/drawing/2014/main" id="{A921A92E-F992-E531-3668-1F51D6EEDAF4}"/>
                </a:ext>
              </a:extLst>
            </p:cNvPr>
            <p:cNvSpPr/>
            <p:nvPr/>
          </p:nvSpPr>
          <p:spPr>
            <a:xfrm>
              <a:off x="3645613" y="2897375"/>
              <a:ext cx="15175" cy="13675"/>
            </a:xfrm>
            <a:custGeom>
              <a:avLst/>
              <a:gdLst/>
              <a:ahLst/>
              <a:cxnLst/>
              <a:rect l="l" t="t" r="r" b="b"/>
              <a:pathLst>
                <a:path w="607" h="547" extrusionOk="0">
                  <a:moveTo>
                    <a:pt x="307" y="0"/>
                  </a:moveTo>
                  <a:cubicBezTo>
                    <a:pt x="181" y="0"/>
                    <a:pt x="67" y="83"/>
                    <a:pt x="36" y="208"/>
                  </a:cubicBezTo>
                  <a:cubicBezTo>
                    <a:pt x="1" y="354"/>
                    <a:pt x="91" y="503"/>
                    <a:pt x="235" y="541"/>
                  </a:cubicBezTo>
                  <a:cubicBezTo>
                    <a:pt x="257" y="547"/>
                    <a:pt x="279" y="547"/>
                    <a:pt x="301" y="547"/>
                  </a:cubicBezTo>
                  <a:cubicBezTo>
                    <a:pt x="425" y="547"/>
                    <a:pt x="537" y="464"/>
                    <a:pt x="568" y="337"/>
                  </a:cubicBezTo>
                  <a:cubicBezTo>
                    <a:pt x="606" y="194"/>
                    <a:pt x="513" y="43"/>
                    <a:pt x="369" y="7"/>
                  </a:cubicBezTo>
                  <a:cubicBezTo>
                    <a:pt x="348" y="2"/>
                    <a:pt x="327"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1" name="Google Shape;3087;p106">
              <a:extLst>
                <a:ext uri="{FF2B5EF4-FFF2-40B4-BE49-F238E27FC236}">
                  <a16:creationId xmlns:a16="http://schemas.microsoft.com/office/drawing/2014/main" id="{8CEEDB9B-0AB9-5A3F-9296-754D026A9CC2}"/>
                </a:ext>
              </a:extLst>
            </p:cNvPr>
            <p:cNvSpPr/>
            <p:nvPr/>
          </p:nvSpPr>
          <p:spPr>
            <a:xfrm>
              <a:off x="3535988" y="2926925"/>
              <a:ext cx="15350" cy="13850"/>
            </a:xfrm>
            <a:custGeom>
              <a:avLst/>
              <a:gdLst/>
              <a:ahLst/>
              <a:cxnLst/>
              <a:rect l="l" t="t" r="r" b="b"/>
              <a:pathLst>
                <a:path w="614" h="554" extrusionOk="0">
                  <a:moveTo>
                    <a:pt x="306" y="0"/>
                  </a:moveTo>
                  <a:cubicBezTo>
                    <a:pt x="238" y="0"/>
                    <a:pt x="169" y="26"/>
                    <a:pt x="116" y="78"/>
                  </a:cubicBezTo>
                  <a:lnTo>
                    <a:pt x="116" y="75"/>
                  </a:lnTo>
                  <a:cubicBezTo>
                    <a:pt x="6" y="182"/>
                    <a:pt x="0" y="356"/>
                    <a:pt x="107" y="466"/>
                  </a:cubicBezTo>
                  <a:cubicBezTo>
                    <a:pt x="160" y="521"/>
                    <a:pt x="234" y="554"/>
                    <a:pt x="308" y="554"/>
                  </a:cubicBezTo>
                  <a:cubicBezTo>
                    <a:pt x="380" y="554"/>
                    <a:pt x="449" y="526"/>
                    <a:pt x="501" y="474"/>
                  </a:cubicBezTo>
                  <a:cubicBezTo>
                    <a:pt x="611" y="370"/>
                    <a:pt x="614" y="191"/>
                    <a:pt x="507" y="86"/>
                  </a:cubicBezTo>
                  <a:cubicBezTo>
                    <a:pt x="453" y="29"/>
                    <a:pt x="380" y="0"/>
                    <a:pt x="3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2" name="Google Shape;3088;p106">
              <a:extLst>
                <a:ext uri="{FF2B5EF4-FFF2-40B4-BE49-F238E27FC236}">
                  <a16:creationId xmlns:a16="http://schemas.microsoft.com/office/drawing/2014/main" id="{9A838040-7284-7037-CA3C-3D7CC91EA9F1}"/>
                </a:ext>
              </a:extLst>
            </p:cNvPr>
            <p:cNvSpPr/>
            <p:nvPr/>
          </p:nvSpPr>
          <p:spPr>
            <a:xfrm>
              <a:off x="3659713" y="3120000"/>
              <a:ext cx="15600" cy="13775"/>
            </a:xfrm>
            <a:custGeom>
              <a:avLst/>
              <a:gdLst/>
              <a:ahLst/>
              <a:cxnLst/>
              <a:rect l="l" t="t" r="r" b="b"/>
              <a:pathLst>
                <a:path w="624" h="551" extrusionOk="0">
                  <a:moveTo>
                    <a:pt x="315" y="0"/>
                  </a:moveTo>
                  <a:cubicBezTo>
                    <a:pt x="282" y="0"/>
                    <a:pt x="248" y="6"/>
                    <a:pt x="216" y="19"/>
                  </a:cubicBezTo>
                  <a:cubicBezTo>
                    <a:pt x="70" y="74"/>
                    <a:pt x="1" y="231"/>
                    <a:pt x="56" y="374"/>
                  </a:cubicBezTo>
                  <a:cubicBezTo>
                    <a:pt x="97" y="487"/>
                    <a:pt x="202" y="550"/>
                    <a:pt x="312" y="550"/>
                  </a:cubicBezTo>
                  <a:cubicBezTo>
                    <a:pt x="345" y="550"/>
                    <a:pt x="375" y="545"/>
                    <a:pt x="411" y="531"/>
                  </a:cubicBezTo>
                  <a:cubicBezTo>
                    <a:pt x="554" y="476"/>
                    <a:pt x="623" y="319"/>
                    <a:pt x="568" y="176"/>
                  </a:cubicBezTo>
                  <a:cubicBezTo>
                    <a:pt x="526" y="66"/>
                    <a:pt x="424"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3" name="Google Shape;3089;p106">
              <a:extLst>
                <a:ext uri="{FF2B5EF4-FFF2-40B4-BE49-F238E27FC236}">
                  <a16:creationId xmlns:a16="http://schemas.microsoft.com/office/drawing/2014/main" id="{B9342B84-C549-582D-4C45-921696273F9E}"/>
                </a:ext>
              </a:extLst>
            </p:cNvPr>
            <p:cNvSpPr/>
            <p:nvPr/>
          </p:nvSpPr>
          <p:spPr>
            <a:xfrm>
              <a:off x="3529038" y="3087625"/>
              <a:ext cx="15425" cy="13875"/>
            </a:xfrm>
            <a:custGeom>
              <a:avLst/>
              <a:gdLst/>
              <a:ahLst/>
              <a:cxnLst/>
              <a:rect l="l" t="t" r="r" b="b"/>
              <a:pathLst>
                <a:path w="617" h="555" extrusionOk="0">
                  <a:moveTo>
                    <a:pt x="311" y="1"/>
                  </a:moveTo>
                  <a:cubicBezTo>
                    <a:pt x="247" y="1"/>
                    <a:pt x="182" y="23"/>
                    <a:pt x="129" y="70"/>
                  </a:cubicBezTo>
                  <a:cubicBezTo>
                    <a:pt x="11" y="171"/>
                    <a:pt x="0" y="342"/>
                    <a:pt x="99" y="461"/>
                  </a:cubicBezTo>
                  <a:cubicBezTo>
                    <a:pt x="157" y="521"/>
                    <a:pt x="231" y="554"/>
                    <a:pt x="311" y="554"/>
                  </a:cubicBezTo>
                  <a:cubicBezTo>
                    <a:pt x="372" y="554"/>
                    <a:pt x="438" y="532"/>
                    <a:pt x="490" y="488"/>
                  </a:cubicBezTo>
                  <a:cubicBezTo>
                    <a:pt x="606" y="383"/>
                    <a:pt x="617" y="213"/>
                    <a:pt x="518" y="94"/>
                  </a:cubicBezTo>
                  <a:cubicBezTo>
                    <a:pt x="464" y="33"/>
                    <a:pt x="388" y="1"/>
                    <a:pt x="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4" name="Google Shape;3090;p106">
              <a:extLst>
                <a:ext uri="{FF2B5EF4-FFF2-40B4-BE49-F238E27FC236}">
                  <a16:creationId xmlns:a16="http://schemas.microsoft.com/office/drawing/2014/main" id="{CB7133B0-5800-BF39-6C74-8B58441B28CA}"/>
                </a:ext>
              </a:extLst>
            </p:cNvPr>
            <p:cNvSpPr/>
            <p:nvPr/>
          </p:nvSpPr>
          <p:spPr>
            <a:xfrm>
              <a:off x="3587038" y="2898050"/>
              <a:ext cx="15250" cy="13700"/>
            </a:xfrm>
            <a:custGeom>
              <a:avLst/>
              <a:gdLst/>
              <a:ahLst/>
              <a:cxnLst/>
              <a:rect l="l" t="t" r="r" b="b"/>
              <a:pathLst>
                <a:path w="610" h="548" extrusionOk="0">
                  <a:moveTo>
                    <a:pt x="307" y="0"/>
                  </a:moveTo>
                  <a:cubicBezTo>
                    <a:pt x="283" y="0"/>
                    <a:pt x="259" y="4"/>
                    <a:pt x="235" y="10"/>
                  </a:cubicBezTo>
                  <a:cubicBezTo>
                    <a:pt x="89" y="49"/>
                    <a:pt x="1" y="200"/>
                    <a:pt x="42" y="349"/>
                  </a:cubicBezTo>
                  <a:cubicBezTo>
                    <a:pt x="72" y="470"/>
                    <a:pt x="182" y="547"/>
                    <a:pt x="304" y="547"/>
                  </a:cubicBezTo>
                  <a:cubicBezTo>
                    <a:pt x="326" y="547"/>
                    <a:pt x="350" y="544"/>
                    <a:pt x="375" y="542"/>
                  </a:cubicBezTo>
                  <a:cubicBezTo>
                    <a:pt x="524" y="500"/>
                    <a:pt x="609" y="349"/>
                    <a:pt x="571" y="203"/>
                  </a:cubicBezTo>
                  <a:cubicBezTo>
                    <a:pt x="538" y="83"/>
                    <a:pt x="427"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5" name="Google Shape;3091;p106">
              <a:extLst>
                <a:ext uri="{FF2B5EF4-FFF2-40B4-BE49-F238E27FC236}">
                  <a16:creationId xmlns:a16="http://schemas.microsoft.com/office/drawing/2014/main" id="{0347C3ED-6029-1906-447D-F0DF523CE1D2}"/>
                </a:ext>
              </a:extLst>
            </p:cNvPr>
            <p:cNvSpPr/>
            <p:nvPr/>
          </p:nvSpPr>
          <p:spPr>
            <a:xfrm>
              <a:off x="3559313" y="2909200"/>
              <a:ext cx="15850" cy="13750"/>
            </a:xfrm>
            <a:custGeom>
              <a:avLst/>
              <a:gdLst/>
              <a:ahLst/>
              <a:cxnLst/>
              <a:rect l="l" t="t" r="r" b="b"/>
              <a:pathLst>
                <a:path w="634" h="550" extrusionOk="0">
                  <a:moveTo>
                    <a:pt x="314" y="0"/>
                  </a:moveTo>
                  <a:cubicBezTo>
                    <a:pt x="268" y="0"/>
                    <a:pt x="222" y="12"/>
                    <a:pt x="179" y="35"/>
                  </a:cubicBezTo>
                  <a:cubicBezTo>
                    <a:pt x="50" y="112"/>
                    <a:pt x="0" y="280"/>
                    <a:pt x="77" y="415"/>
                  </a:cubicBezTo>
                  <a:cubicBezTo>
                    <a:pt x="132" y="500"/>
                    <a:pt x="226" y="550"/>
                    <a:pt x="322" y="550"/>
                  </a:cubicBezTo>
                  <a:cubicBezTo>
                    <a:pt x="369" y="550"/>
                    <a:pt x="411" y="539"/>
                    <a:pt x="455" y="514"/>
                  </a:cubicBezTo>
                  <a:cubicBezTo>
                    <a:pt x="587" y="440"/>
                    <a:pt x="634" y="275"/>
                    <a:pt x="559" y="140"/>
                  </a:cubicBezTo>
                  <a:cubicBezTo>
                    <a:pt x="507" y="52"/>
                    <a:pt x="412" y="0"/>
                    <a:pt x="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6" name="Google Shape;3092;p106">
              <a:extLst>
                <a:ext uri="{FF2B5EF4-FFF2-40B4-BE49-F238E27FC236}">
                  <a16:creationId xmlns:a16="http://schemas.microsoft.com/office/drawing/2014/main" id="{692001F2-68F6-AE5F-B736-72ED4E67FFBE}"/>
                </a:ext>
              </a:extLst>
            </p:cNvPr>
            <p:cNvSpPr/>
            <p:nvPr/>
          </p:nvSpPr>
          <p:spPr>
            <a:xfrm>
              <a:off x="3517463" y="2949850"/>
              <a:ext cx="15650" cy="13800"/>
            </a:xfrm>
            <a:custGeom>
              <a:avLst/>
              <a:gdLst/>
              <a:ahLst/>
              <a:cxnLst/>
              <a:rect l="l" t="t" r="r" b="b"/>
              <a:pathLst>
                <a:path w="626" h="552" extrusionOk="0">
                  <a:moveTo>
                    <a:pt x="310" y="0"/>
                  </a:moveTo>
                  <a:cubicBezTo>
                    <a:pt x="218" y="0"/>
                    <a:pt x="129" y="46"/>
                    <a:pt x="78" y="130"/>
                  </a:cubicBezTo>
                  <a:cubicBezTo>
                    <a:pt x="1" y="262"/>
                    <a:pt x="42" y="427"/>
                    <a:pt x="168" y="510"/>
                  </a:cubicBezTo>
                  <a:cubicBezTo>
                    <a:pt x="213" y="537"/>
                    <a:pt x="262" y="551"/>
                    <a:pt x="312" y="551"/>
                  </a:cubicBezTo>
                  <a:cubicBezTo>
                    <a:pt x="314" y="551"/>
                    <a:pt x="317" y="551"/>
                    <a:pt x="319" y="551"/>
                  </a:cubicBezTo>
                  <a:cubicBezTo>
                    <a:pt x="410" y="551"/>
                    <a:pt x="497" y="505"/>
                    <a:pt x="546" y="422"/>
                  </a:cubicBezTo>
                  <a:cubicBezTo>
                    <a:pt x="625" y="289"/>
                    <a:pt x="584" y="121"/>
                    <a:pt x="458" y="42"/>
                  </a:cubicBezTo>
                  <a:cubicBezTo>
                    <a:pt x="411" y="14"/>
                    <a:pt x="360"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7" name="Google Shape;3093;p106">
              <a:extLst>
                <a:ext uri="{FF2B5EF4-FFF2-40B4-BE49-F238E27FC236}">
                  <a16:creationId xmlns:a16="http://schemas.microsoft.com/office/drawing/2014/main" id="{0B49AF40-3128-C262-885C-B645272EFE89}"/>
                </a:ext>
              </a:extLst>
            </p:cNvPr>
            <p:cNvSpPr/>
            <p:nvPr/>
          </p:nvSpPr>
          <p:spPr>
            <a:xfrm>
              <a:off x="3616988" y="2894025"/>
              <a:ext cx="13850" cy="13800"/>
            </a:xfrm>
            <a:custGeom>
              <a:avLst/>
              <a:gdLst/>
              <a:ahLst/>
              <a:cxnLst/>
              <a:rect l="l" t="t" r="r" b="b"/>
              <a:pathLst>
                <a:path w="554" h="552" extrusionOk="0">
                  <a:moveTo>
                    <a:pt x="273" y="1"/>
                  </a:moveTo>
                  <a:cubicBezTo>
                    <a:pt x="121" y="3"/>
                    <a:pt x="0" y="127"/>
                    <a:pt x="0" y="279"/>
                  </a:cubicBezTo>
                  <a:cubicBezTo>
                    <a:pt x="3" y="427"/>
                    <a:pt x="124" y="551"/>
                    <a:pt x="278" y="551"/>
                  </a:cubicBezTo>
                  <a:cubicBezTo>
                    <a:pt x="430" y="551"/>
                    <a:pt x="554" y="425"/>
                    <a:pt x="551" y="273"/>
                  </a:cubicBezTo>
                  <a:cubicBezTo>
                    <a:pt x="551" y="122"/>
                    <a:pt x="424" y="1"/>
                    <a:pt x="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8" name="Google Shape;3094;p106">
              <a:extLst>
                <a:ext uri="{FF2B5EF4-FFF2-40B4-BE49-F238E27FC236}">
                  <a16:creationId xmlns:a16="http://schemas.microsoft.com/office/drawing/2014/main" id="{272B4313-615A-BC87-0CA6-7C175CF2CD4A}"/>
                </a:ext>
              </a:extLst>
            </p:cNvPr>
            <p:cNvSpPr/>
            <p:nvPr/>
          </p:nvSpPr>
          <p:spPr>
            <a:xfrm>
              <a:off x="3672788" y="2908000"/>
              <a:ext cx="15800" cy="13850"/>
            </a:xfrm>
            <a:custGeom>
              <a:avLst/>
              <a:gdLst/>
              <a:ahLst/>
              <a:cxnLst/>
              <a:rect l="l" t="t" r="r" b="b"/>
              <a:pathLst>
                <a:path w="632" h="554" extrusionOk="0">
                  <a:moveTo>
                    <a:pt x="318" y="1"/>
                  </a:moveTo>
                  <a:cubicBezTo>
                    <a:pt x="218" y="1"/>
                    <a:pt x="122" y="53"/>
                    <a:pt x="73" y="144"/>
                  </a:cubicBezTo>
                  <a:cubicBezTo>
                    <a:pt x="1" y="279"/>
                    <a:pt x="53" y="447"/>
                    <a:pt x="183" y="518"/>
                  </a:cubicBezTo>
                  <a:cubicBezTo>
                    <a:pt x="224" y="540"/>
                    <a:pt x="274" y="554"/>
                    <a:pt x="315" y="554"/>
                  </a:cubicBezTo>
                  <a:cubicBezTo>
                    <a:pt x="411" y="554"/>
                    <a:pt x="508" y="502"/>
                    <a:pt x="554" y="408"/>
                  </a:cubicBezTo>
                  <a:cubicBezTo>
                    <a:pt x="631" y="273"/>
                    <a:pt x="579" y="105"/>
                    <a:pt x="450" y="34"/>
                  </a:cubicBezTo>
                  <a:cubicBezTo>
                    <a:pt x="408" y="11"/>
                    <a:pt x="362" y="1"/>
                    <a:pt x="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9" name="Google Shape;3095;p106">
              <a:extLst>
                <a:ext uri="{FF2B5EF4-FFF2-40B4-BE49-F238E27FC236}">
                  <a16:creationId xmlns:a16="http://schemas.microsoft.com/office/drawing/2014/main" id="{343840CC-A0B9-3FC4-82A3-B522DC877F2D}"/>
                </a:ext>
              </a:extLst>
            </p:cNvPr>
            <p:cNvSpPr/>
            <p:nvPr/>
          </p:nvSpPr>
          <p:spPr>
            <a:xfrm>
              <a:off x="3501088" y="3005850"/>
              <a:ext cx="14125" cy="13875"/>
            </a:xfrm>
            <a:custGeom>
              <a:avLst/>
              <a:gdLst/>
              <a:ahLst/>
              <a:cxnLst/>
              <a:rect l="l" t="t" r="r" b="b"/>
              <a:pathLst>
                <a:path w="565" h="555" extrusionOk="0">
                  <a:moveTo>
                    <a:pt x="283" y="1"/>
                  </a:moveTo>
                  <a:cubicBezTo>
                    <a:pt x="138" y="1"/>
                    <a:pt x="14" y="119"/>
                    <a:pt x="9" y="266"/>
                  </a:cubicBezTo>
                  <a:lnTo>
                    <a:pt x="11" y="266"/>
                  </a:lnTo>
                  <a:cubicBezTo>
                    <a:pt x="0" y="417"/>
                    <a:pt x="121" y="549"/>
                    <a:pt x="273" y="552"/>
                  </a:cubicBezTo>
                  <a:cubicBezTo>
                    <a:pt x="278" y="555"/>
                    <a:pt x="278" y="555"/>
                    <a:pt x="284" y="555"/>
                  </a:cubicBezTo>
                  <a:cubicBezTo>
                    <a:pt x="430" y="555"/>
                    <a:pt x="551" y="436"/>
                    <a:pt x="559" y="290"/>
                  </a:cubicBezTo>
                  <a:cubicBezTo>
                    <a:pt x="565" y="139"/>
                    <a:pt x="449" y="7"/>
                    <a:pt x="298" y="1"/>
                  </a:cubicBezTo>
                  <a:cubicBezTo>
                    <a:pt x="293" y="1"/>
                    <a:pt x="288"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0" name="Google Shape;3096;p106">
              <a:extLst>
                <a:ext uri="{FF2B5EF4-FFF2-40B4-BE49-F238E27FC236}">
                  <a16:creationId xmlns:a16="http://schemas.microsoft.com/office/drawing/2014/main" id="{E34AD344-26F7-2EC2-A1F8-9458FEDD2131}"/>
                </a:ext>
              </a:extLst>
            </p:cNvPr>
            <p:cNvSpPr/>
            <p:nvPr/>
          </p:nvSpPr>
          <p:spPr>
            <a:xfrm>
              <a:off x="3723038" y="3060925"/>
              <a:ext cx="15725" cy="13800"/>
            </a:xfrm>
            <a:custGeom>
              <a:avLst/>
              <a:gdLst/>
              <a:ahLst/>
              <a:cxnLst/>
              <a:rect l="l" t="t" r="r" b="b"/>
              <a:pathLst>
                <a:path w="629" h="552" extrusionOk="0">
                  <a:moveTo>
                    <a:pt x="317" y="1"/>
                  </a:moveTo>
                  <a:cubicBezTo>
                    <a:pt x="214" y="1"/>
                    <a:pt x="117" y="59"/>
                    <a:pt x="69" y="158"/>
                  </a:cubicBezTo>
                  <a:cubicBezTo>
                    <a:pt x="1" y="295"/>
                    <a:pt x="58" y="460"/>
                    <a:pt x="196" y="526"/>
                  </a:cubicBezTo>
                  <a:cubicBezTo>
                    <a:pt x="232" y="543"/>
                    <a:pt x="273" y="551"/>
                    <a:pt x="314" y="551"/>
                  </a:cubicBezTo>
                  <a:cubicBezTo>
                    <a:pt x="416" y="551"/>
                    <a:pt x="518" y="493"/>
                    <a:pt x="565" y="392"/>
                  </a:cubicBezTo>
                  <a:cubicBezTo>
                    <a:pt x="628" y="254"/>
                    <a:pt x="573" y="94"/>
                    <a:pt x="436" y="28"/>
                  </a:cubicBezTo>
                  <a:cubicBezTo>
                    <a:pt x="397" y="10"/>
                    <a:pt x="356"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1" name="Google Shape;3097;p106">
              <a:extLst>
                <a:ext uri="{FF2B5EF4-FFF2-40B4-BE49-F238E27FC236}">
                  <a16:creationId xmlns:a16="http://schemas.microsoft.com/office/drawing/2014/main" id="{522CB98F-0ED1-FC90-7142-2289CABB791B}"/>
                </a:ext>
              </a:extLst>
            </p:cNvPr>
            <p:cNvSpPr/>
            <p:nvPr/>
          </p:nvSpPr>
          <p:spPr>
            <a:xfrm>
              <a:off x="3728538" y="2974450"/>
              <a:ext cx="15525" cy="13825"/>
            </a:xfrm>
            <a:custGeom>
              <a:avLst/>
              <a:gdLst/>
              <a:ahLst/>
              <a:cxnLst/>
              <a:rect l="l" t="t" r="r" b="b"/>
              <a:pathLst>
                <a:path w="621" h="553" extrusionOk="0">
                  <a:moveTo>
                    <a:pt x="311" y="1"/>
                  </a:moveTo>
                  <a:cubicBezTo>
                    <a:pt x="281" y="1"/>
                    <a:pt x="251" y="6"/>
                    <a:pt x="221" y="16"/>
                  </a:cubicBezTo>
                  <a:cubicBezTo>
                    <a:pt x="81" y="62"/>
                    <a:pt x="1" y="217"/>
                    <a:pt x="48" y="363"/>
                  </a:cubicBezTo>
                  <a:cubicBezTo>
                    <a:pt x="83" y="478"/>
                    <a:pt x="194" y="553"/>
                    <a:pt x="306" y="553"/>
                  </a:cubicBezTo>
                  <a:cubicBezTo>
                    <a:pt x="339" y="553"/>
                    <a:pt x="364" y="544"/>
                    <a:pt x="397" y="539"/>
                  </a:cubicBezTo>
                  <a:cubicBezTo>
                    <a:pt x="540" y="489"/>
                    <a:pt x="620" y="335"/>
                    <a:pt x="571" y="189"/>
                  </a:cubicBezTo>
                  <a:cubicBezTo>
                    <a:pt x="533" y="75"/>
                    <a:pt x="428" y="1"/>
                    <a:pt x="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2" name="Google Shape;3098;p106">
              <a:extLst>
                <a:ext uri="{FF2B5EF4-FFF2-40B4-BE49-F238E27FC236}">
                  <a16:creationId xmlns:a16="http://schemas.microsoft.com/office/drawing/2014/main" id="{DBA479A9-3BEB-CA87-6DDC-11ECCA8631EA}"/>
                </a:ext>
              </a:extLst>
            </p:cNvPr>
            <p:cNvSpPr/>
            <p:nvPr/>
          </p:nvSpPr>
          <p:spPr>
            <a:xfrm>
              <a:off x="3734663" y="3003450"/>
              <a:ext cx="14275" cy="13800"/>
            </a:xfrm>
            <a:custGeom>
              <a:avLst/>
              <a:gdLst/>
              <a:ahLst/>
              <a:cxnLst/>
              <a:rect l="l" t="t" r="r" b="b"/>
              <a:pathLst>
                <a:path w="571" h="552" extrusionOk="0">
                  <a:moveTo>
                    <a:pt x="288" y="0"/>
                  </a:moveTo>
                  <a:cubicBezTo>
                    <a:pt x="282" y="0"/>
                    <a:pt x="275" y="0"/>
                    <a:pt x="268" y="1"/>
                  </a:cubicBezTo>
                  <a:cubicBezTo>
                    <a:pt x="117" y="6"/>
                    <a:pt x="1" y="141"/>
                    <a:pt x="15" y="293"/>
                  </a:cubicBezTo>
                  <a:cubicBezTo>
                    <a:pt x="20" y="439"/>
                    <a:pt x="144" y="551"/>
                    <a:pt x="284" y="551"/>
                  </a:cubicBezTo>
                  <a:cubicBezTo>
                    <a:pt x="293" y="551"/>
                    <a:pt x="301" y="551"/>
                    <a:pt x="306" y="549"/>
                  </a:cubicBezTo>
                  <a:cubicBezTo>
                    <a:pt x="458" y="540"/>
                    <a:pt x="571" y="411"/>
                    <a:pt x="560" y="260"/>
                  </a:cubicBezTo>
                  <a:cubicBezTo>
                    <a:pt x="554" y="110"/>
                    <a:pt x="431"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3" name="Google Shape;3099;p106">
              <a:extLst>
                <a:ext uri="{FF2B5EF4-FFF2-40B4-BE49-F238E27FC236}">
                  <a16:creationId xmlns:a16="http://schemas.microsoft.com/office/drawing/2014/main" id="{81C6FA66-E207-0190-4098-8D8F87E4A35C}"/>
                </a:ext>
              </a:extLst>
            </p:cNvPr>
            <p:cNvSpPr/>
            <p:nvPr/>
          </p:nvSpPr>
          <p:spPr>
            <a:xfrm>
              <a:off x="3732463" y="3032875"/>
              <a:ext cx="15025" cy="13900"/>
            </a:xfrm>
            <a:custGeom>
              <a:avLst/>
              <a:gdLst/>
              <a:ahLst/>
              <a:cxnLst/>
              <a:rect l="l" t="t" r="r" b="b"/>
              <a:pathLst>
                <a:path w="601" h="556" extrusionOk="0">
                  <a:moveTo>
                    <a:pt x="303" y="0"/>
                  </a:moveTo>
                  <a:cubicBezTo>
                    <a:pt x="171" y="0"/>
                    <a:pt x="55" y="93"/>
                    <a:pt x="28" y="225"/>
                  </a:cubicBezTo>
                  <a:cubicBezTo>
                    <a:pt x="1" y="371"/>
                    <a:pt x="97" y="520"/>
                    <a:pt x="251" y="547"/>
                  </a:cubicBezTo>
                  <a:cubicBezTo>
                    <a:pt x="271" y="550"/>
                    <a:pt x="284" y="556"/>
                    <a:pt x="301" y="556"/>
                  </a:cubicBezTo>
                  <a:cubicBezTo>
                    <a:pt x="433" y="556"/>
                    <a:pt x="546" y="462"/>
                    <a:pt x="571" y="327"/>
                  </a:cubicBezTo>
                  <a:cubicBezTo>
                    <a:pt x="601" y="178"/>
                    <a:pt x="502" y="35"/>
                    <a:pt x="353" y="5"/>
                  </a:cubicBezTo>
                  <a:cubicBezTo>
                    <a:pt x="336" y="2"/>
                    <a:pt x="319" y="0"/>
                    <a:pt x="3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4" name="Google Shape;3100;p106">
              <a:extLst>
                <a:ext uri="{FF2B5EF4-FFF2-40B4-BE49-F238E27FC236}">
                  <a16:creationId xmlns:a16="http://schemas.microsoft.com/office/drawing/2014/main" id="{E02770DF-BEAB-1C56-7484-245491F5E558}"/>
                </a:ext>
              </a:extLst>
            </p:cNvPr>
            <p:cNvSpPr/>
            <p:nvPr/>
          </p:nvSpPr>
          <p:spPr>
            <a:xfrm>
              <a:off x="3715813" y="2947850"/>
              <a:ext cx="15575" cy="13800"/>
            </a:xfrm>
            <a:custGeom>
              <a:avLst/>
              <a:gdLst/>
              <a:ahLst/>
              <a:cxnLst/>
              <a:rect l="l" t="t" r="r" b="b"/>
              <a:pathLst>
                <a:path w="623" h="552" extrusionOk="0">
                  <a:moveTo>
                    <a:pt x="310" y="1"/>
                  </a:moveTo>
                  <a:cubicBezTo>
                    <a:pt x="259" y="1"/>
                    <a:pt x="208" y="14"/>
                    <a:pt x="163" y="42"/>
                  </a:cubicBezTo>
                  <a:cubicBezTo>
                    <a:pt x="36" y="124"/>
                    <a:pt x="1" y="298"/>
                    <a:pt x="80" y="424"/>
                  </a:cubicBezTo>
                  <a:cubicBezTo>
                    <a:pt x="133" y="504"/>
                    <a:pt x="221" y="551"/>
                    <a:pt x="312" y="551"/>
                  </a:cubicBezTo>
                  <a:cubicBezTo>
                    <a:pt x="361" y="551"/>
                    <a:pt x="414" y="535"/>
                    <a:pt x="458" y="507"/>
                  </a:cubicBezTo>
                  <a:cubicBezTo>
                    <a:pt x="590" y="424"/>
                    <a:pt x="623" y="254"/>
                    <a:pt x="546" y="124"/>
                  </a:cubicBezTo>
                  <a:lnTo>
                    <a:pt x="546" y="124"/>
                  </a:lnTo>
                  <a:lnTo>
                    <a:pt x="546" y="130"/>
                  </a:lnTo>
                  <a:cubicBezTo>
                    <a:pt x="493" y="45"/>
                    <a:pt x="402"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5" name="Google Shape;3101;p106">
              <a:extLst>
                <a:ext uri="{FF2B5EF4-FFF2-40B4-BE49-F238E27FC236}">
                  <a16:creationId xmlns:a16="http://schemas.microsoft.com/office/drawing/2014/main" id="{B78BD35E-B1CD-B691-D8FB-DE174D281C6E}"/>
                </a:ext>
              </a:extLst>
            </p:cNvPr>
            <p:cNvSpPr/>
            <p:nvPr/>
          </p:nvSpPr>
          <p:spPr>
            <a:xfrm>
              <a:off x="3707213" y="3085825"/>
              <a:ext cx="15500" cy="13800"/>
            </a:xfrm>
            <a:custGeom>
              <a:avLst/>
              <a:gdLst/>
              <a:ahLst/>
              <a:cxnLst/>
              <a:rect l="l" t="t" r="r" b="b"/>
              <a:pathLst>
                <a:path w="620" h="552" extrusionOk="0">
                  <a:moveTo>
                    <a:pt x="309" y="1"/>
                  </a:moveTo>
                  <a:cubicBezTo>
                    <a:pt x="231" y="1"/>
                    <a:pt x="153" y="33"/>
                    <a:pt x="100" y="98"/>
                  </a:cubicBezTo>
                  <a:cubicBezTo>
                    <a:pt x="0" y="216"/>
                    <a:pt x="17" y="392"/>
                    <a:pt x="135" y="488"/>
                  </a:cubicBezTo>
                  <a:cubicBezTo>
                    <a:pt x="182" y="533"/>
                    <a:pt x="248" y="552"/>
                    <a:pt x="312" y="552"/>
                  </a:cubicBezTo>
                  <a:cubicBezTo>
                    <a:pt x="386" y="552"/>
                    <a:pt x="468" y="519"/>
                    <a:pt x="521" y="453"/>
                  </a:cubicBezTo>
                  <a:cubicBezTo>
                    <a:pt x="620" y="334"/>
                    <a:pt x="603" y="161"/>
                    <a:pt x="485" y="65"/>
                  </a:cubicBezTo>
                  <a:cubicBezTo>
                    <a:pt x="435" y="22"/>
                    <a:pt x="372" y="1"/>
                    <a:pt x="3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6" name="Google Shape;3102;p106">
              <a:extLst>
                <a:ext uri="{FF2B5EF4-FFF2-40B4-BE49-F238E27FC236}">
                  <a16:creationId xmlns:a16="http://schemas.microsoft.com/office/drawing/2014/main" id="{9B6DCB2D-DFA3-8C50-8BAC-9E2197B65707}"/>
                </a:ext>
              </a:extLst>
            </p:cNvPr>
            <p:cNvSpPr/>
            <p:nvPr/>
          </p:nvSpPr>
          <p:spPr>
            <a:xfrm>
              <a:off x="3503088" y="3035325"/>
              <a:ext cx="15025" cy="13850"/>
            </a:xfrm>
            <a:custGeom>
              <a:avLst/>
              <a:gdLst/>
              <a:ahLst/>
              <a:cxnLst/>
              <a:rect l="l" t="t" r="r" b="b"/>
              <a:pathLst>
                <a:path w="601" h="554" extrusionOk="0">
                  <a:moveTo>
                    <a:pt x="297" y="0"/>
                  </a:moveTo>
                  <a:cubicBezTo>
                    <a:pt x="279" y="0"/>
                    <a:pt x="261" y="2"/>
                    <a:pt x="242" y="6"/>
                  </a:cubicBezTo>
                  <a:cubicBezTo>
                    <a:pt x="97" y="36"/>
                    <a:pt x="0" y="179"/>
                    <a:pt x="30" y="334"/>
                  </a:cubicBezTo>
                  <a:cubicBezTo>
                    <a:pt x="58" y="460"/>
                    <a:pt x="171" y="554"/>
                    <a:pt x="303" y="554"/>
                  </a:cubicBezTo>
                  <a:cubicBezTo>
                    <a:pt x="322" y="554"/>
                    <a:pt x="336" y="548"/>
                    <a:pt x="358" y="546"/>
                  </a:cubicBezTo>
                  <a:cubicBezTo>
                    <a:pt x="509" y="513"/>
                    <a:pt x="600" y="367"/>
                    <a:pt x="570" y="218"/>
                  </a:cubicBezTo>
                  <a:cubicBezTo>
                    <a:pt x="541" y="90"/>
                    <a:pt x="426" y="0"/>
                    <a:pt x="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7" name="Google Shape;3103;p106">
              <a:extLst>
                <a:ext uri="{FF2B5EF4-FFF2-40B4-BE49-F238E27FC236}">
                  <a16:creationId xmlns:a16="http://schemas.microsoft.com/office/drawing/2014/main" id="{31C3629F-1FFA-A64F-0DF2-893BC11CF9C0}"/>
                </a:ext>
              </a:extLst>
            </p:cNvPr>
            <p:cNvSpPr/>
            <p:nvPr/>
          </p:nvSpPr>
          <p:spPr>
            <a:xfrm>
              <a:off x="3577213" y="3120925"/>
              <a:ext cx="15500" cy="13800"/>
            </a:xfrm>
            <a:custGeom>
              <a:avLst/>
              <a:gdLst/>
              <a:ahLst/>
              <a:cxnLst/>
              <a:rect l="l" t="t" r="r" b="b"/>
              <a:pathLst>
                <a:path w="620" h="552" extrusionOk="0">
                  <a:moveTo>
                    <a:pt x="310" y="1"/>
                  </a:moveTo>
                  <a:cubicBezTo>
                    <a:pt x="197" y="1"/>
                    <a:pt x="93" y="69"/>
                    <a:pt x="52" y="180"/>
                  </a:cubicBezTo>
                  <a:cubicBezTo>
                    <a:pt x="0" y="326"/>
                    <a:pt x="74" y="480"/>
                    <a:pt x="218" y="533"/>
                  </a:cubicBezTo>
                  <a:cubicBezTo>
                    <a:pt x="248" y="546"/>
                    <a:pt x="281" y="552"/>
                    <a:pt x="311" y="552"/>
                  </a:cubicBezTo>
                  <a:cubicBezTo>
                    <a:pt x="424" y="552"/>
                    <a:pt x="529" y="480"/>
                    <a:pt x="570" y="370"/>
                  </a:cubicBezTo>
                  <a:cubicBezTo>
                    <a:pt x="620" y="224"/>
                    <a:pt x="548" y="67"/>
                    <a:pt x="408" y="18"/>
                  </a:cubicBezTo>
                  <a:cubicBezTo>
                    <a:pt x="375" y="6"/>
                    <a:pt x="342"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8" name="Google Shape;3104;p106">
              <a:extLst>
                <a:ext uri="{FF2B5EF4-FFF2-40B4-BE49-F238E27FC236}">
                  <a16:creationId xmlns:a16="http://schemas.microsoft.com/office/drawing/2014/main" id="{57711781-4955-67FC-2192-0E1137A88DB6}"/>
                </a:ext>
              </a:extLst>
            </p:cNvPr>
            <p:cNvSpPr/>
            <p:nvPr/>
          </p:nvSpPr>
          <p:spPr>
            <a:xfrm>
              <a:off x="3505488" y="2976800"/>
              <a:ext cx="15450" cy="13875"/>
            </a:xfrm>
            <a:custGeom>
              <a:avLst/>
              <a:gdLst/>
              <a:ahLst/>
              <a:cxnLst/>
              <a:rect l="l" t="t" r="r" b="b"/>
              <a:pathLst>
                <a:path w="618" h="555" extrusionOk="0">
                  <a:moveTo>
                    <a:pt x="306" y="1"/>
                  </a:moveTo>
                  <a:cubicBezTo>
                    <a:pt x="189" y="1"/>
                    <a:pt x="81" y="78"/>
                    <a:pt x="45" y="200"/>
                  </a:cubicBezTo>
                  <a:cubicBezTo>
                    <a:pt x="1" y="343"/>
                    <a:pt x="78" y="494"/>
                    <a:pt x="226" y="544"/>
                  </a:cubicBezTo>
                  <a:cubicBezTo>
                    <a:pt x="251" y="547"/>
                    <a:pt x="279" y="555"/>
                    <a:pt x="306" y="555"/>
                  </a:cubicBezTo>
                  <a:cubicBezTo>
                    <a:pt x="424" y="555"/>
                    <a:pt x="535" y="478"/>
                    <a:pt x="570" y="357"/>
                  </a:cubicBezTo>
                  <a:cubicBezTo>
                    <a:pt x="617" y="213"/>
                    <a:pt x="535" y="59"/>
                    <a:pt x="386" y="13"/>
                  </a:cubicBezTo>
                  <a:cubicBezTo>
                    <a:pt x="359" y="5"/>
                    <a:pt x="333" y="1"/>
                    <a:pt x="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9" name="Google Shape;3105;p106">
              <a:extLst>
                <a:ext uri="{FF2B5EF4-FFF2-40B4-BE49-F238E27FC236}">
                  <a16:creationId xmlns:a16="http://schemas.microsoft.com/office/drawing/2014/main" id="{17C51515-6E8C-F384-9792-AE9B89B6F975}"/>
                </a:ext>
              </a:extLst>
            </p:cNvPr>
            <p:cNvSpPr/>
            <p:nvPr/>
          </p:nvSpPr>
          <p:spPr>
            <a:xfrm>
              <a:off x="3697038" y="2925200"/>
              <a:ext cx="15225" cy="13875"/>
            </a:xfrm>
            <a:custGeom>
              <a:avLst/>
              <a:gdLst/>
              <a:ahLst/>
              <a:cxnLst/>
              <a:rect l="l" t="t" r="r" b="b"/>
              <a:pathLst>
                <a:path w="609" h="555" extrusionOk="0">
                  <a:moveTo>
                    <a:pt x="303" y="0"/>
                  </a:moveTo>
                  <a:cubicBezTo>
                    <a:pt x="229" y="0"/>
                    <a:pt x="156" y="30"/>
                    <a:pt x="105" y="89"/>
                  </a:cubicBezTo>
                  <a:cubicBezTo>
                    <a:pt x="0" y="199"/>
                    <a:pt x="8" y="375"/>
                    <a:pt x="118" y="477"/>
                  </a:cubicBezTo>
                  <a:cubicBezTo>
                    <a:pt x="171" y="527"/>
                    <a:pt x="240" y="554"/>
                    <a:pt x="306" y="554"/>
                  </a:cubicBezTo>
                  <a:cubicBezTo>
                    <a:pt x="380" y="554"/>
                    <a:pt x="452" y="521"/>
                    <a:pt x="504" y="463"/>
                  </a:cubicBezTo>
                  <a:cubicBezTo>
                    <a:pt x="608" y="350"/>
                    <a:pt x="603" y="177"/>
                    <a:pt x="490" y="75"/>
                  </a:cubicBezTo>
                  <a:cubicBezTo>
                    <a:pt x="437" y="25"/>
                    <a:pt x="370" y="0"/>
                    <a:pt x="3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0" name="Google Shape;3106;p106">
              <a:extLst>
                <a:ext uri="{FF2B5EF4-FFF2-40B4-BE49-F238E27FC236}">
                  <a16:creationId xmlns:a16="http://schemas.microsoft.com/office/drawing/2014/main" id="{D24BBC3E-4D22-73B5-A0A8-6FA61DCD1582}"/>
                </a:ext>
              </a:extLst>
            </p:cNvPr>
            <p:cNvSpPr/>
            <p:nvPr/>
          </p:nvSpPr>
          <p:spPr>
            <a:xfrm>
              <a:off x="3512513" y="3063225"/>
              <a:ext cx="15700" cy="13825"/>
            </a:xfrm>
            <a:custGeom>
              <a:avLst/>
              <a:gdLst/>
              <a:ahLst/>
              <a:cxnLst/>
              <a:rect l="l" t="t" r="r" b="b"/>
              <a:pathLst>
                <a:path w="628" h="553" extrusionOk="0">
                  <a:moveTo>
                    <a:pt x="314" y="1"/>
                  </a:moveTo>
                  <a:cubicBezTo>
                    <a:pt x="273" y="1"/>
                    <a:pt x="232" y="10"/>
                    <a:pt x="193" y="30"/>
                  </a:cubicBezTo>
                  <a:cubicBezTo>
                    <a:pt x="55" y="99"/>
                    <a:pt x="0" y="264"/>
                    <a:pt x="69" y="396"/>
                  </a:cubicBezTo>
                  <a:cubicBezTo>
                    <a:pt x="116" y="492"/>
                    <a:pt x="215" y="553"/>
                    <a:pt x="314" y="553"/>
                  </a:cubicBezTo>
                  <a:cubicBezTo>
                    <a:pt x="355" y="553"/>
                    <a:pt x="399" y="542"/>
                    <a:pt x="438" y="520"/>
                  </a:cubicBezTo>
                  <a:cubicBezTo>
                    <a:pt x="573" y="451"/>
                    <a:pt x="628" y="286"/>
                    <a:pt x="562" y="154"/>
                  </a:cubicBezTo>
                  <a:cubicBezTo>
                    <a:pt x="513" y="58"/>
                    <a:pt x="415" y="1"/>
                    <a:pt x="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1" name="Google Shape;3107;p106">
              <a:extLst>
                <a:ext uri="{FF2B5EF4-FFF2-40B4-BE49-F238E27FC236}">
                  <a16:creationId xmlns:a16="http://schemas.microsoft.com/office/drawing/2014/main" id="{771B8D6C-E344-48E6-E0F5-285B8D04A5F5}"/>
                </a:ext>
              </a:extLst>
            </p:cNvPr>
            <p:cNvSpPr/>
            <p:nvPr/>
          </p:nvSpPr>
          <p:spPr>
            <a:xfrm>
              <a:off x="3645688" y="3133750"/>
              <a:ext cx="25" cy="300"/>
            </a:xfrm>
            <a:custGeom>
              <a:avLst/>
              <a:gdLst/>
              <a:ahLst/>
              <a:cxnLst/>
              <a:rect l="l" t="t" r="r" b="b"/>
              <a:pathLst>
                <a:path w="1" h="12" extrusionOk="0">
                  <a:moveTo>
                    <a:pt x="0" y="0"/>
                  </a:moveTo>
                  <a:lnTo>
                    <a:pt x="0" y="11"/>
                  </a:lnTo>
                  <a:close/>
                </a:path>
              </a:pathLst>
            </a:custGeom>
            <a:solidFill>
              <a:srgbClr val="5C54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2" name="Google Shape;3108;p106">
              <a:extLst>
                <a:ext uri="{FF2B5EF4-FFF2-40B4-BE49-F238E27FC236}">
                  <a16:creationId xmlns:a16="http://schemas.microsoft.com/office/drawing/2014/main" id="{647AF85C-5AB9-5BA3-7AE5-8DE382129EFA}"/>
                </a:ext>
              </a:extLst>
            </p:cNvPr>
            <p:cNvSpPr/>
            <p:nvPr/>
          </p:nvSpPr>
          <p:spPr>
            <a:xfrm>
              <a:off x="3685538" y="3105975"/>
              <a:ext cx="15575" cy="13825"/>
            </a:xfrm>
            <a:custGeom>
              <a:avLst/>
              <a:gdLst/>
              <a:ahLst/>
              <a:cxnLst/>
              <a:rect l="l" t="t" r="r" b="b"/>
              <a:pathLst>
                <a:path w="623" h="553" extrusionOk="0">
                  <a:moveTo>
                    <a:pt x="315" y="1"/>
                  </a:moveTo>
                  <a:cubicBezTo>
                    <a:pt x="258" y="1"/>
                    <a:pt x="201" y="18"/>
                    <a:pt x="152" y="54"/>
                  </a:cubicBezTo>
                  <a:cubicBezTo>
                    <a:pt x="31" y="142"/>
                    <a:pt x="0" y="316"/>
                    <a:pt x="88" y="434"/>
                  </a:cubicBezTo>
                  <a:cubicBezTo>
                    <a:pt x="141" y="511"/>
                    <a:pt x="226" y="552"/>
                    <a:pt x="314" y="552"/>
                  </a:cubicBezTo>
                  <a:cubicBezTo>
                    <a:pt x="369" y="552"/>
                    <a:pt x="427" y="536"/>
                    <a:pt x="471" y="500"/>
                  </a:cubicBezTo>
                  <a:cubicBezTo>
                    <a:pt x="595" y="412"/>
                    <a:pt x="622" y="239"/>
                    <a:pt x="534" y="117"/>
                  </a:cubicBezTo>
                  <a:cubicBezTo>
                    <a:pt x="485" y="41"/>
                    <a:pt x="401" y="1"/>
                    <a:pt x="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3" name="Google Shape;3109;p106">
              <a:extLst>
                <a:ext uri="{FF2B5EF4-FFF2-40B4-BE49-F238E27FC236}">
                  <a16:creationId xmlns:a16="http://schemas.microsoft.com/office/drawing/2014/main" id="{1A64080E-B439-2CE9-8559-F02FFE72CF68}"/>
                </a:ext>
              </a:extLst>
            </p:cNvPr>
            <p:cNvSpPr/>
            <p:nvPr/>
          </p:nvSpPr>
          <p:spPr>
            <a:xfrm>
              <a:off x="3550913" y="3107350"/>
              <a:ext cx="15650" cy="13825"/>
            </a:xfrm>
            <a:custGeom>
              <a:avLst/>
              <a:gdLst/>
              <a:ahLst/>
              <a:cxnLst/>
              <a:rect l="l" t="t" r="r" b="b"/>
              <a:pathLst>
                <a:path w="626" h="553" extrusionOk="0">
                  <a:moveTo>
                    <a:pt x="315" y="1"/>
                  </a:moveTo>
                  <a:cubicBezTo>
                    <a:pt x="227" y="1"/>
                    <a:pt x="139" y="43"/>
                    <a:pt x="86" y="123"/>
                  </a:cubicBezTo>
                  <a:cubicBezTo>
                    <a:pt x="0" y="247"/>
                    <a:pt x="31" y="418"/>
                    <a:pt x="157" y="503"/>
                  </a:cubicBezTo>
                  <a:cubicBezTo>
                    <a:pt x="207" y="539"/>
                    <a:pt x="262" y="552"/>
                    <a:pt x="314" y="552"/>
                  </a:cubicBezTo>
                  <a:cubicBezTo>
                    <a:pt x="402" y="552"/>
                    <a:pt x="485" y="511"/>
                    <a:pt x="540" y="431"/>
                  </a:cubicBezTo>
                  <a:cubicBezTo>
                    <a:pt x="625" y="307"/>
                    <a:pt x="595" y="137"/>
                    <a:pt x="468" y="49"/>
                  </a:cubicBezTo>
                  <a:cubicBezTo>
                    <a:pt x="423" y="16"/>
                    <a:pt x="369" y="1"/>
                    <a:pt x="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4" name="Google Shape;3110;p106">
              <a:extLst>
                <a:ext uri="{FF2B5EF4-FFF2-40B4-BE49-F238E27FC236}">
                  <a16:creationId xmlns:a16="http://schemas.microsoft.com/office/drawing/2014/main" id="{A87E94A2-DFE6-D643-DE68-9E0B3B8B09ED}"/>
                </a:ext>
              </a:extLst>
            </p:cNvPr>
            <p:cNvSpPr/>
            <p:nvPr/>
          </p:nvSpPr>
          <p:spPr>
            <a:xfrm>
              <a:off x="3425113" y="3064450"/>
              <a:ext cx="15300" cy="13775"/>
            </a:xfrm>
            <a:custGeom>
              <a:avLst/>
              <a:gdLst/>
              <a:ahLst/>
              <a:cxnLst/>
              <a:rect l="l" t="t" r="r" b="b"/>
              <a:pathLst>
                <a:path w="612" h="551" extrusionOk="0">
                  <a:moveTo>
                    <a:pt x="306" y="1"/>
                  </a:moveTo>
                  <a:cubicBezTo>
                    <a:pt x="281" y="1"/>
                    <a:pt x="256" y="4"/>
                    <a:pt x="231" y="11"/>
                  </a:cubicBezTo>
                  <a:cubicBezTo>
                    <a:pt x="88" y="52"/>
                    <a:pt x="0" y="204"/>
                    <a:pt x="41" y="347"/>
                  </a:cubicBezTo>
                  <a:cubicBezTo>
                    <a:pt x="77" y="468"/>
                    <a:pt x="187" y="551"/>
                    <a:pt x="306" y="551"/>
                  </a:cubicBezTo>
                  <a:cubicBezTo>
                    <a:pt x="330" y="551"/>
                    <a:pt x="355" y="545"/>
                    <a:pt x="383" y="540"/>
                  </a:cubicBezTo>
                  <a:cubicBezTo>
                    <a:pt x="523" y="498"/>
                    <a:pt x="611" y="347"/>
                    <a:pt x="570" y="204"/>
                  </a:cubicBezTo>
                  <a:cubicBezTo>
                    <a:pt x="538" y="82"/>
                    <a:pt x="427" y="1"/>
                    <a:pt x="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5" name="Google Shape;3111;p106">
              <a:extLst>
                <a:ext uri="{FF2B5EF4-FFF2-40B4-BE49-F238E27FC236}">
                  <a16:creationId xmlns:a16="http://schemas.microsoft.com/office/drawing/2014/main" id="{6B63F0C8-2CCC-78A1-1A19-281F99749697}"/>
                </a:ext>
              </a:extLst>
            </p:cNvPr>
            <p:cNvSpPr/>
            <p:nvPr/>
          </p:nvSpPr>
          <p:spPr>
            <a:xfrm>
              <a:off x="3608163" y="2811700"/>
              <a:ext cx="14075" cy="13675"/>
            </a:xfrm>
            <a:custGeom>
              <a:avLst/>
              <a:gdLst/>
              <a:ahLst/>
              <a:cxnLst/>
              <a:rect l="l" t="t" r="r" b="b"/>
              <a:pathLst>
                <a:path w="563" h="547" extrusionOk="0">
                  <a:moveTo>
                    <a:pt x="286" y="1"/>
                  </a:moveTo>
                  <a:cubicBezTo>
                    <a:pt x="281" y="1"/>
                    <a:pt x="276" y="1"/>
                    <a:pt x="271" y="1"/>
                  </a:cubicBezTo>
                  <a:cubicBezTo>
                    <a:pt x="114" y="7"/>
                    <a:pt x="1" y="133"/>
                    <a:pt x="6" y="285"/>
                  </a:cubicBezTo>
                  <a:cubicBezTo>
                    <a:pt x="12" y="433"/>
                    <a:pt x="136" y="546"/>
                    <a:pt x="282" y="546"/>
                  </a:cubicBezTo>
                  <a:lnTo>
                    <a:pt x="296" y="546"/>
                  </a:lnTo>
                  <a:cubicBezTo>
                    <a:pt x="447" y="541"/>
                    <a:pt x="563" y="414"/>
                    <a:pt x="557" y="263"/>
                  </a:cubicBezTo>
                  <a:cubicBezTo>
                    <a:pt x="549" y="111"/>
                    <a:pt x="431" y="1"/>
                    <a:pt x="2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6" name="Google Shape;3112;p106">
              <a:extLst>
                <a:ext uri="{FF2B5EF4-FFF2-40B4-BE49-F238E27FC236}">
                  <a16:creationId xmlns:a16="http://schemas.microsoft.com/office/drawing/2014/main" id="{E8B99150-39FC-0BDC-CE14-6D67E7E24E4E}"/>
                </a:ext>
              </a:extLst>
            </p:cNvPr>
            <p:cNvSpPr/>
            <p:nvPr/>
          </p:nvSpPr>
          <p:spPr>
            <a:xfrm>
              <a:off x="3736463" y="2850850"/>
              <a:ext cx="15575" cy="13750"/>
            </a:xfrm>
            <a:custGeom>
              <a:avLst/>
              <a:gdLst/>
              <a:ahLst/>
              <a:cxnLst/>
              <a:rect l="l" t="t" r="r" b="b"/>
              <a:pathLst>
                <a:path w="623" h="550" extrusionOk="0">
                  <a:moveTo>
                    <a:pt x="311" y="0"/>
                  </a:moveTo>
                  <a:cubicBezTo>
                    <a:pt x="226" y="0"/>
                    <a:pt x="143" y="37"/>
                    <a:pt x="91" y="109"/>
                  </a:cubicBezTo>
                  <a:cubicBezTo>
                    <a:pt x="0" y="233"/>
                    <a:pt x="25" y="406"/>
                    <a:pt x="149" y="494"/>
                  </a:cubicBezTo>
                  <a:cubicBezTo>
                    <a:pt x="196" y="533"/>
                    <a:pt x="251" y="549"/>
                    <a:pt x="312" y="549"/>
                  </a:cubicBezTo>
                  <a:cubicBezTo>
                    <a:pt x="397" y="549"/>
                    <a:pt x="479" y="514"/>
                    <a:pt x="535" y="439"/>
                  </a:cubicBezTo>
                  <a:cubicBezTo>
                    <a:pt x="623" y="321"/>
                    <a:pt x="595" y="145"/>
                    <a:pt x="477" y="54"/>
                  </a:cubicBezTo>
                  <a:cubicBezTo>
                    <a:pt x="427" y="18"/>
                    <a:pt x="369" y="0"/>
                    <a:pt x="3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7" name="Google Shape;3113;p106">
              <a:extLst>
                <a:ext uri="{FF2B5EF4-FFF2-40B4-BE49-F238E27FC236}">
                  <a16:creationId xmlns:a16="http://schemas.microsoft.com/office/drawing/2014/main" id="{E248F86A-8A3B-4568-9677-60028E2C4751}"/>
                </a:ext>
              </a:extLst>
            </p:cNvPr>
            <p:cNvSpPr/>
            <p:nvPr/>
          </p:nvSpPr>
          <p:spPr>
            <a:xfrm>
              <a:off x="3580288" y="2814825"/>
              <a:ext cx="15050" cy="13850"/>
            </a:xfrm>
            <a:custGeom>
              <a:avLst/>
              <a:gdLst/>
              <a:ahLst/>
              <a:cxnLst/>
              <a:rect l="l" t="t" r="r" b="b"/>
              <a:pathLst>
                <a:path w="602" h="554" extrusionOk="0">
                  <a:moveTo>
                    <a:pt x="300" y="1"/>
                  </a:moveTo>
                  <a:cubicBezTo>
                    <a:pt x="283" y="1"/>
                    <a:pt x="266" y="2"/>
                    <a:pt x="249" y="6"/>
                  </a:cubicBezTo>
                  <a:cubicBezTo>
                    <a:pt x="103" y="33"/>
                    <a:pt x="1" y="179"/>
                    <a:pt x="29" y="330"/>
                  </a:cubicBezTo>
                  <a:cubicBezTo>
                    <a:pt x="56" y="460"/>
                    <a:pt x="174" y="553"/>
                    <a:pt x="304" y="553"/>
                  </a:cubicBezTo>
                  <a:cubicBezTo>
                    <a:pt x="323" y="553"/>
                    <a:pt x="340" y="553"/>
                    <a:pt x="353" y="545"/>
                  </a:cubicBezTo>
                  <a:cubicBezTo>
                    <a:pt x="502" y="518"/>
                    <a:pt x="601" y="374"/>
                    <a:pt x="574" y="226"/>
                  </a:cubicBezTo>
                  <a:cubicBezTo>
                    <a:pt x="549" y="92"/>
                    <a:pt x="432" y="1"/>
                    <a:pt x="3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8" name="Google Shape;3114;p106">
              <a:extLst>
                <a:ext uri="{FF2B5EF4-FFF2-40B4-BE49-F238E27FC236}">
                  <a16:creationId xmlns:a16="http://schemas.microsoft.com/office/drawing/2014/main" id="{B6A1663F-30D0-5BE6-AEF5-75872D06FAF3}"/>
                </a:ext>
              </a:extLst>
            </p:cNvPr>
            <p:cNvSpPr/>
            <p:nvPr/>
          </p:nvSpPr>
          <p:spPr>
            <a:xfrm>
              <a:off x="3434038" y="3090400"/>
              <a:ext cx="15725" cy="13850"/>
            </a:xfrm>
            <a:custGeom>
              <a:avLst/>
              <a:gdLst/>
              <a:ahLst/>
              <a:cxnLst/>
              <a:rect l="l" t="t" r="r" b="b"/>
              <a:pathLst>
                <a:path w="629" h="554" extrusionOk="0">
                  <a:moveTo>
                    <a:pt x="312" y="0"/>
                  </a:moveTo>
                  <a:cubicBezTo>
                    <a:pt x="276" y="0"/>
                    <a:pt x="240" y="7"/>
                    <a:pt x="205" y="22"/>
                  </a:cubicBezTo>
                  <a:cubicBezTo>
                    <a:pt x="64" y="82"/>
                    <a:pt x="1" y="245"/>
                    <a:pt x="61" y="383"/>
                  </a:cubicBezTo>
                  <a:cubicBezTo>
                    <a:pt x="106" y="487"/>
                    <a:pt x="205" y="553"/>
                    <a:pt x="312" y="553"/>
                  </a:cubicBezTo>
                  <a:cubicBezTo>
                    <a:pt x="351" y="553"/>
                    <a:pt x="386" y="545"/>
                    <a:pt x="422" y="528"/>
                  </a:cubicBezTo>
                  <a:cubicBezTo>
                    <a:pt x="563" y="465"/>
                    <a:pt x="629" y="305"/>
                    <a:pt x="565" y="168"/>
                  </a:cubicBezTo>
                  <a:cubicBezTo>
                    <a:pt x="520" y="61"/>
                    <a:pt x="418" y="0"/>
                    <a:pt x="3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9" name="Google Shape;3115;p106">
              <a:extLst>
                <a:ext uri="{FF2B5EF4-FFF2-40B4-BE49-F238E27FC236}">
                  <a16:creationId xmlns:a16="http://schemas.microsoft.com/office/drawing/2014/main" id="{4F1A6CE8-9AB7-ACBB-B695-FCF0B862CF86}"/>
                </a:ext>
              </a:extLst>
            </p:cNvPr>
            <p:cNvSpPr/>
            <p:nvPr/>
          </p:nvSpPr>
          <p:spPr>
            <a:xfrm>
              <a:off x="3686763" y="3198150"/>
              <a:ext cx="15525" cy="13800"/>
            </a:xfrm>
            <a:custGeom>
              <a:avLst/>
              <a:gdLst/>
              <a:ahLst/>
              <a:cxnLst/>
              <a:rect l="l" t="t" r="r" b="b"/>
              <a:pathLst>
                <a:path w="621" h="552" extrusionOk="0">
                  <a:moveTo>
                    <a:pt x="308" y="0"/>
                  </a:moveTo>
                  <a:cubicBezTo>
                    <a:pt x="276" y="0"/>
                    <a:pt x="244" y="6"/>
                    <a:pt x="213" y="18"/>
                  </a:cubicBezTo>
                  <a:cubicBezTo>
                    <a:pt x="70" y="70"/>
                    <a:pt x="1" y="230"/>
                    <a:pt x="50" y="373"/>
                  </a:cubicBezTo>
                  <a:cubicBezTo>
                    <a:pt x="92" y="483"/>
                    <a:pt x="196" y="552"/>
                    <a:pt x="309" y="552"/>
                  </a:cubicBezTo>
                  <a:cubicBezTo>
                    <a:pt x="339" y="552"/>
                    <a:pt x="372" y="543"/>
                    <a:pt x="406" y="532"/>
                  </a:cubicBezTo>
                  <a:cubicBezTo>
                    <a:pt x="546" y="477"/>
                    <a:pt x="620" y="320"/>
                    <a:pt x="568" y="177"/>
                  </a:cubicBezTo>
                  <a:cubicBezTo>
                    <a:pt x="527" y="68"/>
                    <a:pt x="420" y="0"/>
                    <a:pt x="3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0" name="Google Shape;3116;p106">
              <a:extLst>
                <a:ext uri="{FF2B5EF4-FFF2-40B4-BE49-F238E27FC236}">
                  <a16:creationId xmlns:a16="http://schemas.microsoft.com/office/drawing/2014/main" id="{91324DCF-A1A8-2E19-4723-B7F489E3F663}"/>
                </a:ext>
              </a:extLst>
            </p:cNvPr>
            <p:cNvSpPr/>
            <p:nvPr/>
          </p:nvSpPr>
          <p:spPr>
            <a:xfrm>
              <a:off x="3606313" y="3210275"/>
              <a:ext cx="14125" cy="13800"/>
            </a:xfrm>
            <a:custGeom>
              <a:avLst/>
              <a:gdLst/>
              <a:ahLst/>
              <a:cxnLst/>
              <a:rect l="l" t="t" r="r" b="b"/>
              <a:pathLst>
                <a:path w="565" h="552" extrusionOk="0">
                  <a:moveTo>
                    <a:pt x="280" y="0"/>
                  </a:moveTo>
                  <a:cubicBezTo>
                    <a:pt x="135" y="0"/>
                    <a:pt x="14" y="110"/>
                    <a:pt x="6" y="259"/>
                  </a:cubicBezTo>
                  <a:cubicBezTo>
                    <a:pt x="1" y="411"/>
                    <a:pt x="113" y="540"/>
                    <a:pt x="265" y="551"/>
                  </a:cubicBezTo>
                  <a:lnTo>
                    <a:pt x="279" y="551"/>
                  </a:lnTo>
                  <a:cubicBezTo>
                    <a:pt x="425" y="551"/>
                    <a:pt x="548" y="436"/>
                    <a:pt x="554" y="292"/>
                  </a:cubicBezTo>
                  <a:cubicBezTo>
                    <a:pt x="565" y="138"/>
                    <a:pt x="447" y="6"/>
                    <a:pt x="295" y="1"/>
                  </a:cubicBezTo>
                  <a:cubicBezTo>
                    <a:pt x="290" y="0"/>
                    <a:pt x="285" y="0"/>
                    <a:pt x="2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1" name="Google Shape;3117;p106">
              <a:extLst>
                <a:ext uri="{FF2B5EF4-FFF2-40B4-BE49-F238E27FC236}">
                  <a16:creationId xmlns:a16="http://schemas.microsoft.com/office/drawing/2014/main" id="{25458C07-2EF9-1CDB-63E0-B9E3408B1CAA}"/>
                </a:ext>
              </a:extLst>
            </p:cNvPr>
            <p:cNvSpPr/>
            <p:nvPr/>
          </p:nvSpPr>
          <p:spPr>
            <a:xfrm>
              <a:off x="3713263" y="2835925"/>
              <a:ext cx="15650" cy="13800"/>
            </a:xfrm>
            <a:custGeom>
              <a:avLst/>
              <a:gdLst/>
              <a:ahLst/>
              <a:cxnLst/>
              <a:rect l="l" t="t" r="r" b="b"/>
              <a:pathLst>
                <a:path w="626" h="552" extrusionOk="0">
                  <a:moveTo>
                    <a:pt x="310" y="0"/>
                  </a:moveTo>
                  <a:cubicBezTo>
                    <a:pt x="214" y="0"/>
                    <a:pt x="121" y="52"/>
                    <a:pt x="72" y="142"/>
                  </a:cubicBezTo>
                  <a:cubicBezTo>
                    <a:pt x="1" y="277"/>
                    <a:pt x="48" y="444"/>
                    <a:pt x="182" y="519"/>
                  </a:cubicBezTo>
                  <a:cubicBezTo>
                    <a:pt x="224" y="538"/>
                    <a:pt x="271" y="552"/>
                    <a:pt x="312" y="552"/>
                  </a:cubicBezTo>
                  <a:cubicBezTo>
                    <a:pt x="408" y="552"/>
                    <a:pt x="505" y="499"/>
                    <a:pt x="554" y="409"/>
                  </a:cubicBezTo>
                  <a:cubicBezTo>
                    <a:pt x="626" y="277"/>
                    <a:pt x="579" y="109"/>
                    <a:pt x="447" y="37"/>
                  </a:cubicBezTo>
                  <a:cubicBezTo>
                    <a:pt x="403" y="12"/>
                    <a:pt x="356"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2" name="Google Shape;3118;p106">
              <a:extLst>
                <a:ext uri="{FF2B5EF4-FFF2-40B4-BE49-F238E27FC236}">
                  <a16:creationId xmlns:a16="http://schemas.microsoft.com/office/drawing/2014/main" id="{4BAC3B12-EC62-AA2C-783F-E2DD89627935}"/>
                </a:ext>
              </a:extLst>
            </p:cNvPr>
            <p:cNvSpPr/>
            <p:nvPr/>
          </p:nvSpPr>
          <p:spPr>
            <a:xfrm>
              <a:off x="3633638" y="3209925"/>
              <a:ext cx="14350" cy="13800"/>
            </a:xfrm>
            <a:custGeom>
              <a:avLst/>
              <a:gdLst/>
              <a:ahLst/>
              <a:cxnLst/>
              <a:rect l="l" t="t" r="r" b="b"/>
              <a:pathLst>
                <a:path w="574" h="552" extrusionOk="0">
                  <a:moveTo>
                    <a:pt x="286" y="0"/>
                  </a:moveTo>
                  <a:cubicBezTo>
                    <a:pt x="279" y="0"/>
                    <a:pt x="272" y="0"/>
                    <a:pt x="265" y="1"/>
                  </a:cubicBezTo>
                  <a:cubicBezTo>
                    <a:pt x="113" y="15"/>
                    <a:pt x="1" y="144"/>
                    <a:pt x="14" y="295"/>
                  </a:cubicBezTo>
                  <a:cubicBezTo>
                    <a:pt x="23" y="441"/>
                    <a:pt x="146" y="551"/>
                    <a:pt x="287" y="551"/>
                  </a:cubicBezTo>
                  <a:lnTo>
                    <a:pt x="306" y="551"/>
                  </a:lnTo>
                  <a:cubicBezTo>
                    <a:pt x="458" y="538"/>
                    <a:pt x="573" y="405"/>
                    <a:pt x="562" y="254"/>
                  </a:cubicBezTo>
                  <a:cubicBezTo>
                    <a:pt x="552" y="109"/>
                    <a:pt x="431" y="0"/>
                    <a:pt x="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3" name="Google Shape;3119;p106">
              <a:extLst>
                <a:ext uri="{FF2B5EF4-FFF2-40B4-BE49-F238E27FC236}">
                  <a16:creationId xmlns:a16="http://schemas.microsoft.com/office/drawing/2014/main" id="{9D7E38E3-57B9-234A-FB68-ED0912F49406}"/>
                </a:ext>
              </a:extLst>
            </p:cNvPr>
            <p:cNvSpPr/>
            <p:nvPr/>
          </p:nvSpPr>
          <p:spPr>
            <a:xfrm>
              <a:off x="3420138" y="2982675"/>
              <a:ext cx="14625" cy="13725"/>
            </a:xfrm>
            <a:custGeom>
              <a:avLst/>
              <a:gdLst/>
              <a:ahLst/>
              <a:cxnLst/>
              <a:rect l="l" t="t" r="r" b="b"/>
              <a:pathLst>
                <a:path w="585" h="549" extrusionOk="0">
                  <a:moveTo>
                    <a:pt x="291" y="0"/>
                  </a:moveTo>
                  <a:cubicBezTo>
                    <a:pt x="156" y="0"/>
                    <a:pt x="40" y="99"/>
                    <a:pt x="20" y="237"/>
                  </a:cubicBezTo>
                  <a:cubicBezTo>
                    <a:pt x="1" y="383"/>
                    <a:pt x="103" y="526"/>
                    <a:pt x="254" y="546"/>
                  </a:cubicBezTo>
                  <a:cubicBezTo>
                    <a:pt x="268" y="548"/>
                    <a:pt x="279" y="548"/>
                    <a:pt x="293" y="548"/>
                  </a:cubicBezTo>
                  <a:cubicBezTo>
                    <a:pt x="428" y="548"/>
                    <a:pt x="546" y="449"/>
                    <a:pt x="565" y="312"/>
                  </a:cubicBezTo>
                  <a:cubicBezTo>
                    <a:pt x="584" y="160"/>
                    <a:pt x="483" y="23"/>
                    <a:pt x="331" y="3"/>
                  </a:cubicBezTo>
                  <a:cubicBezTo>
                    <a:pt x="318" y="1"/>
                    <a:pt x="304" y="0"/>
                    <a:pt x="2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4" name="Google Shape;3120;p106">
              <a:extLst>
                <a:ext uri="{FF2B5EF4-FFF2-40B4-BE49-F238E27FC236}">
                  <a16:creationId xmlns:a16="http://schemas.microsoft.com/office/drawing/2014/main" id="{06544FB4-3F62-8CFD-2EB6-F82C348A8FAF}"/>
                </a:ext>
              </a:extLst>
            </p:cNvPr>
            <p:cNvSpPr/>
            <p:nvPr/>
          </p:nvSpPr>
          <p:spPr>
            <a:xfrm>
              <a:off x="3418563" y="3010000"/>
              <a:ext cx="13800" cy="13800"/>
            </a:xfrm>
            <a:custGeom>
              <a:avLst/>
              <a:gdLst/>
              <a:ahLst/>
              <a:cxnLst/>
              <a:rect l="l" t="t" r="r" b="b"/>
              <a:pathLst>
                <a:path w="552" h="552" extrusionOk="0">
                  <a:moveTo>
                    <a:pt x="281" y="0"/>
                  </a:moveTo>
                  <a:cubicBezTo>
                    <a:pt x="124" y="0"/>
                    <a:pt x="1" y="124"/>
                    <a:pt x="1" y="276"/>
                  </a:cubicBezTo>
                  <a:cubicBezTo>
                    <a:pt x="1" y="427"/>
                    <a:pt x="122" y="551"/>
                    <a:pt x="273" y="551"/>
                  </a:cubicBezTo>
                  <a:cubicBezTo>
                    <a:pt x="427" y="551"/>
                    <a:pt x="551" y="430"/>
                    <a:pt x="551" y="278"/>
                  </a:cubicBezTo>
                  <a:cubicBezTo>
                    <a:pt x="551" y="124"/>
                    <a:pt x="433" y="3"/>
                    <a:pt x="2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5" name="Google Shape;3121;p106">
              <a:extLst>
                <a:ext uri="{FF2B5EF4-FFF2-40B4-BE49-F238E27FC236}">
                  <a16:creationId xmlns:a16="http://schemas.microsoft.com/office/drawing/2014/main" id="{48B7114D-E250-D6C0-A68C-9C0979F36B57}"/>
                </a:ext>
              </a:extLst>
            </p:cNvPr>
            <p:cNvSpPr/>
            <p:nvPr/>
          </p:nvSpPr>
          <p:spPr>
            <a:xfrm>
              <a:off x="3419938" y="3037475"/>
              <a:ext cx="14675" cy="13850"/>
            </a:xfrm>
            <a:custGeom>
              <a:avLst/>
              <a:gdLst/>
              <a:ahLst/>
              <a:cxnLst/>
              <a:rect l="l" t="t" r="r" b="b"/>
              <a:pathLst>
                <a:path w="587" h="554" extrusionOk="0">
                  <a:moveTo>
                    <a:pt x="289" y="1"/>
                  </a:moveTo>
                  <a:cubicBezTo>
                    <a:pt x="278" y="1"/>
                    <a:pt x="267" y="1"/>
                    <a:pt x="257" y="3"/>
                  </a:cubicBezTo>
                  <a:cubicBezTo>
                    <a:pt x="105" y="22"/>
                    <a:pt x="1" y="160"/>
                    <a:pt x="20" y="311"/>
                  </a:cubicBezTo>
                  <a:cubicBezTo>
                    <a:pt x="39" y="454"/>
                    <a:pt x="157" y="553"/>
                    <a:pt x="290" y="553"/>
                  </a:cubicBezTo>
                  <a:cubicBezTo>
                    <a:pt x="303" y="550"/>
                    <a:pt x="314" y="550"/>
                    <a:pt x="328" y="550"/>
                  </a:cubicBezTo>
                  <a:cubicBezTo>
                    <a:pt x="480" y="528"/>
                    <a:pt x="587" y="391"/>
                    <a:pt x="565" y="239"/>
                  </a:cubicBezTo>
                  <a:cubicBezTo>
                    <a:pt x="547" y="99"/>
                    <a:pt x="427" y="1"/>
                    <a:pt x="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6" name="Google Shape;3122;p106">
              <a:extLst>
                <a:ext uri="{FF2B5EF4-FFF2-40B4-BE49-F238E27FC236}">
                  <a16:creationId xmlns:a16="http://schemas.microsoft.com/office/drawing/2014/main" id="{2358A117-F4BA-BE67-ACE0-0C6C66B5975D}"/>
                </a:ext>
              </a:extLst>
            </p:cNvPr>
            <p:cNvSpPr/>
            <p:nvPr/>
          </p:nvSpPr>
          <p:spPr>
            <a:xfrm>
              <a:off x="3775563" y="2889300"/>
              <a:ext cx="15575" cy="13850"/>
            </a:xfrm>
            <a:custGeom>
              <a:avLst/>
              <a:gdLst/>
              <a:ahLst/>
              <a:cxnLst/>
              <a:rect l="l" t="t" r="r" b="b"/>
              <a:pathLst>
                <a:path w="623" h="554" extrusionOk="0">
                  <a:moveTo>
                    <a:pt x="307" y="1"/>
                  </a:moveTo>
                  <a:cubicBezTo>
                    <a:pt x="249" y="1"/>
                    <a:pt x="190" y="19"/>
                    <a:pt x="141" y="58"/>
                  </a:cubicBezTo>
                  <a:cubicBezTo>
                    <a:pt x="22" y="151"/>
                    <a:pt x="0" y="327"/>
                    <a:pt x="91" y="446"/>
                  </a:cubicBezTo>
                  <a:cubicBezTo>
                    <a:pt x="146" y="517"/>
                    <a:pt x="226" y="553"/>
                    <a:pt x="311" y="553"/>
                  </a:cubicBezTo>
                  <a:cubicBezTo>
                    <a:pt x="369" y="553"/>
                    <a:pt x="430" y="534"/>
                    <a:pt x="476" y="495"/>
                  </a:cubicBezTo>
                  <a:cubicBezTo>
                    <a:pt x="598" y="402"/>
                    <a:pt x="622" y="228"/>
                    <a:pt x="529" y="110"/>
                  </a:cubicBezTo>
                  <a:cubicBezTo>
                    <a:pt x="474" y="39"/>
                    <a:pt x="391" y="1"/>
                    <a:pt x="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7" name="Google Shape;3123;p106">
              <a:extLst>
                <a:ext uri="{FF2B5EF4-FFF2-40B4-BE49-F238E27FC236}">
                  <a16:creationId xmlns:a16="http://schemas.microsoft.com/office/drawing/2014/main" id="{E9B90197-D2B5-458B-DA50-8AC3A7961900}"/>
                </a:ext>
              </a:extLst>
            </p:cNvPr>
            <p:cNvSpPr/>
            <p:nvPr/>
          </p:nvSpPr>
          <p:spPr>
            <a:xfrm>
              <a:off x="3446713" y="3114800"/>
              <a:ext cx="15850" cy="13750"/>
            </a:xfrm>
            <a:custGeom>
              <a:avLst/>
              <a:gdLst/>
              <a:ahLst/>
              <a:cxnLst/>
              <a:rect l="l" t="t" r="r" b="b"/>
              <a:pathLst>
                <a:path w="634" h="550" extrusionOk="0">
                  <a:moveTo>
                    <a:pt x="313" y="1"/>
                  </a:moveTo>
                  <a:cubicBezTo>
                    <a:pt x="265" y="1"/>
                    <a:pt x="216" y="13"/>
                    <a:pt x="171" y="40"/>
                  </a:cubicBezTo>
                  <a:cubicBezTo>
                    <a:pt x="42" y="120"/>
                    <a:pt x="0" y="288"/>
                    <a:pt x="80" y="420"/>
                  </a:cubicBezTo>
                  <a:cubicBezTo>
                    <a:pt x="133" y="505"/>
                    <a:pt x="223" y="549"/>
                    <a:pt x="317" y="549"/>
                  </a:cubicBezTo>
                  <a:cubicBezTo>
                    <a:pt x="367" y="549"/>
                    <a:pt x="413" y="541"/>
                    <a:pt x="463" y="513"/>
                  </a:cubicBezTo>
                  <a:cubicBezTo>
                    <a:pt x="592" y="433"/>
                    <a:pt x="634" y="260"/>
                    <a:pt x="551" y="133"/>
                  </a:cubicBezTo>
                  <a:cubicBezTo>
                    <a:pt x="497" y="48"/>
                    <a:pt x="406" y="1"/>
                    <a:pt x="3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8" name="Google Shape;3124;p106">
              <a:extLst>
                <a:ext uri="{FF2B5EF4-FFF2-40B4-BE49-F238E27FC236}">
                  <a16:creationId xmlns:a16="http://schemas.microsoft.com/office/drawing/2014/main" id="{0CBAE8D5-F295-DD48-787C-D269858A388B}"/>
                </a:ext>
              </a:extLst>
            </p:cNvPr>
            <p:cNvSpPr/>
            <p:nvPr/>
          </p:nvSpPr>
          <p:spPr>
            <a:xfrm>
              <a:off x="3757463" y="2868750"/>
              <a:ext cx="15150" cy="13750"/>
            </a:xfrm>
            <a:custGeom>
              <a:avLst/>
              <a:gdLst/>
              <a:ahLst/>
              <a:cxnLst/>
              <a:rect l="l" t="t" r="r" b="b"/>
              <a:pathLst>
                <a:path w="606" h="550" extrusionOk="0">
                  <a:moveTo>
                    <a:pt x="307" y="0"/>
                  </a:moveTo>
                  <a:cubicBezTo>
                    <a:pt x="235" y="0"/>
                    <a:pt x="164" y="28"/>
                    <a:pt x="107" y="81"/>
                  </a:cubicBezTo>
                  <a:cubicBezTo>
                    <a:pt x="0" y="191"/>
                    <a:pt x="3" y="365"/>
                    <a:pt x="110" y="475"/>
                  </a:cubicBezTo>
                  <a:cubicBezTo>
                    <a:pt x="165" y="527"/>
                    <a:pt x="234" y="549"/>
                    <a:pt x="306" y="549"/>
                  </a:cubicBezTo>
                  <a:cubicBezTo>
                    <a:pt x="375" y="549"/>
                    <a:pt x="449" y="522"/>
                    <a:pt x="504" y="472"/>
                  </a:cubicBezTo>
                  <a:cubicBezTo>
                    <a:pt x="606" y="362"/>
                    <a:pt x="606" y="189"/>
                    <a:pt x="498" y="78"/>
                  </a:cubicBezTo>
                  <a:cubicBezTo>
                    <a:pt x="444" y="26"/>
                    <a:pt x="376"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9" name="Google Shape;3125;p106">
              <a:extLst>
                <a:ext uri="{FF2B5EF4-FFF2-40B4-BE49-F238E27FC236}">
                  <a16:creationId xmlns:a16="http://schemas.microsoft.com/office/drawing/2014/main" id="{350FA83C-CAD2-341A-24CA-3E0A80E8923E}"/>
                </a:ext>
              </a:extLst>
            </p:cNvPr>
            <p:cNvSpPr/>
            <p:nvPr/>
          </p:nvSpPr>
          <p:spPr>
            <a:xfrm>
              <a:off x="3711613" y="3186825"/>
              <a:ext cx="15850" cy="13850"/>
            </a:xfrm>
            <a:custGeom>
              <a:avLst/>
              <a:gdLst/>
              <a:ahLst/>
              <a:cxnLst/>
              <a:rect l="l" t="t" r="r" b="b"/>
              <a:pathLst>
                <a:path w="634" h="554" extrusionOk="0">
                  <a:moveTo>
                    <a:pt x="315" y="0"/>
                  </a:moveTo>
                  <a:cubicBezTo>
                    <a:pt x="272" y="0"/>
                    <a:pt x="227" y="11"/>
                    <a:pt x="185" y="33"/>
                  </a:cubicBezTo>
                  <a:cubicBezTo>
                    <a:pt x="53" y="104"/>
                    <a:pt x="1" y="275"/>
                    <a:pt x="72" y="407"/>
                  </a:cubicBezTo>
                  <a:cubicBezTo>
                    <a:pt x="122" y="498"/>
                    <a:pt x="215" y="553"/>
                    <a:pt x="317" y="553"/>
                  </a:cubicBezTo>
                  <a:cubicBezTo>
                    <a:pt x="359" y="553"/>
                    <a:pt x="405" y="542"/>
                    <a:pt x="447" y="517"/>
                  </a:cubicBezTo>
                  <a:cubicBezTo>
                    <a:pt x="579" y="446"/>
                    <a:pt x="634" y="278"/>
                    <a:pt x="557" y="146"/>
                  </a:cubicBezTo>
                  <a:cubicBezTo>
                    <a:pt x="507" y="53"/>
                    <a:pt x="413"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0" name="Google Shape;3126;p106">
              <a:extLst>
                <a:ext uri="{FF2B5EF4-FFF2-40B4-BE49-F238E27FC236}">
                  <a16:creationId xmlns:a16="http://schemas.microsoft.com/office/drawing/2014/main" id="{876032ED-A1ED-4658-0003-83F7F0102690}"/>
                </a:ext>
              </a:extLst>
            </p:cNvPr>
            <p:cNvSpPr/>
            <p:nvPr/>
          </p:nvSpPr>
          <p:spPr>
            <a:xfrm>
              <a:off x="3502813" y="3174575"/>
              <a:ext cx="15775" cy="13775"/>
            </a:xfrm>
            <a:custGeom>
              <a:avLst/>
              <a:gdLst/>
              <a:ahLst/>
              <a:cxnLst/>
              <a:rect l="l" t="t" r="r" b="b"/>
              <a:pathLst>
                <a:path w="631" h="551" extrusionOk="0">
                  <a:moveTo>
                    <a:pt x="314" y="0"/>
                  </a:moveTo>
                  <a:cubicBezTo>
                    <a:pt x="228" y="0"/>
                    <a:pt x="143" y="42"/>
                    <a:pt x="91" y="118"/>
                  </a:cubicBezTo>
                  <a:cubicBezTo>
                    <a:pt x="0" y="245"/>
                    <a:pt x="30" y="413"/>
                    <a:pt x="160" y="501"/>
                  </a:cubicBezTo>
                  <a:cubicBezTo>
                    <a:pt x="207" y="537"/>
                    <a:pt x="262" y="550"/>
                    <a:pt x="317" y="550"/>
                  </a:cubicBezTo>
                  <a:cubicBezTo>
                    <a:pt x="402" y="550"/>
                    <a:pt x="490" y="509"/>
                    <a:pt x="542" y="432"/>
                  </a:cubicBezTo>
                  <a:cubicBezTo>
                    <a:pt x="631" y="311"/>
                    <a:pt x="595" y="137"/>
                    <a:pt x="471" y="52"/>
                  </a:cubicBezTo>
                  <a:cubicBezTo>
                    <a:pt x="423" y="17"/>
                    <a:pt x="368" y="0"/>
                    <a:pt x="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1" name="Google Shape;3127;p106">
              <a:extLst>
                <a:ext uri="{FF2B5EF4-FFF2-40B4-BE49-F238E27FC236}">
                  <a16:creationId xmlns:a16="http://schemas.microsoft.com/office/drawing/2014/main" id="{0920712D-30DF-304A-3FC5-EEFA5F53A986}"/>
                </a:ext>
              </a:extLst>
            </p:cNvPr>
            <p:cNvSpPr/>
            <p:nvPr/>
          </p:nvSpPr>
          <p:spPr>
            <a:xfrm>
              <a:off x="3735013" y="3172175"/>
              <a:ext cx="15575" cy="13750"/>
            </a:xfrm>
            <a:custGeom>
              <a:avLst/>
              <a:gdLst/>
              <a:ahLst/>
              <a:cxnLst/>
              <a:rect l="l" t="t" r="r" b="b"/>
              <a:pathLst>
                <a:path w="623" h="550" extrusionOk="0">
                  <a:moveTo>
                    <a:pt x="312" y="0"/>
                  </a:moveTo>
                  <a:cubicBezTo>
                    <a:pt x="255" y="0"/>
                    <a:pt x="198" y="17"/>
                    <a:pt x="149" y="52"/>
                  </a:cubicBezTo>
                  <a:cubicBezTo>
                    <a:pt x="28" y="140"/>
                    <a:pt x="1" y="313"/>
                    <a:pt x="89" y="437"/>
                  </a:cubicBezTo>
                  <a:cubicBezTo>
                    <a:pt x="141" y="511"/>
                    <a:pt x="226" y="550"/>
                    <a:pt x="309" y="550"/>
                  </a:cubicBezTo>
                  <a:cubicBezTo>
                    <a:pt x="370" y="550"/>
                    <a:pt x="425" y="533"/>
                    <a:pt x="471" y="498"/>
                  </a:cubicBezTo>
                  <a:cubicBezTo>
                    <a:pt x="595" y="410"/>
                    <a:pt x="623" y="233"/>
                    <a:pt x="535" y="112"/>
                  </a:cubicBezTo>
                  <a:cubicBezTo>
                    <a:pt x="480" y="38"/>
                    <a:pt x="396" y="0"/>
                    <a:pt x="3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2" name="Google Shape;3128;p106">
              <a:extLst>
                <a:ext uri="{FF2B5EF4-FFF2-40B4-BE49-F238E27FC236}">
                  <a16:creationId xmlns:a16="http://schemas.microsoft.com/office/drawing/2014/main" id="{9C61ACD3-4405-9B52-4212-AC41F458B0B2}"/>
                </a:ext>
              </a:extLst>
            </p:cNvPr>
            <p:cNvSpPr/>
            <p:nvPr/>
          </p:nvSpPr>
          <p:spPr>
            <a:xfrm>
              <a:off x="3790563" y="2912200"/>
              <a:ext cx="15850" cy="13800"/>
            </a:xfrm>
            <a:custGeom>
              <a:avLst/>
              <a:gdLst/>
              <a:ahLst/>
              <a:cxnLst/>
              <a:rect l="l" t="t" r="r" b="b"/>
              <a:pathLst>
                <a:path w="634" h="552" extrusionOk="0">
                  <a:moveTo>
                    <a:pt x="316" y="1"/>
                  </a:moveTo>
                  <a:cubicBezTo>
                    <a:pt x="270" y="1"/>
                    <a:pt x="223" y="12"/>
                    <a:pt x="179" y="36"/>
                  </a:cubicBezTo>
                  <a:cubicBezTo>
                    <a:pt x="50" y="113"/>
                    <a:pt x="0" y="279"/>
                    <a:pt x="77" y="413"/>
                  </a:cubicBezTo>
                  <a:cubicBezTo>
                    <a:pt x="132" y="502"/>
                    <a:pt x="226" y="551"/>
                    <a:pt x="320" y="551"/>
                  </a:cubicBezTo>
                  <a:cubicBezTo>
                    <a:pt x="369" y="551"/>
                    <a:pt x="413" y="540"/>
                    <a:pt x="455" y="515"/>
                  </a:cubicBezTo>
                  <a:cubicBezTo>
                    <a:pt x="587" y="441"/>
                    <a:pt x="633" y="276"/>
                    <a:pt x="559" y="141"/>
                  </a:cubicBezTo>
                  <a:cubicBezTo>
                    <a:pt x="507" y="51"/>
                    <a:pt x="413"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3" name="Google Shape;3129;p106">
              <a:extLst>
                <a:ext uri="{FF2B5EF4-FFF2-40B4-BE49-F238E27FC236}">
                  <a16:creationId xmlns:a16="http://schemas.microsoft.com/office/drawing/2014/main" id="{7A896ED8-19AB-1645-F38C-95D0377E2DE0}"/>
                </a:ext>
              </a:extLst>
            </p:cNvPr>
            <p:cNvSpPr/>
            <p:nvPr/>
          </p:nvSpPr>
          <p:spPr>
            <a:xfrm>
              <a:off x="3811338" y="2963200"/>
              <a:ext cx="15175" cy="13800"/>
            </a:xfrm>
            <a:custGeom>
              <a:avLst/>
              <a:gdLst/>
              <a:ahLst/>
              <a:cxnLst/>
              <a:rect l="l" t="t" r="r" b="b"/>
              <a:pathLst>
                <a:path w="607" h="552" extrusionOk="0">
                  <a:moveTo>
                    <a:pt x="299" y="1"/>
                  </a:moveTo>
                  <a:cubicBezTo>
                    <a:pt x="278" y="1"/>
                    <a:pt x="256" y="3"/>
                    <a:pt x="235" y="9"/>
                  </a:cubicBezTo>
                  <a:cubicBezTo>
                    <a:pt x="89" y="44"/>
                    <a:pt x="1" y="193"/>
                    <a:pt x="34" y="342"/>
                  </a:cubicBezTo>
                  <a:cubicBezTo>
                    <a:pt x="64" y="468"/>
                    <a:pt x="177" y="551"/>
                    <a:pt x="304" y="551"/>
                  </a:cubicBezTo>
                  <a:cubicBezTo>
                    <a:pt x="323" y="551"/>
                    <a:pt x="345" y="548"/>
                    <a:pt x="364" y="543"/>
                  </a:cubicBezTo>
                  <a:cubicBezTo>
                    <a:pt x="513" y="510"/>
                    <a:pt x="606" y="358"/>
                    <a:pt x="568" y="210"/>
                  </a:cubicBezTo>
                  <a:cubicBezTo>
                    <a:pt x="535" y="85"/>
                    <a:pt x="422" y="1"/>
                    <a:pt x="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4" name="Google Shape;3130;p106">
              <a:extLst>
                <a:ext uri="{FF2B5EF4-FFF2-40B4-BE49-F238E27FC236}">
                  <a16:creationId xmlns:a16="http://schemas.microsoft.com/office/drawing/2014/main" id="{6A443C95-C27C-B3A3-842D-FA52E5D660CF}"/>
                </a:ext>
              </a:extLst>
            </p:cNvPr>
            <p:cNvSpPr/>
            <p:nvPr/>
          </p:nvSpPr>
          <p:spPr>
            <a:xfrm>
              <a:off x="3526338" y="3188800"/>
              <a:ext cx="15725" cy="13725"/>
            </a:xfrm>
            <a:custGeom>
              <a:avLst/>
              <a:gdLst/>
              <a:ahLst/>
              <a:cxnLst/>
              <a:rect l="l" t="t" r="r" b="b"/>
              <a:pathLst>
                <a:path w="629" h="549" extrusionOk="0">
                  <a:moveTo>
                    <a:pt x="315" y="0"/>
                  </a:moveTo>
                  <a:cubicBezTo>
                    <a:pt x="215" y="0"/>
                    <a:pt x="117" y="53"/>
                    <a:pt x="69" y="147"/>
                  </a:cubicBezTo>
                  <a:cubicBezTo>
                    <a:pt x="1" y="281"/>
                    <a:pt x="53" y="449"/>
                    <a:pt x="191" y="518"/>
                  </a:cubicBezTo>
                  <a:cubicBezTo>
                    <a:pt x="229" y="540"/>
                    <a:pt x="273" y="548"/>
                    <a:pt x="314" y="548"/>
                  </a:cubicBezTo>
                  <a:cubicBezTo>
                    <a:pt x="414" y="548"/>
                    <a:pt x="510" y="493"/>
                    <a:pt x="560" y="397"/>
                  </a:cubicBezTo>
                  <a:cubicBezTo>
                    <a:pt x="628" y="265"/>
                    <a:pt x="576" y="100"/>
                    <a:pt x="444" y="31"/>
                  </a:cubicBezTo>
                  <a:cubicBezTo>
                    <a:pt x="403" y="10"/>
                    <a:pt x="359"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5" name="Google Shape;3131;p106">
              <a:extLst>
                <a:ext uri="{FF2B5EF4-FFF2-40B4-BE49-F238E27FC236}">
                  <a16:creationId xmlns:a16="http://schemas.microsoft.com/office/drawing/2014/main" id="{CE81197A-9030-44D5-02FC-338A5E868201}"/>
                </a:ext>
              </a:extLst>
            </p:cNvPr>
            <p:cNvSpPr/>
            <p:nvPr/>
          </p:nvSpPr>
          <p:spPr>
            <a:xfrm>
              <a:off x="3802738" y="2936950"/>
              <a:ext cx="15725" cy="13875"/>
            </a:xfrm>
            <a:custGeom>
              <a:avLst/>
              <a:gdLst/>
              <a:ahLst/>
              <a:cxnLst/>
              <a:rect l="l" t="t" r="r" b="b"/>
              <a:pathLst>
                <a:path w="629" h="555" extrusionOk="0">
                  <a:moveTo>
                    <a:pt x="318" y="0"/>
                  </a:moveTo>
                  <a:cubicBezTo>
                    <a:pt x="283" y="0"/>
                    <a:pt x="248" y="7"/>
                    <a:pt x="213" y="21"/>
                  </a:cubicBezTo>
                  <a:cubicBezTo>
                    <a:pt x="69" y="79"/>
                    <a:pt x="1" y="238"/>
                    <a:pt x="58" y="381"/>
                  </a:cubicBezTo>
                  <a:cubicBezTo>
                    <a:pt x="100" y="489"/>
                    <a:pt x="202" y="555"/>
                    <a:pt x="312" y="555"/>
                  </a:cubicBezTo>
                  <a:cubicBezTo>
                    <a:pt x="347" y="555"/>
                    <a:pt x="380" y="547"/>
                    <a:pt x="416" y="533"/>
                  </a:cubicBezTo>
                  <a:cubicBezTo>
                    <a:pt x="559" y="475"/>
                    <a:pt x="628" y="318"/>
                    <a:pt x="570" y="172"/>
                  </a:cubicBezTo>
                  <a:cubicBezTo>
                    <a:pt x="529" y="66"/>
                    <a:pt x="428" y="0"/>
                    <a:pt x="3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6" name="Google Shape;3132;p106">
              <a:extLst>
                <a:ext uri="{FF2B5EF4-FFF2-40B4-BE49-F238E27FC236}">
                  <a16:creationId xmlns:a16="http://schemas.microsoft.com/office/drawing/2014/main" id="{CEA4B4C1-3622-7941-7E29-3328B0B349C3}"/>
                </a:ext>
              </a:extLst>
            </p:cNvPr>
            <p:cNvSpPr/>
            <p:nvPr/>
          </p:nvSpPr>
          <p:spPr>
            <a:xfrm>
              <a:off x="3462738" y="3137200"/>
              <a:ext cx="15375" cy="13850"/>
            </a:xfrm>
            <a:custGeom>
              <a:avLst/>
              <a:gdLst/>
              <a:ahLst/>
              <a:cxnLst/>
              <a:rect l="l" t="t" r="r" b="b"/>
              <a:pathLst>
                <a:path w="615" h="554" extrusionOk="0">
                  <a:moveTo>
                    <a:pt x="310" y="1"/>
                  </a:moveTo>
                  <a:cubicBezTo>
                    <a:pt x="250" y="1"/>
                    <a:pt x="189" y="21"/>
                    <a:pt x="139" y="63"/>
                  </a:cubicBezTo>
                  <a:cubicBezTo>
                    <a:pt x="20" y="160"/>
                    <a:pt x="1" y="333"/>
                    <a:pt x="97" y="451"/>
                  </a:cubicBezTo>
                  <a:cubicBezTo>
                    <a:pt x="152" y="517"/>
                    <a:pt x="229" y="553"/>
                    <a:pt x="309" y="553"/>
                  </a:cubicBezTo>
                  <a:cubicBezTo>
                    <a:pt x="373" y="553"/>
                    <a:pt x="430" y="531"/>
                    <a:pt x="483" y="490"/>
                  </a:cubicBezTo>
                  <a:cubicBezTo>
                    <a:pt x="598" y="394"/>
                    <a:pt x="615" y="223"/>
                    <a:pt x="518" y="102"/>
                  </a:cubicBezTo>
                  <a:cubicBezTo>
                    <a:pt x="466" y="35"/>
                    <a:pt x="388"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7" name="Google Shape;3133;p106">
              <a:extLst>
                <a:ext uri="{FF2B5EF4-FFF2-40B4-BE49-F238E27FC236}">
                  <a16:creationId xmlns:a16="http://schemas.microsoft.com/office/drawing/2014/main" id="{0E9FDEB9-6542-8D04-BC83-E309004BE4A4}"/>
                </a:ext>
              </a:extLst>
            </p:cNvPr>
            <p:cNvSpPr/>
            <p:nvPr/>
          </p:nvSpPr>
          <p:spPr>
            <a:xfrm>
              <a:off x="3425588" y="2955700"/>
              <a:ext cx="15375" cy="13775"/>
            </a:xfrm>
            <a:custGeom>
              <a:avLst/>
              <a:gdLst/>
              <a:ahLst/>
              <a:cxnLst/>
              <a:rect l="l" t="t" r="r" b="b"/>
              <a:pathLst>
                <a:path w="615" h="551" extrusionOk="0">
                  <a:moveTo>
                    <a:pt x="310" y="1"/>
                  </a:moveTo>
                  <a:cubicBezTo>
                    <a:pt x="190" y="1"/>
                    <a:pt x="81" y="78"/>
                    <a:pt x="44" y="201"/>
                  </a:cubicBezTo>
                  <a:cubicBezTo>
                    <a:pt x="0" y="347"/>
                    <a:pt x="86" y="499"/>
                    <a:pt x="229" y="540"/>
                  </a:cubicBezTo>
                  <a:cubicBezTo>
                    <a:pt x="254" y="548"/>
                    <a:pt x="278" y="551"/>
                    <a:pt x="306" y="551"/>
                  </a:cubicBezTo>
                  <a:cubicBezTo>
                    <a:pt x="427" y="551"/>
                    <a:pt x="534" y="477"/>
                    <a:pt x="573" y="353"/>
                  </a:cubicBezTo>
                  <a:cubicBezTo>
                    <a:pt x="614" y="207"/>
                    <a:pt x="529" y="53"/>
                    <a:pt x="386" y="11"/>
                  </a:cubicBezTo>
                  <a:cubicBezTo>
                    <a:pt x="360" y="4"/>
                    <a:pt x="335"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8" name="Google Shape;3134;p106">
              <a:extLst>
                <a:ext uri="{FF2B5EF4-FFF2-40B4-BE49-F238E27FC236}">
                  <a16:creationId xmlns:a16="http://schemas.microsoft.com/office/drawing/2014/main" id="{C5C2DF3B-BE41-F0A6-6FDB-0FA0D1575493}"/>
                </a:ext>
              </a:extLst>
            </p:cNvPr>
            <p:cNvSpPr/>
            <p:nvPr/>
          </p:nvSpPr>
          <p:spPr>
            <a:xfrm>
              <a:off x="3635488" y="2812175"/>
              <a:ext cx="14350" cy="13750"/>
            </a:xfrm>
            <a:custGeom>
              <a:avLst/>
              <a:gdLst/>
              <a:ahLst/>
              <a:cxnLst/>
              <a:rect l="l" t="t" r="r" b="b"/>
              <a:pathLst>
                <a:path w="574" h="550" extrusionOk="0">
                  <a:moveTo>
                    <a:pt x="286" y="0"/>
                  </a:moveTo>
                  <a:cubicBezTo>
                    <a:pt x="146" y="0"/>
                    <a:pt x="25" y="107"/>
                    <a:pt x="15" y="252"/>
                  </a:cubicBezTo>
                  <a:cubicBezTo>
                    <a:pt x="1" y="401"/>
                    <a:pt x="114" y="536"/>
                    <a:pt x="265" y="549"/>
                  </a:cubicBezTo>
                  <a:lnTo>
                    <a:pt x="290" y="549"/>
                  </a:lnTo>
                  <a:cubicBezTo>
                    <a:pt x="430" y="549"/>
                    <a:pt x="551" y="442"/>
                    <a:pt x="565" y="299"/>
                  </a:cubicBezTo>
                  <a:cubicBezTo>
                    <a:pt x="573" y="147"/>
                    <a:pt x="463" y="12"/>
                    <a:pt x="312" y="1"/>
                  </a:cubicBezTo>
                  <a:cubicBezTo>
                    <a:pt x="303" y="1"/>
                    <a:pt x="295" y="0"/>
                    <a:pt x="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9" name="Google Shape;3135;p106">
              <a:extLst>
                <a:ext uri="{FF2B5EF4-FFF2-40B4-BE49-F238E27FC236}">
                  <a16:creationId xmlns:a16="http://schemas.microsoft.com/office/drawing/2014/main" id="{AB9E47C3-F038-E75B-29DB-025A9D327E9E}"/>
                </a:ext>
              </a:extLst>
            </p:cNvPr>
            <p:cNvSpPr/>
            <p:nvPr/>
          </p:nvSpPr>
          <p:spPr>
            <a:xfrm>
              <a:off x="3816363" y="2990400"/>
              <a:ext cx="14150" cy="8400"/>
            </a:xfrm>
            <a:custGeom>
              <a:avLst/>
              <a:gdLst/>
              <a:ahLst/>
              <a:cxnLst/>
              <a:rect l="l" t="t" r="r" b="b"/>
              <a:pathLst>
                <a:path w="566" h="336" extrusionOk="0">
                  <a:moveTo>
                    <a:pt x="292" y="1"/>
                  </a:moveTo>
                  <a:cubicBezTo>
                    <a:pt x="282" y="1"/>
                    <a:pt x="272" y="1"/>
                    <a:pt x="262" y="3"/>
                  </a:cubicBezTo>
                  <a:cubicBezTo>
                    <a:pt x="108" y="16"/>
                    <a:pt x="1" y="151"/>
                    <a:pt x="14" y="303"/>
                  </a:cubicBezTo>
                  <a:cubicBezTo>
                    <a:pt x="14" y="311"/>
                    <a:pt x="17" y="325"/>
                    <a:pt x="23" y="336"/>
                  </a:cubicBezTo>
                  <a:cubicBezTo>
                    <a:pt x="119" y="297"/>
                    <a:pt x="221" y="275"/>
                    <a:pt x="331" y="275"/>
                  </a:cubicBezTo>
                  <a:lnTo>
                    <a:pt x="386" y="275"/>
                  </a:lnTo>
                  <a:cubicBezTo>
                    <a:pt x="397" y="275"/>
                    <a:pt x="405" y="275"/>
                    <a:pt x="414" y="278"/>
                  </a:cubicBezTo>
                  <a:cubicBezTo>
                    <a:pt x="422" y="278"/>
                    <a:pt x="427" y="278"/>
                    <a:pt x="436" y="281"/>
                  </a:cubicBezTo>
                  <a:cubicBezTo>
                    <a:pt x="441" y="281"/>
                    <a:pt x="449" y="281"/>
                    <a:pt x="455" y="283"/>
                  </a:cubicBezTo>
                  <a:cubicBezTo>
                    <a:pt x="463" y="283"/>
                    <a:pt x="469" y="289"/>
                    <a:pt x="477" y="289"/>
                  </a:cubicBezTo>
                  <a:cubicBezTo>
                    <a:pt x="482" y="289"/>
                    <a:pt x="491" y="292"/>
                    <a:pt x="493" y="292"/>
                  </a:cubicBezTo>
                  <a:cubicBezTo>
                    <a:pt x="499" y="292"/>
                    <a:pt x="510" y="294"/>
                    <a:pt x="518" y="297"/>
                  </a:cubicBezTo>
                  <a:cubicBezTo>
                    <a:pt x="524" y="297"/>
                    <a:pt x="526" y="303"/>
                    <a:pt x="535" y="303"/>
                  </a:cubicBezTo>
                  <a:cubicBezTo>
                    <a:pt x="540" y="305"/>
                    <a:pt x="551" y="305"/>
                    <a:pt x="560" y="308"/>
                  </a:cubicBezTo>
                  <a:lnTo>
                    <a:pt x="562" y="308"/>
                  </a:lnTo>
                  <a:cubicBezTo>
                    <a:pt x="565" y="289"/>
                    <a:pt x="565" y="267"/>
                    <a:pt x="562" y="248"/>
                  </a:cubicBezTo>
                  <a:cubicBezTo>
                    <a:pt x="547" y="106"/>
                    <a:pt x="428" y="1"/>
                    <a:pt x="2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0" name="Google Shape;3136;p106">
              <a:extLst>
                <a:ext uri="{FF2B5EF4-FFF2-40B4-BE49-F238E27FC236}">
                  <a16:creationId xmlns:a16="http://schemas.microsoft.com/office/drawing/2014/main" id="{DC480024-99C3-7E07-6918-A8EC6507D082}"/>
                </a:ext>
              </a:extLst>
            </p:cNvPr>
            <p:cNvSpPr/>
            <p:nvPr/>
          </p:nvSpPr>
          <p:spPr>
            <a:xfrm>
              <a:off x="3810788" y="3060525"/>
              <a:ext cx="15250" cy="13850"/>
            </a:xfrm>
            <a:custGeom>
              <a:avLst/>
              <a:gdLst/>
              <a:ahLst/>
              <a:cxnLst/>
              <a:rect l="l" t="t" r="r" b="b"/>
              <a:pathLst>
                <a:path w="610" h="554" extrusionOk="0">
                  <a:moveTo>
                    <a:pt x="308" y="0"/>
                  </a:moveTo>
                  <a:cubicBezTo>
                    <a:pt x="186" y="0"/>
                    <a:pt x="74" y="81"/>
                    <a:pt x="39" y="209"/>
                  </a:cubicBezTo>
                  <a:cubicBezTo>
                    <a:pt x="1" y="352"/>
                    <a:pt x="92" y="504"/>
                    <a:pt x="237" y="542"/>
                  </a:cubicBezTo>
                  <a:cubicBezTo>
                    <a:pt x="262" y="551"/>
                    <a:pt x="287" y="553"/>
                    <a:pt x="306" y="553"/>
                  </a:cubicBezTo>
                  <a:cubicBezTo>
                    <a:pt x="430" y="553"/>
                    <a:pt x="540" y="471"/>
                    <a:pt x="576" y="344"/>
                  </a:cubicBezTo>
                  <a:cubicBezTo>
                    <a:pt x="609" y="196"/>
                    <a:pt x="524" y="44"/>
                    <a:pt x="375" y="8"/>
                  </a:cubicBezTo>
                  <a:cubicBezTo>
                    <a:pt x="353" y="3"/>
                    <a:pt x="330" y="0"/>
                    <a:pt x="3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1" name="Google Shape;3137;p106">
              <a:extLst>
                <a:ext uri="{FF2B5EF4-FFF2-40B4-BE49-F238E27FC236}">
                  <a16:creationId xmlns:a16="http://schemas.microsoft.com/office/drawing/2014/main" id="{106D0EE8-7EBB-BF9C-9896-129DDC90F1C2}"/>
                </a:ext>
              </a:extLst>
            </p:cNvPr>
            <p:cNvSpPr/>
            <p:nvPr/>
          </p:nvSpPr>
          <p:spPr>
            <a:xfrm>
              <a:off x="3774513" y="3134025"/>
              <a:ext cx="15450" cy="13925"/>
            </a:xfrm>
            <a:custGeom>
              <a:avLst/>
              <a:gdLst/>
              <a:ahLst/>
              <a:cxnLst/>
              <a:rect l="l" t="t" r="r" b="b"/>
              <a:pathLst>
                <a:path w="618" h="557" extrusionOk="0">
                  <a:moveTo>
                    <a:pt x="309" y="0"/>
                  </a:moveTo>
                  <a:cubicBezTo>
                    <a:pt x="227" y="0"/>
                    <a:pt x="146" y="36"/>
                    <a:pt x="92" y="108"/>
                  </a:cubicBezTo>
                  <a:cubicBezTo>
                    <a:pt x="1" y="226"/>
                    <a:pt x="17" y="399"/>
                    <a:pt x="141" y="493"/>
                  </a:cubicBezTo>
                  <a:cubicBezTo>
                    <a:pt x="188" y="534"/>
                    <a:pt x="251" y="556"/>
                    <a:pt x="309" y="556"/>
                  </a:cubicBezTo>
                  <a:cubicBezTo>
                    <a:pt x="392" y="556"/>
                    <a:pt x="472" y="521"/>
                    <a:pt x="527" y="449"/>
                  </a:cubicBezTo>
                  <a:cubicBezTo>
                    <a:pt x="618" y="325"/>
                    <a:pt x="598" y="152"/>
                    <a:pt x="477" y="58"/>
                  </a:cubicBezTo>
                  <a:cubicBezTo>
                    <a:pt x="428" y="20"/>
                    <a:pt x="368" y="0"/>
                    <a:pt x="3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 name="Google Shape;3138;p106">
              <a:extLst>
                <a:ext uri="{FF2B5EF4-FFF2-40B4-BE49-F238E27FC236}">
                  <a16:creationId xmlns:a16="http://schemas.microsoft.com/office/drawing/2014/main" id="{C9FD9643-8C3F-427C-E3B0-4DAD0C16407F}"/>
                </a:ext>
              </a:extLst>
            </p:cNvPr>
            <p:cNvSpPr/>
            <p:nvPr/>
          </p:nvSpPr>
          <p:spPr>
            <a:xfrm>
              <a:off x="3481663" y="3157250"/>
              <a:ext cx="15250" cy="13900"/>
            </a:xfrm>
            <a:custGeom>
              <a:avLst/>
              <a:gdLst/>
              <a:ahLst/>
              <a:cxnLst/>
              <a:rect l="l" t="t" r="r" b="b"/>
              <a:pathLst>
                <a:path w="610" h="556" extrusionOk="0">
                  <a:moveTo>
                    <a:pt x="305" y="1"/>
                  </a:moveTo>
                  <a:cubicBezTo>
                    <a:pt x="232" y="1"/>
                    <a:pt x="158" y="31"/>
                    <a:pt x="103" y="90"/>
                  </a:cubicBezTo>
                  <a:cubicBezTo>
                    <a:pt x="1" y="200"/>
                    <a:pt x="6" y="373"/>
                    <a:pt x="117" y="481"/>
                  </a:cubicBezTo>
                  <a:cubicBezTo>
                    <a:pt x="169" y="528"/>
                    <a:pt x="238" y="555"/>
                    <a:pt x="304" y="555"/>
                  </a:cubicBezTo>
                  <a:cubicBezTo>
                    <a:pt x="378" y="555"/>
                    <a:pt x="450" y="525"/>
                    <a:pt x="505" y="467"/>
                  </a:cubicBezTo>
                  <a:cubicBezTo>
                    <a:pt x="609" y="351"/>
                    <a:pt x="598" y="181"/>
                    <a:pt x="488" y="73"/>
                  </a:cubicBezTo>
                  <a:cubicBezTo>
                    <a:pt x="437" y="25"/>
                    <a:pt x="372" y="1"/>
                    <a:pt x="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 name="Google Shape;3139;p106">
              <a:extLst>
                <a:ext uri="{FF2B5EF4-FFF2-40B4-BE49-F238E27FC236}">
                  <a16:creationId xmlns:a16="http://schemas.microsoft.com/office/drawing/2014/main" id="{866D0B41-E9E8-6FCA-FF12-B9B0D4FA9B34}"/>
                </a:ext>
              </a:extLst>
            </p:cNvPr>
            <p:cNvSpPr/>
            <p:nvPr/>
          </p:nvSpPr>
          <p:spPr>
            <a:xfrm>
              <a:off x="3756288" y="3154475"/>
              <a:ext cx="15225" cy="13850"/>
            </a:xfrm>
            <a:custGeom>
              <a:avLst/>
              <a:gdLst/>
              <a:ahLst/>
              <a:cxnLst/>
              <a:rect l="l" t="t" r="r" b="b"/>
              <a:pathLst>
                <a:path w="609" h="554" extrusionOk="0">
                  <a:moveTo>
                    <a:pt x="301" y="1"/>
                  </a:moveTo>
                  <a:cubicBezTo>
                    <a:pt x="233" y="1"/>
                    <a:pt x="166" y="26"/>
                    <a:pt x="113" y="77"/>
                  </a:cubicBezTo>
                  <a:cubicBezTo>
                    <a:pt x="3" y="182"/>
                    <a:pt x="0" y="358"/>
                    <a:pt x="105" y="468"/>
                  </a:cubicBezTo>
                  <a:cubicBezTo>
                    <a:pt x="160" y="523"/>
                    <a:pt x="234" y="553"/>
                    <a:pt x="306" y="553"/>
                  </a:cubicBezTo>
                  <a:cubicBezTo>
                    <a:pt x="375" y="553"/>
                    <a:pt x="444" y="526"/>
                    <a:pt x="496" y="473"/>
                  </a:cubicBezTo>
                  <a:cubicBezTo>
                    <a:pt x="606" y="372"/>
                    <a:pt x="609" y="195"/>
                    <a:pt x="501" y="85"/>
                  </a:cubicBezTo>
                  <a:cubicBezTo>
                    <a:pt x="445" y="29"/>
                    <a:pt x="372" y="1"/>
                    <a:pt x="3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 name="Google Shape;3140;p106">
              <a:extLst>
                <a:ext uri="{FF2B5EF4-FFF2-40B4-BE49-F238E27FC236}">
                  <a16:creationId xmlns:a16="http://schemas.microsoft.com/office/drawing/2014/main" id="{343FC3D7-83E1-960F-F54A-D69B8767D8DE}"/>
                </a:ext>
              </a:extLst>
            </p:cNvPr>
            <p:cNvSpPr/>
            <p:nvPr/>
          </p:nvSpPr>
          <p:spPr>
            <a:xfrm>
              <a:off x="3802063" y="3086600"/>
              <a:ext cx="15625" cy="13850"/>
            </a:xfrm>
            <a:custGeom>
              <a:avLst/>
              <a:gdLst/>
              <a:ahLst/>
              <a:cxnLst/>
              <a:rect l="l" t="t" r="r" b="b"/>
              <a:pathLst>
                <a:path w="625" h="554" extrusionOk="0">
                  <a:moveTo>
                    <a:pt x="310" y="0"/>
                  </a:moveTo>
                  <a:cubicBezTo>
                    <a:pt x="202" y="0"/>
                    <a:pt x="101" y="66"/>
                    <a:pt x="58" y="171"/>
                  </a:cubicBezTo>
                  <a:cubicBezTo>
                    <a:pt x="0" y="312"/>
                    <a:pt x="63" y="474"/>
                    <a:pt x="207" y="532"/>
                  </a:cubicBezTo>
                  <a:cubicBezTo>
                    <a:pt x="240" y="546"/>
                    <a:pt x="278" y="554"/>
                    <a:pt x="308" y="554"/>
                  </a:cubicBezTo>
                  <a:cubicBezTo>
                    <a:pt x="419" y="554"/>
                    <a:pt x="523" y="491"/>
                    <a:pt x="564" y="380"/>
                  </a:cubicBezTo>
                  <a:cubicBezTo>
                    <a:pt x="625" y="240"/>
                    <a:pt x="556" y="78"/>
                    <a:pt x="416" y="23"/>
                  </a:cubicBezTo>
                  <a:cubicBezTo>
                    <a:pt x="381" y="8"/>
                    <a:pt x="345"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5" name="Google Shape;3141;p106">
              <a:extLst>
                <a:ext uri="{FF2B5EF4-FFF2-40B4-BE49-F238E27FC236}">
                  <a16:creationId xmlns:a16="http://schemas.microsoft.com/office/drawing/2014/main" id="{2785F71F-1491-47A6-D3EA-49611810B9C8}"/>
                </a:ext>
              </a:extLst>
            </p:cNvPr>
            <p:cNvSpPr/>
            <p:nvPr/>
          </p:nvSpPr>
          <p:spPr>
            <a:xfrm>
              <a:off x="3816013" y="3037175"/>
              <a:ext cx="14275" cy="10150"/>
            </a:xfrm>
            <a:custGeom>
              <a:avLst/>
              <a:gdLst/>
              <a:ahLst/>
              <a:cxnLst/>
              <a:rect l="l" t="t" r="r" b="b"/>
              <a:pathLst>
                <a:path w="571" h="406" extrusionOk="0">
                  <a:moveTo>
                    <a:pt x="50" y="1"/>
                  </a:moveTo>
                  <a:cubicBezTo>
                    <a:pt x="34" y="31"/>
                    <a:pt x="23" y="61"/>
                    <a:pt x="20" y="100"/>
                  </a:cubicBezTo>
                  <a:cubicBezTo>
                    <a:pt x="1" y="249"/>
                    <a:pt x="111" y="386"/>
                    <a:pt x="262" y="403"/>
                  </a:cubicBezTo>
                  <a:cubicBezTo>
                    <a:pt x="271" y="406"/>
                    <a:pt x="284" y="406"/>
                    <a:pt x="295" y="406"/>
                  </a:cubicBezTo>
                  <a:cubicBezTo>
                    <a:pt x="433" y="406"/>
                    <a:pt x="551" y="304"/>
                    <a:pt x="565" y="163"/>
                  </a:cubicBezTo>
                  <a:cubicBezTo>
                    <a:pt x="571" y="116"/>
                    <a:pt x="565" y="72"/>
                    <a:pt x="549" y="31"/>
                  </a:cubicBezTo>
                  <a:cubicBezTo>
                    <a:pt x="483" y="48"/>
                    <a:pt x="414" y="59"/>
                    <a:pt x="342" y="59"/>
                  </a:cubicBezTo>
                  <a:cubicBezTo>
                    <a:pt x="243" y="56"/>
                    <a:pt x="144" y="34"/>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6" name="Google Shape;3142;p106">
              <a:extLst>
                <a:ext uri="{FF2B5EF4-FFF2-40B4-BE49-F238E27FC236}">
                  <a16:creationId xmlns:a16="http://schemas.microsoft.com/office/drawing/2014/main" id="{BFD4A9A0-FE90-E7BD-1DC2-E81B584D7263}"/>
                </a:ext>
              </a:extLst>
            </p:cNvPr>
            <p:cNvSpPr/>
            <p:nvPr/>
          </p:nvSpPr>
          <p:spPr>
            <a:xfrm>
              <a:off x="3789863" y="3111250"/>
              <a:ext cx="15725" cy="13775"/>
            </a:xfrm>
            <a:custGeom>
              <a:avLst/>
              <a:gdLst/>
              <a:ahLst/>
              <a:cxnLst/>
              <a:rect l="l" t="t" r="r" b="b"/>
              <a:pathLst>
                <a:path w="629" h="551" extrusionOk="0">
                  <a:moveTo>
                    <a:pt x="311" y="0"/>
                  </a:moveTo>
                  <a:cubicBezTo>
                    <a:pt x="217" y="0"/>
                    <a:pt x="127" y="48"/>
                    <a:pt x="78" y="138"/>
                  </a:cubicBezTo>
                  <a:cubicBezTo>
                    <a:pt x="1" y="270"/>
                    <a:pt x="42" y="438"/>
                    <a:pt x="174" y="518"/>
                  </a:cubicBezTo>
                  <a:cubicBezTo>
                    <a:pt x="218" y="540"/>
                    <a:pt x="265" y="551"/>
                    <a:pt x="315" y="551"/>
                  </a:cubicBezTo>
                  <a:cubicBezTo>
                    <a:pt x="408" y="551"/>
                    <a:pt x="502" y="504"/>
                    <a:pt x="551" y="413"/>
                  </a:cubicBezTo>
                  <a:cubicBezTo>
                    <a:pt x="628" y="284"/>
                    <a:pt x="584" y="113"/>
                    <a:pt x="452" y="39"/>
                  </a:cubicBezTo>
                  <a:cubicBezTo>
                    <a:pt x="408" y="13"/>
                    <a:pt x="359" y="0"/>
                    <a:pt x="3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 name="Google Shape;3143;p106">
              <a:extLst>
                <a:ext uri="{FF2B5EF4-FFF2-40B4-BE49-F238E27FC236}">
                  <a16:creationId xmlns:a16="http://schemas.microsoft.com/office/drawing/2014/main" id="{FD101290-909B-BCDC-9B9F-0AC1574DAD0F}"/>
                </a:ext>
              </a:extLst>
            </p:cNvPr>
            <p:cNvSpPr/>
            <p:nvPr/>
          </p:nvSpPr>
          <p:spPr>
            <a:xfrm>
              <a:off x="3578588" y="3206775"/>
              <a:ext cx="15025" cy="13700"/>
            </a:xfrm>
            <a:custGeom>
              <a:avLst/>
              <a:gdLst/>
              <a:ahLst/>
              <a:cxnLst/>
              <a:rect l="l" t="t" r="r" b="b"/>
              <a:pathLst>
                <a:path w="601" h="548" extrusionOk="0">
                  <a:moveTo>
                    <a:pt x="299" y="0"/>
                  </a:moveTo>
                  <a:cubicBezTo>
                    <a:pt x="170" y="0"/>
                    <a:pt x="57" y="90"/>
                    <a:pt x="33" y="218"/>
                  </a:cubicBezTo>
                  <a:cubicBezTo>
                    <a:pt x="0" y="366"/>
                    <a:pt x="102" y="515"/>
                    <a:pt x="248" y="542"/>
                  </a:cubicBezTo>
                  <a:cubicBezTo>
                    <a:pt x="267" y="545"/>
                    <a:pt x="284" y="545"/>
                    <a:pt x="300" y="548"/>
                  </a:cubicBezTo>
                  <a:cubicBezTo>
                    <a:pt x="432" y="548"/>
                    <a:pt x="545" y="460"/>
                    <a:pt x="570" y="325"/>
                  </a:cubicBezTo>
                  <a:cubicBezTo>
                    <a:pt x="600" y="176"/>
                    <a:pt x="504" y="33"/>
                    <a:pt x="355" y="6"/>
                  </a:cubicBezTo>
                  <a:cubicBezTo>
                    <a:pt x="336" y="2"/>
                    <a:pt x="318" y="0"/>
                    <a:pt x="2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 name="Google Shape;3144;p106">
              <a:extLst>
                <a:ext uri="{FF2B5EF4-FFF2-40B4-BE49-F238E27FC236}">
                  <a16:creationId xmlns:a16="http://schemas.microsoft.com/office/drawing/2014/main" id="{9CCE2287-778F-2748-99C4-05A7C46AAB63}"/>
                </a:ext>
              </a:extLst>
            </p:cNvPr>
            <p:cNvSpPr/>
            <p:nvPr/>
          </p:nvSpPr>
          <p:spPr>
            <a:xfrm>
              <a:off x="3553463" y="2821725"/>
              <a:ext cx="15650" cy="13825"/>
            </a:xfrm>
            <a:custGeom>
              <a:avLst/>
              <a:gdLst/>
              <a:ahLst/>
              <a:cxnLst/>
              <a:rect l="l" t="t" r="r" b="b"/>
              <a:pathLst>
                <a:path w="626" h="553" extrusionOk="0">
                  <a:moveTo>
                    <a:pt x="315" y="1"/>
                  </a:moveTo>
                  <a:cubicBezTo>
                    <a:pt x="286" y="1"/>
                    <a:pt x="256" y="6"/>
                    <a:pt x="226" y="16"/>
                  </a:cubicBezTo>
                  <a:cubicBezTo>
                    <a:pt x="80" y="63"/>
                    <a:pt x="0" y="220"/>
                    <a:pt x="53" y="363"/>
                  </a:cubicBezTo>
                  <a:cubicBezTo>
                    <a:pt x="91" y="484"/>
                    <a:pt x="199" y="553"/>
                    <a:pt x="314" y="553"/>
                  </a:cubicBezTo>
                  <a:cubicBezTo>
                    <a:pt x="342" y="553"/>
                    <a:pt x="372" y="550"/>
                    <a:pt x="405" y="539"/>
                  </a:cubicBezTo>
                  <a:cubicBezTo>
                    <a:pt x="548" y="489"/>
                    <a:pt x="625" y="335"/>
                    <a:pt x="576" y="187"/>
                  </a:cubicBezTo>
                  <a:cubicBezTo>
                    <a:pt x="539" y="73"/>
                    <a:pt x="430" y="1"/>
                    <a:pt x="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 name="Google Shape;3145;p106">
              <a:extLst>
                <a:ext uri="{FF2B5EF4-FFF2-40B4-BE49-F238E27FC236}">
                  <a16:creationId xmlns:a16="http://schemas.microsoft.com/office/drawing/2014/main" id="{1F6E2AE0-7BD0-E094-68F7-5378617B46E1}"/>
                </a:ext>
              </a:extLst>
            </p:cNvPr>
            <p:cNvSpPr/>
            <p:nvPr/>
          </p:nvSpPr>
          <p:spPr>
            <a:xfrm>
              <a:off x="3434738" y="2929825"/>
              <a:ext cx="15775" cy="13850"/>
            </a:xfrm>
            <a:custGeom>
              <a:avLst/>
              <a:gdLst/>
              <a:ahLst/>
              <a:cxnLst/>
              <a:rect l="l" t="t" r="r" b="b"/>
              <a:pathLst>
                <a:path w="631" h="554" extrusionOk="0">
                  <a:moveTo>
                    <a:pt x="315" y="1"/>
                  </a:moveTo>
                  <a:cubicBezTo>
                    <a:pt x="209" y="1"/>
                    <a:pt x="109" y="64"/>
                    <a:pt x="64" y="165"/>
                  </a:cubicBezTo>
                  <a:cubicBezTo>
                    <a:pt x="0" y="306"/>
                    <a:pt x="67" y="468"/>
                    <a:pt x="204" y="529"/>
                  </a:cubicBezTo>
                  <a:cubicBezTo>
                    <a:pt x="237" y="548"/>
                    <a:pt x="279" y="554"/>
                    <a:pt x="314" y="554"/>
                  </a:cubicBezTo>
                  <a:cubicBezTo>
                    <a:pt x="422" y="554"/>
                    <a:pt x="521" y="493"/>
                    <a:pt x="568" y="388"/>
                  </a:cubicBezTo>
                  <a:cubicBezTo>
                    <a:pt x="631" y="251"/>
                    <a:pt x="565" y="88"/>
                    <a:pt x="427" y="25"/>
                  </a:cubicBezTo>
                  <a:cubicBezTo>
                    <a:pt x="391" y="9"/>
                    <a:pt x="353" y="1"/>
                    <a:pt x="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 name="Google Shape;3146;p106">
              <a:extLst>
                <a:ext uri="{FF2B5EF4-FFF2-40B4-BE49-F238E27FC236}">
                  <a16:creationId xmlns:a16="http://schemas.microsoft.com/office/drawing/2014/main" id="{4D0FBF3E-DEB6-8E2A-40BD-DA78DD79F67E}"/>
                </a:ext>
              </a:extLst>
            </p:cNvPr>
            <p:cNvSpPr/>
            <p:nvPr/>
          </p:nvSpPr>
          <p:spPr>
            <a:xfrm>
              <a:off x="3483063" y="2863375"/>
              <a:ext cx="15300" cy="13825"/>
            </a:xfrm>
            <a:custGeom>
              <a:avLst/>
              <a:gdLst/>
              <a:ahLst/>
              <a:cxnLst/>
              <a:rect l="l" t="t" r="r" b="b"/>
              <a:pathLst>
                <a:path w="612" h="553" extrusionOk="0">
                  <a:moveTo>
                    <a:pt x="308" y="1"/>
                  </a:moveTo>
                  <a:cubicBezTo>
                    <a:pt x="241" y="1"/>
                    <a:pt x="173" y="25"/>
                    <a:pt x="118" y="73"/>
                  </a:cubicBezTo>
                  <a:cubicBezTo>
                    <a:pt x="6" y="178"/>
                    <a:pt x="0" y="349"/>
                    <a:pt x="102" y="461"/>
                  </a:cubicBezTo>
                  <a:cubicBezTo>
                    <a:pt x="154" y="522"/>
                    <a:pt x="226" y="552"/>
                    <a:pt x="306" y="552"/>
                  </a:cubicBezTo>
                  <a:cubicBezTo>
                    <a:pt x="372" y="552"/>
                    <a:pt x="435" y="530"/>
                    <a:pt x="490" y="481"/>
                  </a:cubicBezTo>
                  <a:cubicBezTo>
                    <a:pt x="606" y="376"/>
                    <a:pt x="611" y="205"/>
                    <a:pt x="512" y="90"/>
                  </a:cubicBezTo>
                  <a:cubicBezTo>
                    <a:pt x="457" y="30"/>
                    <a:pt x="383" y="1"/>
                    <a:pt x="3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 name="Google Shape;3147;p106">
              <a:extLst>
                <a:ext uri="{FF2B5EF4-FFF2-40B4-BE49-F238E27FC236}">
                  <a16:creationId xmlns:a16="http://schemas.microsoft.com/office/drawing/2014/main" id="{D0DED21E-D813-7344-22DC-23F43F249406}"/>
                </a:ext>
              </a:extLst>
            </p:cNvPr>
            <p:cNvSpPr/>
            <p:nvPr/>
          </p:nvSpPr>
          <p:spPr>
            <a:xfrm>
              <a:off x="3463913" y="2883250"/>
              <a:ext cx="15450" cy="13825"/>
            </a:xfrm>
            <a:custGeom>
              <a:avLst/>
              <a:gdLst/>
              <a:ahLst/>
              <a:cxnLst/>
              <a:rect l="l" t="t" r="r" b="b"/>
              <a:pathLst>
                <a:path w="618" h="553" extrusionOk="0">
                  <a:moveTo>
                    <a:pt x="307" y="0"/>
                  </a:moveTo>
                  <a:cubicBezTo>
                    <a:pt x="229" y="0"/>
                    <a:pt x="151" y="34"/>
                    <a:pt x="97" y="99"/>
                  </a:cubicBezTo>
                  <a:cubicBezTo>
                    <a:pt x="1" y="222"/>
                    <a:pt x="14" y="393"/>
                    <a:pt x="133" y="490"/>
                  </a:cubicBezTo>
                  <a:cubicBezTo>
                    <a:pt x="182" y="534"/>
                    <a:pt x="248" y="553"/>
                    <a:pt x="306" y="553"/>
                  </a:cubicBezTo>
                  <a:cubicBezTo>
                    <a:pt x="386" y="553"/>
                    <a:pt x="466" y="517"/>
                    <a:pt x="521" y="451"/>
                  </a:cubicBezTo>
                  <a:cubicBezTo>
                    <a:pt x="617" y="335"/>
                    <a:pt x="601" y="162"/>
                    <a:pt x="482" y="63"/>
                  </a:cubicBezTo>
                  <a:cubicBezTo>
                    <a:pt x="431" y="21"/>
                    <a:pt x="369"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 name="Google Shape;3148;p106">
              <a:extLst>
                <a:ext uri="{FF2B5EF4-FFF2-40B4-BE49-F238E27FC236}">
                  <a16:creationId xmlns:a16="http://schemas.microsoft.com/office/drawing/2014/main" id="{D30BD828-210F-50F6-982E-7B53039BA224}"/>
                </a:ext>
              </a:extLst>
            </p:cNvPr>
            <p:cNvSpPr/>
            <p:nvPr/>
          </p:nvSpPr>
          <p:spPr>
            <a:xfrm>
              <a:off x="3447688" y="2905650"/>
              <a:ext cx="15775" cy="13800"/>
            </a:xfrm>
            <a:custGeom>
              <a:avLst/>
              <a:gdLst/>
              <a:ahLst/>
              <a:cxnLst/>
              <a:rect l="l" t="t" r="r" b="b"/>
              <a:pathLst>
                <a:path w="631" h="552" extrusionOk="0">
                  <a:moveTo>
                    <a:pt x="314" y="1"/>
                  </a:moveTo>
                  <a:cubicBezTo>
                    <a:pt x="223" y="1"/>
                    <a:pt x="133" y="46"/>
                    <a:pt x="80" y="130"/>
                  </a:cubicBezTo>
                  <a:cubicBezTo>
                    <a:pt x="0" y="257"/>
                    <a:pt x="41" y="430"/>
                    <a:pt x="168" y="510"/>
                  </a:cubicBezTo>
                  <a:cubicBezTo>
                    <a:pt x="212" y="538"/>
                    <a:pt x="262" y="552"/>
                    <a:pt x="311" y="552"/>
                  </a:cubicBezTo>
                  <a:cubicBezTo>
                    <a:pt x="405" y="552"/>
                    <a:pt x="496" y="502"/>
                    <a:pt x="545" y="419"/>
                  </a:cubicBezTo>
                  <a:cubicBezTo>
                    <a:pt x="630" y="290"/>
                    <a:pt x="586" y="119"/>
                    <a:pt x="457" y="42"/>
                  </a:cubicBezTo>
                  <a:cubicBezTo>
                    <a:pt x="412" y="14"/>
                    <a:pt x="363" y="1"/>
                    <a:pt x="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3" name="Google Shape;3149;p106">
              <a:extLst>
                <a:ext uri="{FF2B5EF4-FFF2-40B4-BE49-F238E27FC236}">
                  <a16:creationId xmlns:a16="http://schemas.microsoft.com/office/drawing/2014/main" id="{83E80659-9996-18C5-30B1-BEEB679E4581}"/>
                </a:ext>
              </a:extLst>
            </p:cNvPr>
            <p:cNvSpPr/>
            <p:nvPr/>
          </p:nvSpPr>
          <p:spPr>
            <a:xfrm>
              <a:off x="3551738" y="3199575"/>
              <a:ext cx="15500" cy="13825"/>
            </a:xfrm>
            <a:custGeom>
              <a:avLst/>
              <a:gdLst/>
              <a:ahLst/>
              <a:cxnLst/>
              <a:rect l="l" t="t" r="r" b="b"/>
              <a:pathLst>
                <a:path w="620" h="553" extrusionOk="0">
                  <a:moveTo>
                    <a:pt x="311" y="1"/>
                  </a:moveTo>
                  <a:cubicBezTo>
                    <a:pt x="197" y="1"/>
                    <a:pt x="92" y="73"/>
                    <a:pt x="50" y="186"/>
                  </a:cubicBezTo>
                  <a:cubicBezTo>
                    <a:pt x="1" y="332"/>
                    <a:pt x="75" y="486"/>
                    <a:pt x="221" y="539"/>
                  </a:cubicBezTo>
                  <a:cubicBezTo>
                    <a:pt x="254" y="544"/>
                    <a:pt x="284" y="552"/>
                    <a:pt x="312" y="552"/>
                  </a:cubicBezTo>
                  <a:cubicBezTo>
                    <a:pt x="427" y="552"/>
                    <a:pt x="532" y="481"/>
                    <a:pt x="573" y="365"/>
                  </a:cubicBezTo>
                  <a:cubicBezTo>
                    <a:pt x="620" y="222"/>
                    <a:pt x="548" y="68"/>
                    <a:pt x="400" y="16"/>
                  </a:cubicBezTo>
                  <a:cubicBezTo>
                    <a:pt x="370" y="5"/>
                    <a:pt x="340" y="1"/>
                    <a:pt x="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4" name="Google Shape;3150;p106">
              <a:extLst>
                <a:ext uri="{FF2B5EF4-FFF2-40B4-BE49-F238E27FC236}">
                  <a16:creationId xmlns:a16="http://schemas.microsoft.com/office/drawing/2014/main" id="{2828D1C6-A092-E39E-5AC2-9A4A3DE3A20F}"/>
                </a:ext>
              </a:extLst>
            </p:cNvPr>
            <p:cNvSpPr/>
            <p:nvPr/>
          </p:nvSpPr>
          <p:spPr>
            <a:xfrm>
              <a:off x="3527988" y="2832350"/>
              <a:ext cx="15725" cy="13800"/>
            </a:xfrm>
            <a:custGeom>
              <a:avLst/>
              <a:gdLst/>
              <a:ahLst/>
              <a:cxnLst/>
              <a:rect l="l" t="t" r="r" b="b"/>
              <a:pathLst>
                <a:path w="629" h="552" extrusionOk="0">
                  <a:moveTo>
                    <a:pt x="313" y="1"/>
                  </a:moveTo>
                  <a:cubicBezTo>
                    <a:pt x="272" y="1"/>
                    <a:pt x="230" y="10"/>
                    <a:pt x="191" y="29"/>
                  </a:cubicBezTo>
                  <a:lnTo>
                    <a:pt x="191" y="31"/>
                  </a:lnTo>
                  <a:cubicBezTo>
                    <a:pt x="56" y="97"/>
                    <a:pt x="1" y="263"/>
                    <a:pt x="70" y="400"/>
                  </a:cubicBezTo>
                  <a:cubicBezTo>
                    <a:pt x="119" y="497"/>
                    <a:pt x="218" y="552"/>
                    <a:pt x="315" y="552"/>
                  </a:cubicBezTo>
                  <a:cubicBezTo>
                    <a:pt x="356" y="552"/>
                    <a:pt x="397" y="543"/>
                    <a:pt x="438" y="519"/>
                  </a:cubicBezTo>
                  <a:cubicBezTo>
                    <a:pt x="573" y="453"/>
                    <a:pt x="628" y="285"/>
                    <a:pt x="560" y="150"/>
                  </a:cubicBezTo>
                  <a:cubicBezTo>
                    <a:pt x="513" y="56"/>
                    <a:pt x="415" y="1"/>
                    <a:pt x="3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5" name="Google Shape;3151;p106">
              <a:extLst>
                <a:ext uri="{FF2B5EF4-FFF2-40B4-BE49-F238E27FC236}">
                  <a16:creationId xmlns:a16="http://schemas.microsoft.com/office/drawing/2014/main" id="{53401D3F-F5C9-9FD1-9689-2ED5ED6E7C98}"/>
                </a:ext>
              </a:extLst>
            </p:cNvPr>
            <p:cNvSpPr/>
            <p:nvPr/>
          </p:nvSpPr>
          <p:spPr>
            <a:xfrm>
              <a:off x="3688363" y="2824475"/>
              <a:ext cx="15650" cy="13775"/>
            </a:xfrm>
            <a:custGeom>
              <a:avLst/>
              <a:gdLst/>
              <a:ahLst/>
              <a:cxnLst/>
              <a:rect l="l" t="t" r="r" b="b"/>
              <a:pathLst>
                <a:path w="626" h="551" extrusionOk="0">
                  <a:moveTo>
                    <a:pt x="311" y="0"/>
                  </a:moveTo>
                  <a:cubicBezTo>
                    <a:pt x="200" y="0"/>
                    <a:pt x="96" y="68"/>
                    <a:pt x="55" y="178"/>
                  </a:cubicBezTo>
                  <a:cubicBezTo>
                    <a:pt x="0" y="316"/>
                    <a:pt x="72" y="476"/>
                    <a:pt x="215" y="531"/>
                  </a:cubicBezTo>
                  <a:cubicBezTo>
                    <a:pt x="248" y="542"/>
                    <a:pt x="281" y="550"/>
                    <a:pt x="314" y="550"/>
                  </a:cubicBezTo>
                  <a:cubicBezTo>
                    <a:pt x="424" y="550"/>
                    <a:pt x="529" y="484"/>
                    <a:pt x="570" y="374"/>
                  </a:cubicBezTo>
                  <a:cubicBezTo>
                    <a:pt x="625" y="228"/>
                    <a:pt x="551" y="71"/>
                    <a:pt x="410" y="19"/>
                  </a:cubicBezTo>
                  <a:cubicBezTo>
                    <a:pt x="378" y="6"/>
                    <a:pt x="344" y="0"/>
                    <a:pt x="3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6" name="Google Shape;3152;p106">
              <a:extLst>
                <a:ext uri="{FF2B5EF4-FFF2-40B4-BE49-F238E27FC236}">
                  <a16:creationId xmlns:a16="http://schemas.microsoft.com/office/drawing/2014/main" id="{358AF3A9-6BFC-10B4-E605-94F6E3635A09}"/>
                </a:ext>
              </a:extLst>
            </p:cNvPr>
            <p:cNvSpPr/>
            <p:nvPr/>
          </p:nvSpPr>
          <p:spPr>
            <a:xfrm>
              <a:off x="3504388" y="2846400"/>
              <a:ext cx="15650" cy="13725"/>
            </a:xfrm>
            <a:custGeom>
              <a:avLst/>
              <a:gdLst/>
              <a:ahLst/>
              <a:cxnLst/>
              <a:rect l="l" t="t" r="r" b="b"/>
              <a:pathLst>
                <a:path w="626" h="549" extrusionOk="0">
                  <a:moveTo>
                    <a:pt x="315" y="1"/>
                  </a:moveTo>
                  <a:cubicBezTo>
                    <a:pt x="261" y="1"/>
                    <a:pt x="206" y="17"/>
                    <a:pt x="157" y="50"/>
                  </a:cubicBezTo>
                  <a:cubicBezTo>
                    <a:pt x="33" y="136"/>
                    <a:pt x="0" y="306"/>
                    <a:pt x="86" y="433"/>
                  </a:cubicBezTo>
                  <a:cubicBezTo>
                    <a:pt x="141" y="507"/>
                    <a:pt x="226" y="548"/>
                    <a:pt x="312" y="548"/>
                  </a:cubicBezTo>
                  <a:cubicBezTo>
                    <a:pt x="364" y="548"/>
                    <a:pt x="419" y="532"/>
                    <a:pt x="468" y="502"/>
                  </a:cubicBezTo>
                  <a:cubicBezTo>
                    <a:pt x="595" y="414"/>
                    <a:pt x="625" y="246"/>
                    <a:pt x="540" y="119"/>
                  </a:cubicBezTo>
                  <a:cubicBezTo>
                    <a:pt x="487" y="42"/>
                    <a:pt x="402" y="1"/>
                    <a:pt x="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7" name="Google Shape;3153;p106">
              <a:extLst>
                <a:ext uri="{FF2B5EF4-FFF2-40B4-BE49-F238E27FC236}">
                  <a16:creationId xmlns:a16="http://schemas.microsoft.com/office/drawing/2014/main" id="{905A2625-2AEB-98CE-B657-12ECE912F6F5}"/>
                </a:ext>
              </a:extLst>
            </p:cNvPr>
            <p:cNvSpPr/>
            <p:nvPr/>
          </p:nvSpPr>
          <p:spPr>
            <a:xfrm>
              <a:off x="3660613" y="3205875"/>
              <a:ext cx="15025" cy="13775"/>
            </a:xfrm>
            <a:custGeom>
              <a:avLst/>
              <a:gdLst/>
              <a:ahLst/>
              <a:cxnLst/>
              <a:rect l="l" t="t" r="r" b="b"/>
              <a:pathLst>
                <a:path w="601" h="551" extrusionOk="0">
                  <a:moveTo>
                    <a:pt x="297" y="0"/>
                  </a:moveTo>
                  <a:cubicBezTo>
                    <a:pt x="278" y="0"/>
                    <a:pt x="259" y="2"/>
                    <a:pt x="240" y="6"/>
                  </a:cubicBezTo>
                  <a:cubicBezTo>
                    <a:pt x="92" y="42"/>
                    <a:pt x="1" y="185"/>
                    <a:pt x="31" y="333"/>
                  </a:cubicBezTo>
                  <a:cubicBezTo>
                    <a:pt x="59" y="466"/>
                    <a:pt x="171" y="551"/>
                    <a:pt x="298" y="551"/>
                  </a:cubicBezTo>
                  <a:cubicBezTo>
                    <a:pt x="320" y="551"/>
                    <a:pt x="339" y="548"/>
                    <a:pt x="361" y="545"/>
                  </a:cubicBezTo>
                  <a:cubicBezTo>
                    <a:pt x="510" y="510"/>
                    <a:pt x="601" y="367"/>
                    <a:pt x="571" y="218"/>
                  </a:cubicBezTo>
                  <a:cubicBezTo>
                    <a:pt x="544" y="88"/>
                    <a:pt x="425" y="0"/>
                    <a:pt x="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8" name="Google Shape;3154;p106">
              <a:extLst>
                <a:ext uri="{FF2B5EF4-FFF2-40B4-BE49-F238E27FC236}">
                  <a16:creationId xmlns:a16="http://schemas.microsoft.com/office/drawing/2014/main" id="{8E4E73F7-7B10-D335-DDEC-8F498B57EB73}"/>
                </a:ext>
              </a:extLst>
            </p:cNvPr>
            <p:cNvSpPr/>
            <p:nvPr/>
          </p:nvSpPr>
          <p:spPr>
            <a:xfrm>
              <a:off x="3662338" y="2816400"/>
              <a:ext cx="15175" cy="13775"/>
            </a:xfrm>
            <a:custGeom>
              <a:avLst/>
              <a:gdLst/>
              <a:ahLst/>
              <a:cxnLst/>
              <a:rect l="l" t="t" r="r" b="b"/>
              <a:pathLst>
                <a:path w="607" h="551" extrusionOk="0">
                  <a:moveTo>
                    <a:pt x="300" y="1"/>
                  </a:moveTo>
                  <a:cubicBezTo>
                    <a:pt x="175" y="1"/>
                    <a:pt x="64" y="88"/>
                    <a:pt x="34" y="215"/>
                  </a:cubicBezTo>
                  <a:cubicBezTo>
                    <a:pt x="1" y="364"/>
                    <a:pt x="89" y="510"/>
                    <a:pt x="240" y="545"/>
                  </a:cubicBezTo>
                  <a:cubicBezTo>
                    <a:pt x="262" y="551"/>
                    <a:pt x="281" y="551"/>
                    <a:pt x="303" y="551"/>
                  </a:cubicBezTo>
                  <a:cubicBezTo>
                    <a:pt x="427" y="551"/>
                    <a:pt x="540" y="466"/>
                    <a:pt x="570" y="339"/>
                  </a:cubicBezTo>
                  <a:cubicBezTo>
                    <a:pt x="606" y="190"/>
                    <a:pt x="513" y="42"/>
                    <a:pt x="364" y="9"/>
                  </a:cubicBezTo>
                  <a:cubicBezTo>
                    <a:pt x="342" y="3"/>
                    <a:pt x="321" y="1"/>
                    <a:pt x="3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9" name="Google Shape;3155;p106">
              <a:extLst>
                <a:ext uri="{FF2B5EF4-FFF2-40B4-BE49-F238E27FC236}">
                  <a16:creationId xmlns:a16="http://schemas.microsoft.com/office/drawing/2014/main" id="{4E80C064-A76C-B019-0320-72A9FCE4FF10}"/>
                </a:ext>
              </a:extLst>
            </p:cNvPr>
            <p:cNvSpPr/>
            <p:nvPr/>
          </p:nvSpPr>
          <p:spPr>
            <a:xfrm>
              <a:off x="3639838" y="2943575"/>
              <a:ext cx="3450" cy="800"/>
            </a:xfrm>
            <a:custGeom>
              <a:avLst/>
              <a:gdLst/>
              <a:ahLst/>
              <a:cxnLst/>
              <a:rect l="l" t="t" r="r" b="b"/>
              <a:pathLst>
                <a:path w="138" h="32" extrusionOk="0">
                  <a:moveTo>
                    <a:pt x="0" y="1"/>
                  </a:moveTo>
                  <a:lnTo>
                    <a:pt x="0" y="1"/>
                  </a:lnTo>
                  <a:cubicBezTo>
                    <a:pt x="47" y="12"/>
                    <a:pt x="94" y="20"/>
                    <a:pt x="138" y="31"/>
                  </a:cubicBezTo>
                  <a:cubicBezTo>
                    <a:pt x="94" y="20"/>
                    <a:pt x="50" y="12"/>
                    <a:pt x="0"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0" name="Google Shape;3156;p106">
              <a:extLst>
                <a:ext uri="{FF2B5EF4-FFF2-40B4-BE49-F238E27FC236}">
                  <a16:creationId xmlns:a16="http://schemas.microsoft.com/office/drawing/2014/main" id="{F34F507E-C713-EE24-C2A3-D094CCE15B52}"/>
                </a:ext>
              </a:extLst>
            </p:cNvPr>
            <p:cNvSpPr/>
            <p:nvPr/>
          </p:nvSpPr>
          <p:spPr>
            <a:xfrm>
              <a:off x="3636263" y="2942975"/>
              <a:ext cx="3450" cy="625"/>
            </a:xfrm>
            <a:custGeom>
              <a:avLst/>
              <a:gdLst/>
              <a:ahLst/>
              <a:cxnLst/>
              <a:rect l="l" t="t" r="r" b="b"/>
              <a:pathLst>
                <a:path w="138" h="25" extrusionOk="0">
                  <a:moveTo>
                    <a:pt x="0" y="0"/>
                  </a:moveTo>
                  <a:cubicBezTo>
                    <a:pt x="44" y="8"/>
                    <a:pt x="91" y="14"/>
                    <a:pt x="138" y="25"/>
                  </a:cubicBezTo>
                  <a:cubicBezTo>
                    <a:pt x="91" y="14"/>
                    <a:pt x="47" y="8"/>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1" name="Google Shape;3157;p106">
              <a:extLst>
                <a:ext uri="{FF2B5EF4-FFF2-40B4-BE49-F238E27FC236}">
                  <a16:creationId xmlns:a16="http://schemas.microsoft.com/office/drawing/2014/main" id="{390EA77F-1FBC-AF7C-8A7D-CE32E174AE27}"/>
                </a:ext>
              </a:extLst>
            </p:cNvPr>
            <p:cNvSpPr/>
            <p:nvPr/>
          </p:nvSpPr>
          <p:spPr>
            <a:xfrm>
              <a:off x="3558888" y="2944350"/>
              <a:ext cx="142025" cy="149100"/>
            </a:xfrm>
            <a:custGeom>
              <a:avLst/>
              <a:gdLst/>
              <a:ahLst/>
              <a:cxnLst/>
              <a:rect l="l" t="t" r="r" b="b"/>
              <a:pathLst>
                <a:path w="5681" h="5964" extrusionOk="0">
                  <a:moveTo>
                    <a:pt x="3381" y="0"/>
                  </a:moveTo>
                  <a:cubicBezTo>
                    <a:pt x="3894" y="129"/>
                    <a:pt x="4355" y="388"/>
                    <a:pt x="4727" y="740"/>
                  </a:cubicBezTo>
                  <a:lnTo>
                    <a:pt x="4727" y="740"/>
                  </a:lnTo>
                  <a:cubicBezTo>
                    <a:pt x="4607" y="727"/>
                    <a:pt x="4487" y="716"/>
                    <a:pt x="4364" y="716"/>
                  </a:cubicBezTo>
                  <a:cubicBezTo>
                    <a:pt x="2693" y="716"/>
                    <a:pt x="1336" y="2073"/>
                    <a:pt x="1336" y="3744"/>
                  </a:cubicBezTo>
                  <a:cubicBezTo>
                    <a:pt x="1336" y="4610"/>
                    <a:pt x="1701" y="5387"/>
                    <a:pt x="2280" y="5940"/>
                  </a:cubicBezTo>
                  <a:lnTo>
                    <a:pt x="2280" y="5940"/>
                  </a:lnTo>
                  <a:cubicBezTo>
                    <a:pt x="1298" y="5820"/>
                    <a:pt x="461" y="5232"/>
                    <a:pt x="1" y="4405"/>
                  </a:cubicBezTo>
                  <a:lnTo>
                    <a:pt x="1" y="4405"/>
                  </a:lnTo>
                  <a:cubicBezTo>
                    <a:pt x="458" y="5233"/>
                    <a:pt x="1297" y="5825"/>
                    <a:pt x="2283" y="5944"/>
                  </a:cubicBezTo>
                  <a:cubicBezTo>
                    <a:pt x="2282" y="5943"/>
                    <a:pt x="2281" y="5942"/>
                    <a:pt x="2280" y="5940"/>
                  </a:cubicBezTo>
                  <a:lnTo>
                    <a:pt x="2280" y="5940"/>
                  </a:lnTo>
                  <a:cubicBezTo>
                    <a:pt x="2402" y="5955"/>
                    <a:pt x="2526" y="5963"/>
                    <a:pt x="2652" y="5963"/>
                  </a:cubicBezTo>
                  <a:cubicBezTo>
                    <a:pt x="4323" y="5963"/>
                    <a:pt x="5680" y="4609"/>
                    <a:pt x="5680" y="2935"/>
                  </a:cubicBezTo>
                  <a:cubicBezTo>
                    <a:pt x="5677" y="2073"/>
                    <a:pt x="5311" y="1292"/>
                    <a:pt x="4727" y="740"/>
                  </a:cubicBezTo>
                  <a:lnTo>
                    <a:pt x="4727" y="740"/>
                  </a:lnTo>
                  <a:cubicBezTo>
                    <a:pt x="4728" y="740"/>
                    <a:pt x="4729" y="741"/>
                    <a:pt x="4730" y="741"/>
                  </a:cubicBezTo>
                  <a:cubicBezTo>
                    <a:pt x="4359" y="388"/>
                    <a:pt x="3894" y="127"/>
                    <a:pt x="33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2" name="Google Shape;3158;p106">
              <a:extLst>
                <a:ext uri="{FF2B5EF4-FFF2-40B4-BE49-F238E27FC236}">
                  <a16:creationId xmlns:a16="http://schemas.microsoft.com/office/drawing/2014/main" id="{5D22D832-A2D8-A737-9CD0-5609966FADFC}"/>
                </a:ext>
              </a:extLst>
            </p:cNvPr>
            <p:cNvSpPr/>
            <p:nvPr/>
          </p:nvSpPr>
          <p:spPr>
            <a:xfrm>
              <a:off x="3632613" y="2942550"/>
              <a:ext cx="3450" cy="450"/>
            </a:xfrm>
            <a:custGeom>
              <a:avLst/>
              <a:gdLst/>
              <a:ahLst/>
              <a:cxnLst/>
              <a:rect l="l" t="t" r="r" b="b"/>
              <a:pathLst>
                <a:path w="138" h="18" extrusionOk="0">
                  <a:moveTo>
                    <a:pt x="0" y="1"/>
                  </a:moveTo>
                  <a:cubicBezTo>
                    <a:pt x="47" y="3"/>
                    <a:pt x="94" y="12"/>
                    <a:pt x="138" y="17"/>
                  </a:cubicBezTo>
                  <a:cubicBezTo>
                    <a:pt x="94" y="12"/>
                    <a:pt x="47" y="3"/>
                    <a:pt x="0"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3" name="Google Shape;3159;p106">
              <a:extLst>
                <a:ext uri="{FF2B5EF4-FFF2-40B4-BE49-F238E27FC236}">
                  <a16:creationId xmlns:a16="http://schemas.microsoft.com/office/drawing/2014/main" id="{0AF7CC8A-2B74-EC40-A24B-7548075258B8}"/>
                </a:ext>
              </a:extLst>
            </p:cNvPr>
            <p:cNvSpPr/>
            <p:nvPr/>
          </p:nvSpPr>
          <p:spPr>
            <a:xfrm>
              <a:off x="3550713" y="3032300"/>
              <a:ext cx="700" cy="2975"/>
            </a:xfrm>
            <a:custGeom>
              <a:avLst/>
              <a:gdLst/>
              <a:ahLst/>
              <a:cxnLst/>
              <a:rect l="l" t="t" r="r" b="b"/>
              <a:pathLst>
                <a:path w="28" h="119" extrusionOk="0">
                  <a:moveTo>
                    <a:pt x="0" y="0"/>
                  </a:moveTo>
                  <a:cubicBezTo>
                    <a:pt x="8" y="42"/>
                    <a:pt x="19" y="83"/>
                    <a:pt x="28" y="119"/>
                  </a:cubicBezTo>
                  <a:cubicBezTo>
                    <a:pt x="19" y="77"/>
                    <a:pt x="11" y="42"/>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4" name="Google Shape;3160;p106">
              <a:extLst>
                <a:ext uri="{FF2B5EF4-FFF2-40B4-BE49-F238E27FC236}">
                  <a16:creationId xmlns:a16="http://schemas.microsoft.com/office/drawing/2014/main" id="{9B1415EF-8F9E-3B75-AF69-90841BBADD9C}"/>
                </a:ext>
              </a:extLst>
            </p:cNvPr>
            <p:cNvSpPr/>
            <p:nvPr/>
          </p:nvSpPr>
          <p:spPr>
            <a:xfrm>
              <a:off x="3549338" y="3017925"/>
              <a:ext cx="150" cy="3375"/>
            </a:xfrm>
            <a:custGeom>
              <a:avLst/>
              <a:gdLst/>
              <a:ahLst/>
              <a:cxnLst/>
              <a:rect l="l" t="t" r="r" b="b"/>
              <a:pathLst>
                <a:path w="6" h="135" extrusionOk="0">
                  <a:moveTo>
                    <a:pt x="0" y="0"/>
                  </a:moveTo>
                  <a:cubicBezTo>
                    <a:pt x="0" y="44"/>
                    <a:pt x="0" y="88"/>
                    <a:pt x="6" y="135"/>
                  </a:cubicBezTo>
                  <a:cubicBezTo>
                    <a:pt x="6" y="88"/>
                    <a:pt x="0" y="44"/>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5" name="Google Shape;3161;p106">
              <a:extLst>
                <a:ext uri="{FF2B5EF4-FFF2-40B4-BE49-F238E27FC236}">
                  <a16:creationId xmlns:a16="http://schemas.microsoft.com/office/drawing/2014/main" id="{10BFCE51-0167-E437-E34E-7D1D17AB0461}"/>
                </a:ext>
              </a:extLst>
            </p:cNvPr>
            <p:cNvSpPr/>
            <p:nvPr/>
          </p:nvSpPr>
          <p:spPr>
            <a:xfrm>
              <a:off x="3549463" y="3021650"/>
              <a:ext cx="225" cy="3175"/>
            </a:xfrm>
            <a:custGeom>
              <a:avLst/>
              <a:gdLst/>
              <a:ahLst/>
              <a:cxnLst/>
              <a:rect l="l" t="t" r="r" b="b"/>
              <a:pathLst>
                <a:path w="9" h="127" extrusionOk="0">
                  <a:moveTo>
                    <a:pt x="1" y="0"/>
                  </a:moveTo>
                  <a:cubicBezTo>
                    <a:pt x="3" y="41"/>
                    <a:pt x="6" y="85"/>
                    <a:pt x="9" y="126"/>
                  </a:cubicBezTo>
                  <a:cubicBezTo>
                    <a:pt x="6" y="82"/>
                    <a:pt x="3" y="41"/>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6" name="Google Shape;3162;p106">
              <a:extLst>
                <a:ext uri="{FF2B5EF4-FFF2-40B4-BE49-F238E27FC236}">
                  <a16:creationId xmlns:a16="http://schemas.microsoft.com/office/drawing/2014/main" id="{C865CE0F-6418-7075-557E-9467F7B1B5FD}"/>
                </a:ext>
              </a:extLst>
            </p:cNvPr>
            <p:cNvSpPr/>
            <p:nvPr/>
          </p:nvSpPr>
          <p:spPr>
            <a:xfrm>
              <a:off x="3552288" y="3038825"/>
              <a:ext cx="2150" cy="6375"/>
            </a:xfrm>
            <a:custGeom>
              <a:avLst/>
              <a:gdLst/>
              <a:ahLst/>
              <a:cxnLst/>
              <a:rect l="l" t="t" r="r" b="b"/>
              <a:pathLst>
                <a:path w="86" h="255" extrusionOk="0">
                  <a:moveTo>
                    <a:pt x="1" y="1"/>
                  </a:moveTo>
                  <a:lnTo>
                    <a:pt x="1" y="1"/>
                  </a:lnTo>
                  <a:cubicBezTo>
                    <a:pt x="25" y="86"/>
                    <a:pt x="56" y="172"/>
                    <a:pt x="86" y="254"/>
                  </a:cubicBezTo>
                  <a:cubicBezTo>
                    <a:pt x="56" y="172"/>
                    <a:pt x="28" y="89"/>
                    <a:pt x="1"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7" name="Google Shape;3163;p106">
              <a:extLst>
                <a:ext uri="{FF2B5EF4-FFF2-40B4-BE49-F238E27FC236}">
                  <a16:creationId xmlns:a16="http://schemas.microsoft.com/office/drawing/2014/main" id="{58D1F5BA-6544-1DC0-7F7B-7B5A361605F3}"/>
                </a:ext>
              </a:extLst>
            </p:cNvPr>
            <p:cNvSpPr/>
            <p:nvPr/>
          </p:nvSpPr>
          <p:spPr>
            <a:xfrm>
              <a:off x="3549813" y="3025200"/>
              <a:ext cx="375" cy="3125"/>
            </a:xfrm>
            <a:custGeom>
              <a:avLst/>
              <a:gdLst/>
              <a:ahLst/>
              <a:cxnLst/>
              <a:rect l="l" t="t" r="r" b="b"/>
              <a:pathLst>
                <a:path w="15" h="125" extrusionOk="0">
                  <a:moveTo>
                    <a:pt x="0" y="1"/>
                  </a:moveTo>
                  <a:cubicBezTo>
                    <a:pt x="0" y="42"/>
                    <a:pt x="6" y="83"/>
                    <a:pt x="14" y="125"/>
                  </a:cubicBezTo>
                  <a:cubicBezTo>
                    <a:pt x="6" y="83"/>
                    <a:pt x="3" y="42"/>
                    <a:pt x="0"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8" name="Google Shape;3164;p106">
              <a:extLst>
                <a:ext uri="{FF2B5EF4-FFF2-40B4-BE49-F238E27FC236}">
                  <a16:creationId xmlns:a16="http://schemas.microsoft.com/office/drawing/2014/main" id="{B64E6BA9-1842-F46D-F0F6-7CB54DC2B21A}"/>
                </a:ext>
              </a:extLst>
            </p:cNvPr>
            <p:cNvSpPr/>
            <p:nvPr/>
          </p:nvSpPr>
          <p:spPr>
            <a:xfrm>
              <a:off x="3554488" y="3045375"/>
              <a:ext cx="1325" cy="2975"/>
            </a:xfrm>
            <a:custGeom>
              <a:avLst/>
              <a:gdLst/>
              <a:ahLst/>
              <a:cxnLst/>
              <a:rect l="l" t="t" r="r" b="b"/>
              <a:pathLst>
                <a:path w="53" h="119" extrusionOk="0">
                  <a:moveTo>
                    <a:pt x="1" y="1"/>
                  </a:moveTo>
                  <a:cubicBezTo>
                    <a:pt x="20" y="42"/>
                    <a:pt x="34" y="78"/>
                    <a:pt x="53" y="119"/>
                  </a:cubicBezTo>
                  <a:cubicBezTo>
                    <a:pt x="36" y="78"/>
                    <a:pt x="20" y="42"/>
                    <a:pt x="1"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9" name="Google Shape;3165;p106">
              <a:extLst>
                <a:ext uri="{FF2B5EF4-FFF2-40B4-BE49-F238E27FC236}">
                  <a16:creationId xmlns:a16="http://schemas.microsoft.com/office/drawing/2014/main" id="{AD0A3170-6252-D276-0200-EA60AD659A4B}"/>
                </a:ext>
              </a:extLst>
            </p:cNvPr>
            <p:cNvSpPr/>
            <p:nvPr/>
          </p:nvSpPr>
          <p:spPr>
            <a:xfrm>
              <a:off x="3555788" y="3048550"/>
              <a:ext cx="1400" cy="2900"/>
            </a:xfrm>
            <a:custGeom>
              <a:avLst/>
              <a:gdLst/>
              <a:ahLst/>
              <a:cxnLst/>
              <a:rect l="l" t="t" r="r" b="b"/>
              <a:pathLst>
                <a:path w="56" h="116" extrusionOk="0">
                  <a:moveTo>
                    <a:pt x="1" y="0"/>
                  </a:moveTo>
                  <a:lnTo>
                    <a:pt x="1" y="0"/>
                  </a:lnTo>
                  <a:cubicBezTo>
                    <a:pt x="17" y="39"/>
                    <a:pt x="37" y="80"/>
                    <a:pt x="56" y="116"/>
                  </a:cubicBezTo>
                  <a:cubicBezTo>
                    <a:pt x="39" y="80"/>
                    <a:pt x="23" y="39"/>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0" name="Google Shape;3166;p106">
              <a:extLst>
                <a:ext uri="{FF2B5EF4-FFF2-40B4-BE49-F238E27FC236}">
                  <a16:creationId xmlns:a16="http://schemas.microsoft.com/office/drawing/2014/main" id="{F61FE59D-11DC-F2F5-6CDC-88BEF13E8F9F}"/>
                </a:ext>
              </a:extLst>
            </p:cNvPr>
            <p:cNvSpPr/>
            <p:nvPr/>
          </p:nvSpPr>
          <p:spPr>
            <a:xfrm>
              <a:off x="3551538" y="3035600"/>
              <a:ext cx="775" cy="3125"/>
            </a:xfrm>
            <a:custGeom>
              <a:avLst/>
              <a:gdLst/>
              <a:ahLst/>
              <a:cxnLst/>
              <a:rect l="l" t="t" r="r" b="b"/>
              <a:pathLst>
                <a:path w="31" h="125" extrusionOk="0">
                  <a:moveTo>
                    <a:pt x="0" y="1"/>
                  </a:moveTo>
                  <a:lnTo>
                    <a:pt x="0" y="1"/>
                  </a:lnTo>
                  <a:cubicBezTo>
                    <a:pt x="6" y="42"/>
                    <a:pt x="20" y="83"/>
                    <a:pt x="31" y="124"/>
                  </a:cubicBezTo>
                  <a:lnTo>
                    <a:pt x="0" y="1"/>
                  </a:ln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1" name="Google Shape;3167;p106">
              <a:extLst>
                <a:ext uri="{FF2B5EF4-FFF2-40B4-BE49-F238E27FC236}">
                  <a16:creationId xmlns:a16="http://schemas.microsoft.com/office/drawing/2014/main" id="{FEE82EEB-0ADD-3CF5-F887-217376794E5F}"/>
                </a:ext>
              </a:extLst>
            </p:cNvPr>
            <p:cNvSpPr/>
            <p:nvPr/>
          </p:nvSpPr>
          <p:spPr>
            <a:xfrm>
              <a:off x="3625038" y="2942200"/>
              <a:ext cx="3675" cy="100"/>
            </a:xfrm>
            <a:custGeom>
              <a:avLst/>
              <a:gdLst/>
              <a:ahLst/>
              <a:cxnLst/>
              <a:rect l="l" t="t" r="r" b="b"/>
              <a:pathLst>
                <a:path w="147" h="4" extrusionOk="0">
                  <a:moveTo>
                    <a:pt x="1" y="1"/>
                  </a:moveTo>
                  <a:cubicBezTo>
                    <a:pt x="50" y="1"/>
                    <a:pt x="97" y="1"/>
                    <a:pt x="146" y="4"/>
                  </a:cubicBezTo>
                  <a:cubicBezTo>
                    <a:pt x="102" y="1"/>
                    <a:pt x="50" y="1"/>
                    <a:pt x="1"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2" name="Google Shape;3168;p106">
              <a:extLst>
                <a:ext uri="{FF2B5EF4-FFF2-40B4-BE49-F238E27FC236}">
                  <a16:creationId xmlns:a16="http://schemas.microsoft.com/office/drawing/2014/main" id="{C31202E9-9DA8-D5AB-02F7-745B5F640682}"/>
                </a:ext>
              </a:extLst>
            </p:cNvPr>
            <p:cNvSpPr/>
            <p:nvPr/>
          </p:nvSpPr>
          <p:spPr>
            <a:xfrm>
              <a:off x="3628813" y="2942275"/>
              <a:ext cx="3600" cy="300"/>
            </a:xfrm>
            <a:custGeom>
              <a:avLst/>
              <a:gdLst/>
              <a:ahLst/>
              <a:cxnLst/>
              <a:rect l="l" t="t" r="r" b="b"/>
              <a:pathLst>
                <a:path w="144" h="12" extrusionOk="0">
                  <a:moveTo>
                    <a:pt x="1" y="1"/>
                  </a:moveTo>
                  <a:cubicBezTo>
                    <a:pt x="50" y="3"/>
                    <a:pt x="94" y="9"/>
                    <a:pt x="144" y="12"/>
                  </a:cubicBezTo>
                  <a:cubicBezTo>
                    <a:pt x="97" y="3"/>
                    <a:pt x="50" y="1"/>
                    <a:pt x="1"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3" name="Google Shape;3169;p106">
              <a:extLst>
                <a:ext uri="{FF2B5EF4-FFF2-40B4-BE49-F238E27FC236}">
                  <a16:creationId xmlns:a16="http://schemas.microsoft.com/office/drawing/2014/main" id="{34506CB9-337E-7D36-40D9-DDA86FBF41A5}"/>
                </a:ext>
              </a:extLst>
            </p:cNvPr>
            <p:cNvSpPr/>
            <p:nvPr/>
          </p:nvSpPr>
          <p:spPr>
            <a:xfrm>
              <a:off x="3557238" y="3051625"/>
              <a:ext cx="1625" cy="2925"/>
            </a:xfrm>
            <a:custGeom>
              <a:avLst/>
              <a:gdLst/>
              <a:ahLst/>
              <a:cxnLst/>
              <a:rect l="l" t="t" r="r" b="b"/>
              <a:pathLst>
                <a:path w="65" h="117" extrusionOk="0">
                  <a:moveTo>
                    <a:pt x="1" y="1"/>
                  </a:moveTo>
                  <a:cubicBezTo>
                    <a:pt x="23" y="42"/>
                    <a:pt x="42" y="81"/>
                    <a:pt x="64" y="117"/>
                  </a:cubicBezTo>
                  <a:cubicBezTo>
                    <a:pt x="42" y="75"/>
                    <a:pt x="23" y="40"/>
                    <a:pt x="1"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4" name="Google Shape;3170;p106">
              <a:extLst>
                <a:ext uri="{FF2B5EF4-FFF2-40B4-BE49-F238E27FC236}">
                  <a16:creationId xmlns:a16="http://schemas.microsoft.com/office/drawing/2014/main" id="{5A030F14-080A-A7D3-34E6-BDA9C6ED9A19}"/>
                </a:ext>
              </a:extLst>
            </p:cNvPr>
            <p:cNvSpPr/>
            <p:nvPr/>
          </p:nvSpPr>
          <p:spPr>
            <a:xfrm>
              <a:off x="3550163" y="3028850"/>
              <a:ext cx="500" cy="3000"/>
            </a:xfrm>
            <a:custGeom>
              <a:avLst/>
              <a:gdLst/>
              <a:ahLst/>
              <a:cxnLst/>
              <a:rect l="l" t="t" r="r" b="b"/>
              <a:pathLst>
                <a:path w="20" h="120" extrusionOk="0">
                  <a:moveTo>
                    <a:pt x="0" y="1"/>
                  </a:moveTo>
                  <a:cubicBezTo>
                    <a:pt x="6" y="42"/>
                    <a:pt x="14" y="78"/>
                    <a:pt x="19" y="119"/>
                  </a:cubicBezTo>
                  <a:cubicBezTo>
                    <a:pt x="14" y="78"/>
                    <a:pt x="6" y="37"/>
                    <a:pt x="0"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5" name="Google Shape;3171;p106">
              <a:extLst>
                <a:ext uri="{FF2B5EF4-FFF2-40B4-BE49-F238E27FC236}">
                  <a16:creationId xmlns:a16="http://schemas.microsoft.com/office/drawing/2014/main" id="{54167D6A-CC81-3280-15D0-B1E386D1DB32}"/>
                </a:ext>
              </a:extLst>
            </p:cNvPr>
            <p:cNvSpPr/>
            <p:nvPr/>
          </p:nvSpPr>
          <p:spPr>
            <a:xfrm>
              <a:off x="3549338" y="2942275"/>
              <a:ext cx="127825" cy="150750"/>
            </a:xfrm>
            <a:custGeom>
              <a:avLst/>
              <a:gdLst/>
              <a:ahLst/>
              <a:cxnLst/>
              <a:rect l="l" t="t" r="r" b="b"/>
              <a:pathLst>
                <a:path w="5113" h="6030" extrusionOk="0">
                  <a:moveTo>
                    <a:pt x="3028" y="1"/>
                  </a:moveTo>
                  <a:cubicBezTo>
                    <a:pt x="1357" y="1"/>
                    <a:pt x="0" y="1358"/>
                    <a:pt x="0" y="3029"/>
                  </a:cubicBezTo>
                  <a:cubicBezTo>
                    <a:pt x="0" y="3073"/>
                    <a:pt x="0" y="3117"/>
                    <a:pt x="6" y="3166"/>
                  </a:cubicBezTo>
                  <a:lnTo>
                    <a:pt x="6" y="3180"/>
                  </a:lnTo>
                  <a:cubicBezTo>
                    <a:pt x="8" y="3221"/>
                    <a:pt x="11" y="3266"/>
                    <a:pt x="14" y="3307"/>
                  </a:cubicBezTo>
                  <a:lnTo>
                    <a:pt x="14" y="3326"/>
                  </a:lnTo>
                  <a:cubicBezTo>
                    <a:pt x="19" y="3367"/>
                    <a:pt x="25" y="3409"/>
                    <a:pt x="28" y="3450"/>
                  </a:cubicBezTo>
                  <a:cubicBezTo>
                    <a:pt x="28" y="3455"/>
                    <a:pt x="33" y="3464"/>
                    <a:pt x="33" y="3469"/>
                  </a:cubicBezTo>
                  <a:cubicBezTo>
                    <a:pt x="39" y="3511"/>
                    <a:pt x="47" y="3552"/>
                    <a:pt x="52" y="3590"/>
                  </a:cubicBezTo>
                  <a:cubicBezTo>
                    <a:pt x="52" y="3596"/>
                    <a:pt x="55" y="3599"/>
                    <a:pt x="55" y="3607"/>
                  </a:cubicBezTo>
                  <a:cubicBezTo>
                    <a:pt x="63" y="3648"/>
                    <a:pt x="74" y="3689"/>
                    <a:pt x="83" y="3728"/>
                  </a:cubicBezTo>
                  <a:cubicBezTo>
                    <a:pt x="83" y="3731"/>
                    <a:pt x="88" y="3736"/>
                    <a:pt x="88" y="3742"/>
                  </a:cubicBezTo>
                  <a:lnTo>
                    <a:pt x="119" y="3866"/>
                  </a:lnTo>
                  <a:lnTo>
                    <a:pt x="119" y="3868"/>
                  </a:lnTo>
                  <a:cubicBezTo>
                    <a:pt x="143" y="3954"/>
                    <a:pt x="174" y="4039"/>
                    <a:pt x="204" y="4124"/>
                  </a:cubicBezTo>
                  <a:cubicBezTo>
                    <a:pt x="204" y="4124"/>
                    <a:pt x="204" y="4127"/>
                    <a:pt x="207" y="4127"/>
                  </a:cubicBezTo>
                  <a:cubicBezTo>
                    <a:pt x="226" y="4169"/>
                    <a:pt x="240" y="4204"/>
                    <a:pt x="259" y="4246"/>
                  </a:cubicBezTo>
                  <a:cubicBezTo>
                    <a:pt x="259" y="4251"/>
                    <a:pt x="262" y="4251"/>
                    <a:pt x="262" y="4254"/>
                  </a:cubicBezTo>
                  <a:cubicBezTo>
                    <a:pt x="281" y="4292"/>
                    <a:pt x="297" y="4334"/>
                    <a:pt x="317" y="4372"/>
                  </a:cubicBezTo>
                  <a:cubicBezTo>
                    <a:pt x="317" y="4375"/>
                    <a:pt x="322" y="4375"/>
                    <a:pt x="322" y="4378"/>
                  </a:cubicBezTo>
                  <a:cubicBezTo>
                    <a:pt x="342" y="4416"/>
                    <a:pt x="364" y="4458"/>
                    <a:pt x="383" y="4496"/>
                  </a:cubicBezTo>
                  <a:lnTo>
                    <a:pt x="383" y="4499"/>
                  </a:lnTo>
                  <a:cubicBezTo>
                    <a:pt x="840" y="5322"/>
                    <a:pt x="1679" y="5908"/>
                    <a:pt x="2665" y="6030"/>
                  </a:cubicBezTo>
                  <a:cubicBezTo>
                    <a:pt x="2084" y="5479"/>
                    <a:pt x="1718" y="4697"/>
                    <a:pt x="1718" y="3830"/>
                  </a:cubicBezTo>
                  <a:cubicBezTo>
                    <a:pt x="1718" y="2159"/>
                    <a:pt x="3075" y="802"/>
                    <a:pt x="4746" y="802"/>
                  </a:cubicBezTo>
                  <a:cubicBezTo>
                    <a:pt x="4870" y="802"/>
                    <a:pt x="4991" y="810"/>
                    <a:pt x="5112" y="826"/>
                  </a:cubicBezTo>
                  <a:cubicBezTo>
                    <a:pt x="4738" y="471"/>
                    <a:pt x="4276" y="215"/>
                    <a:pt x="3763" y="86"/>
                  </a:cubicBezTo>
                  <a:lnTo>
                    <a:pt x="3758" y="86"/>
                  </a:lnTo>
                  <a:cubicBezTo>
                    <a:pt x="3714" y="78"/>
                    <a:pt x="3670" y="67"/>
                    <a:pt x="3620" y="56"/>
                  </a:cubicBezTo>
                  <a:lnTo>
                    <a:pt x="3615" y="56"/>
                  </a:lnTo>
                  <a:cubicBezTo>
                    <a:pt x="3571" y="45"/>
                    <a:pt x="3524" y="39"/>
                    <a:pt x="3477" y="31"/>
                  </a:cubicBezTo>
                  <a:lnTo>
                    <a:pt x="3466" y="31"/>
                  </a:lnTo>
                  <a:cubicBezTo>
                    <a:pt x="3422" y="25"/>
                    <a:pt x="3373" y="17"/>
                    <a:pt x="3328" y="14"/>
                  </a:cubicBezTo>
                  <a:lnTo>
                    <a:pt x="3323" y="14"/>
                  </a:lnTo>
                  <a:cubicBezTo>
                    <a:pt x="3273" y="12"/>
                    <a:pt x="3229" y="6"/>
                    <a:pt x="3180" y="3"/>
                  </a:cubicBezTo>
                  <a:lnTo>
                    <a:pt x="3174" y="3"/>
                  </a:lnTo>
                  <a:cubicBezTo>
                    <a:pt x="3125" y="1"/>
                    <a:pt x="3078" y="1"/>
                    <a:pt x="30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6" name="Google Shape;3172;p106">
              <a:extLst>
                <a:ext uri="{FF2B5EF4-FFF2-40B4-BE49-F238E27FC236}">
                  <a16:creationId xmlns:a16="http://schemas.microsoft.com/office/drawing/2014/main" id="{9C843651-DD34-A278-BC8A-27E128526376}"/>
                </a:ext>
              </a:extLst>
            </p:cNvPr>
            <p:cNvSpPr/>
            <p:nvPr/>
          </p:nvSpPr>
          <p:spPr>
            <a:xfrm>
              <a:off x="3481188" y="2923900"/>
              <a:ext cx="225" cy="500"/>
            </a:xfrm>
            <a:custGeom>
              <a:avLst/>
              <a:gdLst/>
              <a:ahLst/>
              <a:cxnLst/>
              <a:rect l="l" t="t" r="r" b="b"/>
              <a:pathLst>
                <a:path w="9" h="20" extrusionOk="0">
                  <a:moveTo>
                    <a:pt x="9" y="20"/>
                  </a:moveTo>
                  <a:cubicBezTo>
                    <a:pt x="6" y="14"/>
                    <a:pt x="6" y="6"/>
                    <a:pt x="1" y="0"/>
                  </a:cubicBezTo>
                  <a:cubicBezTo>
                    <a:pt x="6" y="6"/>
                    <a:pt x="6" y="14"/>
                    <a:pt x="9" y="2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7" name="Google Shape;3173;p106">
              <a:extLst>
                <a:ext uri="{FF2B5EF4-FFF2-40B4-BE49-F238E27FC236}">
                  <a16:creationId xmlns:a16="http://schemas.microsoft.com/office/drawing/2014/main" id="{4C5D6A6A-7326-52B2-FD07-860575E5C686}"/>
                </a:ext>
              </a:extLst>
            </p:cNvPr>
            <p:cNvSpPr/>
            <p:nvPr/>
          </p:nvSpPr>
          <p:spPr>
            <a:xfrm>
              <a:off x="3511688" y="2895050"/>
              <a:ext cx="775" cy="325"/>
            </a:xfrm>
            <a:custGeom>
              <a:avLst/>
              <a:gdLst/>
              <a:ahLst/>
              <a:cxnLst/>
              <a:rect l="l" t="t" r="r" b="b"/>
              <a:pathLst>
                <a:path w="31" h="13" extrusionOk="0">
                  <a:moveTo>
                    <a:pt x="0" y="1"/>
                  </a:moveTo>
                  <a:lnTo>
                    <a:pt x="31" y="12"/>
                  </a:lnTo>
                  <a:cubicBezTo>
                    <a:pt x="17" y="4"/>
                    <a:pt x="6" y="1"/>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8" name="Google Shape;3174;p106">
              <a:extLst>
                <a:ext uri="{FF2B5EF4-FFF2-40B4-BE49-F238E27FC236}">
                  <a16:creationId xmlns:a16="http://schemas.microsoft.com/office/drawing/2014/main" id="{E62842BC-4387-0009-1932-452FC540F1DC}"/>
                </a:ext>
              </a:extLst>
            </p:cNvPr>
            <p:cNvSpPr/>
            <p:nvPr/>
          </p:nvSpPr>
          <p:spPr>
            <a:xfrm>
              <a:off x="3510588" y="2894725"/>
              <a:ext cx="700" cy="150"/>
            </a:xfrm>
            <a:custGeom>
              <a:avLst/>
              <a:gdLst/>
              <a:ahLst/>
              <a:cxnLst/>
              <a:rect l="l" t="t" r="r" b="b"/>
              <a:pathLst>
                <a:path w="28" h="6" extrusionOk="0">
                  <a:moveTo>
                    <a:pt x="0" y="0"/>
                  </a:moveTo>
                  <a:cubicBezTo>
                    <a:pt x="2" y="1"/>
                    <a:pt x="4" y="2"/>
                    <a:pt x="6" y="2"/>
                  </a:cubicBezTo>
                  <a:lnTo>
                    <a:pt x="6" y="2"/>
                  </a:lnTo>
                  <a:cubicBezTo>
                    <a:pt x="4" y="1"/>
                    <a:pt x="2" y="1"/>
                    <a:pt x="0" y="0"/>
                  </a:cubicBezTo>
                  <a:close/>
                  <a:moveTo>
                    <a:pt x="6" y="2"/>
                  </a:moveTo>
                  <a:cubicBezTo>
                    <a:pt x="13" y="4"/>
                    <a:pt x="21" y="6"/>
                    <a:pt x="28" y="6"/>
                  </a:cubicBezTo>
                  <a:cubicBezTo>
                    <a:pt x="20" y="4"/>
                    <a:pt x="12" y="3"/>
                    <a:pt x="6" y="2"/>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9" name="Google Shape;3175;p106">
              <a:extLst>
                <a:ext uri="{FF2B5EF4-FFF2-40B4-BE49-F238E27FC236}">
                  <a16:creationId xmlns:a16="http://schemas.microsoft.com/office/drawing/2014/main" id="{EE22826B-6DCB-6276-5965-0B7AE86B0C63}"/>
                </a:ext>
              </a:extLst>
            </p:cNvPr>
            <p:cNvSpPr/>
            <p:nvPr/>
          </p:nvSpPr>
          <p:spPr>
            <a:xfrm>
              <a:off x="3512713" y="2895400"/>
              <a:ext cx="775" cy="300"/>
            </a:xfrm>
            <a:custGeom>
              <a:avLst/>
              <a:gdLst/>
              <a:ahLst/>
              <a:cxnLst/>
              <a:rect l="l" t="t" r="r" b="b"/>
              <a:pathLst>
                <a:path w="31" h="12" extrusionOk="0">
                  <a:moveTo>
                    <a:pt x="1" y="1"/>
                  </a:moveTo>
                  <a:lnTo>
                    <a:pt x="31" y="12"/>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0" name="Google Shape;3176;p106">
              <a:extLst>
                <a:ext uri="{FF2B5EF4-FFF2-40B4-BE49-F238E27FC236}">
                  <a16:creationId xmlns:a16="http://schemas.microsoft.com/office/drawing/2014/main" id="{16556523-70DF-9719-9E4F-0D102450F9DD}"/>
                </a:ext>
              </a:extLst>
            </p:cNvPr>
            <p:cNvSpPr/>
            <p:nvPr/>
          </p:nvSpPr>
          <p:spPr>
            <a:xfrm>
              <a:off x="3507013" y="2894100"/>
              <a:ext cx="625" cy="100"/>
            </a:xfrm>
            <a:custGeom>
              <a:avLst/>
              <a:gdLst/>
              <a:ahLst/>
              <a:cxnLst/>
              <a:rect l="l" t="t" r="r" b="b"/>
              <a:pathLst>
                <a:path w="25" h="4" extrusionOk="0">
                  <a:moveTo>
                    <a:pt x="0" y="0"/>
                  </a:moveTo>
                  <a:cubicBezTo>
                    <a:pt x="8" y="0"/>
                    <a:pt x="14" y="3"/>
                    <a:pt x="25" y="3"/>
                  </a:cubicBezTo>
                  <a:cubicBezTo>
                    <a:pt x="19" y="0"/>
                    <a:pt x="8" y="0"/>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1" name="Google Shape;3177;p106">
              <a:extLst>
                <a:ext uri="{FF2B5EF4-FFF2-40B4-BE49-F238E27FC236}">
                  <a16:creationId xmlns:a16="http://schemas.microsoft.com/office/drawing/2014/main" id="{C62433F3-2E52-D254-22A4-44F766E64DA5}"/>
                </a:ext>
              </a:extLst>
            </p:cNvPr>
            <p:cNvSpPr/>
            <p:nvPr/>
          </p:nvSpPr>
          <p:spPr>
            <a:xfrm>
              <a:off x="3513738" y="2895750"/>
              <a:ext cx="800" cy="375"/>
            </a:xfrm>
            <a:custGeom>
              <a:avLst/>
              <a:gdLst/>
              <a:ahLst/>
              <a:cxnLst/>
              <a:rect l="l" t="t" r="r" b="b"/>
              <a:pathLst>
                <a:path w="32" h="15" extrusionOk="0">
                  <a:moveTo>
                    <a:pt x="1" y="1"/>
                  </a:moveTo>
                  <a:lnTo>
                    <a:pt x="1" y="1"/>
                  </a:lnTo>
                  <a:cubicBezTo>
                    <a:pt x="5" y="2"/>
                    <a:pt x="9" y="4"/>
                    <a:pt x="13" y="5"/>
                  </a:cubicBezTo>
                  <a:lnTo>
                    <a:pt x="13" y="5"/>
                  </a:lnTo>
                  <a:cubicBezTo>
                    <a:pt x="9" y="3"/>
                    <a:pt x="5" y="2"/>
                    <a:pt x="1" y="1"/>
                  </a:cubicBezTo>
                  <a:close/>
                  <a:moveTo>
                    <a:pt x="13" y="5"/>
                  </a:moveTo>
                  <a:lnTo>
                    <a:pt x="13" y="5"/>
                  </a:lnTo>
                  <a:cubicBezTo>
                    <a:pt x="19" y="9"/>
                    <a:pt x="24" y="13"/>
                    <a:pt x="31" y="14"/>
                  </a:cubicBezTo>
                  <a:cubicBezTo>
                    <a:pt x="27" y="12"/>
                    <a:pt x="21" y="9"/>
                    <a:pt x="13" y="5"/>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2" name="Google Shape;3178;p106">
              <a:extLst>
                <a:ext uri="{FF2B5EF4-FFF2-40B4-BE49-F238E27FC236}">
                  <a16:creationId xmlns:a16="http://schemas.microsoft.com/office/drawing/2014/main" id="{D1767920-3DD6-8148-BD02-BA6817125597}"/>
                </a:ext>
              </a:extLst>
            </p:cNvPr>
            <p:cNvSpPr/>
            <p:nvPr/>
          </p:nvSpPr>
          <p:spPr>
            <a:xfrm>
              <a:off x="3505838" y="2894025"/>
              <a:ext cx="425" cy="25"/>
            </a:xfrm>
            <a:custGeom>
              <a:avLst/>
              <a:gdLst/>
              <a:ahLst/>
              <a:cxnLst/>
              <a:rect l="l" t="t" r="r" b="b"/>
              <a:pathLst>
                <a:path w="17" h="1" extrusionOk="0">
                  <a:moveTo>
                    <a:pt x="0" y="1"/>
                  </a:moveTo>
                  <a:lnTo>
                    <a:pt x="17" y="1"/>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3" name="Google Shape;3179;p106">
              <a:extLst>
                <a:ext uri="{FF2B5EF4-FFF2-40B4-BE49-F238E27FC236}">
                  <a16:creationId xmlns:a16="http://schemas.microsoft.com/office/drawing/2014/main" id="{F4CD4D5A-E025-8596-2913-0729D5DDBC8F}"/>
                </a:ext>
              </a:extLst>
            </p:cNvPr>
            <p:cNvSpPr/>
            <p:nvPr/>
          </p:nvSpPr>
          <p:spPr>
            <a:xfrm>
              <a:off x="3508238" y="2894300"/>
              <a:ext cx="575" cy="100"/>
            </a:xfrm>
            <a:custGeom>
              <a:avLst/>
              <a:gdLst/>
              <a:ahLst/>
              <a:cxnLst/>
              <a:rect l="l" t="t" r="r" b="b"/>
              <a:pathLst>
                <a:path w="23" h="4" extrusionOk="0">
                  <a:moveTo>
                    <a:pt x="1" y="1"/>
                  </a:moveTo>
                  <a:cubicBezTo>
                    <a:pt x="6" y="1"/>
                    <a:pt x="17" y="3"/>
                    <a:pt x="23" y="3"/>
                  </a:cubicBezTo>
                  <a:cubicBezTo>
                    <a:pt x="17" y="1"/>
                    <a:pt x="6" y="1"/>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4" name="Google Shape;3180;p106">
              <a:extLst>
                <a:ext uri="{FF2B5EF4-FFF2-40B4-BE49-F238E27FC236}">
                  <a16:creationId xmlns:a16="http://schemas.microsoft.com/office/drawing/2014/main" id="{C044D7BD-E752-310F-802E-E8A025F0C736}"/>
                </a:ext>
              </a:extLst>
            </p:cNvPr>
            <p:cNvSpPr/>
            <p:nvPr/>
          </p:nvSpPr>
          <p:spPr>
            <a:xfrm>
              <a:off x="3509338" y="2894450"/>
              <a:ext cx="725" cy="225"/>
            </a:xfrm>
            <a:custGeom>
              <a:avLst/>
              <a:gdLst/>
              <a:ahLst/>
              <a:cxnLst/>
              <a:rect l="l" t="t" r="r" b="b"/>
              <a:pathLst>
                <a:path w="29" h="9" extrusionOk="0">
                  <a:moveTo>
                    <a:pt x="1" y="0"/>
                  </a:moveTo>
                  <a:lnTo>
                    <a:pt x="1" y="0"/>
                  </a:lnTo>
                  <a:cubicBezTo>
                    <a:pt x="12" y="3"/>
                    <a:pt x="17" y="3"/>
                    <a:pt x="28" y="8"/>
                  </a:cubicBezTo>
                  <a:cubicBezTo>
                    <a:pt x="23" y="3"/>
                    <a:pt x="12" y="3"/>
                    <a:pt x="1"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5" name="Google Shape;3181;p106">
              <a:extLst>
                <a:ext uri="{FF2B5EF4-FFF2-40B4-BE49-F238E27FC236}">
                  <a16:creationId xmlns:a16="http://schemas.microsoft.com/office/drawing/2014/main" id="{5CA95768-C469-1393-9A67-1FC9C317AA0A}"/>
                </a:ext>
              </a:extLst>
            </p:cNvPr>
            <p:cNvSpPr/>
            <p:nvPr/>
          </p:nvSpPr>
          <p:spPr>
            <a:xfrm>
              <a:off x="3482788" y="2928175"/>
              <a:ext cx="300" cy="575"/>
            </a:xfrm>
            <a:custGeom>
              <a:avLst/>
              <a:gdLst/>
              <a:ahLst/>
              <a:cxnLst/>
              <a:rect l="l" t="t" r="r" b="b"/>
              <a:pathLst>
                <a:path w="12" h="23" extrusionOk="0">
                  <a:moveTo>
                    <a:pt x="11" y="22"/>
                  </a:moveTo>
                  <a:lnTo>
                    <a:pt x="0" y="0"/>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6" name="Google Shape;3182;p106">
              <a:extLst>
                <a:ext uri="{FF2B5EF4-FFF2-40B4-BE49-F238E27FC236}">
                  <a16:creationId xmlns:a16="http://schemas.microsoft.com/office/drawing/2014/main" id="{70123E0B-08CD-A8D7-07FD-665910AA566F}"/>
                </a:ext>
              </a:extLst>
            </p:cNvPr>
            <p:cNvSpPr/>
            <p:nvPr/>
          </p:nvSpPr>
          <p:spPr>
            <a:xfrm>
              <a:off x="3515813" y="2896725"/>
              <a:ext cx="850" cy="425"/>
            </a:xfrm>
            <a:custGeom>
              <a:avLst/>
              <a:gdLst/>
              <a:ahLst/>
              <a:cxnLst/>
              <a:rect l="l" t="t" r="r" b="b"/>
              <a:pathLst>
                <a:path w="34" h="17" extrusionOk="0">
                  <a:moveTo>
                    <a:pt x="0" y="0"/>
                  </a:moveTo>
                  <a:cubicBezTo>
                    <a:pt x="11" y="6"/>
                    <a:pt x="22" y="14"/>
                    <a:pt x="33" y="17"/>
                  </a:cubicBezTo>
                  <a:cubicBezTo>
                    <a:pt x="22" y="14"/>
                    <a:pt x="11" y="6"/>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7" name="Google Shape;3183;p106">
              <a:extLst>
                <a:ext uri="{FF2B5EF4-FFF2-40B4-BE49-F238E27FC236}">
                  <a16:creationId xmlns:a16="http://schemas.microsoft.com/office/drawing/2014/main" id="{FDFAF05E-1F9C-FBFD-FB1E-5150E8A2B3E2}"/>
                </a:ext>
              </a:extLst>
            </p:cNvPr>
            <p:cNvSpPr/>
            <p:nvPr/>
          </p:nvSpPr>
          <p:spPr>
            <a:xfrm>
              <a:off x="3483263" y="2929125"/>
              <a:ext cx="300" cy="500"/>
            </a:xfrm>
            <a:custGeom>
              <a:avLst/>
              <a:gdLst/>
              <a:ahLst/>
              <a:cxnLst/>
              <a:rect l="l" t="t" r="r" b="b"/>
              <a:pathLst>
                <a:path w="12" h="20" extrusionOk="0">
                  <a:moveTo>
                    <a:pt x="11" y="20"/>
                  </a:moveTo>
                  <a:lnTo>
                    <a:pt x="0" y="1"/>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8" name="Google Shape;3184;p106">
              <a:extLst>
                <a:ext uri="{FF2B5EF4-FFF2-40B4-BE49-F238E27FC236}">
                  <a16:creationId xmlns:a16="http://schemas.microsoft.com/office/drawing/2014/main" id="{21E420EB-D66B-6E28-F6BA-495A3B3424A8}"/>
                </a:ext>
              </a:extLst>
            </p:cNvPr>
            <p:cNvSpPr/>
            <p:nvPr/>
          </p:nvSpPr>
          <p:spPr>
            <a:xfrm>
              <a:off x="3482238" y="2927125"/>
              <a:ext cx="300" cy="575"/>
            </a:xfrm>
            <a:custGeom>
              <a:avLst/>
              <a:gdLst/>
              <a:ahLst/>
              <a:cxnLst/>
              <a:rect l="l" t="t" r="r" b="b"/>
              <a:pathLst>
                <a:path w="12" h="23" extrusionOk="0">
                  <a:moveTo>
                    <a:pt x="0" y="1"/>
                  </a:moveTo>
                  <a:lnTo>
                    <a:pt x="11" y="23"/>
                  </a:lnTo>
                  <a:cubicBezTo>
                    <a:pt x="8" y="15"/>
                    <a:pt x="8" y="9"/>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9" name="Google Shape;3185;p106">
              <a:extLst>
                <a:ext uri="{FF2B5EF4-FFF2-40B4-BE49-F238E27FC236}">
                  <a16:creationId xmlns:a16="http://schemas.microsoft.com/office/drawing/2014/main" id="{0FF0B6B8-AC02-5403-F6FA-BDF12BB3506D}"/>
                </a:ext>
              </a:extLst>
            </p:cNvPr>
            <p:cNvSpPr/>
            <p:nvPr/>
          </p:nvSpPr>
          <p:spPr>
            <a:xfrm>
              <a:off x="3483663" y="2930100"/>
              <a:ext cx="450" cy="575"/>
            </a:xfrm>
            <a:custGeom>
              <a:avLst/>
              <a:gdLst/>
              <a:ahLst/>
              <a:cxnLst/>
              <a:rect l="l" t="t" r="r" b="b"/>
              <a:pathLst>
                <a:path w="18" h="23" extrusionOk="0">
                  <a:moveTo>
                    <a:pt x="1" y="0"/>
                  </a:moveTo>
                  <a:lnTo>
                    <a:pt x="1" y="0"/>
                  </a:lnTo>
                  <a:cubicBezTo>
                    <a:pt x="6" y="9"/>
                    <a:pt x="12" y="17"/>
                    <a:pt x="17" y="22"/>
                  </a:cubicBezTo>
                  <a:cubicBezTo>
                    <a:pt x="12" y="14"/>
                    <a:pt x="9" y="6"/>
                    <a:pt x="1"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0" name="Google Shape;3186;p106">
              <a:extLst>
                <a:ext uri="{FF2B5EF4-FFF2-40B4-BE49-F238E27FC236}">
                  <a16:creationId xmlns:a16="http://schemas.microsoft.com/office/drawing/2014/main" id="{4BCA405C-4AC0-350A-2258-2F2B50197C08}"/>
                </a:ext>
              </a:extLst>
            </p:cNvPr>
            <p:cNvSpPr/>
            <p:nvPr/>
          </p:nvSpPr>
          <p:spPr>
            <a:xfrm>
              <a:off x="3485938" y="2933250"/>
              <a:ext cx="650" cy="725"/>
            </a:xfrm>
            <a:custGeom>
              <a:avLst/>
              <a:gdLst/>
              <a:ahLst/>
              <a:cxnLst/>
              <a:rect l="l" t="t" r="r" b="b"/>
              <a:pathLst>
                <a:path w="26" h="29" extrusionOk="0">
                  <a:moveTo>
                    <a:pt x="1" y="1"/>
                  </a:moveTo>
                  <a:cubicBezTo>
                    <a:pt x="9" y="12"/>
                    <a:pt x="17" y="20"/>
                    <a:pt x="25" y="28"/>
                  </a:cubicBezTo>
                  <a:cubicBezTo>
                    <a:pt x="17" y="17"/>
                    <a:pt x="9" y="12"/>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1" name="Google Shape;3187;p106">
              <a:extLst>
                <a:ext uri="{FF2B5EF4-FFF2-40B4-BE49-F238E27FC236}">
                  <a16:creationId xmlns:a16="http://schemas.microsoft.com/office/drawing/2014/main" id="{2097CD48-4D10-5013-0928-A2FBBCE93CA4}"/>
                </a:ext>
              </a:extLst>
            </p:cNvPr>
            <p:cNvSpPr/>
            <p:nvPr/>
          </p:nvSpPr>
          <p:spPr>
            <a:xfrm>
              <a:off x="3484213" y="2930850"/>
              <a:ext cx="1750" cy="2425"/>
            </a:xfrm>
            <a:custGeom>
              <a:avLst/>
              <a:gdLst/>
              <a:ahLst/>
              <a:cxnLst/>
              <a:rect l="l" t="t" r="r" b="b"/>
              <a:pathLst>
                <a:path w="70" h="97" extrusionOk="0">
                  <a:moveTo>
                    <a:pt x="1" y="1"/>
                  </a:moveTo>
                  <a:cubicBezTo>
                    <a:pt x="23" y="34"/>
                    <a:pt x="45" y="67"/>
                    <a:pt x="70" y="97"/>
                  </a:cubicBezTo>
                  <a:cubicBezTo>
                    <a:pt x="45" y="64"/>
                    <a:pt x="23" y="34"/>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2" name="Google Shape;3188;p106">
              <a:extLst>
                <a:ext uri="{FF2B5EF4-FFF2-40B4-BE49-F238E27FC236}">
                  <a16:creationId xmlns:a16="http://schemas.microsoft.com/office/drawing/2014/main" id="{218C2B33-CC7F-3FAC-A225-8B48466CECFD}"/>
                </a:ext>
              </a:extLst>
            </p:cNvPr>
            <p:cNvSpPr/>
            <p:nvPr/>
          </p:nvSpPr>
          <p:spPr>
            <a:xfrm>
              <a:off x="3514788" y="2896225"/>
              <a:ext cx="850" cy="525"/>
            </a:xfrm>
            <a:custGeom>
              <a:avLst/>
              <a:gdLst/>
              <a:ahLst/>
              <a:cxnLst/>
              <a:rect l="l" t="t" r="r" b="b"/>
              <a:pathLst>
                <a:path w="34" h="21" extrusionOk="0">
                  <a:moveTo>
                    <a:pt x="0" y="1"/>
                  </a:moveTo>
                  <a:cubicBezTo>
                    <a:pt x="11" y="9"/>
                    <a:pt x="19" y="12"/>
                    <a:pt x="33" y="20"/>
                  </a:cubicBezTo>
                  <a:cubicBezTo>
                    <a:pt x="25" y="12"/>
                    <a:pt x="14" y="6"/>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3" name="Google Shape;3189;p106">
              <a:extLst>
                <a:ext uri="{FF2B5EF4-FFF2-40B4-BE49-F238E27FC236}">
                  <a16:creationId xmlns:a16="http://schemas.microsoft.com/office/drawing/2014/main" id="{57CA9A77-AF1C-21B3-039B-119091F5B63A}"/>
                </a:ext>
              </a:extLst>
            </p:cNvPr>
            <p:cNvSpPr/>
            <p:nvPr/>
          </p:nvSpPr>
          <p:spPr>
            <a:xfrm>
              <a:off x="3481063" y="2922725"/>
              <a:ext cx="75" cy="575"/>
            </a:xfrm>
            <a:custGeom>
              <a:avLst/>
              <a:gdLst/>
              <a:ahLst/>
              <a:cxnLst/>
              <a:rect l="l" t="t" r="r" b="b"/>
              <a:pathLst>
                <a:path w="3" h="23" extrusionOk="0">
                  <a:moveTo>
                    <a:pt x="0" y="1"/>
                  </a:moveTo>
                  <a:cubicBezTo>
                    <a:pt x="0" y="9"/>
                    <a:pt x="0" y="14"/>
                    <a:pt x="3" y="23"/>
                  </a:cubicBezTo>
                  <a:cubicBezTo>
                    <a:pt x="3" y="14"/>
                    <a:pt x="0" y="9"/>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4" name="Google Shape;3190;p106">
              <a:extLst>
                <a:ext uri="{FF2B5EF4-FFF2-40B4-BE49-F238E27FC236}">
                  <a16:creationId xmlns:a16="http://schemas.microsoft.com/office/drawing/2014/main" id="{26AC4739-E3BA-8D54-5D82-D004E3721570}"/>
                </a:ext>
              </a:extLst>
            </p:cNvPr>
            <p:cNvSpPr/>
            <p:nvPr/>
          </p:nvSpPr>
          <p:spPr>
            <a:xfrm>
              <a:off x="3481538" y="2925000"/>
              <a:ext cx="225" cy="500"/>
            </a:xfrm>
            <a:custGeom>
              <a:avLst/>
              <a:gdLst/>
              <a:ahLst/>
              <a:cxnLst/>
              <a:rect l="l" t="t" r="r" b="b"/>
              <a:pathLst>
                <a:path w="9" h="20" extrusionOk="0">
                  <a:moveTo>
                    <a:pt x="9" y="20"/>
                  </a:moveTo>
                  <a:cubicBezTo>
                    <a:pt x="6" y="14"/>
                    <a:pt x="6" y="6"/>
                    <a:pt x="0" y="1"/>
                  </a:cubicBezTo>
                  <a:cubicBezTo>
                    <a:pt x="6" y="6"/>
                    <a:pt x="6" y="14"/>
                    <a:pt x="9" y="2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5" name="Google Shape;3191;p106">
              <a:extLst>
                <a:ext uri="{FF2B5EF4-FFF2-40B4-BE49-F238E27FC236}">
                  <a16:creationId xmlns:a16="http://schemas.microsoft.com/office/drawing/2014/main" id="{9A4B0EFE-489E-4A48-C9DF-081CD15000AC}"/>
                </a:ext>
              </a:extLst>
            </p:cNvPr>
            <p:cNvSpPr/>
            <p:nvPr/>
          </p:nvSpPr>
          <p:spPr>
            <a:xfrm>
              <a:off x="3480788" y="2921550"/>
              <a:ext cx="75" cy="525"/>
            </a:xfrm>
            <a:custGeom>
              <a:avLst/>
              <a:gdLst/>
              <a:ahLst/>
              <a:cxnLst/>
              <a:rect l="l" t="t" r="r" b="b"/>
              <a:pathLst>
                <a:path w="3" h="21" extrusionOk="0">
                  <a:moveTo>
                    <a:pt x="0" y="1"/>
                  </a:moveTo>
                  <a:lnTo>
                    <a:pt x="0" y="1"/>
                  </a:lnTo>
                  <a:cubicBezTo>
                    <a:pt x="0" y="6"/>
                    <a:pt x="3" y="15"/>
                    <a:pt x="3" y="20"/>
                  </a:cubicBezTo>
                  <a:cubicBezTo>
                    <a:pt x="3" y="15"/>
                    <a:pt x="3" y="12"/>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6" name="Google Shape;3192;p106">
              <a:extLst>
                <a:ext uri="{FF2B5EF4-FFF2-40B4-BE49-F238E27FC236}">
                  <a16:creationId xmlns:a16="http://schemas.microsoft.com/office/drawing/2014/main" id="{82E2A0A0-D902-2C31-A6CC-89F8F6EDE7C6}"/>
                </a:ext>
              </a:extLst>
            </p:cNvPr>
            <p:cNvSpPr/>
            <p:nvPr/>
          </p:nvSpPr>
          <p:spPr>
            <a:xfrm>
              <a:off x="3481888" y="2926025"/>
              <a:ext cx="225" cy="525"/>
            </a:xfrm>
            <a:custGeom>
              <a:avLst/>
              <a:gdLst/>
              <a:ahLst/>
              <a:cxnLst/>
              <a:rect l="l" t="t" r="r" b="b"/>
              <a:pathLst>
                <a:path w="9" h="21" extrusionOk="0">
                  <a:moveTo>
                    <a:pt x="0" y="1"/>
                  </a:moveTo>
                  <a:cubicBezTo>
                    <a:pt x="3" y="6"/>
                    <a:pt x="3" y="15"/>
                    <a:pt x="8" y="20"/>
                  </a:cubicBezTo>
                  <a:cubicBezTo>
                    <a:pt x="6" y="15"/>
                    <a:pt x="6" y="6"/>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7" name="Google Shape;3193;p106">
              <a:extLst>
                <a:ext uri="{FF2B5EF4-FFF2-40B4-BE49-F238E27FC236}">
                  <a16:creationId xmlns:a16="http://schemas.microsoft.com/office/drawing/2014/main" id="{FC55F699-7F20-7BF4-AA39-369F6558E05F}"/>
                </a:ext>
              </a:extLst>
            </p:cNvPr>
            <p:cNvSpPr/>
            <p:nvPr/>
          </p:nvSpPr>
          <p:spPr>
            <a:xfrm>
              <a:off x="3480638" y="2919225"/>
              <a:ext cx="25" cy="425"/>
            </a:xfrm>
            <a:custGeom>
              <a:avLst/>
              <a:gdLst/>
              <a:ahLst/>
              <a:cxnLst/>
              <a:rect l="l" t="t" r="r" b="b"/>
              <a:pathLst>
                <a:path w="1" h="17" extrusionOk="0">
                  <a:moveTo>
                    <a:pt x="1" y="17"/>
                  </a:moveTo>
                  <a:lnTo>
                    <a:pt x="1" y="0"/>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8" name="Google Shape;3194;p106">
              <a:extLst>
                <a:ext uri="{FF2B5EF4-FFF2-40B4-BE49-F238E27FC236}">
                  <a16:creationId xmlns:a16="http://schemas.microsoft.com/office/drawing/2014/main" id="{8009E832-C58F-6A67-A76F-00B98A23DFB8}"/>
                </a:ext>
              </a:extLst>
            </p:cNvPr>
            <p:cNvSpPr/>
            <p:nvPr/>
          </p:nvSpPr>
          <p:spPr>
            <a:xfrm>
              <a:off x="3480638" y="2920525"/>
              <a:ext cx="100" cy="450"/>
            </a:xfrm>
            <a:custGeom>
              <a:avLst/>
              <a:gdLst/>
              <a:ahLst/>
              <a:cxnLst/>
              <a:rect l="l" t="t" r="r" b="b"/>
              <a:pathLst>
                <a:path w="4" h="18" extrusionOk="0">
                  <a:moveTo>
                    <a:pt x="3" y="17"/>
                  </a:moveTo>
                  <a:cubicBezTo>
                    <a:pt x="3" y="12"/>
                    <a:pt x="3" y="3"/>
                    <a:pt x="1" y="1"/>
                  </a:cubicBezTo>
                  <a:cubicBezTo>
                    <a:pt x="3" y="3"/>
                    <a:pt x="3" y="12"/>
                    <a:pt x="3" y="17"/>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9" name="Google Shape;3195;p106">
              <a:extLst>
                <a:ext uri="{FF2B5EF4-FFF2-40B4-BE49-F238E27FC236}">
                  <a16:creationId xmlns:a16="http://schemas.microsoft.com/office/drawing/2014/main" id="{F6D6991C-FAAE-E876-DC87-CEA92AD72992}"/>
                </a:ext>
              </a:extLst>
            </p:cNvPr>
            <p:cNvSpPr/>
            <p:nvPr/>
          </p:nvSpPr>
          <p:spPr>
            <a:xfrm>
              <a:off x="3517663" y="2897825"/>
              <a:ext cx="925" cy="625"/>
            </a:xfrm>
            <a:custGeom>
              <a:avLst/>
              <a:gdLst/>
              <a:ahLst/>
              <a:cxnLst/>
              <a:rect l="l" t="t" r="r" b="b"/>
              <a:pathLst>
                <a:path w="37" h="25" extrusionOk="0">
                  <a:moveTo>
                    <a:pt x="1" y="0"/>
                  </a:moveTo>
                  <a:cubicBezTo>
                    <a:pt x="15" y="11"/>
                    <a:pt x="26" y="17"/>
                    <a:pt x="37" y="25"/>
                  </a:cubicBezTo>
                  <a:cubicBezTo>
                    <a:pt x="26" y="17"/>
                    <a:pt x="12" y="6"/>
                    <a:pt x="1"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0" name="Google Shape;3196;p106">
              <a:extLst>
                <a:ext uri="{FF2B5EF4-FFF2-40B4-BE49-F238E27FC236}">
                  <a16:creationId xmlns:a16="http://schemas.microsoft.com/office/drawing/2014/main" id="{AEFA1A19-B6E0-8119-F600-92562F201BBC}"/>
                </a:ext>
              </a:extLst>
            </p:cNvPr>
            <p:cNvSpPr/>
            <p:nvPr/>
          </p:nvSpPr>
          <p:spPr>
            <a:xfrm>
              <a:off x="3489788" y="2937125"/>
              <a:ext cx="725" cy="500"/>
            </a:xfrm>
            <a:custGeom>
              <a:avLst/>
              <a:gdLst/>
              <a:ahLst/>
              <a:cxnLst/>
              <a:rect l="l" t="t" r="r" b="b"/>
              <a:pathLst>
                <a:path w="29" h="20" extrusionOk="0">
                  <a:moveTo>
                    <a:pt x="1" y="0"/>
                  </a:moveTo>
                  <a:cubicBezTo>
                    <a:pt x="12" y="8"/>
                    <a:pt x="23" y="14"/>
                    <a:pt x="28" y="19"/>
                  </a:cubicBezTo>
                  <a:cubicBezTo>
                    <a:pt x="23" y="14"/>
                    <a:pt x="12" y="8"/>
                    <a:pt x="1"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1" name="Google Shape;3197;p106">
              <a:extLst>
                <a:ext uri="{FF2B5EF4-FFF2-40B4-BE49-F238E27FC236}">
                  <a16:creationId xmlns:a16="http://schemas.microsoft.com/office/drawing/2014/main" id="{9860DE75-83A5-0B16-5343-DF418DD520E3}"/>
                </a:ext>
              </a:extLst>
            </p:cNvPr>
            <p:cNvSpPr/>
            <p:nvPr/>
          </p:nvSpPr>
          <p:spPr>
            <a:xfrm>
              <a:off x="3491513" y="2938350"/>
              <a:ext cx="925" cy="500"/>
            </a:xfrm>
            <a:custGeom>
              <a:avLst/>
              <a:gdLst/>
              <a:ahLst/>
              <a:cxnLst/>
              <a:rect l="l" t="t" r="r" b="b"/>
              <a:pathLst>
                <a:path w="37" h="20" extrusionOk="0">
                  <a:moveTo>
                    <a:pt x="1" y="1"/>
                  </a:moveTo>
                  <a:lnTo>
                    <a:pt x="1" y="1"/>
                  </a:lnTo>
                  <a:cubicBezTo>
                    <a:pt x="12" y="6"/>
                    <a:pt x="25" y="14"/>
                    <a:pt x="36" y="20"/>
                  </a:cubicBezTo>
                  <a:cubicBezTo>
                    <a:pt x="25" y="14"/>
                    <a:pt x="14" y="6"/>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2" name="Google Shape;3198;p106">
              <a:extLst>
                <a:ext uri="{FF2B5EF4-FFF2-40B4-BE49-F238E27FC236}">
                  <a16:creationId xmlns:a16="http://schemas.microsoft.com/office/drawing/2014/main" id="{90E69361-EAF6-8439-B1FA-D65AB662A1B2}"/>
                </a:ext>
              </a:extLst>
            </p:cNvPr>
            <p:cNvSpPr/>
            <p:nvPr/>
          </p:nvSpPr>
          <p:spPr>
            <a:xfrm>
              <a:off x="3516763" y="2897275"/>
              <a:ext cx="875" cy="575"/>
            </a:xfrm>
            <a:custGeom>
              <a:avLst/>
              <a:gdLst/>
              <a:ahLst/>
              <a:cxnLst/>
              <a:rect l="l" t="t" r="r" b="b"/>
              <a:pathLst>
                <a:path w="35" h="23" extrusionOk="0">
                  <a:moveTo>
                    <a:pt x="1" y="0"/>
                  </a:moveTo>
                  <a:lnTo>
                    <a:pt x="1" y="0"/>
                  </a:lnTo>
                  <a:cubicBezTo>
                    <a:pt x="9" y="8"/>
                    <a:pt x="18" y="11"/>
                    <a:pt x="29" y="19"/>
                  </a:cubicBezTo>
                  <a:cubicBezTo>
                    <a:pt x="31" y="19"/>
                    <a:pt x="31" y="22"/>
                    <a:pt x="34" y="22"/>
                  </a:cubicBezTo>
                  <a:cubicBezTo>
                    <a:pt x="23" y="14"/>
                    <a:pt x="15" y="8"/>
                    <a:pt x="1"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3" name="Google Shape;3199;p106">
              <a:extLst>
                <a:ext uri="{FF2B5EF4-FFF2-40B4-BE49-F238E27FC236}">
                  <a16:creationId xmlns:a16="http://schemas.microsoft.com/office/drawing/2014/main" id="{DE4C6C4B-FF39-14D7-6FE4-1E10B85BB796}"/>
                </a:ext>
              </a:extLst>
            </p:cNvPr>
            <p:cNvSpPr/>
            <p:nvPr/>
          </p:nvSpPr>
          <p:spPr>
            <a:xfrm>
              <a:off x="3492488" y="2900350"/>
              <a:ext cx="36350" cy="41875"/>
            </a:xfrm>
            <a:custGeom>
              <a:avLst/>
              <a:gdLst/>
              <a:ahLst/>
              <a:cxnLst/>
              <a:rect l="l" t="t" r="r" b="b"/>
              <a:pathLst>
                <a:path w="1454" h="1675" extrusionOk="0">
                  <a:moveTo>
                    <a:pt x="0" y="1540"/>
                  </a:moveTo>
                  <a:cubicBezTo>
                    <a:pt x="4" y="1542"/>
                    <a:pt x="7" y="1544"/>
                    <a:pt x="11" y="1546"/>
                  </a:cubicBezTo>
                  <a:lnTo>
                    <a:pt x="11" y="1546"/>
                  </a:lnTo>
                  <a:cubicBezTo>
                    <a:pt x="7" y="1544"/>
                    <a:pt x="4" y="1542"/>
                    <a:pt x="0" y="1540"/>
                  </a:cubicBezTo>
                  <a:close/>
                  <a:moveTo>
                    <a:pt x="11" y="1546"/>
                  </a:moveTo>
                  <a:cubicBezTo>
                    <a:pt x="48" y="1567"/>
                    <a:pt x="86" y="1585"/>
                    <a:pt x="126" y="1601"/>
                  </a:cubicBezTo>
                  <a:lnTo>
                    <a:pt x="126" y="1601"/>
                  </a:lnTo>
                  <a:cubicBezTo>
                    <a:pt x="96" y="1589"/>
                    <a:pt x="67" y="1575"/>
                    <a:pt x="39" y="1559"/>
                  </a:cubicBezTo>
                  <a:cubicBezTo>
                    <a:pt x="29" y="1555"/>
                    <a:pt x="20" y="1551"/>
                    <a:pt x="11" y="1546"/>
                  </a:cubicBezTo>
                  <a:close/>
                  <a:moveTo>
                    <a:pt x="1033" y="1"/>
                  </a:moveTo>
                  <a:cubicBezTo>
                    <a:pt x="498" y="1"/>
                    <a:pt x="69" y="433"/>
                    <a:pt x="69" y="965"/>
                  </a:cubicBezTo>
                  <a:cubicBezTo>
                    <a:pt x="69" y="1240"/>
                    <a:pt x="187" y="1488"/>
                    <a:pt x="372" y="1664"/>
                  </a:cubicBezTo>
                  <a:cubicBezTo>
                    <a:pt x="285" y="1653"/>
                    <a:pt x="203" y="1632"/>
                    <a:pt x="126" y="1601"/>
                  </a:cubicBezTo>
                  <a:lnTo>
                    <a:pt x="126" y="1601"/>
                  </a:lnTo>
                  <a:cubicBezTo>
                    <a:pt x="238" y="1649"/>
                    <a:pt x="362" y="1675"/>
                    <a:pt x="490" y="1675"/>
                  </a:cubicBezTo>
                  <a:cubicBezTo>
                    <a:pt x="1022" y="1675"/>
                    <a:pt x="1454" y="1243"/>
                    <a:pt x="1454" y="711"/>
                  </a:cubicBezTo>
                  <a:cubicBezTo>
                    <a:pt x="1454" y="477"/>
                    <a:pt x="1368" y="263"/>
                    <a:pt x="1231" y="97"/>
                  </a:cubicBezTo>
                  <a:cubicBezTo>
                    <a:pt x="1206" y="64"/>
                    <a:pt x="1178" y="37"/>
                    <a:pt x="1151" y="9"/>
                  </a:cubicBezTo>
                  <a:cubicBezTo>
                    <a:pt x="1112" y="6"/>
                    <a:pt x="1074" y="1"/>
                    <a:pt x="10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4" name="Google Shape;3200;p106">
              <a:extLst>
                <a:ext uri="{FF2B5EF4-FFF2-40B4-BE49-F238E27FC236}">
                  <a16:creationId xmlns:a16="http://schemas.microsoft.com/office/drawing/2014/main" id="{8F8500FE-ED7B-BB6D-DC68-887499CC6D9C}"/>
                </a:ext>
              </a:extLst>
            </p:cNvPr>
            <p:cNvSpPr/>
            <p:nvPr/>
          </p:nvSpPr>
          <p:spPr>
            <a:xfrm>
              <a:off x="3489038" y="2936425"/>
              <a:ext cx="725" cy="575"/>
            </a:xfrm>
            <a:custGeom>
              <a:avLst/>
              <a:gdLst/>
              <a:ahLst/>
              <a:cxnLst/>
              <a:rect l="l" t="t" r="r" b="b"/>
              <a:pathLst>
                <a:path w="29" h="23" extrusionOk="0">
                  <a:moveTo>
                    <a:pt x="1" y="1"/>
                  </a:moveTo>
                  <a:cubicBezTo>
                    <a:pt x="9" y="9"/>
                    <a:pt x="17" y="14"/>
                    <a:pt x="28" y="23"/>
                  </a:cubicBezTo>
                  <a:cubicBezTo>
                    <a:pt x="17" y="14"/>
                    <a:pt x="12" y="9"/>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5" name="Google Shape;3201;p106">
              <a:extLst>
                <a:ext uri="{FF2B5EF4-FFF2-40B4-BE49-F238E27FC236}">
                  <a16:creationId xmlns:a16="http://schemas.microsoft.com/office/drawing/2014/main" id="{3FB0EF47-D787-2E39-DCEF-9F0EEC32F99C}"/>
                </a:ext>
              </a:extLst>
            </p:cNvPr>
            <p:cNvSpPr/>
            <p:nvPr/>
          </p:nvSpPr>
          <p:spPr>
            <a:xfrm>
              <a:off x="3518638" y="2898500"/>
              <a:ext cx="925" cy="650"/>
            </a:xfrm>
            <a:custGeom>
              <a:avLst/>
              <a:gdLst/>
              <a:ahLst/>
              <a:cxnLst/>
              <a:rect l="l" t="t" r="r" b="b"/>
              <a:pathLst>
                <a:path w="37" h="26" extrusionOk="0">
                  <a:moveTo>
                    <a:pt x="0" y="1"/>
                  </a:moveTo>
                  <a:lnTo>
                    <a:pt x="0" y="1"/>
                  </a:lnTo>
                  <a:cubicBezTo>
                    <a:pt x="11" y="6"/>
                    <a:pt x="25" y="17"/>
                    <a:pt x="36" y="25"/>
                  </a:cubicBezTo>
                  <a:cubicBezTo>
                    <a:pt x="25" y="14"/>
                    <a:pt x="11" y="6"/>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6" name="Google Shape;3202;p106">
              <a:extLst>
                <a:ext uri="{FF2B5EF4-FFF2-40B4-BE49-F238E27FC236}">
                  <a16:creationId xmlns:a16="http://schemas.microsoft.com/office/drawing/2014/main" id="{19EA0AD9-DC87-D5C7-E8B1-52750688403E}"/>
                </a:ext>
              </a:extLst>
            </p:cNvPr>
            <p:cNvSpPr/>
            <p:nvPr/>
          </p:nvSpPr>
          <p:spPr>
            <a:xfrm>
              <a:off x="3488213" y="2935675"/>
              <a:ext cx="575" cy="650"/>
            </a:xfrm>
            <a:custGeom>
              <a:avLst/>
              <a:gdLst/>
              <a:ahLst/>
              <a:cxnLst/>
              <a:rect l="l" t="t" r="r" b="b"/>
              <a:pathLst>
                <a:path w="23" h="26" extrusionOk="0">
                  <a:moveTo>
                    <a:pt x="1" y="0"/>
                  </a:moveTo>
                  <a:lnTo>
                    <a:pt x="23" y="25"/>
                  </a:lnTo>
                  <a:cubicBezTo>
                    <a:pt x="17" y="14"/>
                    <a:pt x="6" y="6"/>
                    <a:pt x="1"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7" name="Google Shape;3203;p106">
              <a:extLst>
                <a:ext uri="{FF2B5EF4-FFF2-40B4-BE49-F238E27FC236}">
                  <a16:creationId xmlns:a16="http://schemas.microsoft.com/office/drawing/2014/main" id="{EF696F5D-C1DD-58B5-6B18-466129696649}"/>
                </a:ext>
              </a:extLst>
            </p:cNvPr>
            <p:cNvSpPr/>
            <p:nvPr/>
          </p:nvSpPr>
          <p:spPr>
            <a:xfrm>
              <a:off x="3520363" y="2899750"/>
              <a:ext cx="900" cy="850"/>
            </a:xfrm>
            <a:custGeom>
              <a:avLst/>
              <a:gdLst/>
              <a:ahLst/>
              <a:cxnLst/>
              <a:rect l="l" t="t" r="r" b="b"/>
              <a:pathLst>
                <a:path w="36" h="34" extrusionOk="0">
                  <a:moveTo>
                    <a:pt x="0" y="0"/>
                  </a:moveTo>
                  <a:lnTo>
                    <a:pt x="0" y="0"/>
                  </a:lnTo>
                  <a:cubicBezTo>
                    <a:pt x="11" y="11"/>
                    <a:pt x="25" y="22"/>
                    <a:pt x="36" y="33"/>
                  </a:cubicBezTo>
                  <a:cubicBezTo>
                    <a:pt x="25" y="22"/>
                    <a:pt x="14" y="11"/>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8" name="Google Shape;3204;p106">
              <a:extLst>
                <a:ext uri="{FF2B5EF4-FFF2-40B4-BE49-F238E27FC236}">
                  <a16:creationId xmlns:a16="http://schemas.microsoft.com/office/drawing/2014/main" id="{2E97FC11-6B35-3F7C-F0B0-CF9272672AAD}"/>
                </a:ext>
              </a:extLst>
            </p:cNvPr>
            <p:cNvSpPr/>
            <p:nvPr/>
          </p:nvSpPr>
          <p:spPr>
            <a:xfrm>
              <a:off x="3490688" y="2937725"/>
              <a:ext cx="775" cy="525"/>
            </a:xfrm>
            <a:custGeom>
              <a:avLst/>
              <a:gdLst/>
              <a:ahLst/>
              <a:cxnLst/>
              <a:rect l="l" t="t" r="r" b="b"/>
              <a:pathLst>
                <a:path w="31" h="21" extrusionOk="0">
                  <a:moveTo>
                    <a:pt x="1" y="1"/>
                  </a:moveTo>
                  <a:lnTo>
                    <a:pt x="31" y="20"/>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9" name="Google Shape;3205;p106">
              <a:extLst>
                <a:ext uri="{FF2B5EF4-FFF2-40B4-BE49-F238E27FC236}">
                  <a16:creationId xmlns:a16="http://schemas.microsoft.com/office/drawing/2014/main" id="{5278E692-70DF-6724-A6F7-36F2A342CFC0}"/>
                </a:ext>
              </a:extLst>
            </p:cNvPr>
            <p:cNvSpPr/>
            <p:nvPr/>
          </p:nvSpPr>
          <p:spPr>
            <a:xfrm>
              <a:off x="3519538" y="2899200"/>
              <a:ext cx="850" cy="700"/>
            </a:xfrm>
            <a:custGeom>
              <a:avLst/>
              <a:gdLst/>
              <a:ahLst/>
              <a:cxnLst/>
              <a:rect l="l" t="t" r="r" b="b"/>
              <a:pathLst>
                <a:path w="34" h="28" extrusionOk="0">
                  <a:moveTo>
                    <a:pt x="0" y="0"/>
                  </a:moveTo>
                  <a:lnTo>
                    <a:pt x="0" y="0"/>
                  </a:lnTo>
                  <a:cubicBezTo>
                    <a:pt x="14" y="11"/>
                    <a:pt x="22" y="17"/>
                    <a:pt x="33" y="28"/>
                  </a:cubicBezTo>
                  <a:cubicBezTo>
                    <a:pt x="22" y="17"/>
                    <a:pt x="11" y="6"/>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0" name="Google Shape;3206;p106">
              <a:extLst>
                <a:ext uri="{FF2B5EF4-FFF2-40B4-BE49-F238E27FC236}">
                  <a16:creationId xmlns:a16="http://schemas.microsoft.com/office/drawing/2014/main" id="{9F3C4C5A-5AB4-21E2-0FB2-CC41D2F2C6A9}"/>
                </a:ext>
              </a:extLst>
            </p:cNvPr>
            <p:cNvSpPr/>
            <p:nvPr/>
          </p:nvSpPr>
          <p:spPr>
            <a:xfrm>
              <a:off x="3487388" y="2934900"/>
              <a:ext cx="650" cy="575"/>
            </a:xfrm>
            <a:custGeom>
              <a:avLst/>
              <a:gdLst/>
              <a:ahLst/>
              <a:cxnLst/>
              <a:rect l="l" t="t" r="r" b="b"/>
              <a:pathLst>
                <a:path w="26" h="23" extrusionOk="0">
                  <a:moveTo>
                    <a:pt x="25" y="23"/>
                  </a:moveTo>
                  <a:lnTo>
                    <a:pt x="0" y="1"/>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1" name="Google Shape;3207;p106">
              <a:extLst>
                <a:ext uri="{FF2B5EF4-FFF2-40B4-BE49-F238E27FC236}">
                  <a16:creationId xmlns:a16="http://schemas.microsoft.com/office/drawing/2014/main" id="{CB1EE751-ECF1-50B4-FD7F-B11D5B433FDC}"/>
                </a:ext>
              </a:extLst>
            </p:cNvPr>
            <p:cNvSpPr/>
            <p:nvPr/>
          </p:nvSpPr>
          <p:spPr>
            <a:xfrm>
              <a:off x="3486688" y="2934075"/>
              <a:ext cx="650" cy="650"/>
            </a:xfrm>
            <a:custGeom>
              <a:avLst/>
              <a:gdLst/>
              <a:ahLst/>
              <a:cxnLst/>
              <a:rect l="l" t="t" r="r" b="b"/>
              <a:pathLst>
                <a:path w="26" h="26" extrusionOk="0">
                  <a:moveTo>
                    <a:pt x="1" y="1"/>
                  </a:moveTo>
                  <a:cubicBezTo>
                    <a:pt x="9" y="12"/>
                    <a:pt x="15" y="20"/>
                    <a:pt x="26" y="26"/>
                  </a:cubicBezTo>
                  <a:lnTo>
                    <a:pt x="1" y="1"/>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2" name="Google Shape;3208;p106">
              <a:extLst>
                <a:ext uri="{FF2B5EF4-FFF2-40B4-BE49-F238E27FC236}">
                  <a16:creationId xmlns:a16="http://schemas.microsoft.com/office/drawing/2014/main" id="{05CCD6DE-0E63-A15F-8F27-FE368C0C81C6}"/>
                </a:ext>
              </a:extLst>
            </p:cNvPr>
            <p:cNvSpPr/>
            <p:nvPr/>
          </p:nvSpPr>
          <p:spPr>
            <a:xfrm>
              <a:off x="3480438" y="2894025"/>
              <a:ext cx="40775" cy="47875"/>
            </a:xfrm>
            <a:custGeom>
              <a:avLst/>
              <a:gdLst/>
              <a:ahLst/>
              <a:cxnLst/>
              <a:rect l="l" t="t" r="r" b="b"/>
              <a:pathLst>
                <a:path w="1631" h="1915" extrusionOk="0">
                  <a:moveTo>
                    <a:pt x="964" y="1"/>
                  </a:moveTo>
                  <a:cubicBezTo>
                    <a:pt x="430" y="1"/>
                    <a:pt x="0" y="430"/>
                    <a:pt x="0" y="964"/>
                  </a:cubicBezTo>
                  <a:lnTo>
                    <a:pt x="0" y="1011"/>
                  </a:lnTo>
                  <a:lnTo>
                    <a:pt x="0" y="1030"/>
                  </a:lnTo>
                  <a:cubicBezTo>
                    <a:pt x="0" y="1039"/>
                    <a:pt x="0" y="1050"/>
                    <a:pt x="3" y="1061"/>
                  </a:cubicBezTo>
                  <a:cubicBezTo>
                    <a:pt x="3" y="1066"/>
                    <a:pt x="3" y="1074"/>
                    <a:pt x="6" y="1077"/>
                  </a:cubicBezTo>
                  <a:cubicBezTo>
                    <a:pt x="6" y="1088"/>
                    <a:pt x="11" y="1094"/>
                    <a:pt x="11" y="1105"/>
                  </a:cubicBezTo>
                  <a:cubicBezTo>
                    <a:pt x="11" y="1113"/>
                    <a:pt x="14" y="1118"/>
                    <a:pt x="14" y="1127"/>
                  </a:cubicBezTo>
                  <a:cubicBezTo>
                    <a:pt x="14" y="1135"/>
                    <a:pt x="17" y="1143"/>
                    <a:pt x="17" y="1154"/>
                  </a:cubicBezTo>
                  <a:cubicBezTo>
                    <a:pt x="17" y="1160"/>
                    <a:pt x="20" y="1168"/>
                    <a:pt x="20" y="1173"/>
                  </a:cubicBezTo>
                  <a:cubicBezTo>
                    <a:pt x="25" y="1182"/>
                    <a:pt x="25" y="1190"/>
                    <a:pt x="28" y="1198"/>
                  </a:cubicBezTo>
                  <a:cubicBezTo>
                    <a:pt x="31" y="1204"/>
                    <a:pt x="31" y="1212"/>
                    <a:pt x="33" y="1218"/>
                  </a:cubicBezTo>
                  <a:cubicBezTo>
                    <a:pt x="39" y="1226"/>
                    <a:pt x="39" y="1237"/>
                    <a:pt x="42" y="1242"/>
                  </a:cubicBezTo>
                  <a:cubicBezTo>
                    <a:pt x="44" y="1251"/>
                    <a:pt x="44" y="1256"/>
                    <a:pt x="47" y="1264"/>
                  </a:cubicBezTo>
                  <a:cubicBezTo>
                    <a:pt x="53" y="1270"/>
                    <a:pt x="53" y="1278"/>
                    <a:pt x="55" y="1286"/>
                  </a:cubicBezTo>
                  <a:cubicBezTo>
                    <a:pt x="58" y="1295"/>
                    <a:pt x="58" y="1300"/>
                    <a:pt x="61" y="1308"/>
                  </a:cubicBezTo>
                  <a:cubicBezTo>
                    <a:pt x="66" y="1314"/>
                    <a:pt x="69" y="1322"/>
                    <a:pt x="69" y="1328"/>
                  </a:cubicBezTo>
                  <a:cubicBezTo>
                    <a:pt x="80" y="1333"/>
                    <a:pt x="80" y="1339"/>
                    <a:pt x="83" y="1347"/>
                  </a:cubicBezTo>
                  <a:lnTo>
                    <a:pt x="94" y="1366"/>
                  </a:lnTo>
                  <a:lnTo>
                    <a:pt x="105" y="1385"/>
                  </a:lnTo>
                  <a:cubicBezTo>
                    <a:pt x="108" y="1394"/>
                    <a:pt x="111" y="1399"/>
                    <a:pt x="113" y="1405"/>
                  </a:cubicBezTo>
                  <a:lnTo>
                    <a:pt x="124" y="1424"/>
                  </a:lnTo>
                  <a:cubicBezTo>
                    <a:pt x="127" y="1432"/>
                    <a:pt x="133" y="1435"/>
                    <a:pt x="135" y="1441"/>
                  </a:cubicBezTo>
                  <a:cubicBezTo>
                    <a:pt x="138" y="1449"/>
                    <a:pt x="146" y="1460"/>
                    <a:pt x="149" y="1465"/>
                  </a:cubicBezTo>
                  <a:cubicBezTo>
                    <a:pt x="152" y="1468"/>
                    <a:pt x="152" y="1474"/>
                    <a:pt x="155" y="1476"/>
                  </a:cubicBezTo>
                  <a:cubicBezTo>
                    <a:pt x="177" y="1509"/>
                    <a:pt x="201" y="1542"/>
                    <a:pt x="223" y="1573"/>
                  </a:cubicBezTo>
                  <a:cubicBezTo>
                    <a:pt x="232" y="1584"/>
                    <a:pt x="243" y="1589"/>
                    <a:pt x="248" y="1600"/>
                  </a:cubicBezTo>
                  <a:lnTo>
                    <a:pt x="251" y="1603"/>
                  </a:lnTo>
                  <a:lnTo>
                    <a:pt x="276" y="1628"/>
                  </a:lnTo>
                  <a:lnTo>
                    <a:pt x="284" y="1633"/>
                  </a:lnTo>
                  <a:lnTo>
                    <a:pt x="306" y="1658"/>
                  </a:lnTo>
                  <a:lnTo>
                    <a:pt x="314" y="1666"/>
                  </a:lnTo>
                  <a:cubicBezTo>
                    <a:pt x="320" y="1672"/>
                    <a:pt x="331" y="1680"/>
                    <a:pt x="336" y="1688"/>
                  </a:cubicBezTo>
                  <a:lnTo>
                    <a:pt x="345" y="1697"/>
                  </a:lnTo>
                  <a:cubicBezTo>
                    <a:pt x="356" y="1702"/>
                    <a:pt x="361" y="1710"/>
                    <a:pt x="372" y="1716"/>
                  </a:cubicBezTo>
                  <a:cubicBezTo>
                    <a:pt x="375" y="1716"/>
                    <a:pt x="375" y="1721"/>
                    <a:pt x="378" y="1721"/>
                  </a:cubicBezTo>
                  <a:cubicBezTo>
                    <a:pt x="389" y="1727"/>
                    <a:pt x="400" y="1735"/>
                    <a:pt x="405" y="1741"/>
                  </a:cubicBezTo>
                  <a:cubicBezTo>
                    <a:pt x="411" y="1741"/>
                    <a:pt x="411" y="1743"/>
                    <a:pt x="413" y="1743"/>
                  </a:cubicBezTo>
                  <a:lnTo>
                    <a:pt x="444" y="1765"/>
                  </a:lnTo>
                  <a:cubicBezTo>
                    <a:pt x="444" y="1765"/>
                    <a:pt x="446" y="1765"/>
                    <a:pt x="446" y="1768"/>
                  </a:cubicBezTo>
                  <a:cubicBezTo>
                    <a:pt x="457" y="1776"/>
                    <a:pt x="471" y="1782"/>
                    <a:pt x="482" y="1790"/>
                  </a:cubicBezTo>
                  <a:cubicBezTo>
                    <a:pt x="592" y="1853"/>
                    <a:pt x="719" y="1900"/>
                    <a:pt x="854" y="1914"/>
                  </a:cubicBezTo>
                  <a:cubicBezTo>
                    <a:pt x="667" y="1738"/>
                    <a:pt x="551" y="1490"/>
                    <a:pt x="551" y="1215"/>
                  </a:cubicBezTo>
                  <a:cubicBezTo>
                    <a:pt x="551" y="681"/>
                    <a:pt x="980" y="251"/>
                    <a:pt x="1515" y="251"/>
                  </a:cubicBezTo>
                  <a:cubicBezTo>
                    <a:pt x="1553" y="251"/>
                    <a:pt x="1594" y="254"/>
                    <a:pt x="1630" y="257"/>
                  </a:cubicBezTo>
                  <a:cubicBezTo>
                    <a:pt x="1622" y="248"/>
                    <a:pt x="1611" y="237"/>
                    <a:pt x="1597" y="226"/>
                  </a:cubicBezTo>
                  <a:cubicBezTo>
                    <a:pt x="1586" y="215"/>
                    <a:pt x="1575" y="210"/>
                    <a:pt x="1561" y="199"/>
                  </a:cubicBezTo>
                  <a:cubicBezTo>
                    <a:pt x="1553" y="188"/>
                    <a:pt x="1539" y="182"/>
                    <a:pt x="1528" y="174"/>
                  </a:cubicBezTo>
                  <a:lnTo>
                    <a:pt x="1526" y="171"/>
                  </a:lnTo>
                  <a:cubicBezTo>
                    <a:pt x="1515" y="166"/>
                    <a:pt x="1501" y="155"/>
                    <a:pt x="1490" y="147"/>
                  </a:cubicBezTo>
                  <a:cubicBezTo>
                    <a:pt x="1490" y="147"/>
                    <a:pt x="1487" y="147"/>
                    <a:pt x="1487" y="144"/>
                  </a:cubicBezTo>
                  <a:cubicBezTo>
                    <a:pt x="1476" y="138"/>
                    <a:pt x="1462" y="130"/>
                    <a:pt x="1454" y="125"/>
                  </a:cubicBezTo>
                  <a:cubicBezTo>
                    <a:pt x="1448" y="125"/>
                    <a:pt x="1448" y="119"/>
                    <a:pt x="1446" y="119"/>
                  </a:cubicBezTo>
                  <a:cubicBezTo>
                    <a:pt x="1435" y="114"/>
                    <a:pt x="1426" y="105"/>
                    <a:pt x="1413" y="103"/>
                  </a:cubicBezTo>
                  <a:cubicBezTo>
                    <a:pt x="1407" y="103"/>
                    <a:pt x="1407" y="100"/>
                    <a:pt x="1404" y="100"/>
                  </a:cubicBezTo>
                  <a:cubicBezTo>
                    <a:pt x="1393" y="92"/>
                    <a:pt x="1385" y="89"/>
                    <a:pt x="1371" y="83"/>
                  </a:cubicBezTo>
                  <a:cubicBezTo>
                    <a:pt x="1366" y="83"/>
                    <a:pt x="1363" y="78"/>
                    <a:pt x="1360" y="78"/>
                  </a:cubicBezTo>
                  <a:cubicBezTo>
                    <a:pt x="1349" y="75"/>
                    <a:pt x="1338" y="70"/>
                    <a:pt x="1330" y="64"/>
                  </a:cubicBezTo>
                  <a:cubicBezTo>
                    <a:pt x="1325" y="64"/>
                    <a:pt x="1322" y="61"/>
                    <a:pt x="1319" y="61"/>
                  </a:cubicBezTo>
                  <a:lnTo>
                    <a:pt x="1286" y="50"/>
                  </a:lnTo>
                  <a:cubicBezTo>
                    <a:pt x="1283" y="50"/>
                    <a:pt x="1278" y="48"/>
                    <a:pt x="1272" y="48"/>
                  </a:cubicBezTo>
                  <a:lnTo>
                    <a:pt x="1242" y="36"/>
                  </a:lnTo>
                  <a:cubicBezTo>
                    <a:pt x="1237" y="36"/>
                    <a:pt x="1231" y="34"/>
                    <a:pt x="1225" y="34"/>
                  </a:cubicBezTo>
                  <a:cubicBezTo>
                    <a:pt x="1214" y="31"/>
                    <a:pt x="1203" y="28"/>
                    <a:pt x="1198" y="28"/>
                  </a:cubicBezTo>
                  <a:cubicBezTo>
                    <a:pt x="1190" y="28"/>
                    <a:pt x="1184" y="23"/>
                    <a:pt x="1181" y="23"/>
                  </a:cubicBezTo>
                  <a:cubicBezTo>
                    <a:pt x="1170" y="20"/>
                    <a:pt x="1162" y="20"/>
                    <a:pt x="1154" y="17"/>
                  </a:cubicBezTo>
                  <a:cubicBezTo>
                    <a:pt x="1146" y="17"/>
                    <a:pt x="1140" y="14"/>
                    <a:pt x="1132" y="14"/>
                  </a:cubicBezTo>
                  <a:cubicBezTo>
                    <a:pt x="1126" y="14"/>
                    <a:pt x="1115" y="12"/>
                    <a:pt x="1107" y="12"/>
                  </a:cubicBezTo>
                  <a:cubicBezTo>
                    <a:pt x="1102" y="12"/>
                    <a:pt x="1091" y="6"/>
                    <a:pt x="1085" y="6"/>
                  </a:cubicBezTo>
                  <a:cubicBezTo>
                    <a:pt x="1077" y="6"/>
                    <a:pt x="1071" y="3"/>
                    <a:pt x="1060" y="3"/>
                  </a:cubicBezTo>
                  <a:cubicBezTo>
                    <a:pt x="1049" y="3"/>
                    <a:pt x="1041" y="3"/>
                    <a:pt x="10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3" name="Google Shape;3209;p106">
              <a:extLst>
                <a:ext uri="{FF2B5EF4-FFF2-40B4-BE49-F238E27FC236}">
                  <a16:creationId xmlns:a16="http://schemas.microsoft.com/office/drawing/2014/main" id="{3574987E-F7C0-9B72-87A0-AC3FA4685C63}"/>
                </a:ext>
              </a:extLst>
            </p:cNvPr>
            <p:cNvSpPr/>
            <p:nvPr/>
          </p:nvSpPr>
          <p:spPr>
            <a:xfrm>
              <a:off x="3805413" y="3025475"/>
              <a:ext cx="800" cy="1550"/>
            </a:xfrm>
            <a:custGeom>
              <a:avLst/>
              <a:gdLst/>
              <a:ahLst/>
              <a:cxnLst/>
              <a:rect l="l" t="t" r="r" b="b"/>
              <a:pathLst>
                <a:path w="32" h="62" extrusionOk="0">
                  <a:moveTo>
                    <a:pt x="1" y="1"/>
                  </a:moveTo>
                  <a:lnTo>
                    <a:pt x="1" y="1"/>
                  </a:lnTo>
                  <a:cubicBezTo>
                    <a:pt x="9" y="20"/>
                    <a:pt x="20" y="42"/>
                    <a:pt x="31" y="61"/>
                  </a:cubicBezTo>
                  <a:cubicBezTo>
                    <a:pt x="20" y="42"/>
                    <a:pt x="12" y="20"/>
                    <a:pt x="1"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4" name="Google Shape;3210;p106">
              <a:extLst>
                <a:ext uri="{FF2B5EF4-FFF2-40B4-BE49-F238E27FC236}">
                  <a16:creationId xmlns:a16="http://schemas.microsoft.com/office/drawing/2014/main" id="{1929F3CF-380C-EFCE-6104-07730C9F11EE}"/>
                </a:ext>
              </a:extLst>
            </p:cNvPr>
            <p:cNvSpPr/>
            <p:nvPr/>
          </p:nvSpPr>
          <p:spPr>
            <a:xfrm>
              <a:off x="3834263" y="2999600"/>
              <a:ext cx="700" cy="450"/>
            </a:xfrm>
            <a:custGeom>
              <a:avLst/>
              <a:gdLst/>
              <a:ahLst/>
              <a:cxnLst/>
              <a:rect l="l" t="t" r="r" b="b"/>
              <a:pathLst>
                <a:path w="28" h="18" extrusionOk="0">
                  <a:moveTo>
                    <a:pt x="0" y="1"/>
                  </a:moveTo>
                  <a:lnTo>
                    <a:pt x="0" y="1"/>
                  </a:lnTo>
                  <a:cubicBezTo>
                    <a:pt x="9" y="3"/>
                    <a:pt x="17" y="9"/>
                    <a:pt x="28" y="17"/>
                  </a:cubicBezTo>
                  <a:cubicBezTo>
                    <a:pt x="22" y="9"/>
                    <a:pt x="11" y="3"/>
                    <a:pt x="0"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5" name="Google Shape;3211;p106">
              <a:extLst>
                <a:ext uri="{FF2B5EF4-FFF2-40B4-BE49-F238E27FC236}">
                  <a16:creationId xmlns:a16="http://schemas.microsoft.com/office/drawing/2014/main" id="{9CFFD50E-F53E-0ACB-965B-193EB73A1908}"/>
                </a:ext>
              </a:extLst>
            </p:cNvPr>
            <p:cNvSpPr/>
            <p:nvPr/>
          </p:nvSpPr>
          <p:spPr>
            <a:xfrm>
              <a:off x="3832463" y="2998700"/>
              <a:ext cx="725" cy="375"/>
            </a:xfrm>
            <a:custGeom>
              <a:avLst/>
              <a:gdLst/>
              <a:ahLst/>
              <a:cxnLst/>
              <a:rect l="l" t="t" r="r" b="b"/>
              <a:pathLst>
                <a:path w="29" h="15" extrusionOk="0">
                  <a:moveTo>
                    <a:pt x="1" y="1"/>
                  </a:moveTo>
                  <a:lnTo>
                    <a:pt x="1" y="1"/>
                  </a:lnTo>
                  <a:cubicBezTo>
                    <a:pt x="12" y="9"/>
                    <a:pt x="20" y="12"/>
                    <a:pt x="28" y="15"/>
                  </a:cubicBezTo>
                  <a:cubicBezTo>
                    <a:pt x="17" y="9"/>
                    <a:pt x="12" y="4"/>
                    <a:pt x="1"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6" name="Google Shape;3212;p106">
              <a:extLst>
                <a:ext uri="{FF2B5EF4-FFF2-40B4-BE49-F238E27FC236}">
                  <a16:creationId xmlns:a16="http://schemas.microsoft.com/office/drawing/2014/main" id="{5BD34345-D735-8FC5-6A47-61FA85BFBE01}"/>
                </a:ext>
              </a:extLst>
            </p:cNvPr>
            <p:cNvSpPr/>
            <p:nvPr/>
          </p:nvSpPr>
          <p:spPr>
            <a:xfrm>
              <a:off x="3833438" y="2999125"/>
              <a:ext cx="700" cy="375"/>
            </a:xfrm>
            <a:custGeom>
              <a:avLst/>
              <a:gdLst/>
              <a:ahLst/>
              <a:cxnLst/>
              <a:rect l="l" t="t" r="r" b="b"/>
              <a:pathLst>
                <a:path w="28" h="15" extrusionOk="0">
                  <a:moveTo>
                    <a:pt x="0" y="0"/>
                  </a:moveTo>
                  <a:lnTo>
                    <a:pt x="0" y="0"/>
                  </a:lnTo>
                  <a:cubicBezTo>
                    <a:pt x="6" y="6"/>
                    <a:pt x="17" y="11"/>
                    <a:pt x="28" y="14"/>
                  </a:cubicBezTo>
                  <a:cubicBezTo>
                    <a:pt x="20" y="11"/>
                    <a:pt x="11" y="6"/>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7" name="Google Shape;3213;p106">
              <a:extLst>
                <a:ext uri="{FF2B5EF4-FFF2-40B4-BE49-F238E27FC236}">
                  <a16:creationId xmlns:a16="http://schemas.microsoft.com/office/drawing/2014/main" id="{83982DF5-69CD-BFD5-E3BA-1FE5FF564F8A}"/>
                </a:ext>
              </a:extLst>
            </p:cNvPr>
            <p:cNvSpPr/>
            <p:nvPr/>
          </p:nvSpPr>
          <p:spPr>
            <a:xfrm>
              <a:off x="3837488" y="3001675"/>
              <a:ext cx="725" cy="575"/>
            </a:xfrm>
            <a:custGeom>
              <a:avLst/>
              <a:gdLst/>
              <a:ahLst/>
              <a:cxnLst/>
              <a:rect l="l" t="t" r="r" b="b"/>
              <a:pathLst>
                <a:path w="29" h="23" extrusionOk="0">
                  <a:moveTo>
                    <a:pt x="1" y="0"/>
                  </a:moveTo>
                  <a:lnTo>
                    <a:pt x="1" y="0"/>
                  </a:lnTo>
                  <a:cubicBezTo>
                    <a:pt x="5" y="5"/>
                    <a:pt x="13" y="11"/>
                    <a:pt x="22" y="18"/>
                  </a:cubicBezTo>
                  <a:lnTo>
                    <a:pt x="22" y="18"/>
                  </a:lnTo>
                  <a:cubicBezTo>
                    <a:pt x="15" y="12"/>
                    <a:pt x="7" y="4"/>
                    <a:pt x="1" y="0"/>
                  </a:cubicBezTo>
                  <a:close/>
                  <a:moveTo>
                    <a:pt x="22" y="18"/>
                  </a:moveTo>
                  <a:cubicBezTo>
                    <a:pt x="24" y="19"/>
                    <a:pt x="26" y="21"/>
                    <a:pt x="28" y="22"/>
                  </a:cubicBezTo>
                  <a:cubicBezTo>
                    <a:pt x="26" y="21"/>
                    <a:pt x="24" y="19"/>
                    <a:pt x="22" y="18"/>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8" name="Google Shape;3214;p106">
              <a:extLst>
                <a:ext uri="{FF2B5EF4-FFF2-40B4-BE49-F238E27FC236}">
                  <a16:creationId xmlns:a16="http://schemas.microsoft.com/office/drawing/2014/main" id="{0DDA64CC-7011-D799-B21A-1293C47B427B}"/>
                </a:ext>
              </a:extLst>
            </p:cNvPr>
            <p:cNvSpPr/>
            <p:nvPr/>
          </p:nvSpPr>
          <p:spPr>
            <a:xfrm>
              <a:off x="3836663" y="3001050"/>
              <a:ext cx="725" cy="500"/>
            </a:xfrm>
            <a:custGeom>
              <a:avLst/>
              <a:gdLst/>
              <a:ahLst/>
              <a:cxnLst/>
              <a:rect l="l" t="t" r="r" b="b"/>
              <a:pathLst>
                <a:path w="29" h="20" extrusionOk="0">
                  <a:moveTo>
                    <a:pt x="1" y="1"/>
                  </a:moveTo>
                  <a:cubicBezTo>
                    <a:pt x="12" y="6"/>
                    <a:pt x="20" y="14"/>
                    <a:pt x="28" y="20"/>
                  </a:cubicBezTo>
                  <a:cubicBezTo>
                    <a:pt x="23" y="14"/>
                    <a:pt x="12" y="6"/>
                    <a:pt x="1"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9" name="Google Shape;3215;p106">
              <a:extLst>
                <a:ext uri="{FF2B5EF4-FFF2-40B4-BE49-F238E27FC236}">
                  <a16:creationId xmlns:a16="http://schemas.microsoft.com/office/drawing/2014/main" id="{023A0194-481E-B36F-268A-1DFC4431052D}"/>
                </a:ext>
              </a:extLst>
            </p:cNvPr>
            <p:cNvSpPr/>
            <p:nvPr/>
          </p:nvSpPr>
          <p:spPr>
            <a:xfrm>
              <a:off x="3835913" y="3000500"/>
              <a:ext cx="775" cy="575"/>
            </a:xfrm>
            <a:custGeom>
              <a:avLst/>
              <a:gdLst/>
              <a:ahLst/>
              <a:cxnLst/>
              <a:rect l="l" t="t" r="r" b="b"/>
              <a:pathLst>
                <a:path w="31" h="23" extrusionOk="0">
                  <a:moveTo>
                    <a:pt x="1" y="1"/>
                  </a:moveTo>
                  <a:lnTo>
                    <a:pt x="1" y="1"/>
                  </a:lnTo>
                  <a:cubicBezTo>
                    <a:pt x="12" y="9"/>
                    <a:pt x="17" y="14"/>
                    <a:pt x="31" y="23"/>
                  </a:cubicBezTo>
                  <a:lnTo>
                    <a:pt x="1" y="1"/>
                  </a:ln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0" name="Google Shape;3216;p106">
              <a:extLst>
                <a:ext uri="{FF2B5EF4-FFF2-40B4-BE49-F238E27FC236}">
                  <a16:creationId xmlns:a16="http://schemas.microsoft.com/office/drawing/2014/main" id="{5C64061B-5D69-61DB-ABD0-8D97CEA27BF4}"/>
                </a:ext>
              </a:extLst>
            </p:cNvPr>
            <p:cNvSpPr/>
            <p:nvPr/>
          </p:nvSpPr>
          <p:spPr>
            <a:xfrm>
              <a:off x="3835088" y="3000025"/>
              <a:ext cx="700" cy="425"/>
            </a:xfrm>
            <a:custGeom>
              <a:avLst/>
              <a:gdLst/>
              <a:ahLst/>
              <a:cxnLst/>
              <a:rect l="l" t="t" r="r" b="b"/>
              <a:pathLst>
                <a:path w="28" h="17" extrusionOk="0">
                  <a:moveTo>
                    <a:pt x="0" y="0"/>
                  </a:moveTo>
                  <a:lnTo>
                    <a:pt x="0" y="0"/>
                  </a:lnTo>
                  <a:cubicBezTo>
                    <a:pt x="9" y="6"/>
                    <a:pt x="20" y="14"/>
                    <a:pt x="28" y="17"/>
                  </a:cubicBezTo>
                  <a:cubicBezTo>
                    <a:pt x="20" y="11"/>
                    <a:pt x="9" y="6"/>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1" name="Google Shape;3217;p106">
              <a:extLst>
                <a:ext uri="{FF2B5EF4-FFF2-40B4-BE49-F238E27FC236}">
                  <a16:creationId xmlns:a16="http://schemas.microsoft.com/office/drawing/2014/main" id="{06234A5E-4976-F6A0-599B-1C48039F71C3}"/>
                </a:ext>
              </a:extLst>
            </p:cNvPr>
            <p:cNvSpPr/>
            <p:nvPr/>
          </p:nvSpPr>
          <p:spPr>
            <a:xfrm>
              <a:off x="3804463" y="3021775"/>
              <a:ext cx="375" cy="1675"/>
            </a:xfrm>
            <a:custGeom>
              <a:avLst/>
              <a:gdLst/>
              <a:ahLst/>
              <a:cxnLst/>
              <a:rect l="l" t="t" r="r" b="b"/>
              <a:pathLst>
                <a:path w="15" h="67" extrusionOk="0">
                  <a:moveTo>
                    <a:pt x="14" y="66"/>
                  </a:moveTo>
                  <a:cubicBezTo>
                    <a:pt x="6" y="44"/>
                    <a:pt x="3" y="25"/>
                    <a:pt x="0" y="0"/>
                  </a:cubicBezTo>
                  <a:cubicBezTo>
                    <a:pt x="3" y="25"/>
                    <a:pt x="6" y="44"/>
                    <a:pt x="14" y="66"/>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2" name="Google Shape;3218;p106">
              <a:extLst>
                <a:ext uri="{FF2B5EF4-FFF2-40B4-BE49-F238E27FC236}">
                  <a16:creationId xmlns:a16="http://schemas.microsoft.com/office/drawing/2014/main" id="{C57AE92E-F4B3-6B81-15DA-3E57D95DD744}"/>
                </a:ext>
              </a:extLst>
            </p:cNvPr>
            <p:cNvSpPr/>
            <p:nvPr/>
          </p:nvSpPr>
          <p:spPr>
            <a:xfrm>
              <a:off x="3804863" y="3023700"/>
              <a:ext cx="525" cy="1525"/>
            </a:xfrm>
            <a:custGeom>
              <a:avLst/>
              <a:gdLst/>
              <a:ahLst/>
              <a:cxnLst/>
              <a:rect l="l" t="t" r="r" b="b"/>
              <a:pathLst>
                <a:path w="21" h="61" extrusionOk="0">
                  <a:moveTo>
                    <a:pt x="20" y="61"/>
                  </a:moveTo>
                  <a:lnTo>
                    <a:pt x="1" y="0"/>
                  </a:ln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3" name="Google Shape;3219;p106">
              <a:extLst>
                <a:ext uri="{FF2B5EF4-FFF2-40B4-BE49-F238E27FC236}">
                  <a16:creationId xmlns:a16="http://schemas.microsoft.com/office/drawing/2014/main" id="{4F0E3648-D79C-4F93-0111-2F1FEF4FBAEA}"/>
                </a:ext>
              </a:extLst>
            </p:cNvPr>
            <p:cNvSpPr/>
            <p:nvPr/>
          </p:nvSpPr>
          <p:spPr>
            <a:xfrm>
              <a:off x="3813488" y="3002225"/>
              <a:ext cx="31800" cy="36300"/>
            </a:xfrm>
            <a:custGeom>
              <a:avLst/>
              <a:gdLst/>
              <a:ahLst/>
              <a:cxnLst/>
              <a:rect l="l" t="t" r="r" b="b"/>
              <a:pathLst>
                <a:path w="1272" h="1452" extrusionOk="0">
                  <a:moveTo>
                    <a:pt x="0" y="1316"/>
                  </a:moveTo>
                  <a:cubicBezTo>
                    <a:pt x="90" y="1377"/>
                    <a:pt x="194" y="1419"/>
                    <a:pt x="304" y="1437"/>
                  </a:cubicBezTo>
                  <a:lnTo>
                    <a:pt x="304" y="1437"/>
                  </a:lnTo>
                  <a:cubicBezTo>
                    <a:pt x="253" y="1427"/>
                    <a:pt x="203" y="1413"/>
                    <a:pt x="154" y="1396"/>
                  </a:cubicBezTo>
                  <a:cubicBezTo>
                    <a:pt x="99" y="1374"/>
                    <a:pt x="47" y="1347"/>
                    <a:pt x="0" y="1316"/>
                  </a:cubicBezTo>
                  <a:close/>
                  <a:moveTo>
                    <a:pt x="986" y="0"/>
                  </a:moveTo>
                  <a:lnTo>
                    <a:pt x="986" y="0"/>
                  </a:lnTo>
                  <a:cubicBezTo>
                    <a:pt x="995" y="8"/>
                    <a:pt x="1004" y="17"/>
                    <a:pt x="1013" y="25"/>
                  </a:cubicBezTo>
                  <a:lnTo>
                    <a:pt x="1013" y="25"/>
                  </a:lnTo>
                  <a:cubicBezTo>
                    <a:pt x="978" y="22"/>
                    <a:pt x="949" y="20"/>
                    <a:pt x="914" y="20"/>
                  </a:cubicBezTo>
                  <a:cubicBezTo>
                    <a:pt x="457" y="20"/>
                    <a:pt x="88" y="386"/>
                    <a:pt x="88" y="846"/>
                  </a:cubicBezTo>
                  <a:cubicBezTo>
                    <a:pt x="88" y="1082"/>
                    <a:pt x="190" y="1291"/>
                    <a:pt x="347" y="1443"/>
                  </a:cubicBezTo>
                  <a:cubicBezTo>
                    <a:pt x="333" y="1441"/>
                    <a:pt x="318" y="1439"/>
                    <a:pt x="304" y="1437"/>
                  </a:cubicBezTo>
                  <a:lnTo>
                    <a:pt x="304" y="1437"/>
                  </a:lnTo>
                  <a:cubicBezTo>
                    <a:pt x="352" y="1446"/>
                    <a:pt x="401" y="1451"/>
                    <a:pt x="452" y="1451"/>
                  </a:cubicBezTo>
                  <a:cubicBezTo>
                    <a:pt x="523" y="1451"/>
                    <a:pt x="592" y="1440"/>
                    <a:pt x="658" y="1424"/>
                  </a:cubicBezTo>
                  <a:cubicBezTo>
                    <a:pt x="1010" y="1333"/>
                    <a:pt x="1272" y="1011"/>
                    <a:pt x="1272" y="628"/>
                  </a:cubicBezTo>
                  <a:cubicBezTo>
                    <a:pt x="1272" y="391"/>
                    <a:pt x="1173" y="176"/>
                    <a:pt x="1013" y="25"/>
                  </a:cubicBezTo>
                  <a:lnTo>
                    <a:pt x="1013" y="25"/>
                  </a:lnTo>
                  <a:cubicBezTo>
                    <a:pt x="1014" y="25"/>
                    <a:pt x="1015" y="25"/>
                    <a:pt x="1016" y="25"/>
                  </a:cubicBezTo>
                  <a:cubicBezTo>
                    <a:pt x="1008" y="20"/>
                    <a:pt x="997" y="9"/>
                    <a:pt x="9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4" name="Google Shape;3220;p106">
              <a:extLst>
                <a:ext uri="{FF2B5EF4-FFF2-40B4-BE49-F238E27FC236}">
                  <a16:creationId xmlns:a16="http://schemas.microsoft.com/office/drawing/2014/main" id="{11E681E3-2354-81F5-5620-C05439559A65}"/>
                </a:ext>
              </a:extLst>
            </p:cNvPr>
            <p:cNvSpPr/>
            <p:nvPr/>
          </p:nvSpPr>
          <p:spPr>
            <a:xfrm>
              <a:off x="3803988" y="3017925"/>
              <a:ext cx="150" cy="1800"/>
            </a:xfrm>
            <a:custGeom>
              <a:avLst/>
              <a:gdLst/>
              <a:ahLst/>
              <a:cxnLst/>
              <a:rect l="l" t="t" r="r" b="b"/>
              <a:pathLst>
                <a:path w="6" h="72" extrusionOk="0">
                  <a:moveTo>
                    <a:pt x="0" y="0"/>
                  </a:moveTo>
                  <a:cubicBezTo>
                    <a:pt x="0" y="22"/>
                    <a:pt x="0" y="47"/>
                    <a:pt x="6" y="72"/>
                  </a:cubicBezTo>
                  <a:cubicBezTo>
                    <a:pt x="6" y="47"/>
                    <a:pt x="0" y="25"/>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5" name="Google Shape;3221;p106">
              <a:extLst>
                <a:ext uri="{FF2B5EF4-FFF2-40B4-BE49-F238E27FC236}">
                  <a16:creationId xmlns:a16="http://schemas.microsoft.com/office/drawing/2014/main" id="{0007E53E-B8BF-0190-8594-8B63DAC2C222}"/>
                </a:ext>
              </a:extLst>
            </p:cNvPr>
            <p:cNvSpPr/>
            <p:nvPr/>
          </p:nvSpPr>
          <p:spPr>
            <a:xfrm>
              <a:off x="3830688" y="2998100"/>
              <a:ext cx="700" cy="225"/>
            </a:xfrm>
            <a:custGeom>
              <a:avLst/>
              <a:gdLst/>
              <a:ahLst/>
              <a:cxnLst/>
              <a:rect l="l" t="t" r="r" b="b"/>
              <a:pathLst>
                <a:path w="28" h="9" extrusionOk="0">
                  <a:moveTo>
                    <a:pt x="0" y="0"/>
                  </a:moveTo>
                  <a:cubicBezTo>
                    <a:pt x="3" y="3"/>
                    <a:pt x="6" y="4"/>
                    <a:pt x="10" y="5"/>
                  </a:cubicBezTo>
                  <a:lnTo>
                    <a:pt x="10" y="5"/>
                  </a:lnTo>
                  <a:cubicBezTo>
                    <a:pt x="7" y="4"/>
                    <a:pt x="4" y="2"/>
                    <a:pt x="0" y="0"/>
                  </a:cubicBezTo>
                  <a:close/>
                  <a:moveTo>
                    <a:pt x="10" y="5"/>
                  </a:moveTo>
                  <a:cubicBezTo>
                    <a:pt x="16" y="7"/>
                    <a:pt x="21" y="8"/>
                    <a:pt x="28" y="8"/>
                  </a:cubicBezTo>
                  <a:cubicBezTo>
                    <a:pt x="22" y="7"/>
                    <a:pt x="16" y="6"/>
                    <a:pt x="10" y="5"/>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6" name="Google Shape;3222;p106">
              <a:extLst>
                <a:ext uri="{FF2B5EF4-FFF2-40B4-BE49-F238E27FC236}">
                  <a16:creationId xmlns:a16="http://schemas.microsoft.com/office/drawing/2014/main" id="{C4620F08-A37F-DD98-78DE-FA12B32B90D2}"/>
                </a:ext>
              </a:extLst>
            </p:cNvPr>
            <p:cNvSpPr/>
            <p:nvPr/>
          </p:nvSpPr>
          <p:spPr>
            <a:xfrm>
              <a:off x="3804113" y="3019900"/>
              <a:ext cx="225" cy="1750"/>
            </a:xfrm>
            <a:custGeom>
              <a:avLst/>
              <a:gdLst/>
              <a:ahLst/>
              <a:cxnLst/>
              <a:rect l="l" t="t" r="r" b="b"/>
              <a:pathLst>
                <a:path w="9" h="70" extrusionOk="0">
                  <a:moveTo>
                    <a:pt x="9" y="70"/>
                  </a:moveTo>
                  <a:cubicBezTo>
                    <a:pt x="6" y="45"/>
                    <a:pt x="3" y="23"/>
                    <a:pt x="1" y="1"/>
                  </a:cubicBezTo>
                  <a:cubicBezTo>
                    <a:pt x="3" y="23"/>
                    <a:pt x="6" y="45"/>
                    <a:pt x="9" y="7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7" name="Google Shape;3223;p106">
              <a:extLst>
                <a:ext uri="{FF2B5EF4-FFF2-40B4-BE49-F238E27FC236}">
                  <a16:creationId xmlns:a16="http://schemas.microsoft.com/office/drawing/2014/main" id="{F828BD1E-AD7E-0425-1803-0B553269856C}"/>
                </a:ext>
              </a:extLst>
            </p:cNvPr>
            <p:cNvSpPr/>
            <p:nvPr/>
          </p:nvSpPr>
          <p:spPr>
            <a:xfrm>
              <a:off x="3831638" y="2998375"/>
              <a:ext cx="725" cy="300"/>
            </a:xfrm>
            <a:custGeom>
              <a:avLst/>
              <a:gdLst/>
              <a:ahLst/>
              <a:cxnLst/>
              <a:rect l="l" t="t" r="r" b="b"/>
              <a:pathLst>
                <a:path w="29" h="12" extrusionOk="0">
                  <a:moveTo>
                    <a:pt x="1" y="0"/>
                  </a:moveTo>
                  <a:lnTo>
                    <a:pt x="1" y="0"/>
                  </a:lnTo>
                  <a:cubicBezTo>
                    <a:pt x="6" y="3"/>
                    <a:pt x="17" y="8"/>
                    <a:pt x="28" y="11"/>
                  </a:cubicBezTo>
                  <a:cubicBezTo>
                    <a:pt x="17" y="8"/>
                    <a:pt x="9" y="3"/>
                    <a:pt x="1"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8" name="Google Shape;3224;p106">
              <a:extLst>
                <a:ext uri="{FF2B5EF4-FFF2-40B4-BE49-F238E27FC236}">
                  <a16:creationId xmlns:a16="http://schemas.microsoft.com/office/drawing/2014/main" id="{2CB86D32-B6EF-D40E-5F6C-F4AFAD3A4C3C}"/>
                </a:ext>
              </a:extLst>
            </p:cNvPr>
            <p:cNvSpPr/>
            <p:nvPr/>
          </p:nvSpPr>
          <p:spPr>
            <a:xfrm>
              <a:off x="3810588" y="3032975"/>
              <a:ext cx="1325" cy="1125"/>
            </a:xfrm>
            <a:custGeom>
              <a:avLst/>
              <a:gdLst/>
              <a:ahLst/>
              <a:cxnLst/>
              <a:rect l="l" t="t" r="r" b="b"/>
              <a:pathLst>
                <a:path w="53" h="45" extrusionOk="0">
                  <a:moveTo>
                    <a:pt x="0" y="1"/>
                  </a:moveTo>
                  <a:lnTo>
                    <a:pt x="0" y="1"/>
                  </a:lnTo>
                  <a:cubicBezTo>
                    <a:pt x="17" y="15"/>
                    <a:pt x="33" y="31"/>
                    <a:pt x="53" y="45"/>
                  </a:cubicBezTo>
                  <a:cubicBezTo>
                    <a:pt x="36" y="31"/>
                    <a:pt x="17" y="15"/>
                    <a:pt x="0"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9" name="Google Shape;3225;p106">
              <a:extLst>
                <a:ext uri="{FF2B5EF4-FFF2-40B4-BE49-F238E27FC236}">
                  <a16:creationId xmlns:a16="http://schemas.microsoft.com/office/drawing/2014/main" id="{43172637-8A23-CA0D-B4AD-4077EC8D89B9}"/>
                </a:ext>
              </a:extLst>
            </p:cNvPr>
            <p:cNvSpPr/>
            <p:nvPr/>
          </p:nvSpPr>
          <p:spPr>
            <a:xfrm>
              <a:off x="3809338" y="3031600"/>
              <a:ext cx="1200" cy="1275"/>
            </a:xfrm>
            <a:custGeom>
              <a:avLst/>
              <a:gdLst/>
              <a:ahLst/>
              <a:cxnLst/>
              <a:rect l="l" t="t" r="r" b="b"/>
              <a:pathLst>
                <a:path w="48" h="51" extrusionOk="0">
                  <a:moveTo>
                    <a:pt x="48" y="50"/>
                  </a:moveTo>
                  <a:cubicBezTo>
                    <a:pt x="31" y="34"/>
                    <a:pt x="15" y="17"/>
                    <a:pt x="1" y="1"/>
                  </a:cubicBezTo>
                  <a:cubicBezTo>
                    <a:pt x="15" y="17"/>
                    <a:pt x="31" y="34"/>
                    <a:pt x="48" y="5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 name="Google Shape;3226;p106">
              <a:extLst>
                <a:ext uri="{FF2B5EF4-FFF2-40B4-BE49-F238E27FC236}">
                  <a16:creationId xmlns:a16="http://schemas.microsoft.com/office/drawing/2014/main" id="{58BA8D7E-A43B-EE91-31CA-4EFD356044B8}"/>
                </a:ext>
              </a:extLst>
            </p:cNvPr>
            <p:cNvSpPr/>
            <p:nvPr/>
          </p:nvSpPr>
          <p:spPr>
            <a:xfrm>
              <a:off x="3811888" y="3034150"/>
              <a:ext cx="1550" cy="1075"/>
            </a:xfrm>
            <a:custGeom>
              <a:avLst/>
              <a:gdLst/>
              <a:ahLst/>
              <a:cxnLst/>
              <a:rect l="l" t="t" r="r" b="b"/>
              <a:pathLst>
                <a:path w="62" h="43" extrusionOk="0">
                  <a:moveTo>
                    <a:pt x="1" y="1"/>
                  </a:moveTo>
                  <a:lnTo>
                    <a:pt x="1" y="1"/>
                  </a:lnTo>
                  <a:cubicBezTo>
                    <a:pt x="23" y="15"/>
                    <a:pt x="39" y="28"/>
                    <a:pt x="61" y="42"/>
                  </a:cubicBezTo>
                  <a:cubicBezTo>
                    <a:pt x="42" y="28"/>
                    <a:pt x="23" y="15"/>
                    <a:pt x="1"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 name="Google Shape;3227;p106">
              <a:extLst>
                <a:ext uri="{FF2B5EF4-FFF2-40B4-BE49-F238E27FC236}">
                  <a16:creationId xmlns:a16="http://schemas.microsoft.com/office/drawing/2014/main" id="{E382A1E4-B923-432D-6100-9B11C569BC1B}"/>
                </a:ext>
              </a:extLst>
            </p:cNvPr>
            <p:cNvSpPr/>
            <p:nvPr/>
          </p:nvSpPr>
          <p:spPr>
            <a:xfrm>
              <a:off x="3807088" y="3028650"/>
              <a:ext cx="2225" cy="2975"/>
            </a:xfrm>
            <a:custGeom>
              <a:avLst/>
              <a:gdLst/>
              <a:ahLst/>
              <a:cxnLst/>
              <a:rect l="l" t="t" r="r" b="b"/>
              <a:pathLst>
                <a:path w="89" h="119" extrusionOk="0">
                  <a:moveTo>
                    <a:pt x="88" y="119"/>
                  </a:moveTo>
                  <a:cubicBezTo>
                    <a:pt x="55" y="83"/>
                    <a:pt x="25" y="42"/>
                    <a:pt x="0" y="0"/>
                  </a:cubicBezTo>
                  <a:cubicBezTo>
                    <a:pt x="25" y="42"/>
                    <a:pt x="55" y="83"/>
                    <a:pt x="88" y="119"/>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 name="Google Shape;3228;p106">
              <a:extLst>
                <a:ext uri="{FF2B5EF4-FFF2-40B4-BE49-F238E27FC236}">
                  <a16:creationId xmlns:a16="http://schemas.microsoft.com/office/drawing/2014/main" id="{A4662748-5201-7754-08DD-497DD2964EEB}"/>
                </a:ext>
              </a:extLst>
            </p:cNvPr>
            <p:cNvSpPr/>
            <p:nvPr/>
          </p:nvSpPr>
          <p:spPr>
            <a:xfrm>
              <a:off x="3806263" y="3027125"/>
              <a:ext cx="850" cy="1550"/>
            </a:xfrm>
            <a:custGeom>
              <a:avLst/>
              <a:gdLst/>
              <a:ahLst/>
              <a:cxnLst/>
              <a:rect l="l" t="t" r="r" b="b"/>
              <a:pathLst>
                <a:path w="34" h="62" extrusionOk="0">
                  <a:moveTo>
                    <a:pt x="0" y="1"/>
                  </a:moveTo>
                  <a:cubicBezTo>
                    <a:pt x="11" y="20"/>
                    <a:pt x="19" y="42"/>
                    <a:pt x="33" y="61"/>
                  </a:cubicBezTo>
                  <a:cubicBezTo>
                    <a:pt x="22" y="42"/>
                    <a:pt x="11" y="20"/>
                    <a:pt x="0"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 name="Google Shape;3229;p106">
              <a:extLst>
                <a:ext uri="{FF2B5EF4-FFF2-40B4-BE49-F238E27FC236}">
                  <a16:creationId xmlns:a16="http://schemas.microsoft.com/office/drawing/2014/main" id="{7E3F37CC-06AF-655D-71F2-8C3B757450BF}"/>
                </a:ext>
              </a:extLst>
            </p:cNvPr>
            <p:cNvSpPr/>
            <p:nvPr/>
          </p:nvSpPr>
          <p:spPr>
            <a:xfrm>
              <a:off x="3828688" y="2997600"/>
              <a:ext cx="650" cy="175"/>
            </a:xfrm>
            <a:custGeom>
              <a:avLst/>
              <a:gdLst/>
              <a:ahLst/>
              <a:cxnLst/>
              <a:rect l="l" t="t" r="r" b="b"/>
              <a:pathLst>
                <a:path w="26" h="7" extrusionOk="0">
                  <a:moveTo>
                    <a:pt x="0" y="1"/>
                  </a:moveTo>
                  <a:lnTo>
                    <a:pt x="0" y="1"/>
                  </a:lnTo>
                  <a:cubicBezTo>
                    <a:pt x="9" y="4"/>
                    <a:pt x="17" y="4"/>
                    <a:pt x="25" y="6"/>
                  </a:cubicBezTo>
                  <a:cubicBezTo>
                    <a:pt x="17" y="4"/>
                    <a:pt x="11" y="4"/>
                    <a:pt x="0"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 name="Google Shape;3230;p106">
              <a:extLst>
                <a:ext uri="{FF2B5EF4-FFF2-40B4-BE49-F238E27FC236}">
                  <a16:creationId xmlns:a16="http://schemas.microsoft.com/office/drawing/2014/main" id="{537F5487-E4EF-D642-491D-9A70A6B51259}"/>
                </a:ext>
              </a:extLst>
            </p:cNvPr>
            <p:cNvSpPr/>
            <p:nvPr/>
          </p:nvSpPr>
          <p:spPr>
            <a:xfrm>
              <a:off x="3829713" y="2997875"/>
              <a:ext cx="650" cy="175"/>
            </a:xfrm>
            <a:custGeom>
              <a:avLst/>
              <a:gdLst/>
              <a:ahLst/>
              <a:cxnLst/>
              <a:rect l="l" t="t" r="r" b="b"/>
              <a:pathLst>
                <a:path w="26" h="7" extrusionOk="0">
                  <a:moveTo>
                    <a:pt x="1" y="1"/>
                  </a:moveTo>
                  <a:cubicBezTo>
                    <a:pt x="9" y="4"/>
                    <a:pt x="17" y="4"/>
                    <a:pt x="26" y="6"/>
                  </a:cubicBezTo>
                  <a:cubicBezTo>
                    <a:pt x="17" y="4"/>
                    <a:pt x="9" y="1"/>
                    <a:pt x="1"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 name="Google Shape;3231;p106">
              <a:extLst>
                <a:ext uri="{FF2B5EF4-FFF2-40B4-BE49-F238E27FC236}">
                  <a16:creationId xmlns:a16="http://schemas.microsoft.com/office/drawing/2014/main" id="{ABEA3E0E-8A40-61AF-0CB3-336E429F56CF}"/>
                </a:ext>
              </a:extLst>
            </p:cNvPr>
            <p:cNvSpPr/>
            <p:nvPr/>
          </p:nvSpPr>
          <p:spPr>
            <a:xfrm>
              <a:off x="3827713" y="2997400"/>
              <a:ext cx="575" cy="175"/>
            </a:xfrm>
            <a:custGeom>
              <a:avLst/>
              <a:gdLst/>
              <a:ahLst/>
              <a:cxnLst/>
              <a:rect l="l" t="t" r="r" b="b"/>
              <a:pathLst>
                <a:path w="23" h="7" extrusionOk="0">
                  <a:moveTo>
                    <a:pt x="23" y="6"/>
                  </a:moveTo>
                  <a:cubicBezTo>
                    <a:pt x="15" y="6"/>
                    <a:pt x="9" y="1"/>
                    <a:pt x="1" y="1"/>
                  </a:cubicBezTo>
                  <a:cubicBezTo>
                    <a:pt x="9" y="1"/>
                    <a:pt x="15" y="6"/>
                    <a:pt x="23" y="6"/>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 name="Google Shape;3232;p106">
              <a:extLst>
                <a:ext uri="{FF2B5EF4-FFF2-40B4-BE49-F238E27FC236}">
                  <a16:creationId xmlns:a16="http://schemas.microsoft.com/office/drawing/2014/main" id="{321D27D9-023D-7D72-0A0E-8E982BDD8708}"/>
                </a:ext>
              </a:extLst>
            </p:cNvPr>
            <p:cNvSpPr/>
            <p:nvPr/>
          </p:nvSpPr>
          <p:spPr>
            <a:xfrm>
              <a:off x="3825738" y="2997275"/>
              <a:ext cx="350" cy="25"/>
            </a:xfrm>
            <a:custGeom>
              <a:avLst/>
              <a:gdLst/>
              <a:ahLst/>
              <a:cxnLst/>
              <a:rect l="l" t="t" r="r" b="b"/>
              <a:pathLst>
                <a:path w="14" h="1" extrusionOk="0">
                  <a:moveTo>
                    <a:pt x="14" y="0"/>
                  </a:moveTo>
                  <a:lnTo>
                    <a:pt x="0" y="0"/>
                  </a:ln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 name="Google Shape;3233;p106">
              <a:extLst>
                <a:ext uri="{FF2B5EF4-FFF2-40B4-BE49-F238E27FC236}">
                  <a16:creationId xmlns:a16="http://schemas.microsoft.com/office/drawing/2014/main" id="{4FF07FDD-9F56-5D87-0386-9F02BA5A5E7B}"/>
                </a:ext>
              </a:extLst>
            </p:cNvPr>
            <p:cNvSpPr/>
            <p:nvPr/>
          </p:nvSpPr>
          <p:spPr>
            <a:xfrm>
              <a:off x="3826688" y="2997275"/>
              <a:ext cx="575" cy="75"/>
            </a:xfrm>
            <a:custGeom>
              <a:avLst/>
              <a:gdLst/>
              <a:ahLst/>
              <a:cxnLst/>
              <a:rect l="l" t="t" r="r" b="b"/>
              <a:pathLst>
                <a:path w="23" h="3" extrusionOk="0">
                  <a:moveTo>
                    <a:pt x="23" y="3"/>
                  </a:moveTo>
                  <a:cubicBezTo>
                    <a:pt x="14" y="3"/>
                    <a:pt x="9" y="3"/>
                    <a:pt x="1" y="0"/>
                  </a:cubicBezTo>
                  <a:cubicBezTo>
                    <a:pt x="9" y="3"/>
                    <a:pt x="14" y="3"/>
                    <a:pt x="23" y="3"/>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 name="Google Shape;3234;p106">
              <a:extLst>
                <a:ext uri="{FF2B5EF4-FFF2-40B4-BE49-F238E27FC236}">
                  <a16:creationId xmlns:a16="http://schemas.microsoft.com/office/drawing/2014/main" id="{8C01D716-63A6-FD10-62BE-952C02D97018}"/>
                </a:ext>
              </a:extLst>
            </p:cNvPr>
            <p:cNvSpPr/>
            <p:nvPr/>
          </p:nvSpPr>
          <p:spPr>
            <a:xfrm>
              <a:off x="3804038" y="2997275"/>
              <a:ext cx="34850" cy="41100"/>
            </a:xfrm>
            <a:custGeom>
              <a:avLst/>
              <a:gdLst/>
              <a:ahLst/>
              <a:cxnLst/>
              <a:rect l="l" t="t" r="r" b="b"/>
              <a:pathLst>
                <a:path w="1394" h="1644" extrusionOk="0">
                  <a:moveTo>
                    <a:pt x="827" y="0"/>
                  </a:moveTo>
                  <a:cubicBezTo>
                    <a:pt x="717" y="0"/>
                    <a:pt x="615" y="19"/>
                    <a:pt x="518" y="61"/>
                  </a:cubicBezTo>
                  <a:cubicBezTo>
                    <a:pt x="216" y="185"/>
                    <a:pt x="1" y="482"/>
                    <a:pt x="1" y="826"/>
                  </a:cubicBezTo>
                  <a:cubicBezTo>
                    <a:pt x="1" y="851"/>
                    <a:pt x="1" y="873"/>
                    <a:pt x="6" y="898"/>
                  </a:cubicBezTo>
                  <a:lnTo>
                    <a:pt x="6" y="906"/>
                  </a:lnTo>
                  <a:cubicBezTo>
                    <a:pt x="9" y="928"/>
                    <a:pt x="12" y="950"/>
                    <a:pt x="15" y="975"/>
                  </a:cubicBezTo>
                  <a:lnTo>
                    <a:pt x="15" y="983"/>
                  </a:lnTo>
                  <a:cubicBezTo>
                    <a:pt x="20" y="1005"/>
                    <a:pt x="26" y="1030"/>
                    <a:pt x="28" y="1049"/>
                  </a:cubicBezTo>
                  <a:cubicBezTo>
                    <a:pt x="28" y="1052"/>
                    <a:pt x="34" y="1057"/>
                    <a:pt x="34" y="1060"/>
                  </a:cubicBezTo>
                  <a:lnTo>
                    <a:pt x="53" y="1121"/>
                  </a:lnTo>
                  <a:cubicBezTo>
                    <a:pt x="53" y="1126"/>
                    <a:pt x="56" y="1129"/>
                    <a:pt x="56" y="1132"/>
                  </a:cubicBezTo>
                  <a:cubicBezTo>
                    <a:pt x="64" y="1154"/>
                    <a:pt x="75" y="1173"/>
                    <a:pt x="83" y="1195"/>
                  </a:cubicBezTo>
                  <a:cubicBezTo>
                    <a:pt x="83" y="1198"/>
                    <a:pt x="89" y="1198"/>
                    <a:pt x="89" y="1200"/>
                  </a:cubicBezTo>
                  <a:cubicBezTo>
                    <a:pt x="97" y="1222"/>
                    <a:pt x="108" y="1242"/>
                    <a:pt x="122" y="1264"/>
                  </a:cubicBezTo>
                  <a:cubicBezTo>
                    <a:pt x="147" y="1305"/>
                    <a:pt x="177" y="1341"/>
                    <a:pt x="207" y="1379"/>
                  </a:cubicBezTo>
                  <a:cubicBezTo>
                    <a:pt x="227" y="1396"/>
                    <a:pt x="240" y="1415"/>
                    <a:pt x="257" y="1432"/>
                  </a:cubicBezTo>
                  <a:cubicBezTo>
                    <a:pt x="257" y="1432"/>
                    <a:pt x="260" y="1432"/>
                    <a:pt x="260" y="1434"/>
                  </a:cubicBezTo>
                  <a:cubicBezTo>
                    <a:pt x="276" y="1451"/>
                    <a:pt x="295" y="1465"/>
                    <a:pt x="312" y="1478"/>
                  </a:cubicBezTo>
                  <a:cubicBezTo>
                    <a:pt x="312" y="1478"/>
                    <a:pt x="315" y="1478"/>
                    <a:pt x="315" y="1484"/>
                  </a:cubicBezTo>
                  <a:cubicBezTo>
                    <a:pt x="331" y="1498"/>
                    <a:pt x="353" y="1512"/>
                    <a:pt x="373" y="1525"/>
                  </a:cubicBezTo>
                  <a:cubicBezTo>
                    <a:pt x="480" y="1583"/>
                    <a:pt x="598" y="1627"/>
                    <a:pt x="725" y="1644"/>
                  </a:cubicBezTo>
                  <a:cubicBezTo>
                    <a:pt x="568" y="1492"/>
                    <a:pt x="466" y="1280"/>
                    <a:pt x="466" y="1046"/>
                  </a:cubicBezTo>
                  <a:cubicBezTo>
                    <a:pt x="466" y="589"/>
                    <a:pt x="835" y="220"/>
                    <a:pt x="1292" y="220"/>
                  </a:cubicBezTo>
                  <a:cubicBezTo>
                    <a:pt x="1328" y="220"/>
                    <a:pt x="1358" y="223"/>
                    <a:pt x="1394" y="226"/>
                  </a:cubicBezTo>
                  <a:cubicBezTo>
                    <a:pt x="1383" y="218"/>
                    <a:pt x="1375" y="209"/>
                    <a:pt x="1364" y="204"/>
                  </a:cubicBezTo>
                  <a:cubicBezTo>
                    <a:pt x="1355" y="196"/>
                    <a:pt x="1344" y="185"/>
                    <a:pt x="1336" y="179"/>
                  </a:cubicBezTo>
                  <a:cubicBezTo>
                    <a:pt x="1328" y="171"/>
                    <a:pt x="1317" y="165"/>
                    <a:pt x="1309" y="157"/>
                  </a:cubicBezTo>
                  <a:lnTo>
                    <a:pt x="1306" y="157"/>
                  </a:lnTo>
                  <a:lnTo>
                    <a:pt x="1276" y="138"/>
                  </a:lnTo>
                  <a:cubicBezTo>
                    <a:pt x="1276" y="138"/>
                    <a:pt x="1273" y="138"/>
                    <a:pt x="1273" y="135"/>
                  </a:cubicBezTo>
                  <a:cubicBezTo>
                    <a:pt x="1262" y="127"/>
                    <a:pt x="1251" y="121"/>
                    <a:pt x="1245" y="116"/>
                  </a:cubicBezTo>
                  <a:cubicBezTo>
                    <a:pt x="1245" y="116"/>
                    <a:pt x="1240" y="116"/>
                    <a:pt x="1240" y="113"/>
                  </a:cubicBezTo>
                  <a:cubicBezTo>
                    <a:pt x="1231" y="108"/>
                    <a:pt x="1220" y="102"/>
                    <a:pt x="1212" y="96"/>
                  </a:cubicBezTo>
                  <a:cubicBezTo>
                    <a:pt x="1209" y="96"/>
                    <a:pt x="1209" y="94"/>
                    <a:pt x="1207" y="94"/>
                  </a:cubicBezTo>
                  <a:cubicBezTo>
                    <a:pt x="1196" y="88"/>
                    <a:pt x="1190" y="83"/>
                    <a:pt x="1179" y="80"/>
                  </a:cubicBezTo>
                  <a:cubicBezTo>
                    <a:pt x="1176" y="80"/>
                    <a:pt x="1176" y="74"/>
                    <a:pt x="1171" y="74"/>
                  </a:cubicBezTo>
                  <a:cubicBezTo>
                    <a:pt x="1163" y="72"/>
                    <a:pt x="1154" y="69"/>
                    <a:pt x="1143" y="61"/>
                  </a:cubicBezTo>
                  <a:cubicBezTo>
                    <a:pt x="1141" y="61"/>
                    <a:pt x="1138" y="58"/>
                    <a:pt x="1135" y="58"/>
                  </a:cubicBezTo>
                  <a:cubicBezTo>
                    <a:pt x="1124" y="55"/>
                    <a:pt x="1116" y="52"/>
                    <a:pt x="1108" y="47"/>
                  </a:cubicBezTo>
                  <a:cubicBezTo>
                    <a:pt x="1102" y="47"/>
                    <a:pt x="1099" y="44"/>
                    <a:pt x="1097" y="44"/>
                  </a:cubicBezTo>
                  <a:cubicBezTo>
                    <a:pt x="1088" y="41"/>
                    <a:pt x="1080" y="39"/>
                    <a:pt x="1069" y="39"/>
                  </a:cubicBezTo>
                  <a:cubicBezTo>
                    <a:pt x="1066" y="39"/>
                    <a:pt x="1061" y="33"/>
                    <a:pt x="1058" y="33"/>
                  </a:cubicBezTo>
                  <a:lnTo>
                    <a:pt x="1055" y="33"/>
                  </a:lnTo>
                  <a:cubicBezTo>
                    <a:pt x="1047" y="30"/>
                    <a:pt x="1039" y="30"/>
                    <a:pt x="1030" y="28"/>
                  </a:cubicBezTo>
                  <a:cubicBezTo>
                    <a:pt x="1025" y="28"/>
                    <a:pt x="1019" y="25"/>
                    <a:pt x="1014" y="25"/>
                  </a:cubicBezTo>
                  <a:cubicBezTo>
                    <a:pt x="1006" y="19"/>
                    <a:pt x="1000" y="19"/>
                    <a:pt x="989" y="17"/>
                  </a:cubicBezTo>
                  <a:cubicBezTo>
                    <a:pt x="984" y="17"/>
                    <a:pt x="975" y="14"/>
                    <a:pt x="973" y="14"/>
                  </a:cubicBezTo>
                  <a:cubicBezTo>
                    <a:pt x="964" y="14"/>
                    <a:pt x="959" y="11"/>
                    <a:pt x="951" y="11"/>
                  </a:cubicBezTo>
                  <a:cubicBezTo>
                    <a:pt x="945" y="11"/>
                    <a:pt x="937" y="6"/>
                    <a:pt x="931" y="6"/>
                  </a:cubicBezTo>
                  <a:cubicBezTo>
                    <a:pt x="923" y="6"/>
                    <a:pt x="918" y="3"/>
                    <a:pt x="909" y="3"/>
                  </a:cubicBezTo>
                  <a:cubicBezTo>
                    <a:pt x="904" y="3"/>
                    <a:pt x="893" y="3"/>
                    <a:pt x="8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 name="Google Shape;3235;p106">
              <a:extLst>
                <a:ext uri="{FF2B5EF4-FFF2-40B4-BE49-F238E27FC236}">
                  <a16:creationId xmlns:a16="http://schemas.microsoft.com/office/drawing/2014/main" id="{AFBF5D99-3209-A53C-0921-7A0F3842D056}"/>
                </a:ext>
              </a:extLst>
            </p:cNvPr>
            <p:cNvSpPr/>
            <p:nvPr/>
          </p:nvSpPr>
          <p:spPr>
            <a:xfrm>
              <a:off x="3631088" y="3115100"/>
              <a:ext cx="725" cy="225"/>
            </a:xfrm>
            <a:custGeom>
              <a:avLst/>
              <a:gdLst/>
              <a:ahLst/>
              <a:cxnLst/>
              <a:rect l="l" t="t" r="r" b="b"/>
              <a:pathLst>
                <a:path w="29" h="9" extrusionOk="0">
                  <a:moveTo>
                    <a:pt x="1" y="0"/>
                  </a:moveTo>
                  <a:lnTo>
                    <a:pt x="1" y="0"/>
                  </a:lnTo>
                  <a:cubicBezTo>
                    <a:pt x="3" y="3"/>
                    <a:pt x="7" y="4"/>
                    <a:pt x="11" y="5"/>
                  </a:cubicBezTo>
                  <a:lnTo>
                    <a:pt x="11" y="5"/>
                  </a:lnTo>
                  <a:cubicBezTo>
                    <a:pt x="8" y="4"/>
                    <a:pt x="5" y="2"/>
                    <a:pt x="1" y="0"/>
                  </a:cubicBezTo>
                  <a:close/>
                  <a:moveTo>
                    <a:pt x="11" y="5"/>
                  </a:moveTo>
                  <a:lnTo>
                    <a:pt x="11" y="5"/>
                  </a:lnTo>
                  <a:cubicBezTo>
                    <a:pt x="16" y="7"/>
                    <a:pt x="21" y="8"/>
                    <a:pt x="28" y="8"/>
                  </a:cubicBezTo>
                  <a:cubicBezTo>
                    <a:pt x="22" y="7"/>
                    <a:pt x="16" y="6"/>
                    <a:pt x="11" y="5"/>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 name="Google Shape;3236;p106">
              <a:extLst>
                <a:ext uri="{FF2B5EF4-FFF2-40B4-BE49-F238E27FC236}">
                  <a16:creationId xmlns:a16="http://schemas.microsoft.com/office/drawing/2014/main" id="{408AED22-3A31-2424-C5EA-C1A128B10BBF}"/>
                </a:ext>
              </a:extLst>
            </p:cNvPr>
            <p:cNvSpPr/>
            <p:nvPr/>
          </p:nvSpPr>
          <p:spPr>
            <a:xfrm>
              <a:off x="3613888" y="3152200"/>
              <a:ext cx="8700" cy="3175"/>
            </a:xfrm>
            <a:custGeom>
              <a:avLst/>
              <a:gdLst/>
              <a:ahLst/>
              <a:cxnLst/>
              <a:rect l="l" t="t" r="r" b="b"/>
              <a:pathLst>
                <a:path w="348" h="127" extrusionOk="0">
                  <a:moveTo>
                    <a:pt x="0" y="0"/>
                  </a:moveTo>
                  <a:lnTo>
                    <a:pt x="0" y="0"/>
                  </a:lnTo>
                  <a:cubicBezTo>
                    <a:pt x="102" y="69"/>
                    <a:pt x="221" y="113"/>
                    <a:pt x="347" y="127"/>
                  </a:cubicBezTo>
                  <a:cubicBezTo>
                    <a:pt x="221" y="110"/>
                    <a:pt x="102" y="66"/>
                    <a:pt x="0" y="0"/>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 name="Google Shape;3237;p106">
              <a:extLst>
                <a:ext uri="{FF2B5EF4-FFF2-40B4-BE49-F238E27FC236}">
                  <a16:creationId xmlns:a16="http://schemas.microsoft.com/office/drawing/2014/main" id="{3218B55C-4094-DA6A-0643-7D9FF4CC005F}"/>
                </a:ext>
              </a:extLst>
            </p:cNvPr>
            <p:cNvSpPr/>
            <p:nvPr/>
          </p:nvSpPr>
          <p:spPr>
            <a:xfrm>
              <a:off x="3612313" y="3151150"/>
              <a:ext cx="1525" cy="1075"/>
            </a:xfrm>
            <a:custGeom>
              <a:avLst/>
              <a:gdLst/>
              <a:ahLst/>
              <a:cxnLst/>
              <a:rect l="l" t="t" r="r" b="b"/>
              <a:pathLst>
                <a:path w="61" h="43" extrusionOk="0">
                  <a:moveTo>
                    <a:pt x="0" y="1"/>
                  </a:moveTo>
                  <a:cubicBezTo>
                    <a:pt x="22" y="15"/>
                    <a:pt x="39" y="28"/>
                    <a:pt x="61" y="42"/>
                  </a:cubicBezTo>
                  <a:cubicBezTo>
                    <a:pt x="41" y="28"/>
                    <a:pt x="22" y="15"/>
                    <a:pt x="0"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 name="Google Shape;3238;p106">
              <a:extLst>
                <a:ext uri="{FF2B5EF4-FFF2-40B4-BE49-F238E27FC236}">
                  <a16:creationId xmlns:a16="http://schemas.microsoft.com/office/drawing/2014/main" id="{7DB22FEE-FE85-FB50-74C4-C778907A8B76}"/>
                </a:ext>
              </a:extLst>
            </p:cNvPr>
            <p:cNvSpPr/>
            <p:nvPr/>
          </p:nvSpPr>
          <p:spPr>
            <a:xfrm>
              <a:off x="3629163" y="3114600"/>
              <a:ext cx="650" cy="175"/>
            </a:xfrm>
            <a:custGeom>
              <a:avLst/>
              <a:gdLst/>
              <a:ahLst/>
              <a:cxnLst/>
              <a:rect l="l" t="t" r="r" b="b"/>
              <a:pathLst>
                <a:path w="26" h="7" extrusionOk="0">
                  <a:moveTo>
                    <a:pt x="1" y="1"/>
                  </a:moveTo>
                  <a:cubicBezTo>
                    <a:pt x="9" y="4"/>
                    <a:pt x="14" y="4"/>
                    <a:pt x="25" y="6"/>
                  </a:cubicBezTo>
                  <a:cubicBezTo>
                    <a:pt x="20" y="4"/>
                    <a:pt x="9" y="1"/>
                    <a:pt x="1"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3" name="Google Shape;3239;p106">
              <a:extLst>
                <a:ext uri="{FF2B5EF4-FFF2-40B4-BE49-F238E27FC236}">
                  <a16:creationId xmlns:a16="http://schemas.microsoft.com/office/drawing/2014/main" id="{8FF9A4DE-3BC0-3711-F4E6-BDB9B1216A38}"/>
                </a:ext>
              </a:extLst>
            </p:cNvPr>
            <p:cNvSpPr/>
            <p:nvPr/>
          </p:nvSpPr>
          <p:spPr>
            <a:xfrm>
              <a:off x="3630138" y="3114875"/>
              <a:ext cx="625" cy="175"/>
            </a:xfrm>
            <a:custGeom>
              <a:avLst/>
              <a:gdLst/>
              <a:ahLst/>
              <a:cxnLst/>
              <a:rect l="l" t="t" r="r" b="b"/>
              <a:pathLst>
                <a:path w="25" h="7" extrusionOk="0">
                  <a:moveTo>
                    <a:pt x="0" y="1"/>
                  </a:moveTo>
                  <a:cubicBezTo>
                    <a:pt x="8" y="4"/>
                    <a:pt x="17" y="4"/>
                    <a:pt x="25" y="6"/>
                  </a:cubicBezTo>
                  <a:cubicBezTo>
                    <a:pt x="17" y="4"/>
                    <a:pt x="8" y="1"/>
                    <a:pt x="0"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4" name="Google Shape;3240;p106">
              <a:extLst>
                <a:ext uri="{FF2B5EF4-FFF2-40B4-BE49-F238E27FC236}">
                  <a16:creationId xmlns:a16="http://schemas.microsoft.com/office/drawing/2014/main" id="{B48EBBD2-522E-3F76-8C03-78F4132C12B1}"/>
                </a:ext>
              </a:extLst>
            </p:cNvPr>
            <p:cNvSpPr/>
            <p:nvPr/>
          </p:nvSpPr>
          <p:spPr>
            <a:xfrm>
              <a:off x="3628138" y="3114400"/>
              <a:ext cx="575" cy="175"/>
            </a:xfrm>
            <a:custGeom>
              <a:avLst/>
              <a:gdLst/>
              <a:ahLst/>
              <a:cxnLst/>
              <a:rect l="l" t="t" r="r" b="b"/>
              <a:pathLst>
                <a:path w="23" h="7" extrusionOk="0">
                  <a:moveTo>
                    <a:pt x="0" y="1"/>
                  </a:moveTo>
                  <a:cubicBezTo>
                    <a:pt x="9" y="1"/>
                    <a:pt x="14" y="6"/>
                    <a:pt x="22" y="6"/>
                  </a:cubicBezTo>
                  <a:cubicBezTo>
                    <a:pt x="14" y="6"/>
                    <a:pt x="9" y="1"/>
                    <a:pt x="0"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5" name="Google Shape;3241;p106">
              <a:extLst>
                <a:ext uri="{FF2B5EF4-FFF2-40B4-BE49-F238E27FC236}">
                  <a16:creationId xmlns:a16="http://schemas.microsoft.com/office/drawing/2014/main" id="{29886B02-0656-28D7-AD3E-14E48ED1BEB9}"/>
                </a:ext>
              </a:extLst>
            </p:cNvPr>
            <p:cNvSpPr/>
            <p:nvPr/>
          </p:nvSpPr>
          <p:spPr>
            <a:xfrm>
              <a:off x="3627113" y="3114325"/>
              <a:ext cx="575" cy="100"/>
            </a:xfrm>
            <a:custGeom>
              <a:avLst/>
              <a:gdLst/>
              <a:ahLst/>
              <a:cxnLst/>
              <a:rect l="l" t="t" r="r" b="b"/>
              <a:pathLst>
                <a:path w="23" h="4" extrusionOk="0">
                  <a:moveTo>
                    <a:pt x="0" y="1"/>
                  </a:moveTo>
                  <a:cubicBezTo>
                    <a:pt x="8" y="1"/>
                    <a:pt x="14" y="1"/>
                    <a:pt x="22" y="4"/>
                  </a:cubicBezTo>
                  <a:cubicBezTo>
                    <a:pt x="14" y="1"/>
                    <a:pt x="8" y="1"/>
                    <a:pt x="0"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6" name="Google Shape;3242;p106">
              <a:extLst>
                <a:ext uri="{FF2B5EF4-FFF2-40B4-BE49-F238E27FC236}">
                  <a16:creationId xmlns:a16="http://schemas.microsoft.com/office/drawing/2014/main" id="{E5F526BB-23CB-49FB-2D22-D6ED31296C79}"/>
                </a:ext>
              </a:extLst>
            </p:cNvPr>
            <p:cNvSpPr/>
            <p:nvPr/>
          </p:nvSpPr>
          <p:spPr>
            <a:xfrm>
              <a:off x="3605288" y="3140625"/>
              <a:ext cx="500" cy="1600"/>
            </a:xfrm>
            <a:custGeom>
              <a:avLst/>
              <a:gdLst/>
              <a:ahLst/>
              <a:cxnLst/>
              <a:rect l="l" t="t" r="r" b="b"/>
              <a:pathLst>
                <a:path w="20" h="64" extrusionOk="0">
                  <a:moveTo>
                    <a:pt x="20" y="64"/>
                  </a:moveTo>
                  <a:lnTo>
                    <a:pt x="0" y="1"/>
                  </a:ln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7" name="Google Shape;3243;p106">
              <a:extLst>
                <a:ext uri="{FF2B5EF4-FFF2-40B4-BE49-F238E27FC236}">
                  <a16:creationId xmlns:a16="http://schemas.microsoft.com/office/drawing/2014/main" id="{F9966B67-2483-5FEB-750C-6693676859AA}"/>
                </a:ext>
              </a:extLst>
            </p:cNvPr>
            <p:cNvSpPr/>
            <p:nvPr/>
          </p:nvSpPr>
          <p:spPr>
            <a:xfrm>
              <a:off x="3604538" y="3136900"/>
              <a:ext cx="225" cy="1750"/>
            </a:xfrm>
            <a:custGeom>
              <a:avLst/>
              <a:gdLst/>
              <a:ahLst/>
              <a:cxnLst/>
              <a:rect l="l" t="t" r="r" b="b"/>
              <a:pathLst>
                <a:path w="9" h="70" extrusionOk="0">
                  <a:moveTo>
                    <a:pt x="8" y="70"/>
                  </a:moveTo>
                  <a:cubicBezTo>
                    <a:pt x="6" y="45"/>
                    <a:pt x="3" y="23"/>
                    <a:pt x="0" y="1"/>
                  </a:cubicBezTo>
                  <a:cubicBezTo>
                    <a:pt x="3" y="23"/>
                    <a:pt x="6" y="45"/>
                    <a:pt x="8" y="70"/>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8" name="Google Shape;3244;p106">
              <a:extLst>
                <a:ext uri="{FF2B5EF4-FFF2-40B4-BE49-F238E27FC236}">
                  <a16:creationId xmlns:a16="http://schemas.microsoft.com/office/drawing/2014/main" id="{5E1CF1AD-CE01-73CA-51F9-996CDC2F95EB}"/>
                </a:ext>
              </a:extLst>
            </p:cNvPr>
            <p:cNvSpPr/>
            <p:nvPr/>
          </p:nvSpPr>
          <p:spPr>
            <a:xfrm>
              <a:off x="3605838" y="3142475"/>
              <a:ext cx="775" cy="1550"/>
            </a:xfrm>
            <a:custGeom>
              <a:avLst/>
              <a:gdLst/>
              <a:ahLst/>
              <a:cxnLst/>
              <a:rect l="l" t="t" r="r" b="b"/>
              <a:pathLst>
                <a:path w="31" h="62" extrusionOk="0">
                  <a:moveTo>
                    <a:pt x="0" y="1"/>
                  </a:moveTo>
                  <a:lnTo>
                    <a:pt x="0" y="1"/>
                  </a:lnTo>
                  <a:cubicBezTo>
                    <a:pt x="9" y="20"/>
                    <a:pt x="20" y="42"/>
                    <a:pt x="31" y="61"/>
                  </a:cubicBezTo>
                  <a:cubicBezTo>
                    <a:pt x="20" y="42"/>
                    <a:pt x="11" y="20"/>
                    <a:pt x="0"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9" name="Google Shape;3245;p106">
              <a:extLst>
                <a:ext uri="{FF2B5EF4-FFF2-40B4-BE49-F238E27FC236}">
                  <a16:creationId xmlns:a16="http://schemas.microsoft.com/office/drawing/2014/main" id="{3D79B9FF-AECA-D880-0D29-3D1509F5D2BB}"/>
                </a:ext>
              </a:extLst>
            </p:cNvPr>
            <p:cNvSpPr/>
            <p:nvPr/>
          </p:nvSpPr>
          <p:spPr>
            <a:xfrm>
              <a:off x="3610988" y="3149975"/>
              <a:ext cx="1350" cy="1125"/>
            </a:xfrm>
            <a:custGeom>
              <a:avLst/>
              <a:gdLst/>
              <a:ahLst/>
              <a:cxnLst/>
              <a:rect l="l" t="t" r="r" b="b"/>
              <a:pathLst>
                <a:path w="54" h="45" extrusionOk="0">
                  <a:moveTo>
                    <a:pt x="1" y="1"/>
                  </a:moveTo>
                  <a:lnTo>
                    <a:pt x="1" y="1"/>
                  </a:lnTo>
                  <a:cubicBezTo>
                    <a:pt x="17" y="15"/>
                    <a:pt x="34" y="31"/>
                    <a:pt x="53" y="45"/>
                  </a:cubicBezTo>
                  <a:cubicBezTo>
                    <a:pt x="37" y="31"/>
                    <a:pt x="20" y="15"/>
                    <a:pt x="1"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0" name="Google Shape;3246;p106">
              <a:extLst>
                <a:ext uri="{FF2B5EF4-FFF2-40B4-BE49-F238E27FC236}">
                  <a16:creationId xmlns:a16="http://schemas.microsoft.com/office/drawing/2014/main" id="{ADCD681B-44A1-66A5-A6FB-B922BD9E52CE}"/>
                </a:ext>
              </a:extLst>
            </p:cNvPr>
            <p:cNvSpPr/>
            <p:nvPr/>
          </p:nvSpPr>
          <p:spPr>
            <a:xfrm>
              <a:off x="3604863" y="3138775"/>
              <a:ext cx="375" cy="1675"/>
            </a:xfrm>
            <a:custGeom>
              <a:avLst/>
              <a:gdLst/>
              <a:ahLst/>
              <a:cxnLst/>
              <a:rect l="l" t="t" r="r" b="b"/>
              <a:pathLst>
                <a:path w="15" h="67" extrusionOk="0">
                  <a:moveTo>
                    <a:pt x="15" y="66"/>
                  </a:moveTo>
                  <a:cubicBezTo>
                    <a:pt x="6" y="44"/>
                    <a:pt x="4" y="25"/>
                    <a:pt x="1" y="0"/>
                  </a:cubicBezTo>
                  <a:cubicBezTo>
                    <a:pt x="4" y="25"/>
                    <a:pt x="6" y="44"/>
                    <a:pt x="15" y="66"/>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1" name="Google Shape;3247;p106">
              <a:extLst>
                <a:ext uri="{FF2B5EF4-FFF2-40B4-BE49-F238E27FC236}">
                  <a16:creationId xmlns:a16="http://schemas.microsoft.com/office/drawing/2014/main" id="{6A45FC53-694B-74DA-9A36-852E77A69BC6}"/>
                </a:ext>
              </a:extLst>
            </p:cNvPr>
            <p:cNvSpPr/>
            <p:nvPr/>
          </p:nvSpPr>
          <p:spPr>
            <a:xfrm>
              <a:off x="3604388" y="3134925"/>
              <a:ext cx="175" cy="1800"/>
            </a:xfrm>
            <a:custGeom>
              <a:avLst/>
              <a:gdLst/>
              <a:ahLst/>
              <a:cxnLst/>
              <a:rect l="l" t="t" r="r" b="b"/>
              <a:pathLst>
                <a:path w="7" h="72" extrusionOk="0">
                  <a:moveTo>
                    <a:pt x="1" y="0"/>
                  </a:moveTo>
                  <a:cubicBezTo>
                    <a:pt x="1" y="22"/>
                    <a:pt x="1" y="47"/>
                    <a:pt x="6" y="72"/>
                  </a:cubicBezTo>
                  <a:cubicBezTo>
                    <a:pt x="6" y="47"/>
                    <a:pt x="1" y="22"/>
                    <a:pt x="1" y="0"/>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2" name="Google Shape;3248;p106">
              <a:extLst>
                <a:ext uri="{FF2B5EF4-FFF2-40B4-BE49-F238E27FC236}">
                  <a16:creationId xmlns:a16="http://schemas.microsoft.com/office/drawing/2014/main" id="{8FD4B231-8378-FD7F-7E38-E5226CB2B7D3}"/>
                </a:ext>
              </a:extLst>
            </p:cNvPr>
            <p:cNvSpPr/>
            <p:nvPr/>
          </p:nvSpPr>
          <p:spPr>
            <a:xfrm>
              <a:off x="3607488" y="3145650"/>
              <a:ext cx="2225" cy="2975"/>
            </a:xfrm>
            <a:custGeom>
              <a:avLst/>
              <a:gdLst/>
              <a:ahLst/>
              <a:cxnLst/>
              <a:rect l="l" t="t" r="r" b="b"/>
              <a:pathLst>
                <a:path w="89" h="119" extrusionOk="0">
                  <a:moveTo>
                    <a:pt x="89" y="119"/>
                  </a:moveTo>
                  <a:cubicBezTo>
                    <a:pt x="55" y="83"/>
                    <a:pt x="25" y="42"/>
                    <a:pt x="0" y="1"/>
                  </a:cubicBezTo>
                  <a:cubicBezTo>
                    <a:pt x="25" y="42"/>
                    <a:pt x="55" y="83"/>
                    <a:pt x="89" y="119"/>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3" name="Google Shape;3249;p106">
              <a:extLst>
                <a:ext uri="{FF2B5EF4-FFF2-40B4-BE49-F238E27FC236}">
                  <a16:creationId xmlns:a16="http://schemas.microsoft.com/office/drawing/2014/main" id="{A683761C-E9EF-1C64-0651-693DA4AE9050}"/>
                </a:ext>
              </a:extLst>
            </p:cNvPr>
            <p:cNvSpPr/>
            <p:nvPr/>
          </p:nvSpPr>
          <p:spPr>
            <a:xfrm>
              <a:off x="3609763" y="3148600"/>
              <a:ext cx="1200" cy="1275"/>
            </a:xfrm>
            <a:custGeom>
              <a:avLst/>
              <a:gdLst/>
              <a:ahLst/>
              <a:cxnLst/>
              <a:rect l="l" t="t" r="r" b="b"/>
              <a:pathLst>
                <a:path w="48" h="51" extrusionOk="0">
                  <a:moveTo>
                    <a:pt x="47" y="50"/>
                  </a:moveTo>
                  <a:cubicBezTo>
                    <a:pt x="31" y="34"/>
                    <a:pt x="14" y="17"/>
                    <a:pt x="0" y="1"/>
                  </a:cubicBezTo>
                  <a:cubicBezTo>
                    <a:pt x="14" y="17"/>
                    <a:pt x="31" y="34"/>
                    <a:pt x="47" y="50"/>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4" name="Google Shape;3250;p106">
              <a:extLst>
                <a:ext uri="{FF2B5EF4-FFF2-40B4-BE49-F238E27FC236}">
                  <a16:creationId xmlns:a16="http://schemas.microsoft.com/office/drawing/2014/main" id="{E0314FF7-0C15-8B22-C74E-79C15F635D8F}"/>
                </a:ext>
              </a:extLst>
            </p:cNvPr>
            <p:cNvSpPr/>
            <p:nvPr/>
          </p:nvSpPr>
          <p:spPr>
            <a:xfrm>
              <a:off x="3606663" y="3144075"/>
              <a:ext cx="850" cy="1600"/>
            </a:xfrm>
            <a:custGeom>
              <a:avLst/>
              <a:gdLst/>
              <a:ahLst/>
              <a:cxnLst/>
              <a:rect l="l" t="t" r="r" b="b"/>
              <a:pathLst>
                <a:path w="34" h="64" extrusionOk="0">
                  <a:moveTo>
                    <a:pt x="0" y="0"/>
                  </a:moveTo>
                  <a:lnTo>
                    <a:pt x="0" y="0"/>
                  </a:lnTo>
                  <a:cubicBezTo>
                    <a:pt x="11" y="22"/>
                    <a:pt x="20" y="44"/>
                    <a:pt x="33" y="64"/>
                  </a:cubicBezTo>
                  <a:cubicBezTo>
                    <a:pt x="22" y="44"/>
                    <a:pt x="11" y="22"/>
                    <a:pt x="0" y="0"/>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5" name="Google Shape;3251;p106">
              <a:extLst>
                <a:ext uri="{FF2B5EF4-FFF2-40B4-BE49-F238E27FC236}">
                  <a16:creationId xmlns:a16="http://schemas.microsoft.com/office/drawing/2014/main" id="{6AB1C4D2-861B-C324-3B4C-EAD88FAE6EFE}"/>
                </a:ext>
              </a:extLst>
            </p:cNvPr>
            <p:cNvSpPr/>
            <p:nvPr/>
          </p:nvSpPr>
          <p:spPr>
            <a:xfrm>
              <a:off x="3626063" y="3114275"/>
              <a:ext cx="375" cy="25"/>
            </a:xfrm>
            <a:custGeom>
              <a:avLst/>
              <a:gdLst/>
              <a:ahLst/>
              <a:cxnLst/>
              <a:rect l="l" t="t" r="r" b="b"/>
              <a:pathLst>
                <a:path w="15" h="1" extrusionOk="0">
                  <a:moveTo>
                    <a:pt x="1" y="0"/>
                  </a:moveTo>
                  <a:lnTo>
                    <a:pt x="14" y="0"/>
                  </a:ln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6" name="Google Shape;3252;p106">
              <a:extLst>
                <a:ext uri="{FF2B5EF4-FFF2-40B4-BE49-F238E27FC236}">
                  <a16:creationId xmlns:a16="http://schemas.microsoft.com/office/drawing/2014/main" id="{03444333-8897-CB8B-054E-CB0DA8E4A21B}"/>
                </a:ext>
              </a:extLst>
            </p:cNvPr>
            <p:cNvSpPr/>
            <p:nvPr/>
          </p:nvSpPr>
          <p:spPr>
            <a:xfrm>
              <a:off x="3632888" y="3115700"/>
              <a:ext cx="700" cy="375"/>
            </a:xfrm>
            <a:custGeom>
              <a:avLst/>
              <a:gdLst/>
              <a:ahLst/>
              <a:cxnLst/>
              <a:rect l="l" t="t" r="r" b="b"/>
              <a:pathLst>
                <a:path w="28" h="15" extrusionOk="0">
                  <a:moveTo>
                    <a:pt x="0" y="1"/>
                  </a:moveTo>
                  <a:lnTo>
                    <a:pt x="0" y="1"/>
                  </a:lnTo>
                  <a:cubicBezTo>
                    <a:pt x="11" y="9"/>
                    <a:pt x="20" y="12"/>
                    <a:pt x="28" y="15"/>
                  </a:cubicBezTo>
                  <a:cubicBezTo>
                    <a:pt x="17" y="9"/>
                    <a:pt x="11" y="4"/>
                    <a:pt x="0"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7" name="Google Shape;3253;p106">
              <a:extLst>
                <a:ext uri="{FF2B5EF4-FFF2-40B4-BE49-F238E27FC236}">
                  <a16:creationId xmlns:a16="http://schemas.microsoft.com/office/drawing/2014/main" id="{8844D51F-832D-4298-F046-C0087412BB88}"/>
                </a:ext>
              </a:extLst>
            </p:cNvPr>
            <p:cNvSpPr/>
            <p:nvPr/>
          </p:nvSpPr>
          <p:spPr>
            <a:xfrm>
              <a:off x="3633838" y="3116125"/>
              <a:ext cx="725" cy="375"/>
            </a:xfrm>
            <a:custGeom>
              <a:avLst/>
              <a:gdLst/>
              <a:ahLst/>
              <a:cxnLst/>
              <a:rect l="l" t="t" r="r" b="b"/>
              <a:pathLst>
                <a:path w="29" h="15" extrusionOk="0">
                  <a:moveTo>
                    <a:pt x="1" y="1"/>
                  </a:moveTo>
                  <a:cubicBezTo>
                    <a:pt x="6" y="6"/>
                    <a:pt x="17" y="12"/>
                    <a:pt x="28" y="14"/>
                  </a:cubicBezTo>
                  <a:cubicBezTo>
                    <a:pt x="20" y="12"/>
                    <a:pt x="12" y="6"/>
                    <a:pt x="1"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8" name="Google Shape;3254;p106">
              <a:extLst>
                <a:ext uri="{FF2B5EF4-FFF2-40B4-BE49-F238E27FC236}">
                  <a16:creationId xmlns:a16="http://schemas.microsoft.com/office/drawing/2014/main" id="{EEBE7703-474C-754C-9A42-ECEE64A716C7}"/>
                </a:ext>
              </a:extLst>
            </p:cNvPr>
            <p:cNvSpPr/>
            <p:nvPr/>
          </p:nvSpPr>
          <p:spPr>
            <a:xfrm>
              <a:off x="3616088" y="3119300"/>
              <a:ext cx="29625" cy="36275"/>
            </a:xfrm>
            <a:custGeom>
              <a:avLst/>
              <a:gdLst/>
              <a:ahLst/>
              <a:cxnLst/>
              <a:rect l="l" t="t" r="r" b="b"/>
              <a:pathLst>
                <a:path w="1185" h="1451" extrusionOk="0">
                  <a:moveTo>
                    <a:pt x="898" y="0"/>
                  </a:moveTo>
                  <a:lnTo>
                    <a:pt x="898" y="0"/>
                  </a:lnTo>
                  <a:cubicBezTo>
                    <a:pt x="907" y="8"/>
                    <a:pt x="917" y="16"/>
                    <a:pt x="926" y="25"/>
                  </a:cubicBezTo>
                  <a:lnTo>
                    <a:pt x="926" y="25"/>
                  </a:lnTo>
                  <a:cubicBezTo>
                    <a:pt x="891" y="22"/>
                    <a:pt x="861" y="19"/>
                    <a:pt x="826" y="19"/>
                  </a:cubicBezTo>
                  <a:cubicBezTo>
                    <a:pt x="369" y="19"/>
                    <a:pt x="1" y="386"/>
                    <a:pt x="1" y="845"/>
                  </a:cubicBezTo>
                  <a:cubicBezTo>
                    <a:pt x="1" y="1082"/>
                    <a:pt x="102" y="1291"/>
                    <a:pt x="259" y="1443"/>
                  </a:cubicBezTo>
                  <a:cubicBezTo>
                    <a:pt x="295" y="1445"/>
                    <a:pt x="325" y="1451"/>
                    <a:pt x="358" y="1451"/>
                  </a:cubicBezTo>
                  <a:cubicBezTo>
                    <a:pt x="818" y="1451"/>
                    <a:pt x="1184" y="1079"/>
                    <a:pt x="1184" y="625"/>
                  </a:cubicBezTo>
                  <a:lnTo>
                    <a:pt x="1184" y="595"/>
                  </a:lnTo>
                  <a:lnTo>
                    <a:pt x="1184" y="584"/>
                  </a:lnTo>
                  <a:cubicBezTo>
                    <a:pt x="1174" y="363"/>
                    <a:pt x="1078" y="166"/>
                    <a:pt x="926" y="25"/>
                  </a:cubicBezTo>
                  <a:lnTo>
                    <a:pt x="926" y="25"/>
                  </a:lnTo>
                  <a:cubicBezTo>
                    <a:pt x="926" y="25"/>
                    <a:pt x="927" y="25"/>
                    <a:pt x="928" y="25"/>
                  </a:cubicBezTo>
                  <a:cubicBezTo>
                    <a:pt x="920" y="19"/>
                    <a:pt x="909" y="8"/>
                    <a:pt x="89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9" name="Google Shape;3255;p106">
              <a:extLst>
                <a:ext uri="{FF2B5EF4-FFF2-40B4-BE49-F238E27FC236}">
                  <a16:creationId xmlns:a16="http://schemas.microsoft.com/office/drawing/2014/main" id="{012B2F1D-DE18-1911-C69E-0CDB9A5D6160}"/>
                </a:ext>
              </a:extLst>
            </p:cNvPr>
            <p:cNvSpPr/>
            <p:nvPr/>
          </p:nvSpPr>
          <p:spPr>
            <a:xfrm>
              <a:off x="3632063" y="3115375"/>
              <a:ext cx="700" cy="300"/>
            </a:xfrm>
            <a:custGeom>
              <a:avLst/>
              <a:gdLst/>
              <a:ahLst/>
              <a:cxnLst/>
              <a:rect l="l" t="t" r="r" b="b"/>
              <a:pathLst>
                <a:path w="28" h="12" extrusionOk="0">
                  <a:moveTo>
                    <a:pt x="0" y="0"/>
                  </a:moveTo>
                  <a:cubicBezTo>
                    <a:pt x="6" y="3"/>
                    <a:pt x="17" y="8"/>
                    <a:pt x="28" y="11"/>
                  </a:cubicBezTo>
                  <a:cubicBezTo>
                    <a:pt x="17" y="8"/>
                    <a:pt x="8" y="3"/>
                    <a:pt x="0" y="0"/>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0" name="Google Shape;3256;p106">
              <a:extLst>
                <a:ext uri="{FF2B5EF4-FFF2-40B4-BE49-F238E27FC236}">
                  <a16:creationId xmlns:a16="http://schemas.microsoft.com/office/drawing/2014/main" id="{6857036A-B12F-D961-A098-B714A9908DF6}"/>
                </a:ext>
              </a:extLst>
            </p:cNvPr>
            <p:cNvSpPr/>
            <p:nvPr/>
          </p:nvSpPr>
          <p:spPr>
            <a:xfrm>
              <a:off x="3637913" y="3118675"/>
              <a:ext cx="700" cy="575"/>
            </a:xfrm>
            <a:custGeom>
              <a:avLst/>
              <a:gdLst/>
              <a:ahLst/>
              <a:cxnLst/>
              <a:rect l="l" t="t" r="r" b="b"/>
              <a:pathLst>
                <a:path w="28" h="23" extrusionOk="0">
                  <a:moveTo>
                    <a:pt x="0" y="0"/>
                  </a:moveTo>
                  <a:lnTo>
                    <a:pt x="0" y="0"/>
                  </a:lnTo>
                  <a:cubicBezTo>
                    <a:pt x="5" y="5"/>
                    <a:pt x="13" y="11"/>
                    <a:pt x="21" y="18"/>
                  </a:cubicBezTo>
                  <a:lnTo>
                    <a:pt x="21" y="18"/>
                  </a:lnTo>
                  <a:cubicBezTo>
                    <a:pt x="14" y="12"/>
                    <a:pt x="6" y="5"/>
                    <a:pt x="0" y="0"/>
                  </a:cubicBezTo>
                  <a:close/>
                  <a:moveTo>
                    <a:pt x="21" y="18"/>
                  </a:moveTo>
                  <a:cubicBezTo>
                    <a:pt x="24" y="19"/>
                    <a:pt x="26" y="21"/>
                    <a:pt x="28" y="22"/>
                  </a:cubicBezTo>
                  <a:cubicBezTo>
                    <a:pt x="26" y="21"/>
                    <a:pt x="23" y="19"/>
                    <a:pt x="21" y="18"/>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1" name="Google Shape;3257;p106">
              <a:extLst>
                <a:ext uri="{FF2B5EF4-FFF2-40B4-BE49-F238E27FC236}">
                  <a16:creationId xmlns:a16="http://schemas.microsoft.com/office/drawing/2014/main" id="{C5C9C638-BF88-56F6-6BE6-6F8F55A41E37}"/>
                </a:ext>
              </a:extLst>
            </p:cNvPr>
            <p:cNvSpPr/>
            <p:nvPr/>
          </p:nvSpPr>
          <p:spPr>
            <a:xfrm>
              <a:off x="3637088" y="3118050"/>
              <a:ext cx="700" cy="500"/>
            </a:xfrm>
            <a:custGeom>
              <a:avLst/>
              <a:gdLst/>
              <a:ahLst/>
              <a:cxnLst/>
              <a:rect l="l" t="t" r="r" b="b"/>
              <a:pathLst>
                <a:path w="28" h="20" extrusionOk="0">
                  <a:moveTo>
                    <a:pt x="0" y="1"/>
                  </a:moveTo>
                  <a:lnTo>
                    <a:pt x="0" y="1"/>
                  </a:lnTo>
                  <a:cubicBezTo>
                    <a:pt x="11" y="6"/>
                    <a:pt x="19" y="14"/>
                    <a:pt x="28" y="20"/>
                  </a:cubicBezTo>
                  <a:cubicBezTo>
                    <a:pt x="22" y="14"/>
                    <a:pt x="11" y="6"/>
                    <a:pt x="0"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2" name="Google Shape;3258;p106">
              <a:extLst>
                <a:ext uri="{FF2B5EF4-FFF2-40B4-BE49-F238E27FC236}">
                  <a16:creationId xmlns:a16="http://schemas.microsoft.com/office/drawing/2014/main" id="{80B25A89-8DA2-9BDE-EF09-103384BAF480}"/>
                </a:ext>
              </a:extLst>
            </p:cNvPr>
            <p:cNvSpPr/>
            <p:nvPr/>
          </p:nvSpPr>
          <p:spPr>
            <a:xfrm>
              <a:off x="3634663" y="3116600"/>
              <a:ext cx="725" cy="450"/>
            </a:xfrm>
            <a:custGeom>
              <a:avLst/>
              <a:gdLst/>
              <a:ahLst/>
              <a:cxnLst/>
              <a:rect l="l" t="t" r="r" b="b"/>
              <a:pathLst>
                <a:path w="29" h="18" extrusionOk="0">
                  <a:moveTo>
                    <a:pt x="1" y="1"/>
                  </a:moveTo>
                  <a:lnTo>
                    <a:pt x="1" y="1"/>
                  </a:lnTo>
                  <a:cubicBezTo>
                    <a:pt x="9" y="4"/>
                    <a:pt x="17" y="9"/>
                    <a:pt x="28" y="17"/>
                  </a:cubicBezTo>
                  <a:cubicBezTo>
                    <a:pt x="23" y="9"/>
                    <a:pt x="12" y="4"/>
                    <a:pt x="1" y="1"/>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3" name="Google Shape;3259;p106">
              <a:extLst>
                <a:ext uri="{FF2B5EF4-FFF2-40B4-BE49-F238E27FC236}">
                  <a16:creationId xmlns:a16="http://schemas.microsoft.com/office/drawing/2014/main" id="{6A871A05-CE52-7B61-F6D9-27C1964B49E5}"/>
                </a:ext>
              </a:extLst>
            </p:cNvPr>
            <p:cNvSpPr/>
            <p:nvPr/>
          </p:nvSpPr>
          <p:spPr>
            <a:xfrm>
              <a:off x="3635488" y="3117025"/>
              <a:ext cx="725" cy="425"/>
            </a:xfrm>
            <a:custGeom>
              <a:avLst/>
              <a:gdLst/>
              <a:ahLst/>
              <a:cxnLst/>
              <a:rect l="l" t="t" r="r" b="b"/>
              <a:pathLst>
                <a:path w="29" h="17" extrusionOk="0">
                  <a:moveTo>
                    <a:pt x="1" y="0"/>
                  </a:moveTo>
                  <a:cubicBezTo>
                    <a:pt x="9" y="6"/>
                    <a:pt x="20" y="14"/>
                    <a:pt x="28" y="17"/>
                  </a:cubicBezTo>
                  <a:cubicBezTo>
                    <a:pt x="20" y="11"/>
                    <a:pt x="9" y="6"/>
                    <a:pt x="1" y="0"/>
                  </a:cubicBez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4" name="Google Shape;3260;p106">
              <a:extLst>
                <a:ext uri="{FF2B5EF4-FFF2-40B4-BE49-F238E27FC236}">
                  <a16:creationId xmlns:a16="http://schemas.microsoft.com/office/drawing/2014/main" id="{E687C8B8-6DCC-100A-A3BA-0ED8A325D68A}"/>
                </a:ext>
              </a:extLst>
            </p:cNvPr>
            <p:cNvSpPr/>
            <p:nvPr/>
          </p:nvSpPr>
          <p:spPr>
            <a:xfrm>
              <a:off x="3636313" y="3117500"/>
              <a:ext cx="800" cy="575"/>
            </a:xfrm>
            <a:custGeom>
              <a:avLst/>
              <a:gdLst/>
              <a:ahLst/>
              <a:cxnLst/>
              <a:rect l="l" t="t" r="r" b="b"/>
              <a:pathLst>
                <a:path w="32" h="23" extrusionOk="0">
                  <a:moveTo>
                    <a:pt x="1" y="1"/>
                  </a:moveTo>
                  <a:lnTo>
                    <a:pt x="1" y="1"/>
                  </a:lnTo>
                  <a:cubicBezTo>
                    <a:pt x="12" y="9"/>
                    <a:pt x="17" y="14"/>
                    <a:pt x="31" y="23"/>
                  </a:cubicBezTo>
                  <a:lnTo>
                    <a:pt x="1" y="1"/>
                  </a:lnTo>
                  <a:close/>
                </a:path>
              </a:pathLst>
            </a:custGeom>
            <a:solidFill>
              <a:srgbClr val="FFD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5" name="Google Shape;3261;p106">
              <a:extLst>
                <a:ext uri="{FF2B5EF4-FFF2-40B4-BE49-F238E27FC236}">
                  <a16:creationId xmlns:a16="http://schemas.microsoft.com/office/drawing/2014/main" id="{CD222E60-701A-10F9-2D56-77E099026744}"/>
                </a:ext>
              </a:extLst>
            </p:cNvPr>
            <p:cNvSpPr/>
            <p:nvPr/>
          </p:nvSpPr>
          <p:spPr>
            <a:xfrm>
              <a:off x="3604463" y="3114275"/>
              <a:ext cx="34850" cy="41300"/>
            </a:xfrm>
            <a:custGeom>
              <a:avLst/>
              <a:gdLst/>
              <a:ahLst/>
              <a:cxnLst/>
              <a:rect l="l" t="t" r="r" b="b"/>
              <a:pathLst>
                <a:path w="1394" h="1652" extrusionOk="0">
                  <a:moveTo>
                    <a:pt x="826" y="0"/>
                  </a:moveTo>
                  <a:cubicBezTo>
                    <a:pt x="369" y="0"/>
                    <a:pt x="0" y="369"/>
                    <a:pt x="0" y="826"/>
                  </a:cubicBezTo>
                  <a:cubicBezTo>
                    <a:pt x="0" y="851"/>
                    <a:pt x="0" y="873"/>
                    <a:pt x="6" y="898"/>
                  </a:cubicBezTo>
                  <a:lnTo>
                    <a:pt x="6" y="906"/>
                  </a:lnTo>
                  <a:cubicBezTo>
                    <a:pt x="9" y="928"/>
                    <a:pt x="11" y="950"/>
                    <a:pt x="14" y="975"/>
                  </a:cubicBezTo>
                  <a:lnTo>
                    <a:pt x="14" y="983"/>
                  </a:lnTo>
                  <a:cubicBezTo>
                    <a:pt x="20" y="1005"/>
                    <a:pt x="25" y="1030"/>
                    <a:pt x="28" y="1049"/>
                  </a:cubicBezTo>
                  <a:cubicBezTo>
                    <a:pt x="28" y="1052"/>
                    <a:pt x="33" y="1057"/>
                    <a:pt x="33" y="1060"/>
                  </a:cubicBezTo>
                  <a:lnTo>
                    <a:pt x="53" y="1121"/>
                  </a:lnTo>
                  <a:cubicBezTo>
                    <a:pt x="53" y="1126"/>
                    <a:pt x="55" y="1129"/>
                    <a:pt x="55" y="1132"/>
                  </a:cubicBezTo>
                  <a:cubicBezTo>
                    <a:pt x="64" y="1154"/>
                    <a:pt x="75" y="1173"/>
                    <a:pt x="83" y="1195"/>
                  </a:cubicBezTo>
                  <a:cubicBezTo>
                    <a:pt x="83" y="1198"/>
                    <a:pt x="88" y="1198"/>
                    <a:pt x="88" y="1200"/>
                  </a:cubicBezTo>
                  <a:cubicBezTo>
                    <a:pt x="97" y="1222"/>
                    <a:pt x="108" y="1242"/>
                    <a:pt x="121" y="1264"/>
                  </a:cubicBezTo>
                  <a:cubicBezTo>
                    <a:pt x="146" y="1305"/>
                    <a:pt x="176" y="1341"/>
                    <a:pt x="207" y="1379"/>
                  </a:cubicBezTo>
                  <a:cubicBezTo>
                    <a:pt x="226" y="1396"/>
                    <a:pt x="240" y="1415"/>
                    <a:pt x="256" y="1432"/>
                  </a:cubicBezTo>
                  <a:cubicBezTo>
                    <a:pt x="256" y="1432"/>
                    <a:pt x="259" y="1432"/>
                    <a:pt x="259" y="1434"/>
                  </a:cubicBezTo>
                  <a:cubicBezTo>
                    <a:pt x="276" y="1451"/>
                    <a:pt x="295" y="1465"/>
                    <a:pt x="311" y="1479"/>
                  </a:cubicBezTo>
                  <a:cubicBezTo>
                    <a:pt x="311" y="1479"/>
                    <a:pt x="314" y="1479"/>
                    <a:pt x="314" y="1484"/>
                  </a:cubicBezTo>
                  <a:cubicBezTo>
                    <a:pt x="331" y="1498"/>
                    <a:pt x="353" y="1512"/>
                    <a:pt x="372" y="1525"/>
                  </a:cubicBezTo>
                  <a:cubicBezTo>
                    <a:pt x="477" y="1589"/>
                    <a:pt x="592" y="1635"/>
                    <a:pt x="722" y="1652"/>
                  </a:cubicBezTo>
                  <a:cubicBezTo>
                    <a:pt x="567" y="1492"/>
                    <a:pt x="466" y="1280"/>
                    <a:pt x="466" y="1046"/>
                  </a:cubicBezTo>
                  <a:cubicBezTo>
                    <a:pt x="466" y="589"/>
                    <a:pt x="834" y="220"/>
                    <a:pt x="1291" y="220"/>
                  </a:cubicBezTo>
                  <a:cubicBezTo>
                    <a:pt x="1327" y="220"/>
                    <a:pt x="1357" y="223"/>
                    <a:pt x="1393" y="226"/>
                  </a:cubicBezTo>
                  <a:cubicBezTo>
                    <a:pt x="1382" y="218"/>
                    <a:pt x="1374" y="209"/>
                    <a:pt x="1363" y="204"/>
                  </a:cubicBezTo>
                  <a:cubicBezTo>
                    <a:pt x="1355" y="196"/>
                    <a:pt x="1344" y="185"/>
                    <a:pt x="1335" y="179"/>
                  </a:cubicBezTo>
                  <a:cubicBezTo>
                    <a:pt x="1327" y="171"/>
                    <a:pt x="1316" y="165"/>
                    <a:pt x="1308" y="157"/>
                  </a:cubicBezTo>
                  <a:lnTo>
                    <a:pt x="1305" y="157"/>
                  </a:lnTo>
                  <a:lnTo>
                    <a:pt x="1275" y="138"/>
                  </a:lnTo>
                  <a:cubicBezTo>
                    <a:pt x="1275" y="138"/>
                    <a:pt x="1272" y="138"/>
                    <a:pt x="1272" y="135"/>
                  </a:cubicBezTo>
                  <a:cubicBezTo>
                    <a:pt x="1261" y="127"/>
                    <a:pt x="1250" y="121"/>
                    <a:pt x="1245" y="116"/>
                  </a:cubicBezTo>
                  <a:cubicBezTo>
                    <a:pt x="1245" y="116"/>
                    <a:pt x="1239" y="116"/>
                    <a:pt x="1239" y="113"/>
                  </a:cubicBezTo>
                  <a:cubicBezTo>
                    <a:pt x="1231" y="108"/>
                    <a:pt x="1220" y="102"/>
                    <a:pt x="1212" y="97"/>
                  </a:cubicBezTo>
                  <a:cubicBezTo>
                    <a:pt x="1209" y="97"/>
                    <a:pt x="1209" y="94"/>
                    <a:pt x="1206" y="94"/>
                  </a:cubicBezTo>
                  <a:cubicBezTo>
                    <a:pt x="1195" y="88"/>
                    <a:pt x="1190" y="83"/>
                    <a:pt x="1179" y="80"/>
                  </a:cubicBezTo>
                  <a:cubicBezTo>
                    <a:pt x="1176" y="80"/>
                    <a:pt x="1176" y="75"/>
                    <a:pt x="1170" y="75"/>
                  </a:cubicBezTo>
                  <a:cubicBezTo>
                    <a:pt x="1162" y="72"/>
                    <a:pt x="1154" y="69"/>
                    <a:pt x="1143" y="61"/>
                  </a:cubicBezTo>
                  <a:cubicBezTo>
                    <a:pt x="1140" y="61"/>
                    <a:pt x="1137" y="58"/>
                    <a:pt x="1134" y="58"/>
                  </a:cubicBezTo>
                  <a:cubicBezTo>
                    <a:pt x="1123" y="55"/>
                    <a:pt x="1115" y="52"/>
                    <a:pt x="1107" y="47"/>
                  </a:cubicBezTo>
                  <a:cubicBezTo>
                    <a:pt x="1101" y="47"/>
                    <a:pt x="1099" y="44"/>
                    <a:pt x="1096" y="44"/>
                  </a:cubicBezTo>
                  <a:cubicBezTo>
                    <a:pt x="1088" y="41"/>
                    <a:pt x="1079" y="39"/>
                    <a:pt x="1068" y="39"/>
                  </a:cubicBezTo>
                  <a:cubicBezTo>
                    <a:pt x="1066" y="39"/>
                    <a:pt x="1057" y="33"/>
                    <a:pt x="1055" y="33"/>
                  </a:cubicBezTo>
                  <a:cubicBezTo>
                    <a:pt x="1046" y="30"/>
                    <a:pt x="1038" y="30"/>
                    <a:pt x="1030" y="28"/>
                  </a:cubicBezTo>
                  <a:cubicBezTo>
                    <a:pt x="1027" y="28"/>
                    <a:pt x="1019" y="25"/>
                    <a:pt x="1013" y="25"/>
                  </a:cubicBezTo>
                  <a:cubicBezTo>
                    <a:pt x="1005" y="19"/>
                    <a:pt x="1000" y="19"/>
                    <a:pt x="989" y="17"/>
                  </a:cubicBezTo>
                  <a:cubicBezTo>
                    <a:pt x="983" y="17"/>
                    <a:pt x="975" y="14"/>
                    <a:pt x="972" y="14"/>
                  </a:cubicBezTo>
                  <a:cubicBezTo>
                    <a:pt x="964" y="14"/>
                    <a:pt x="958" y="11"/>
                    <a:pt x="950" y="11"/>
                  </a:cubicBezTo>
                  <a:cubicBezTo>
                    <a:pt x="945" y="11"/>
                    <a:pt x="936" y="6"/>
                    <a:pt x="931" y="6"/>
                  </a:cubicBezTo>
                  <a:cubicBezTo>
                    <a:pt x="923" y="6"/>
                    <a:pt x="917" y="6"/>
                    <a:pt x="909" y="3"/>
                  </a:cubicBezTo>
                  <a:cubicBezTo>
                    <a:pt x="903" y="3"/>
                    <a:pt x="892" y="3"/>
                    <a:pt x="8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Tree>
    <p:extLst>
      <p:ext uri="{BB962C8B-B14F-4D97-AF65-F5344CB8AC3E}">
        <p14:creationId xmlns:p14="http://schemas.microsoft.com/office/powerpoint/2010/main" val="2642716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22" name="PassagierCard"/>
          <p:cNvSpPr/>
          <p:nvPr/>
        </p:nvSpPr>
        <p:spPr>
          <a:xfrm>
            <a:off x="381000" y="1206500"/>
            <a:ext cx="4064000" cy="2667000"/>
          </a:xfrm>
          <a:prstGeom prst="roundRect">
            <a:avLst>
              <a:gd name="adj" fmla="val 12000"/>
            </a:avLst>
          </a:prstGeom>
          <a:solidFill>
            <a:srgbClr val="2A2350">
              <a:alpha val="65000"/>
            </a:srgbClr>
          </a:solidFill>
          <a:ln w="9525">
            <a:solidFill>
              <a:srgbClr val="6B5BD6">
                <a:alpha val="60000"/>
              </a:srgbClr>
            </a:solidFill>
          </a:ln>
        </p:spPr>
        <p:txBody>
          <a:bodyPr wrap="square" rtlCol="0" anchor="ctr"/>
          <a:lstStyle/>
          <a:p>
            <a:endParaRPr/>
          </a:p>
        </p:txBody>
      </p:sp>
      <p:sp>
        <p:nvSpPr>
          <p:cNvPr id="23" name="MitarbeiterCard"/>
          <p:cNvSpPr/>
          <p:nvPr/>
        </p:nvSpPr>
        <p:spPr>
          <a:xfrm>
            <a:off x="4699000" y="1206500"/>
            <a:ext cx="4064000" cy="2667000"/>
          </a:xfrm>
          <a:prstGeom prst="roundRect">
            <a:avLst>
              <a:gd name="adj" fmla="val 12000"/>
            </a:avLst>
          </a:prstGeom>
          <a:solidFill>
            <a:srgbClr val="2A2350">
              <a:alpha val="65000"/>
            </a:srgbClr>
          </a:solidFill>
          <a:ln w="9525">
            <a:solidFill>
              <a:srgbClr val="E85A8C">
                <a:alpha val="60000"/>
              </a:srgbClr>
            </a:solidFill>
          </a:ln>
        </p:spPr>
        <p:txBody>
          <a:bodyPr wrap="square" rtlCol="0" anchor="ctr"/>
          <a:lstStyle/>
          <a:p>
            <a:endParaRPr/>
          </a:p>
        </p:txBody>
      </p:sp>
      <p:sp>
        <p:nvSpPr>
          <p:cNvPr id="4" name="Google Shape;1171;p69">
            <a:extLst>
              <a:ext uri="{FF2B5EF4-FFF2-40B4-BE49-F238E27FC236}">
                <a16:creationId xmlns:a16="http://schemas.microsoft.com/office/drawing/2014/main" id="{D2F135B5-FE57-584A-A40F-FEA582CA491B}"/>
              </a:ext>
            </a:extLst>
          </p:cNvPr>
          <p:cNvSpPr txBox="1">
            <a:spLocks/>
          </p:cNvSpPr>
          <p:nvPr/>
        </p:nvSpPr>
        <p:spPr>
          <a:xfrm>
            <a:off x="713100" y="347303"/>
            <a:ext cx="7717800" cy="698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9pPr>
          </a:lstStyle>
          <a:p>
            <a:r>
              <a:rPr lang="de-DE" noProof="1"/>
              <a:t>Was steckt dahinter?</a:t>
            </a:r>
          </a:p>
        </p:txBody>
      </p:sp>
      <p:sp>
        <p:nvSpPr>
          <p:cNvPr id="10" name="Textfeld 9">
            <a:extLst>
              <a:ext uri="{FF2B5EF4-FFF2-40B4-BE49-F238E27FC236}">
                <a16:creationId xmlns:a16="http://schemas.microsoft.com/office/drawing/2014/main" id="{A49FEDF8-3AC4-0B26-02D9-B55CA87E138F}"/>
              </a:ext>
            </a:extLst>
          </p:cNvPr>
          <p:cNvSpPr txBox="1"/>
          <p:nvPr/>
        </p:nvSpPr>
        <p:spPr>
          <a:xfrm>
            <a:off x="1653818" y="1841500"/>
            <a:ext cx="1518364" cy="430887"/>
          </a:xfrm>
          <a:prstGeom prst="rect">
            <a:avLst/>
          </a:prstGeom>
          <a:noFill/>
        </p:spPr>
        <p:txBody>
          <a:bodyPr wrap="none" rtlCol="0">
            <a:spAutoFit/>
          </a:bodyPr>
          <a:lstStyle/>
          <a:p>
            <a:pPr algn="ctr"/>
            <a:r>
              <a:rPr lang="de-DE" sz="2200" b="1">
                <a:solidFill>
                  <a:srgbClr val="FFFFFF"/>
                </a:solidFill>
              </a:rPr>
              <a:t>Passagier</a:t>
            </a:r>
          </a:p>
        </p:txBody>
      </p:sp>
      <p:sp>
        <p:nvSpPr>
          <p:cNvPr id="11" name="Textfeld 10">
            <a:extLst>
              <a:ext uri="{FF2B5EF4-FFF2-40B4-BE49-F238E27FC236}">
                <a16:creationId xmlns:a16="http://schemas.microsoft.com/office/drawing/2014/main" id="{03E3AE14-0185-D0B1-FAD0-06B09F6CBAA2}"/>
              </a:ext>
            </a:extLst>
          </p:cNvPr>
          <p:cNvSpPr txBox="1"/>
          <p:nvPr/>
        </p:nvSpPr>
        <p:spPr>
          <a:xfrm>
            <a:off x="5916514" y="1841500"/>
            <a:ext cx="1628971" cy="430887"/>
          </a:xfrm>
          <a:prstGeom prst="rect">
            <a:avLst/>
          </a:prstGeom>
          <a:noFill/>
        </p:spPr>
        <p:txBody>
          <a:bodyPr wrap="none" rtlCol="0">
            <a:spAutoFit/>
          </a:bodyPr>
          <a:lstStyle/>
          <a:p>
            <a:pPr algn="ctr"/>
            <a:r>
              <a:rPr lang="de-DE" sz="2200" b="1">
                <a:solidFill>
                  <a:srgbClr val="FFFFFF"/>
                </a:solidFill>
              </a:rPr>
              <a:t>Mitarbeiter</a:t>
            </a:r>
          </a:p>
        </p:txBody>
      </p:sp>
      <p:sp>
        <p:nvSpPr>
          <p:cNvPr id="12" name="Textfeld 11">
            <a:extLst>
              <a:ext uri="{FF2B5EF4-FFF2-40B4-BE49-F238E27FC236}">
                <a16:creationId xmlns:a16="http://schemas.microsoft.com/office/drawing/2014/main" id="{E77BB4F6-8CAD-CA5C-5558-707176DA1A45}"/>
              </a:ext>
            </a:extLst>
          </p:cNvPr>
          <p:cNvSpPr txBox="1"/>
          <p:nvPr/>
        </p:nvSpPr>
        <p:spPr>
          <a:xfrm>
            <a:off x="713100" y="2362200"/>
            <a:ext cx="1666685" cy="1123513"/>
          </a:xfrm>
          <a:prstGeom prst="rect">
            <a:avLst/>
          </a:prstGeom>
          <a:noFill/>
        </p:spPr>
        <p:txBody>
          <a:bodyPr wrap="square" rtlCol="0">
            <a:spAutoFit/>
          </a:bodyPr>
          <a:lstStyle/>
          <a:p>
            <a:pPr marL="228600" indent="-228600" algn="l">
              <a:lnSpc>
                <a:spcPts val="2800"/>
              </a:lnSpc>
              <a:buClr>
                <a:srgbClr val="9B8AE8"/>
              </a:buClr>
              <a:buFont typeface="Arial"/>
              <a:buChar char="•"/>
            </a:pPr>
            <a:r>
              <a:rPr lang="de-DE" sz="1500">
                <a:solidFill>
                  <a:srgbClr val="FFFFFF"/>
                </a:solidFill>
              </a:rPr>
              <a:t>Verspätung</a:t>
            </a:r>
          </a:p>
          <a:p>
            <a:pPr marL="228600" indent="-228600" algn="l">
              <a:lnSpc>
                <a:spcPts val="2800"/>
              </a:lnSpc>
              <a:buClr>
                <a:srgbClr val="9B8AE8"/>
              </a:buClr>
              <a:buFont typeface="Arial"/>
              <a:buChar char="•"/>
            </a:pPr>
            <a:r>
              <a:rPr lang="de-DE" sz="1500">
                <a:solidFill>
                  <a:srgbClr val="FFFFFF"/>
                </a:solidFill>
              </a:rPr>
              <a:t>Stress</a:t>
            </a:r>
          </a:p>
          <a:p>
            <a:pPr marL="228600" indent="-228600" algn="l">
              <a:lnSpc>
                <a:spcPts val="2800"/>
              </a:lnSpc>
              <a:buClr>
                <a:srgbClr val="9B8AE8"/>
              </a:buClr>
              <a:buFont typeface="Arial"/>
              <a:buChar char="•"/>
            </a:pPr>
            <a:r>
              <a:rPr lang="de-DE" sz="1500">
                <a:solidFill>
                  <a:srgbClr val="FFFFFF"/>
                </a:solidFill>
              </a:rPr>
              <a:t>Unsicherheit</a:t>
            </a:r>
          </a:p>
        </p:txBody>
      </p:sp>
      <p:sp>
        <p:nvSpPr>
          <p:cNvPr id="13" name="Textfeld 12">
            <a:extLst>
              <a:ext uri="{FF2B5EF4-FFF2-40B4-BE49-F238E27FC236}">
                <a16:creationId xmlns:a16="http://schemas.microsoft.com/office/drawing/2014/main" id="{332B5912-8416-BC44-96A9-BBB65A290230}"/>
              </a:ext>
            </a:extLst>
          </p:cNvPr>
          <p:cNvSpPr txBox="1"/>
          <p:nvPr/>
        </p:nvSpPr>
        <p:spPr>
          <a:xfrm>
            <a:off x="4826000" y="2272387"/>
            <a:ext cx="3873500" cy="1123513"/>
          </a:xfrm>
          <a:prstGeom prst="rect">
            <a:avLst/>
          </a:prstGeom>
          <a:noFill/>
        </p:spPr>
        <p:txBody>
          <a:bodyPr wrap="square" rtlCol="0">
            <a:spAutoFit/>
          </a:bodyPr>
          <a:lstStyle/>
          <a:p>
            <a:pPr marL="228600" indent="-228600" algn="l">
              <a:lnSpc>
                <a:spcPts val="2800"/>
              </a:lnSpc>
              <a:buClr>
                <a:srgbClr val="F0809E"/>
              </a:buClr>
              <a:buFont typeface="Arial"/>
              <a:buChar char="•"/>
            </a:pPr>
            <a:r>
              <a:rPr lang="de-DE" sz="1500">
                <a:solidFill>
                  <a:srgbClr val="FFFFFF"/>
                </a:solidFill>
              </a:rPr>
              <a:t>Zeitdruck ohne Überblick</a:t>
            </a:r>
          </a:p>
          <a:p>
            <a:pPr marL="228600" indent="-228600" algn="l">
              <a:lnSpc>
                <a:spcPts val="2800"/>
              </a:lnSpc>
              <a:buClr>
                <a:srgbClr val="F0809E"/>
              </a:buClr>
              <a:buFont typeface="Arial"/>
              <a:buChar char="•"/>
            </a:pPr>
            <a:r>
              <a:rPr lang="de-DE" sz="1500">
                <a:solidFill>
                  <a:srgbClr val="FFFFFF"/>
                </a:solidFill>
              </a:rPr>
              <a:t>Koordination über Zuruf &amp; Zettel</a:t>
            </a:r>
          </a:p>
          <a:p>
            <a:pPr marL="228600" indent="-228600" algn="l">
              <a:lnSpc>
                <a:spcPts val="2800"/>
              </a:lnSpc>
              <a:buClr>
                <a:srgbClr val="F0809E"/>
              </a:buClr>
              <a:buFont typeface="Arial"/>
              <a:buChar char="•"/>
            </a:pPr>
            <a:r>
              <a:rPr lang="de-DE" sz="1500">
                <a:solidFill>
                  <a:srgbClr val="FFFFFF"/>
                </a:solidFill>
              </a:rPr>
              <a:t>Konsequenzen wenn etwas schiefläuft</a:t>
            </a:r>
          </a:p>
        </p:txBody>
      </p:sp>
      <p:sp>
        <p:nvSpPr>
          <p:cNvPr id="24" name="LeftPill"/>
          <p:cNvSpPr/>
          <p:nvPr/>
        </p:nvSpPr>
        <p:spPr>
          <a:xfrm>
            <a:off x="1651000" y="2324100"/>
            <a:ext cx="1524000" cy="38100"/>
          </a:xfrm>
          <a:prstGeom prst="roundRect">
            <a:avLst>
              <a:gd name="adj" fmla="val 50000"/>
            </a:avLst>
          </a:prstGeom>
          <a:solidFill>
            <a:srgbClr val="6B5BD6"/>
          </a:solidFill>
          <a:ln>
            <a:noFill/>
          </a:ln>
        </p:spPr>
        <p:txBody>
          <a:bodyPr wrap="square" rtlCol="0" anchor="ctr"/>
          <a:lstStyle/>
          <a:p>
            <a:endParaRPr/>
          </a:p>
        </p:txBody>
      </p:sp>
      <p:sp>
        <p:nvSpPr>
          <p:cNvPr id="25" name="RightPill"/>
          <p:cNvSpPr/>
          <p:nvPr/>
        </p:nvSpPr>
        <p:spPr>
          <a:xfrm>
            <a:off x="5969000" y="2324100"/>
            <a:ext cx="1524000" cy="38100"/>
          </a:xfrm>
          <a:prstGeom prst="roundRect">
            <a:avLst>
              <a:gd name="adj" fmla="val 50000"/>
            </a:avLst>
          </a:prstGeom>
          <a:solidFill>
            <a:srgbClr val="E85A8C"/>
          </a:solidFill>
          <a:ln>
            <a:noFill/>
          </a:ln>
        </p:spPr>
        <p:txBody>
          <a:bodyPr wrap="square" rtlCol="0" anchor="ctr"/>
          <a:lstStyle/>
          <a:p>
            <a:endParaRPr/>
          </a:p>
        </p:txBody>
      </p:sp>
      <p:sp>
        <p:nvSpPr>
          <p:cNvPr id="26" name="TakeawayBar"/>
          <p:cNvSpPr/>
          <p:nvPr/>
        </p:nvSpPr>
        <p:spPr>
          <a:xfrm>
            <a:off x="508000" y="4191000"/>
            <a:ext cx="63500" cy="571500"/>
          </a:xfrm>
          <a:prstGeom prst="roundRect">
            <a:avLst>
              <a:gd name="adj" fmla="val 50000"/>
            </a:avLst>
          </a:prstGeom>
          <a:solidFill>
            <a:srgbClr val="E85A8C"/>
          </a:solidFill>
          <a:ln>
            <a:noFill/>
          </a:ln>
        </p:spPr>
        <p:txBody>
          <a:bodyPr wrap="square" rtlCol="0" anchor="ctr"/>
          <a:lstStyle/>
          <a:p>
            <a:endParaRPr/>
          </a:p>
        </p:txBody>
      </p:sp>
      <p:pic>
        <p:nvPicPr>
          <p:cNvPr id="27" name="Graphic 2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84400" y="1333500"/>
            <a:ext cx="457200" cy="457200"/>
          </a:xfrm>
          <a:prstGeom prst="rect">
            <a:avLst/>
          </a:prstGeom>
        </p:spPr>
      </p:pic>
      <p:pic>
        <p:nvPicPr>
          <p:cNvPr id="28" name="Graphic 2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02400" y="1333500"/>
            <a:ext cx="457200" cy="457200"/>
          </a:xfrm>
          <a:prstGeom prst="rect">
            <a:avLst/>
          </a:prstGeom>
        </p:spPr>
      </p:pic>
      <p:sp>
        <p:nvSpPr>
          <p:cNvPr id="2" name="Textfeld 1">
            <a:extLst>
              <a:ext uri="{FF2B5EF4-FFF2-40B4-BE49-F238E27FC236}">
                <a16:creationId xmlns:a16="http://schemas.microsoft.com/office/drawing/2014/main" id="{F025A7FE-F6AC-15D6-E867-524925F4BFA3}"/>
              </a:ext>
            </a:extLst>
          </p:cNvPr>
          <p:cNvSpPr txBox="1"/>
          <p:nvPr/>
        </p:nvSpPr>
        <p:spPr>
          <a:xfrm>
            <a:off x="762000" y="4191000"/>
            <a:ext cx="8001000" cy="571500"/>
          </a:xfrm>
          <a:prstGeom prst="rect">
            <a:avLst/>
          </a:prstGeom>
          <a:noFill/>
        </p:spPr>
        <p:txBody>
          <a:bodyPr wrap="square">
            <a:spAutoFit/>
          </a:bodyPr>
          <a:lstStyle/>
          <a:p>
            <a:pPr algn="l">
              <a:lnSpc>
                <a:spcPts val="2400"/>
              </a:lnSpc>
            </a:pPr>
            <a:r>
              <a:rPr lang="de-DE" sz="1800" b="1" i="1">
                <a:solidFill>
                  <a:srgbClr val="FFFFFF"/>
                </a:solidFill>
              </a:rPr>
              <a:t>Unser Kunde ist nicht der Passagier – es ist der Mitarbeiter, der das alles stemmt.</a:t>
            </a:r>
          </a:p>
        </p:txBody>
      </p:sp>
      <p:sp>
        <p:nvSpPr>
          <p:cNvPr id="3" name="Textfeld 2">
            <a:extLst>
              <a:ext uri="{FF2B5EF4-FFF2-40B4-BE49-F238E27FC236}">
                <a16:creationId xmlns:a16="http://schemas.microsoft.com/office/drawing/2014/main" id="{210757C7-E882-6A84-1943-72B51D104471}"/>
              </a:ext>
            </a:extLst>
          </p:cNvPr>
          <p:cNvSpPr txBox="1"/>
          <p:nvPr/>
        </p:nvSpPr>
        <p:spPr>
          <a:xfrm>
            <a:off x="2413000" y="2362200"/>
            <a:ext cx="1905000" cy="1123513"/>
          </a:xfrm>
          <a:prstGeom prst="rect">
            <a:avLst/>
          </a:prstGeom>
          <a:noFill/>
        </p:spPr>
        <p:txBody>
          <a:bodyPr wrap="square" rtlCol="0">
            <a:spAutoFit/>
          </a:bodyPr>
          <a:lstStyle/>
          <a:p>
            <a:pPr marL="228600" indent="-228600" algn="l">
              <a:lnSpc>
                <a:spcPts val="2800"/>
              </a:lnSpc>
              <a:buClr>
                <a:srgbClr val="9B8AE8"/>
              </a:buClr>
              <a:buFont typeface="Arial"/>
              <a:buChar char="•"/>
            </a:pPr>
            <a:r>
              <a:rPr lang="de-DE" sz="1500">
                <a:solidFill>
                  <a:srgbClr val="FFFFFF"/>
                </a:solidFill>
              </a:rPr>
              <a:t>Sicherheit</a:t>
            </a:r>
          </a:p>
          <a:p>
            <a:pPr marL="228600" indent="-228600" algn="l">
              <a:lnSpc>
                <a:spcPts val="2800"/>
              </a:lnSpc>
              <a:buClr>
                <a:srgbClr val="9B8AE8"/>
              </a:buClr>
              <a:buFont typeface="Arial"/>
              <a:buChar char="•"/>
            </a:pPr>
            <a:r>
              <a:rPr lang="de-DE" sz="1500">
                <a:solidFill>
                  <a:srgbClr val="FFFFFF"/>
                </a:solidFill>
              </a:rPr>
              <a:t>Zuverlässigkeit</a:t>
            </a:r>
          </a:p>
          <a:p>
            <a:pPr marL="228600" indent="-228600" algn="l">
              <a:lnSpc>
                <a:spcPts val="2800"/>
              </a:lnSpc>
              <a:buClr>
                <a:srgbClr val="9B8AE8"/>
              </a:buClr>
              <a:buFont typeface="Arial"/>
              <a:buChar char="•"/>
            </a:pPr>
            <a:r>
              <a:rPr lang="de-DE" sz="1500">
                <a:solidFill>
                  <a:srgbClr val="FFFFFF"/>
                </a:solidFill>
              </a:rPr>
              <a:t>Pünktlichkeit</a:t>
            </a:r>
          </a:p>
        </p:txBody>
      </p:sp>
    </p:spTree>
    <p:extLst>
      <p:ext uri="{BB962C8B-B14F-4D97-AF65-F5344CB8AC3E}">
        <p14:creationId xmlns:p14="http://schemas.microsoft.com/office/powerpoint/2010/main" val="75982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p:bldP spid="12" grpId="0"/>
      <p:bldP spid="13" grpId="0"/>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56"/>
          <p:cNvSpPr/>
          <p:nvPr/>
        </p:nvSpPr>
        <p:spPr>
          <a:xfrm>
            <a:off x="812739" y="2509125"/>
            <a:ext cx="2022725" cy="2033650"/>
          </a:xfrm>
          <a:custGeom>
            <a:avLst/>
            <a:gdLst/>
            <a:ahLst/>
            <a:cxnLst/>
            <a:rect l="l" t="t" r="r" b="b"/>
            <a:pathLst>
              <a:path w="80909" h="81346" extrusionOk="0">
                <a:moveTo>
                  <a:pt x="26787" y="0"/>
                </a:moveTo>
                <a:cubicBezTo>
                  <a:pt x="15423" y="0"/>
                  <a:pt x="7143" y="9507"/>
                  <a:pt x="4995" y="15502"/>
                </a:cubicBezTo>
                <a:cubicBezTo>
                  <a:pt x="1" y="28851"/>
                  <a:pt x="4323" y="46890"/>
                  <a:pt x="12067" y="60988"/>
                </a:cubicBezTo>
                <a:cubicBezTo>
                  <a:pt x="20231" y="75960"/>
                  <a:pt x="33178" y="81346"/>
                  <a:pt x="45575" y="81346"/>
                </a:cubicBezTo>
                <a:cubicBezTo>
                  <a:pt x="63493" y="81346"/>
                  <a:pt x="80259" y="70093"/>
                  <a:pt x="79763" y="60270"/>
                </a:cubicBezTo>
                <a:cubicBezTo>
                  <a:pt x="80908" y="44400"/>
                  <a:pt x="66627" y="39696"/>
                  <a:pt x="61785" y="30791"/>
                </a:cubicBezTo>
                <a:cubicBezTo>
                  <a:pt x="49118" y="7327"/>
                  <a:pt x="36764" y="0"/>
                  <a:pt x="267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99" name="Google Shape;899;p56"/>
          <p:cNvSpPr/>
          <p:nvPr/>
        </p:nvSpPr>
        <p:spPr>
          <a:xfrm rot="196092">
            <a:off x="1637696" y="1149530"/>
            <a:ext cx="6747034" cy="3648463"/>
          </a:xfrm>
          <a:custGeom>
            <a:avLst/>
            <a:gdLst/>
            <a:ahLst/>
            <a:cxnLst/>
            <a:rect l="l" t="t" r="r" b="b"/>
            <a:pathLst>
              <a:path w="236706" h="132733" fill="none" extrusionOk="0">
                <a:moveTo>
                  <a:pt x="204064" y="0"/>
                </a:moveTo>
                <a:cubicBezTo>
                  <a:pt x="208860" y="4399"/>
                  <a:pt x="208860" y="10020"/>
                  <a:pt x="208860" y="14541"/>
                </a:cubicBezTo>
                <a:cubicBezTo>
                  <a:pt x="208860" y="20238"/>
                  <a:pt x="208860" y="24347"/>
                  <a:pt x="217460" y="23874"/>
                </a:cubicBezTo>
                <a:lnTo>
                  <a:pt x="217490" y="23874"/>
                </a:lnTo>
                <a:cubicBezTo>
                  <a:pt x="224104" y="23950"/>
                  <a:pt x="230351" y="24011"/>
                  <a:pt x="233605" y="25554"/>
                </a:cubicBezTo>
                <a:cubicBezTo>
                  <a:pt x="234979" y="26211"/>
                  <a:pt x="235804" y="27081"/>
                  <a:pt x="236110" y="28242"/>
                </a:cubicBezTo>
                <a:cubicBezTo>
                  <a:pt x="236705" y="30304"/>
                  <a:pt x="236308" y="32076"/>
                  <a:pt x="234918" y="33680"/>
                </a:cubicBezTo>
                <a:cubicBezTo>
                  <a:pt x="231359" y="37727"/>
                  <a:pt x="221691" y="39560"/>
                  <a:pt x="210495" y="41699"/>
                </a:cubicBezTo>
                <a:lnTo>
                  <a:pt x="210464" y="41699"/>
                </a:lnTo>
                <a:cubicBezTo>
                  <a:pt x="183016" y="45899"/>
                  <a:pt x="162992" y="53001"/>
                  <a:pt x="149260" y="63403"/>
                </a:cubicBezTo>
                <a:cubicBezTo>
                  <a:pt x="137224" y="72506"/>
                  <a:pt x="131435" y="82923"/>
                  <a:pt x="125814" y="92989"/>
                </a:cubicBezTo>
                <a:cubicBezTo>
                  <a:pt x="116360" y="109959"/>
                  <a:pt x="107440" y="125981"/>
                  <a:pt x="70293" y="131297"/>
                </a:cubicBezTo>
                <a:cubicBezTo>
                  <a:pt x="66031" y="132259"/>
                  <a:pt x="60624" y="132732"/>
                  <a:pt x="54728" y="132732"/>
                </a:cubicBezTo>
                <a:cubicBezTo>
                  <a:pt x="45274" y="132702"/>
                  <a:pt x="35849" y="131648"/>
                  <a:pt x="26639" y="129571"/>
                </a:cubicBezTo>
                <a:cubicBezTo>
                  <a:pt x="18651" y="127722"/>
                  <a:pt x="12067" y="125233"/>
                  <a:pt x="7577" y="122346"/>
                </a:cubicBezTo>
                <a:cubicBezTo>
                  <a:pt x="2368" y="119001"/>
                  <a:pt x="1" y="115198"/>
                  <a:pt x="520" y="111058"/>
                </a:cubicBezTo>
              </a:path>
            </a:pathLst>
          </a:custGeom>
          <a:noFill/>
          <a:ln w="28650" cap="flat" cmpd="sng">
            <a:solidFill>
              <a:schemeClr val="accent6"/>
            </a:solidFill>
            <a:prstDash val="solid"/>
            <a:miter lim="1527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900" name="Google Shape;900;p56"/>
          <p:cNvGrpSpPr/>
          <p:nvPr/>
        </p:nvGrpSpPr>
        <p:grpSpPr>
          <a:xfrm>
            <a:off x="2254050" y="764775"/>
            <a:ext cx="560600" cy="536525"/>
            <a:chOff x="1689925" y="1045025"/>
            <a:chExt cx="560600" cy="536525"/>
          </a:xfrm>
        </p:grpSpPr>
        <p:sp>
          <p:nvSpPr>
            <p:cNvPr id="901" name="Google Shape;901;p56"/>
            <p:cNvSpPr/>
            <p:nvPr/>
          </p:nvSpPr>
          <p:spPr>
            <a:xfrm>
              <a:off x="1713975" y="1045025"/>
              <a:ext cx="536550" cy="536525"/>
            </a:xfrm>
            <a:custGeom>
              <a:avLst/>
              <a:gdLst/>
              <a:ahLst/>
              <a:cxnLst/>
              <a:rect l="l" t="t" r="r" b="b"/>
              <a:pathLst>
                <a:path w="21462" h="21461" extrusionOk="0">
                  <a:moveTo>
                    <a:pt x="10723" y="0"/>
                  </a:moveTo>
                  <a:cubicBezTo>
                    <a:pt x="4797" y="0"/>
                    <a:pt x="1" y="4796"/>
                    <a:pt x="1" y="10723"/>
                  </a:cubicBezTo>
                  <a:cubicBezTo>
                    <a:pt x="1" y="16649"/>
                    <a:pt x="4797" y="21461"/>
                    <a:pt x="10723" y="21461"/>
                  </a:cubicBezTo>
                  <a:cubicBezTo>
                    <a:pt x="16650" y="21461"/>
                    <a:pt x="21461" y="16649"/>
                    <a:pt x="21461" y="10723"/>
                  </a:cubicBezTo>
                  <a:cubicBezTo>
                    <a:pt x="21461" y="4796"/>
                    <a:pt x="16650" y="0"/>
                    <a:pt x="107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02" name="Google Shape;902;p56"/>
            <p:cNvSpPr/>
            <p:nvPr/>
          </p:nvSpPr>
          <p:spPr>
            <a:xfrm>
              <a:off x="2094300" y="1132850"/>
              <a:ext cx="57325" cy="48825"/>
            </a:xfrm>
            <a:custGeom>
              <a:avLst/>
              <a:gdLst/>
              <a:ahLst/>
              <a:cxnLst/>
              <a:rect l="l" t="t" r="r" b="b"/>
              <a:pathLst>
                <a:path w="2293" h="1953" extrusionOk="0">
                  <a:moveTo>
                    <a:pt x="1315" y="0"/>
                  </a:moveTo>
                  <a:cubicBezTo>
                    <a:pt x="429" y="0"/>
                    <a:pt x="1" y="1054"/>
                    <a:pt x="612" y="1665"/>
                  </a:cubicBezTo>
                  <a:cubicBezTo>
                    <a:pt x="815" y="1863"/>
                    <a:pt x="1063" y="1952"/>
                    <a:pt x="1306" y="1952"/>
                  </a:cubicBezTo>
                  <a:cubicBezTo>
                    <a:pt x="1811" y="1952"/>
                    <a:pt x="2292" y="1566"/>
                    <a:pt x="2292" y="978"/>
                  </a:cubicBezTo>
                  <a:cubicBezTo>
                    <a:pt x="2292" y="428"/>
                    <a:pt x="1849" y="0"/>
                    <a:pt x="1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03" name="Google Shape;903;p56"/>
            <p:cNvSpPr/>
            <p:nvPr/>
          </p:nvSpPr>
          <p:spPr>
            <a:xfrm>
              <a:off x="1689925" y="1110700"/>
              <a:ext cx="497575" cy="470825"/>
            </a:xfrm>
            <a:custGeom>
              <a:avLst/>
              <a:gdLst/>
              <a:ahLst/>
              <a:cxnLst/>
              <a:rect l="l" t="t" r="r" b="b"/>
              <a:pathLst>
                <a:path w="19903" h="18833" extrusionOk="0">
                  <a:moveTo>
                    <a:pt x="7974" y="1"/>
                  </a:moveTo>
                  <a:cubicBezTo>
                    <a:pt x="7974" y="1"/>
                    <a:pt x="7975" y="1"/>
                    <a:pt x="7975" y="1"/>
                  </a:cubicBezTo>
                  <a:lnTo>
                    <a:pt x="7975" y="1"/>
                  </a:lnTo>
                  <a:cubicBezTo>
                    <a:pt x="7980" y="1"/>
                    <a:pt x="7984" y="1"/>
                    <a:pt x="7989" y="1"/>
                  </a:cubicBezTo>
                  <a:close/>
                  <a:moveTo>
                    <a:pt x="5929" y="1856"/>
                  </a:moveTo>
                  <a:cubicBezTo>
                    <a:pt x="6433" y="1856"/>
                    <a:pt x="6920" y="2250"/>
                    <a:pt x="6920" y="2841"/>
                  </a:cubicBezTo>
                  <a:cubicBezTo>
                    <a:pt x="6920" y="3376"/>
                    <a:pt x="6492" y="3819"/>
                    <a:pt x="5942" y="3819"/>
                  </a:cubicBezTo>
                  <a:cubicBezTo>
                    <a:pt x="5072" y="3819"/>
                    <a:pt x="4629" y="2765"/>
                    <a:pt x="5255" y="2139"/>
                  </a:cubicBezTo>
                  <a:cubicBezTo>
                    <a:pt x="5451" y="1943"/>
                    <a:pt x="5692" y="1856"/>
                    <a:pt x="5929" y="1856"/>
                  </a:cubicBezTo>
                  <a:close/>
                  <a:moveTo>
                    <a:pt x="14882" y="7243"/>
                  </a:moveTo>
                  <a:cubicBezTo>
                    <a:pt x="15706" y="7243"/>
                    <a:pt x="16497" y="7882"/>
                    <a:pt x="16497" y="8844"/>
                  </a:cubicBezTo>
                  <a:cubicBezTo>
                    <a:pt x="16497" y="9745"/>
                    <a:pt x="15779" y="10463"/>
                    <a:pt x="14893" y="10463"/>
                  </a:cubicBezTo>
                  <a:cubicBezTo>
                    <a:pt x="13457" y="10463"/>
                    <a:pt x="12739" y="8722"/>
                    <a:pt x="13763" y="7714"/>
                  </a:cubicBezTo>
                  <a:cubicBezTo>
                    <a:pt x="14088" y="7388"/>
                    <a:pt x="14489" y="7243"/>
                    <a:pt x="14882" y="7243"/>
                  </a:cubicBezTo>
                  <a:close/>
                  <a:moveTo>
                    <a:pt x="9237" y="11277"/>
                  </a:moveTo>
                  <a:cubicBezTo>
                    <a:pt x="10341" y="11277"/>
                    <a:pt x="11395" y="12135"/>
                    <a:pt x="11395" y="13426"/>
                  </a:cubicBezTo>
                  <a:cubicBezTo>
                    <a:pt x="11395" y="14618"/>
                    <a:pt x="10433" y="15580"/>
                    <a:pt x="9257" y="15580"/>
                  </a:cubicBezTo>
                  <a:cubicBezTo>
                    <a:pt x="7347" y="15580"/>
                    <a:pt x="6385" y="13258"/>
                    <a:pt x="7729" y="11914"/>
                  </a:cubicBezTo>
                  <a:cubicBezTo>
                    <a:pt x="8169" y="11474"/>
                    <a:pt x="8709" y="11277"/>
                    <a:pt x="9237" y="11277"/>
                  </a:cubicBezTo>
                  <a:close/>
                  <a:moveTo>
                    <a:pt x="7975" y="1"/>
                  </a:moveTo>
                  <a:cubicBezTo>
                    <a:pt x="6514" y="2"/>
                    <a:pt x="5083" y="293"/>
                    <a:pt x="3743" y="871"/>
                  </a:cubicBezTo>
                  <a:cubicBezTo>
                    <a:pt x="337" y="4613"/>
                    <a:pt x="1" y="10219"/>
                    <a:pt x="2933" y="14328"/>
                  </a:cubicBezTo>
                  <a:cubicBezTo>
                    <a:pt x="4998" y="17232"/>
                    <a:pt x="8290" y="18833"/>
                    <a:pt x="11679" y="18833"/>
                  </a:cubicBezTo>
                  <a:cubicBezTo>
                    <a:pt x="13102" y="18833"/>
                    <a:pt x="14543" y="18550"/>
                    <a:pt x="15916" y="17963"/>
                  </a:cubicBezTo>
                  <a:cubicBezTo>
                    <a:pt x="19903" y="13564"/>
                    <a:pt x="19582" y="6782"/>
                    <a:pt x="15183" y="2796"/>
                  </a:cubicBezTo>
                  <a:cubicBezTo>
                    <a:pt x="13213" y="1009"/>
                    <a:pt x="10632" y="16"/>
                    <a:pt x="79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904" name="Google Shape;904;p56"/>
          <p:cNvGrpSpPr/>
          <p:nvPr/>
        </p:nvGrpSpPr>
        <p:grpSpPr>
          <a:xfrm>
            <a:off x="7005600" y="3501525"/>
            <a:ext cx="872875" cy="471225"/>
            <a:chOff x="6212875" y="3781775"/>
            <a:chExt cx="872875" cy="471225"/>
          </a:xfrm>
        </p:grpSpPr>
        <p:sp>
          <p:nvSpPr>
            <p:cNvPr id="905" name="Google Shape;905;p56"/>
            <p:cNvSpPr/>
            <p:nvPr/>
          </p:nvSpPr>
          <p:spPr>
            <a:xfrm>
              <a:off x="6367275" y="3781775"/>
              <a:ext cx="470850" cy="470850"/>
            </a:xfrm>
            <a:custGeom>
              <a:avLst/>
              <a:gdLst/>
              <a:ahLst/>
              <a:cxnLst/>
              <a:rect l="l" t="t" r="r" b="b"/>
              <a:pathLst>
                <a:path w="18834" h="18834" extrusionOk="0">
                  <a:moveTo>
                    <a:pt x="9409" y="0"/>
                  </a:moveTo>
                  <a:cubicBezTo>
                    <a:pt x="4216" y="0"/>
                    <a:pt x="0" y="4216"/>
                    <a:pt x="0" y="9424"/>
                  </a:cubicBezTo>
                  <a:cubicBezTo>
                    <a:pt x="0" y="14617"/>
                    <a:pt x="4216" y="18833"/>
                    <a:pt x="9409" y="18833"/>
                  </a:cubicBezTo>
                  <a:cubicBezTo>
                    <a:pt x="14618" y="18833"/>
                    <a:pt x="18834" y="14617"/>
                    <a:pt x="18834" y="9424"/>
                  </a:cubicBezTo>
                  <a:cubicBezTo>
                    <a:pt x="18834" y="4216"/>
                    <a:pt x="14618" y="0"/>
                    <a:pt x="940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06" name="Google Shape;906;p56"/>
            <p:cNvSpPr/>
            <p:nvPr/>
          </p:nvSpPr>
          <p:spPr>
            <a:xfrm>
              <a:off x="6367275" y="3781775"/>
              <a:ext cx="470850" cy="470850"/>
            </a:xfrm>
            <a:custGeom>
              <a:avLst/>
              <a:gdLst/>
              <a:ahLst/>
              <a:cxnLst/>
              <a:rect l="l" t="t" r="r" b="b"/>
              <a:pathLst>
                <a:path w="18834" h="18834" extrusionOk="0">
                  <a:moveTo>
                    <a:pt x="9409" y="0"/>
                  </a:moveTo>
                  <a:cubicBezTo>
                    <a:pt x="4216" y="0"/>
                    <a:pt x="0" y="4216"/>
                    <a:pt x="0" y="9424"/>
                  </a:cubicBezTo>
                  <a:cubicBezTo>
                    <a:pt x="0" y="14617"/>
                    <a:pt x="4216" y="18833"/>
                    <a:pt x="9409" y="18833"/>
                  </a:cubicBezTo>
                  <a:cubicBezTo>
                    <a:pt x="14618" y="18833"/>
                    <a:pt x="18834" y="14617"/>
                    <a:pt x="18834" y="9424"/>
                  </a:cubicBezTo>
                  <a:cubicBezTo>
                    <a:pt x="18834" y="4216"/>
                    <a:pt x="14618" y="0"/>
                    <a:pt x="9409" y="0"/>
                  </a:cubicBezTo>
                  <a:close/>
                </a:path>
              </a:pathLst>
            </a:custGeom>
            <a:solidFill>
              <a:srgbClr val="FFFFFF">
                <a:alpha val="3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07" name="Google Shape;907;p56"/>
            <p:cNvSpPr/>
            <p:nvPr/>
          </p:nvSpPr>
          <p:spPr>
            <a:xfrm>
              <a:off x="6422650" y="3824775"/>
              <a:ext cx="435325" cy="428225"/>
            </a:xfrm>
            <a:custGeom>
              <a:avLst/>
              <a:gdLst/>
              <a:ahLst/>
              <a:cxnLst/>
              <a:rect l="l" t="t" r="r" b="b"/>
              <a:pathLst>
                <a:path w="17413" h="17129" extrusionOk="0">
                  <a:moveTo>
                    <a:pt x="10430" y="1"/>
                  </a:moveTo>
                  <a:cubicBezTo>
                    <a:pt x="7017" y="1"/>
                    <a:pt x="3775" y="1864"/>
                    <a:pt x="2108" y="5016"/>
                  </a:cubicBezTo>
                  <a:cubicBezTo>
                    <a:pt x="0" y="8987"/>
                    <a:pt x="993" y="13905"/>
                    <a:pt x="4491" y="16731"/>
                  </a:cubicBezTo>
                  <a:cubicBezTo>
                    <a:pt x="5377" y="17006"/>
                    <a:pt x="6293" y="17128"/>
                    <a:pt x="7210" y="17128"/>
                  </a:cubicBezTo>
                  <a:cubicBezTo>
                    <a:pt x="11181" y="17128"/>
                    <a:pt x="14740" y="14623"/>
                    <a:pt x="16069" y="10866"/>
                  </a:cubicBezTo>
                  <a:cubicBezTo>
                    <a:pt x="17413" y="7124"/>
                    <a:pt x="16237" y="2923"/>
                    <a:pt x="13151" y="418"/>
                  </a:cubicBezTo>
                  <a:lnTo>
                    <a:pt x="13151" y="403"/>
                  </a:lnTo>
                  <a:cubicBezTo>
                    <a:pt x="12250" y="131"/>
                    <a:pt x="11334" y="1"/>
                    <a:pt x="10430" y="1"/>
                  </a:cubicBezTo>
                  <a:close/>
                </a:path>
              </a:pathLst>
            </a:custGeom>
            <a:solidFill>
              <a:srgbClr val="000000">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08" name="Google Shape;908;p56"/>
            <p:cNvSpPr/>
            <p:nvPr/>
          </p:nvSpPr>
          <p:spPr>
            <a:xfrm>
              <a:off x="6212875" y="3941125"/>
              <a:ext cx="872875" cy="290575"/>
            </a:xfrm>
            <a:custGeom>
              <a:avLst/>
              <a:gdLst/>
              <a:ahLst/>
              <a:cxnLst/>
              <a:rect l="l" t="t" r="r" b="b"/>
              <a:pathLst>
                <a:path w="34915" h="11623" extrusionOk="0">
                  <a:moveTo>
                    <a:pt x="28290" y="1"/>
                  </a:moveTo>
                  <a:cubicBezTo>
                    <a:pt x="27317" y="1"/>
                    <a:pt x="26087" y="110"/>
                    <a:pt x="24582" y="347"/>
                  </a:cubicBezTo>
                  <a:cubicBezTo>
                    <a:pt x="25083" y="2327"/>
                    <a:pt x="14663" y="6823"/>
                    <a:pt x="9364" y="6823"/>
                  </a:cubicBezTo>
                  <a:cubicBezTo>
                    <a:pt x="8043" y="6823"/>
                    <a:pt x="7040" y="6543"/>
                    <a:pt x="6604" y="5876"/>
                  </a:cubicBezTo>
                  <a:cubicBezTo>
                    <a:pt x="1" y="8987"/>
                    <a:pt x="973" y="11623"/>
                    <a:pt x="6433" y="11623"/>
                  </a:cubicBezTo>
                  <a:cubicBezTo>
                    <a:pt x="9283" y="11623"/>
                    <a:pt x="13356" y="10904"/>
                    <a:pt x="18213" y="9160"/>
                  </a:cubicBezTo>
                  <a:cubicBezTo>
                    <a:pt x="29652" y="5045"/>
                    <a:pt x="34914" y="1"/>
                    <a:pt x="28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909" name="Google Shape;909;p56"/>
          <p:cNvGrpSpPr/>
          <p:nvPr/>
        </p:nvGrpSpPr>
        <p:grpSpPr>
          <a:xfrm rot="-1231472">
            <a:off x="545023" y="2349318"/>
            <a:ext cx="2268996" cy="2200998"/>
            <a:chOff x="225100" y="2629700"/>
            <a:chExt cx="2269050" cy="2201050"/>
          </a:xfrm>
        </p:grpSpPr>
        <p:sp>
          <p:nvSpPr>
            <p:cNvPr id="910" name="Google Shape;910;p56"/>
            <p:cNvSpPr/>
            <p:nvPr/>
          </p:nvSpPr>
          <p:spPr>
            <a:xfrm>
              <a:off x="692900" y="3316450"/>
              <a:ext cx="814150" cy="581425"/>
            </a:xfrm>
            <a:custGeom>
              <a:avLst/>
              <a:gdLst/>
              <a:ahLst/>
              <a:cxnLst/>
              <a:rect l="l" t="t" r="r" b="b"/>
              <a:pathLst>
                <a:path w="32566" h="23257" extrusionOk="0">
                  <a:moveTo>
                    <a:pt x="28646" y="1"/>
                  </a:moveTo>
                  <a:cubicBezTo>
                    <a:pt x="19915" y="1"/>
                    <a:pt x="7060" y="7615"/>
                    <a:pt x="1" y="14688"/>
                  </a:cubicBezTo>
                  <a:lnTo>
                    <a:pt x="8569" y="23256"/>
                  </a:lnTo>
                  <a:lnTo>
                    <a:pt x="32565" y="651"/>
                  </a:lnTo>
                  <a:cubicBezTo>
                    <a:pt x="31399" y="205"/>
                    <a:pt x="30078" y="1"/>
                    <a:pt x="2864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11" name="Google Shape;911;p56"/>
            <p:cNvSpPr/>
            <p:nvPr/>
          </p:nvSpPr>
          <p:spPr>
            <a:xfrm>
              <a:off x="1225975" y="3616425"/>
              <a:ext cx="643450" cy="814125"/>
            </a:xfrm>
            <a:custGeom>
              <a:avLst/>
              <a:gdLst/>
              <a:ahLst/>
              <a:cxnLst/>
              <a:rect l="l" t="t" r="r" b="b"/>
              <a:pathLst>
                <a:path w="25738" h="32565" extrusionOk="0">
                  <a:moveTo>
                    <a:pt x="22606" y="0"/>
                  </a:moveTo>
                  <a:lnTo>
                    <a:pt x="0" y="23996"/>
                  </a:lnTo>
                  <a:cubicBezTo>
                    <a:pt x="0" y="23996"/>
                    <a:pt x="5820" y="29831"/>
                    <a:pt x="8569" y="32565"/>
                  </a:cubicBezTo>
                  <a:cubicBezTo>
                    <a:pt x="16771" y="24347"/>
                    <a:pt x="25737" y="8248"/>
                    <a:pt x="2260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12" name="Google Shape;912;p56"/>
            <p:cNvSpPr/>
            <p:nvPr/>
          </p:nvSpPr>
          <p:spPr>
            <a:xfrm>
              <a:off x="877725" y="2629700"/>
              <a:ext cx="1616425" cy="1616050"/>
            </a:xfrm>
            <a:custGeom>
              <a:avLst/>
              <a:gdLst/>
              <a:ahLst/>
              <a:cxnLst/>
              <a:rect l="l" t="t" r="r" b="b"/>
              <a:pathLst>
                <a:path w="64657" h="64642" extrusionOk="0">
                  <a:moveTo>
                    <a:pt x="64656" y="1"/>
                  </a:moveTo>
                  <a:lnTo>
                    <a:pt x="46617" y="9349"/>
                  </a:lnTo>
                  <a:cubicBezTo>
                    <a:pt x="40828" y="12358"/>
                    <a:pt x="35482" y="16146"/>
                    <a:pt x="30732" y="20621"/>
                  </a:cubicBezTo>
                  <a:lnTo>
                    <a:pt x="0" y="49550"/>
                  </a:lnTo>
                  <a:lnTo>
                    <a:pt x="15091" y="64641"/>
                  </a:lnTo>
                  <a:lnTo>
                    <a:pt x="44021" y="33910"/>
                  </a:lnTo>
                  <a:cubicBezTo>
                    <a:pt x="48496" y="29159"/>
                    <a:pt x="52284" y="23813"/>
                    <a:pt x="55293" y="18024"/>
                  </a:cubicBezTo>
                  <a:lnTo>
                    <a:pt x="646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13" name="Google Shape;913;p56"/>
            <p:cNvSpPr/>
            <p:nvPr/>
          </p:nvSpPr>
          <p:spPr>
            <a:xfrm>
              <a:off x="1621950" y="3185300"/>
              <a:ext cx="316200" cy="315825"/>
            </a:xfrm>
            <a:custGeom>
              <a:avLst/>
              <a:gdLst/>
              <a:ahLst/>
              <a:cxnLst/>
              <a:rect l="l" t="t" r="r" b="b"/>
              <a:pathLst>
                <a:path w="12648" h="12633" extrusionOk="0">
                  <a:moveTo>
                    <a:pt x="6324" y="1"/>
                  </a:moveTo>
                  <a:cubicBezTo>
                    <a:pt x="2842" y="1"/>
                    <a:pt x="1" y="2827"/>
                    <a:pt x="1" y="6309"/>
                  </a:cubicBezTo>
                  <a:cubicBezTo>
                    <a:pt x="1" y="9807"/>
                    <a:pt x="2842" y="12633"/>
                    <a:pt x="6324" y="12633"/>
                  </a:cubicBezTo>
                  <a:cubicBezTo>
                    <a:pt x="9822" y="12633"/>
                    <a:pt x="12648" y="9807"/>
                    <a:pt x="12648" y="6309"/>
                  </a:cubicBezTo>
                  <a:cubicBezTo>
                    <a:pt x="12648" y="2827"/>
                    <a:pt x="9822" y="1"/>
                    <a:pt x="63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14" name="Google Shape;914;p56"/>
            <p:cNvSpPr/>
            <p:nvPr/>
          </p:nvSpPr>
          <p:spPr>
            <a:xfrm>
              <a:off x="1678475" y="3241825"/>
              <a:ext cx="203175" cy="202775"/>
            </a:xfrm>
            <a:custGeom>
              <a:avLst/>
              <a:gdLst/>
              <a:ahLst/>
              <a:cxnLst/>
              <a:rect l="l" t="t" r="r" b="b"/>
              <a:pathLst>
                <a:path w="8127" h="8111" extrusionOk="0">
                  <a:moveTo>
                    <a:pt x="4063" y="0"/>
                  </a:moveTo>
                  <a:cubicBezTo>
                    <a:pt x="1818" y="0"/>
                    <a:pt x="0" y="1818"/>
                    <a:pt x="0" y="4048"/>
                  </a:cubicBezTo>
                  <a:cubicBezTo>
                    <a:pt x="0" y="6293"/>
                    <a:pt x="1818" y="8111"/>
                    <a:pt x="4063" y="8111"/>
                  </a:cubicBezTo>
                  <a:cubicBezTo>
                    <a:pt x="6309" y="8111"/>
                    <a:pt x="8126" y="6293"/>
                    <a:pt x="8126" y="4048"/>
                  </a:cubicBezTo>
                  <a:cubicBezTo>
                    <a:pt x="8126" y="1818"/>
                    <a:pt x="6309" y="0"/>
                    <a:pt x="40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15" name="Google Shape;915;p56"/>
            <p:cNvSpPr/>
            <p:nvPr/>
          </p:nvSpPr>
          <p:spPr>
            <a:xfrm>
              <a:off x="1013275" y="3455650"/>
              <a:ext cx="654525" cy="654525"/>
            </a:xfrm>
            <a:custGeom>
              <a:avLst/>
              <a:gdLst/>
              <a:ahLst/>
              <a:cxnLst/>
              <a:rect l="l" t="t" r="r" b="b"/>
              <a:pathLst>
                <a:path w="26181" h="26181" extrusionOk="0">
                  <a:moveTo>
                    <a:pt x="12098" y="1"/>
                  </a:moveTo>
                  <a:lnTo>
                    <a:pt x="1" y="11395"/>
                  </a:lnTo>
                  <a:lnTo>
                    <a:pt x="14786" y="26181"/>
                  </a:lnTo>
                  <a:lnTo>
                    <a:pt x="26181" y="14084"/>
                  </a:lnTo>
                  <a:lnTo>
                    <a:pt x="12098" y="1"/>
                  </a:lnTo>
                  <a:close/>
                </a:path>
              </a:pathLst>
            </a:custGeom>
            <a:solidFill>
              <a:srgbClr val="FFFFFF">
                <a:alpha val="3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16" name="Google Shape;916;p56"/>
            <p:cNvSpPr/>
            <p:nvPr/>
          </p:nvSpPr>
          <p:spPr>
            <a:xfrm>
              <a:off x="225100" y="4021950"/>
              <a:ext cx="876425" cy="808800"/>
            </a:xfrm>
            <a:custGeom>
              <a:avLst/>
              <a:gdLst/>
              <a:ahLst/>
              <a:cxnLst/>
              <a:rect l="l" t="t" r="r" b="b"/>
              <a:pathLst>
                <a:path w="35057" h="32352" extrusionOk="0">
                  <a:moveTo>
                    <a:pt x="22058" y="0"/>
                  </a:moveTo>
                  <a:cubicBezTo>
                    <a:pt x="10984" y="902"/>
                    <a:pt x="7318" y="7989"/>
                    <a:pt x="6066" y="17398"/>
                  </a:cubicBezTo>
                  <a:cubicBezTo>
                    <a:pt x="5424" y="22209"/>
                    <a:pt x="5149" y="27066"/>
                    <a:pt x="1117" y="29877"/>
                  </a:cubicBezTo>
                  <a:cubicBezTo>
                    <a:pt x="1" y="30631"/>
                    <a:pt x="537" y="32352"/>
                    <a:pt x="1859" y="32352"/>
                  </a:cubicBezTo>
                  <a:cubicBezTo>
                    <a:pt x="1876" y="32352"/>
                    <a:pt x="1893" y="32352"/>
                    <a:pt x="1911" y="32351"/>
                  </a:cubicBezTo>
                  <a:cubicBezTo>
                    <a:pt x="16773" y="31893"/>
                    <a:pt x="23707" y="24622"/>
                    <a:pt x="24578" y="21583"/>
                  </a:cubicBezTo>
                  <a:lnTo>
                    <a:pt x="24578" y="21583"/>
                  </a:lnTo>
                  <a:cubicBezTo>
                    <a:pt x="24349" y="23171"/>
                    <a:pt x="23936" y="24729"/>
                    <a:pt x="23356" y="26226"/>
                  </a:cubicBezTo>
                  <a:cubicBezTo>
                    <a:pt x="22970" y="27179"/>
                    <a:pt x="23718" y="28084"/>
                    <a:pt x="24598" y="28084"/>
                  </a:cubicBezTo>
                  <a:cubicBezTo>
                    <a:pt x="24833" y="28084"/>
                    <a:pt x="25077" y="28020"/>
                    <a:pt x="25311" y="27876"/>
                  </a:cubicBezTo>
                  <a:cubicBezTo>
                    <a:pt x="29481" y="25264"/>
                    <a:pt x="34705" y="20468"/>
                    <a:pt x="35056" y="12663"/>
                  </a:cubicBezTo>
                  <a:cubicBezTo>
                    <a:pt x="31986" y="8310"/>
                    <a:pt x="22058" y="0"/>
                    <a:pt x="22058" y="0"/>
                  </a:cubicBezTo>
                  <a:close/>
                </a:path>
              </a:pathLst>
            </a:custGeom>
            <a:solidFill>
              <a:srgbClr val="7E57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17" name="Google Shape;917;p56"/>
            <p:cNvSpPr/>
            <p:nvPr/>
          </p:nvSpPr>
          <p:spPr>
            <a:xfrm>
              <a:off x="225100" y="4021950"/>
              <a:ext cx="876425" cy="808800"/>
            </a:xfrm>
            <a:custGeom>
              <a:avLst/>
              <a:gdLst/>
              <a:ahLst/>
              <a:cxnLst/>
              <a:rect l="l" t="t" r="r" b="b"/>
              <a:pathLst>
                <a:path w="35057" h="32352" extrusionOk="0">
                  <a:moveTo>
                    <a:pt x="22058" y="0"/>
                  </a:moveTo>
                  <a:cubicBezTo>
                    <a:pt x="10984" y="902"/>
                    <a:pt x="7318" y="7989"/>
                    <a:pt x="6066" y="17398"/>
                  </a:cubicBezTo>
                  <a:cubicBezTo>
                    <a:pt x="5424" y="22209"/>
                    <a:pt x="5149" y="27066"/>
                    <a:pt x="1117" y="29877"/>
                  </a:cubicBezTo>
                  <a:cubicBezTo>
                    <a:pt x="1" y="30631"/>
                    <a:pt x="537" y="32352"/>
                    <a:pt x="1859" y="32352"/>
                  </a:cubicBezTo>
                  <a:cubicBezTo>
                    <a:pt x="1876" y="32352"/>
                    <a:pt x="1893" y="32352"/>
                    <a:pt x="1911" y="32351"/>
                  </a:cubicBezTo>
                  <a:cubicBezTo>
                    <a:pt x="16773" y="31893"/>
                    <a:pt x="23707" y="24622"/>
                    <a:pt x="24578" y="21583"/>
                  </a:cubicBezTo>
                  <a:lnTo>
                    <a:pt x="24578" y="21583"/>
                  </a:lnTo>
                  <a:cubicBezTo>
                    <a:pt x="24349" y="23171"/>
                    <a:pt x="23936" y="24729"/>
                    <a:pt x="23356" y="26226"/>
                  </a:cubicBezTo>
                  <a:cubicBezTo>
                    <a:pt x="22970" y="27179"/>
                    <a:pt x="23718" y="28084"/>
                    <a:pt x="24598" y="28084"/>
                  </a:cubicBezTo>
                  <a:cubicBezTo>
                    <a:pt x="24833" y="28084"/>
                    <a:pt x="25077" y="28020"/>
                    <a:pt x="25311" y="27876"/>
                  </a:cubicBezTo>
                  <a:cubicBezTo>
                    <a:pt x="29481" y="25264"/>
                    <a:pt x="34705" y="20468"/>
                    <a:pt x="35056" y="12663"/>
                  </a:cubicBezTo>
                  <a:cubicBezTo>
                    <a:pt x="31986" y="8310"/>
                    <a:pt x="22058" y="0"/>
                    <a:pt x="2205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18" name="Google Shape;918;p56"/>
            <p:cNvSpPr/>
            <p:nvPr/>
          </p:nvSpPr>
          <p:spPr>
            <a:xfrm>
              <a:off x="701300" y="3927625"/>
              <a:ext cx="494150" cy="494525"/>
            </a:xfrm>
            <a:custGeom>
              <a:avLst/>
              <a:gdLst/>
              <a:ahLst/>
              <a:cxnLst/>
              <a:rect l="l" t="t" r="r" b="b"/>
              <a:pathLst>
                <a:path w="19766" h="19781" extrusionOk="0">
                  <a:moveTo>
                    <a:pt x="9440" y="1"/>
                  </a:moveTo>
                  <a:lnTo>
                    <a:pt x="1" y="2047"/>
                  </a:lnTo>
                  <a:lnTo>
                    <a:pt x="17734" y="19781"/>
                  </a:lnTo>
                  <a:lnTo>
                    <a:pt x="19765" y="10341"/>
                  </a:lnTo>
                  <a:lnTo>
                    <a:pt x="944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919" name="Google Shape;919;p56"/>
          <p:cNvGrpSpPr/>
          <p:nvPr/>
        </p:nvGrpSpPr>
        <p:grpSpPr>
          <a:xfrm>
            <a:off x="6873246" y="593000"/>
            <a:ext cx="1292375" cy="1487650"/>
            <a:chOff x="5729575" y="873250"/>
            <a:chExt cx="1292375" cy="1487650"/>
          </a:xfrm>
        </p:grpSpPr>
        <p:sp>
          <p:nvSpPr>
            <p:cNvPr id="920" name="Google Shape;920;p56"/>
            <p:cNvSpPr/>
            <p:nvPr/>
          </p:nvSpPr>
          <p:spPr>
            <a:xfrm>
              <a:off x="6230175" y="1075950"/>
              <a:ext cx="316600" cy="446025"/>
            </a:xfrm>
            <a:custGeom>
              <a:avLst/>
              <a:gdLst/>
              <a:ahLst/>
              <a:cxnLst/>
              <a:rect l="l" t="t" r="r" b="b"/>
              <a:pathLst>
                <a:path w="12664" h="17841" extrusionOk="0">
                  <a:moveTo>
                    <a:pt x="1" y="1"/>
                  </a:moveTo>
                  <a:lnTo>
                    <a:pt x="8936" y="17841"/>
                  </a:lnTo>
                  <a:cubicBezTo>
                    <a:pt x="8936" y="17841"/>
                    <a:pt x="12449" y="14435"/>
                    <a:pt x="12663" y="12357"/>
                  </a:cubicBezTo>
                  <a:cubicBezTo>
                    <a:pt x="12037" y="10250"/>
                    <a:pt x="6645" y="1054"/>
                    <a:pt x="6645" y="1054"/>
                  </a:cubicBezTo>
                  <a:cubicBezTo>
                    <a:pt x="4492" y="367"/>
                    <a:pt x="2246" y="16"/>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1" name="Google Shape;921;p56"/>
            <p:cNvSpPr/>
            <p:nvPr/>
          </p:nvSpPr>
          <p:spPr>
            <a:xfrm>
              <a:off x="6230175" y="1075950"/>
              <a:ext cx="316600" cy="446025"/>
            </a:xfrm>
            <a:custGeom>
              <a:avLst/>
              <a:gdLst/>
              <a:ahLst/>
              <a:cxnLst/>
              <a:rect l="l" t="t" r="r" b="b"/>
              <a:pathLst>
                <a:path w="12664" h="17841" extrusionOk="0">
                  <a:moveTo>
                    <a:pt x="1" y="1"/>
                  </a:moveTo>
                  <a:lnTo>
                    <a:pt x="8936" y="17841"/>
                  </a:lnTo>
                  <a:cubicBezTo>
                    <a:pt x="8936" y="17841"/>
                    <a:pt x="12449" y="14435"/>
                    <a:pt x="12663" y="12357"/>
                  </a:cubicBezTo>
                  <a:cubicBezTo>
                    <a:pt x="12037" y="10250"/>
                    <a:pt x="6645" y="1054"/>
                    <a:pt x="6645" y="1054"/>
                  </a:cubicBezTo>
                  <a:cubicBezTo>
                    <a:pt x="4492" y="367"/>
                    <a:pt x="2246" y="16"/>
                    <a:pt x="1" y="1"/>
                  </a:cubicBezTo>
                  <a:close/>
                </a:path>
              </a:pathLst>
            </a:custGeom>
            <a:solidFill>
              <a:srgbClr val="FFFFFF">
                <a:alpha val="1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2" name="Google Shape;922;p56"/>
            <p:cNvSpPr/>
            <p:nvPr/>
          </p:nvSpPr>
          <p:spPr>
            <a:xfrm>
              <a:off x="6214150" y="1479200"/>
              <a:ext cx="427325" cy="881700"/>
            </a:xfrm>
            <a:custGeom>
              <a:avLst/>
              <a:gdLst/>
              <a:ahLst/>
              <a:cxnLst/>
              <a:rect l="l" t="t" r="r" b="b"/>
              <a:pathLst>
                <a:path w="17093" h="35268" extrusionOk="0">
                  <a:moveTo>
                    <a:pt x="8065" y="0"/>
                  </a:moveTo>
                  <a:lnTo>
                    <a:pt x="0" y="3147"/>
                  </a:lnTo>
                  <a:cubicBezTo>
                    <a:pt x="0" y="3147"/>
                    <a:pt x="688" y="12021"/>
                    <a:pt x="2246" y="17351"/>
                  </a:cubicBezTo>
                  <a:cubicBezTo>
                    <a:pt x="3239" y="20651"/>
                    <a:pt x="5423" y="23492"/>
                    <a:pt x="7546" y="26134"/>
                  </a:cubicBezTo>
                  <a:cubicBezTo>
                    <a:pt x="8203" y="26959"/>
                    <a:pt x="8844" y="27799"/>
                    <a:pt x="9501" y="28624"/>
                  </a:cubicBezTo>
                  <a:cubicBezTo>
                    <a:pt x="10173" y="29449"/>
                    <a:pt x="10845" y="30121"/>
                    <a:pt x="11471" y="30900"/>
                  </a:cubicBezTo>
                  <a:cubicBezTo>
                    <a:pt x="12418" y="32091"/>
                    <a:pt x="12739" y="33221"/>
                    <a:pt x="12006" y="34611"/>
                  </a:cubicBezTo>
                  <a:lnTo>
                    <a:pt x="11884" y="34825"/>
                  </a:lnTo>
                  <a:cubicBezTo>
                    <a:pt x="11768" y="35039"/>
                    <a:pt x="12046" y="35268"/>
                    <a:pt x="12420" y="35268"/>
                  </a:cubicBezTo>
                  <a:cubicBezTo>
                    <a:pt x="12687" y="35268"/>
                    <a:pt x="13003" y="35150"/>
                    <a:pt x="13258" y="34825"/>
                  </a:cubicBezTo>
                  <a:cubicBezTo>
                    <a:pt x="14236" y="33557"/>
                    <a:pt x="14099" y="33649"/>
                    <a:pt x="14954" y="32564"/>
                  </a:cubicBezTo>
                  <a:cubicBezTo>
                    <a:pt x="15458" y="31908"/>
                    <a:pt x="16054" y="31205"/>
                    <a:pt x="16573" y="30609"/>
                  </a:cubicBezTo>
                  <a:cubicBezTo>
                    <a:pt x="17077" y="29998"/>
                    <a:pt x="17092" y="29113"/>
                    <a:pt x="16588" y="28502"/>
                  </a:cubicBezTo>
                  <a:cubicBezTo>
                    <a:pt x="14511" y="25966"/>
                    <a:pt x="12632" y="23293"/>
                    <a:pt x="10937" y="20483"/>
                  </a:cubicBezTo>
                  <a:cubicBezTo>
                    <a:pt x="10524" y="19780"/>
                    <a:pt x="10127" y="19062"/>
                    <a:pt x="9761" y="18329"/>
                  </a:cubicBezTo>
                  <a:cubicBezTo>
                    <a:pt x="9547" y="17901"/>
                    <a:pt x="9348" y="17489"/>
                    <a:pt x="9150" y="17061"/>
                  </a:cubicBezTo>
                  <a:cubicBezTo>
                    <a:pt x="8890" y="16664"/>
                    <a:pt x="8691" y="16221"/>
                    <a:pt x="8554" y="15748"/>
                  </a:cubicBezTo>
                  <a:cubicBezTo>
                    <a:pt x="7974" y="9546"/>
                    <a:pt x="10097" y="4979"/>
                    <a:pt x="8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3" name="Google Shape;923;p56"/>
            <p:cNvSpPr/>
            <p:nvPr/>
          </p:nvSpPr>
          <p:spPr>
            <a:xfrm>
              <a:off x="6214150" y="1479200"/>
              <a:ext cx="427325" cy="881700"/>
            </a:xfrm>
            <a:custGeom>
              <a:avLst/>
              <a:gdLst/>
              <a:ahLst/>
              <a:cxnLst/>
              <a:rect l="l" t="t" r="r" b="b"/>
              <a:pathLst>
                <a:path w="17093" h="35268" extrusionOk="0">
                  <a:moveTo>
                    <a:pt x="8065" y="0"/>
                  </a:moveTo>
                  <a:lnTo>
                    <a:pt x="0" y="3147"/>
                  </a:lnTo>
                  <a:cubicBezTo>
                    <a:pt x="0" y="3147"/>
                    <a:pt x="688" y="12021"/>
                    <a:pt x="2246" y="17351"/>
                  </a:cubicBezTo>
                  <a:cubicBezTo>
                    <a:pt x="3239" y="20651"/>
                    <a:pt x="5423" y="23492"/>
                    <a:pt x="7546" y="26134"/>
                  </a:cubicBezTo>
                  <a:cubicBezTo>
                    <a:pt x="8203" y="26959"/>
                    <a:pt x="8844" y="27799"/>
                    <a:pt x="9501" y="28624"/>
                  </a:cubicBezTo>
                  <a:cubicBezTo>
                    <a:pt x="10173" y="29449"/>
                    <a:pt x="10845" y="30121"/>
                    <a:pt x="11471" y="30900"/>
                  </a:cubicBezTo>
                  <a:cubicBezTo>
                    <a:pt x="12418" y="32091"/>
                    <a:pt x="12739" y="33221"/>
                    <a:pt x="12006" y="34611"/>
                  </a:cubicBezTo>
                  <a:lnTo>
                    <a:pt x="11884" y="34825"/>
                  </a:lnTo>
                  <a:cubicBezTo>
                    <a:pt x="11768" y="35039"/>
                    <a:pt x="12046" y="35268"/>
                    <a:pt x="12420" y="35268"/>
                  </a:cubicBezTo>
                  <a:cubicBezTo>
                    <a:pt x="12687" y="35268"/>
                    <a:pt x="13003" y="35150"/>
                    <a:pt x="13258" y="34825"/>
                  </a:cubicBezTo>
                  <a:cubicBezTo>
                    <a:pt x="14236" y="33557"/>
                    <a:pt x="14099" y="33649"/>
                    <a:pt x="14954" y="32564"/>
                  </a:cubicBezTo>
                  <a:cubicBezTo>
                    <a:pt x="15458" y="31908"/>
                    <a:pt x="16054" y="31205"/>
                    <a:pt x="16573" y="30609"/>
                  </a:cubicBezTo>
                  <a:cubicBezTo>
                    <a:pt x="17077" y="29998"/>
                    <a:pt x="17092" y="29113"/>
                    <a:pt x="16588" y="28502"/>
                  </a:cubicBezTo>
                  <a:cubicBezTo>
                    <a:pt x="14511" y="25966"/>
                    <a:pt x="12632" y="23293"/>
                    <a:pt x="10937" y="20483"/>
                  </a:cubicBezTo>
                  <a:cubicBezTo>
                    <a:pt x="10524" y="19780"/>
                    <a:pt x="10127" y="19062"/>
                    <a:pt x="9761" y="18329"/>
                  </a:cubicBezTo>
                  <a:cubicBezTo>
                    <a:pt x="9547" y="17901"/>
                    <a:pt x="9348" y="17489"/>
                    <a:pt x="9150" y="17061"/>
                  </a:cubicBezTo>
                  <a:cubicBezTo>
                    <a:pt x="8890" y="16664"/>
                    <a:pt x="8691" y="16221"/>
                    <a:pt x="8554" y="15748"/>
                  </a:cubicBezTo>
                  <a:cubicBezTo>
                    <a:pt x="7974" y="9546"/>
                    <a:pt x="10097" y="4979"/>
                    <a:pt x="8065" y="0"/>
                  </a:cubicBezTo>
                  <a:close/>
                </a:path>
              </a:pathLst>
            </a:custGeom>
            <a:solidFill>
              <a:srgbClr val="FFFFFF">
                <a:alpha val="3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4" name="Google Shape;924;p56"/>
            <p:cNvSpPr/>
            <p:nvPr/>
          </p:nvSpPr>
          <p:spPr>
            <a:xfrm>
              <a:off x="6473425" y="2127950"/>
              <a:ext cx="119925" cy="110000"/>
            </a:xfrm>
            <a:custGeom>
              <a:avLst/>
              <a:gdLst/>
              <a:ahLst/>
              <a:cxnLst/>
              <a:rect l="l" t="t" r="r" b="b"/>
              <a:pathLst>
                <a:path w="4797" h="4400" extrusionOk="0">
                  <a:moveTo>
                    <a:pt x="4247" y="1"/>
                  </a:moveTo>
                  <a:cubicBezTo>
                    <a:pt x="2964" y="1375"/>
                    <a:pt x="1543" y="2613"/>
                    <a:pt x="1" y="3682"/>
                  </a:cubicBezTo>
                  <a:cubicBezTo>
                    <a:pt x="214" y="3926"/>
                    <a:pt x="428" y="4171"/>
                    <a:pt x="627" y="4400"/>
                  </a:cubicBezTo>
                  <a:cubicBezTo>
                    <a:pt x="2170" y="3361"/>
                    <a:pt x="3575" y="2124"/>
                    <a:pt x="4797" y="719"/>
                  </a:cubicBezTo>
                  <a:lnTo>
                    <a:pt x="42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5" name="Google Shape;925;p56"/>
            <p:cNvSpPr/>
            <p:nvPr/>
          </p:nvSpPr>
          <p:spPr>
            <a:xfrm>
              <a:off x="6611275" y="2190200"/>
              <a:ext cx="29825" cy="67225"/>
            </a:xfrm>
            <a:custGeom>
              <a:avLst/>
              <a:gdLst/>
              <a:ahLst/>
              <a:cxnLst/>
              <a:rect l="l" t="t" r="r" b="b"/>
              <a:pathLst>
                <a:path w="1193" h="2689" extrusionOk="0">
                  <a:moveTo>
                    <a:pt x="642" y="0"/>
                  </a:moveTo>
                  <a:cubicBezTo>
                    <a:pt x="276" y="428"/>
                    <a:pt x="46" y="978"/>
                    <a:pt x="31" y="1543"/>
                  </a:cubicBezTo>
                  <a:cubicBezTo>
                    <a:pt x="1" y="1940"/>
                    <a:pt x="62" y="2337"/>
                    <a:pt x="214" y="2689"/>
                  </a:cubicBezTo>
                  <a:lnTo>
                    <a:pt x="688" y="2139"/>
                  </a:lnTo>
                  <a:cubicBezTo>
                    <a:pt x="1177" y="1543"/>
                    <a:pt x="1192" y="673"/>
                    <a:pt x="703" y="62"/>
                  </a:cubicBezTo>
                  <a:lnTo>
                    <a:pt x="6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6" name="Google Shape;926;p56"/>
            <p:cNvSpPr/>
            <p:nvPr/>
          </p:nvSpPr>
          <p:spPr>
            <a:xfrm>
              <a:off x="5764025" y="1131025"/>
              <a:ext cx="432575" cy="236975"/>
            </a:xfrm>
            <a:custGeom>
              <a:avLst/>
              <a:gdLst/>
              <a:ahLst/>
              <a:cxnLst/>
              <a:rect l="l" t="t" r="r" b="b"/>
              <a:pathLst>
                <a:path w="17303" h="9479" extrusionOk="0">
                  <a:moveTo>
                    <a:pt x="8676" y="5111"/>
                  </a:moveTo>
                  <a:cubicBezTo>
                    <a:pt x="8787" y="5111"/>
                    <a:pt x="8806" y="5144"/>
                    <a:pt x="8780" y="5144"/>
                  </a:cubicBezTo>
                  <a:cubicBezTo>
                    <a:pt x="8716" y="5139"/>
                    <a:pt x="8650" y="5128"/>
                    <a:pt x="8584" y="5114"/>
                  </a:cubicBezTo>
                  <a:lnTo>
                    <a:pt x="8612" y="5114"/>
                  </a:lnTo>
                  <a:cubicBezTo>
                    <a:pt x="8636" y="5112"/>
                    <a:pt x="8657" y="5111"/>
                    <a:pt x="8676" y="5111"/>
                  </a:cubicBezTo>
                  <a:close/>
                  <a:moveTo>
                    <a:pt x="14557" y="0"/>
                  </a:moveTo>
                  <a:cubicBezTo>
                    <a:pt x="13891" y="0"/>
                    <a:pt x="13229" y="270"/>
                    <a:pt x="12751" y="791"/>
                  </a:cubicBezTo>
                  <a:cubicBezTo>
                    <a:pt x="12003" y="1784"/>
                    <a:pt x="11208" y="2731"/>
                    <a:pt x="10338" y="3632"/>
                  </a:cubicBezTo>
                  <a:cubicBezTo>
                    <a:pt x="9971" y="4014"/>
                    <a:pt x="9559" y="4365"/>
                    <a:pt x="9116" y="4671"/>
                  </a:cubicBezTo>
                  <a:cubicBezTo>
                    <a:pt x="8917" y="4808"/>
                    <a:pt x="8703" y="4931"/>
                    <a:pt x="8490" y="5053"/>
                  </a:cubicBezTo>
                  <a:lnTo>
                    <a:pt x="8440" y="5075"/>
                  </a:lnTo>
                  <a:lnTo>
                    <a:pt x="8440" y="5075"/>
                  </a:lnTo>
                  <a:cubicBezTo>
                    <a:pt x="8379" y="5056"/>
                    <a:pt x="8319" y="5033"/>
                    <a:pt x="8261" y="5007"/>
                  </a:cubicBezTo>
                  <a:cubicBezTo>
                    <a:pt x="8001" y="4915"/>
                    <a:pt x="7741" y="4793"/>
                    <a:pt x="7482" y="4656"/>
                  </a:cubicBezTo>
                  <a:cubicBezTo>
                    <a:pt x="6947" y="4381"/>
                    <a:pt x="6367" y="4045"/>
                    <a:pt x="5801" y="3709"/>
                  </a:cubicBezTo>
                  <a:cubicBezTo>
                    <a:pt x="4656" y="3006"/>
                    <a:pt x="3495" y="2242"/>
                    <a:pt x="2334" y="1509"/>
                  </a:cubicBezTo>
                  <a:lnTo>
                    <a:pt x="2304" y="1509"/>
                  </a:lnTo>
                  <a:cubicBezTo>
                    <a:pt x="2080" y="1368"/>
                    <a:pt x="1851" y="1306"/>
                    <a:pt x="1633" y="1306"/>
                  </a:cubicBezTo>
                  <a:cubicBezTo>
                    <a:pt x="721" y="1306"/>
                    <a:pt x="0" y="2393"/>
                    <a:pt x="654" y="3281"/>
                  </a:cubicBezTo>
                  <a:cubicBezTo>
                    <a:pt x="1540" y="4457"/>
                    <a:pt x="2533" y="5557"/>
                    <a:pt x="3602" y="6580"/>
                  </a:cubicBezTo>
                  <a:cubicBezTo>
                    <a:pt x="4152" y="7100"/>
                    <a:pt x="4732" y="7588"/>
                    <a:pt x="5358" y="8047"/>
                  </a:cubicBezTo>
                  <a:cubicBezTo>
                    <a:pt x="5694" y="8291"/>
                    <a:pt x="6046" y="8520"/>
                    <a:pt x="6397" y="8734"/>
                  </a:cubicBezTo>
                  <a:cubicBezTo>
                    <a:pt x="6855" y="9009"/>
                    <a:pt x="7344" y="9223"/>
                    <a:pt x="7848" y="9360"/>
                  </a:cubicBezTo>
                  <a:cubicBezTo>
                    <a:pt x="8149" y="9441"/>
                    <a:pt x="8458" y="9478"/>
                    <a:pt x="8770" y="9478"/>
                  </a:cubicBezTo>
                  <a:cubicBezTo>
                    <a:pt x="8870" y="9478"/>
                    <a:pt x="8970" y="9474"/>
                    <a:pt x="9070" y="9467"/>
                  </a:cubicBezTo>
                  <a:cubicBezTo>
                    <a:pt x="9223" y="9467"/>
                    <a:pt x="9360" y="9436"/>
                    <a:pt x="9498" y="9406"/>
                  </a:cubicBezTo>
                  <a:lnTo>
                    <a:pt x="9727" y="9345"/>
                  </a:lnTo>
                  <a:lnTo>
                    <a:pt x="9849" y="9314"/>
                  </a:lnTo>
                  <a:lnTo>
                    <a:pt x="10170" y="9207"/>
                  </a:lnTo>
                  <a:cubicBezTo>
                    <a:pt x="10613" y="9055"/>
                    <a:pt x="11025" y="8871"/>
                    <a:pt x="11438" y="8673"/>
                  </a:cubicBezTo>
                  <a:cubicBezTo>
                    <a:pt x="12217" y="8260"/>
                    <a:pt x="12934" y="7772"/>
                    <a:pt x="13606" y="7206"/>
                  </a:cubicBezTo>
                  <a:cubicBezTo>
                    <a:pt x="14798" y="6168"/>
                    <a:pt x="15852" y="4992"/>
                    <a:pt x="16722" y="3678"/>
                  </a:cubicBezTo>
                  <a:lnTo>
                    <a:pt x="16677" y="3678"/>
                  </a:lnTo>
                  <a:cubicBezTo>
                    <a:pt x="17303" y="2609"/>
                    <a:pt x="17013" y="1219"/>
                    <a:pt x="16005" y="471"/>
                  </a:cubicBezTo>
                  <a:cubicBezTo>
                    <a:pt x="15570" y="155"/>
                    <a:pt x="15062" y="0"/>
                    <a:pt x="145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7" name="Google Shape;927;p56"/>
            <p:cNvSpPr/>
            <p:nvPr/>
          </p:nvSpPr>
          <p:spPr>
            <a:xfrm>
              <a:off x="5764025" y="1131025"/>
              <a:ext cx="432575" cy="236975"/>
            </a:xfrm>
            <a:custGeom>
              <a:avLst/>
              <a:gdLst/>
              <a:ahLst/>
              <a:cxnLst/>
              <a:rect l="l" t="t" r="r" b="b"/>
              <a:pathLst>
                <a:path w="17303" h="9479" extrusionOk="0">
                  <a:moveTo>
                    <a:pt x="8676" y="5111"/>
                  </a:moveTo>
                  <a:cubicBezTo>
                    <a:pt x="8787" y="5111"/>
                    <a:pt x="8806" y="5144"/>
                    <a:pt x="8780" y="5144"/>
                  </a:cubicBezTo>
                  <a:cubicBezTo>
                    <a:pt x="8716" y="5139"/>
                    <a:pt x="8650" y="5128"/>
                    <a:pt x="8584" y="5114"/>
                  </a:cubicBezTo>
                  <a:lnTo>
                    <a:pt x="8612" y="5114"/>
                  </a:lnTo>
                  <a:cubicBezTo>
                    <a:pt x="8636" y="5112"/>
                    <a:pt x="8657" y="5111"/>
                    <a:pt x="8676" y="5111"/>
                  </a:cubicBezTo>
                  <a:close/>
                  <a:moveTo>
                    <a:pt x="14557" y="0"/>
                  </a:moveTo>
                  <a:cubicBezTo>
                    <a:pt x="13891" y="0"/>
                    <a:pt x="13229" y="270"/>
                    <a:pt x="12751" y="791"/>
                  </a:cubicBezTo>
                  <a:cubicBezTo>
                    <a:pt x="12003" y="1784"/>
                    <a:pt x="11208" y="2731"/>
                    <a:pt x="10338" y="3632"/>
                  </a:cubicBezTo>
                  <a:cubicBezTo>
                    <a:pt x="9971" y="4014"/>
                    <a:pt x="9559" y="4365"/>
                    <a:pt x="9116" y="4671"/>
                  </a:cubicBezTo>
                  <a:cubicBezTo>
                    <a:pt x="8917" y="4808"/>
                    <a:pt x="8703" y="4931"/>
                    <a:pt x="8490" y="5053"/>
                  </a:cubicBezTo>
                  <a:lnTo>
                    <a:pt x="8440" y="5075"/>
                  </a:lnTo>
                  <a:lnTo>
                    <a:pt x="8440" y="5075"/>
                  </a:lnTo>
                  <a:cubicBezTo>
                    <a:pt x="8379" y="5056"/>
                    <a:pt x="8319" y="5033"/>
                    <a:pt x="8261" y="5007"/>
                  </a:cubicBezTo>
                  <a:cubicBezTo>
                    <a:pt x="8001" y="4915"/>
                    <a:pt x="7741" y="4793"/>
                    <a:pt x="7482" y="4656"/>
                  </a:cubicBezTo>
                  <a:cubicBezTo>
                    <a:pt x="6947" y="4381"/>
                    <a:pt x="6367" y="4045"/>
                    <a:pt x="5801" y="3709"/>
                  </a:cubicBezTo>
                  <a:cubicBezTo>
                    <a:pt x="4656" y="3006"/>
                    <a:pt x="3495" y="2242"/>
                    <a:pt x="2334" y="1509"/>
                  </a:cubicBezTo>
                  <a:lnTo>
                    <a:pt x="2304" y="1509"/>
                  </a:lnTo>
                  <a:cubicBezTo>
                    <a:pt x="2080" y="1368"/>
                    <a:pt x="1851" y="1306"/>
                    <a:pt x="1633" y="1306"/>
                  </a:cubicBezTo>
                  <a:cubicBezTo>
                    <a:pt x="721" y="1306"/>
                    <a:pt x="0" y="2393"/>
                    <a:pt x="654" y="3281"/>
                  </a:cubicBezTo>
                  <a:cubicBezTo>
                    <a:pt x="1540" y="4457"/>
                    <a:pt x="2533" y="5557"/>
                    <a:pt x="3602" y="6580"/>
                  </a:cubicBezTo>
                  <a:cubicBezTo>
                    <a:pt x="4152" y="7100"/>
                    <a:pt x="4732" y="7588"/>
                    <a:pt x="5358" y="8047"/>
                  </a:cubicBezTo>
                  <a:cubicBezTo>
                    <a:pt x="5694" y="8291"/>
                    <a:pt x="6046" y="8520"/>
                    <a:pt x="6397" y="8734"/>
                  </a:cubicBezTo>
                  <a:cubicBezTo>
                    <a:pt x="6855" y="9009"/>
                    <a:pt x="7344" y="9223"/>
                    <a:pt x="7848" y="9360"/>
                  </a:cubicBezTo>
                  <a:cubicBezTo>
                    <a:pt x="8149" y="9441"/>
                    <a:pt x="8458" y="9478"/>
                    <a:pt x="8770" y="9478"/>
                  </a:cubicBezTo>
                  <a:cubicBezTo>
                    <a:pt x="8870" y="9478"/>
                    <a:pt x="8970" y="9474"/>
                    <a:pt x="9070" y="9467"/>
                  </a:cubicBezTo>
                  <a:cubicBezTo>
                    <a:pt x="9223" y="9467"/>
                    <a:pt x="9360" y="9436"/>
                    <a:pt x="9498" y="9406"/>
                  </a:cubicBezTo>
                  <a:lnTo>
                    <a:pt x="9727" y="9345"/>
                  </a:lnTo>
                  <a:lnTo>
                    <a:pt x="9849" y="9314"/>
                  </a:lnTo>
                  <a:lnTo>
                    <a:pt x="10170" y="9207"/>
                  </a:lnTo>
                  <a:cubicBezTo>
                    <a:pt x="10613" y="9055"/>
                    <a:pt x="11025" y="8871"/>
                    <a:pt x="11438" y="8673"/>
                  </a:cubicBezTo>
                  <a:cubicBezTo>
                    <a:pt x="12217" y="8260"/>
                    <a:pt x="12934" y="7772"/>
                    <a:pt x="13606" y="7206"/>
                  </a:cubicBezTo>
                  <a:cubicBezTo>
                    <a:pt x="14798" y="6168"/>
                    <a:pt x="15852" y="4992"/>
                    <a:pt x="16722" y="3678"/>
                  </a:cubicBezTo>
                  <a:lnTo>
                    <a:pt x="16677" y="3678"/>
                  </a:lnTo>
                  <a:cubicBezTo>
                    <a:pt x="17303" y="2609"/>
                    <a:pt x="17013" y="1219"/>
                    <a:pt x="16005" y="471"/>
                  </a:cubicBezTo>
                  <a:cubicBezTo>
                    <a:pt x="15570" y="155"/>
                    <a:pt x="15062" y="0"/>
                    <a:pt x="14557" y="0"/>
                  </a:cubicBezTo>
                  <a:close/>
                </a:path>
              </a:pathLst>
            </a:custGeom>
            <a:solidFill>
              <a:srgbClr val="FFFFFF">
                <a:alpha val="3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8" name="Google Shape;928;p56"/>
            <p:cNvSpPr/>
            <p:nvPr/>
          </p:nvSpPr>
          <p:spPr>
            <a:xfrm>
              <a:off x="5729575" y="1099000"/>
              <a:ext cx="111525" cy="106050"/>
            </a:xfrm>
            <a:custGeom>
              <a:avLst/>
              <a:gdLst/>
              <a:ahLst/>
              <a:cxnLst/>
              <a:rect l="l" t="t" r="r" b="b"/>
              <a:pathLst>
                <a:path w="4461" h="4242" extrusionOk="0">
                  <a:moveTo>
                    <a:pt x="1508" y="0"/>
                  </a:moveTo>
                  <a:cubicBezTo>
                    <a:pt x="1309" y="0"/>
                    <a:pt x="1109" y="69"/>
                    <a:pt x="947" y="209"/>
                  </a:cubicBezTo>
                  <a:lnTo>
                    <a:pt x="352" y="713"/>
                  </a:lnTo>
                  <a:cubicBezTo>
                    <a:pt x="77" y="973"/>
                    <a:pt x="0" y="1400"/>
                    <a:pt x="199" y="1736"/>
                  </a:cubicBezTo>
                  <a:lnTo>
                    <a:pt x="779" y="2714"/>
                  </a:lnTo>
                  <a:cubicBezTo>
                    <a:pt x="779" y="2714"/>
                    <a:pt x="1207" y="3997"/>
                    <a:pt x="2078" y="4241"/>
                  </a:cubicBezTo>
                  <a:lnTo>
                    <a:pt x="4461" y="3478"/>
                  </a:lnTo>
                  <a:lnTo>
                    <a:pt x="4338" y="3279"/>
                  </a:lnTo>
                  <a:cubicBezTo>
                    <a:pt x="4033" y="2821"/>
                    <a:pt x="4079" y="1920"/>
                    <a:pt x="4170" y="1186"/>
                  </a:cubicBezTo>
                  <a:cubicBezTo>
                    <a:pt x="4243" y="679"/>
                    <a:pt x="4091" y="509"/>
                    <a:pt x="3899" y="509"/>
                  </a:cubicBezTo>
                  <a:cubicBezTo>
                    <a:pt x="3809" y="509"/>
                    <a:pt x="3709" y="547"/>
                    <a:pt x="3620" y="606"/>
                  </a:cubicBezTo>
                  <a:cubicBezTo>
                    <a:pt x="3407" y="835"/>
                    <a:pt x="3269" y="1110"/>
                    <a:pt x="3208" y="1416"/>
                  </a:cubicBezTo>
                  <a:cubicBezTo>
                    <a:pt x="3086" y="1247"/>
                    <a:pt x="2964" y="1095"/>
                    <a:pt x="2826" y="957"/>
                  </a:cubicBezTo>
                  <a:lnTo>
                    <a:pt x="2093" y="239"/>
                  </a:lnTo>
                  <a:cubicBezTo>
                    <a:pt x="1934" y="81"/>
                    <a:pt x="1722" y="0"/>
                    <a:pt x="15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29" name="Google Shape;929;p56"/>
            <p:cNvSpPr/>
            <p:nvPr/>
          </p:nvSpPr>
          <p:spPr>
            <a:xfrm>
              <a:off x="5729575" y="1099000"/>
              <a:ext cx="111525" cy="106050"/>
            </a:xfrm>
            <a:custGeom>
              <a:avLst/>
              <a:gdLst/>
              <a:ahLst/>
              <a:cxnLst/>
              <a:rect l="l" t="t" r="r" b="b"/>
              <a:pathLst>
                <a:path w="4461" h="4242" extrusionOk="0">
                  <a:moveTo>
                    <a:pt x="1508" y="0"/>
                  </a:moveTo>
                  <a:cubicBezTo>
                    <a:pt x="1309" y="0"/>
                    <a:pt x="1109" y="69"/>
                    <a:pt x="947" y="209"/>
                  </a:cubicBezTo>
                  <a:lnTo>
                    <a:pt x="352" y="713"/>
                  </a:lnTo>
                  <a:cubicBezTo>
                    <a:pt x="77" y="973"/>
                    <a:pt x="0" y="1400"/>
                    <a:pt x="199" y="1736"/>
                  </a:cubicBezTo>
                  <a:lnTo>
                    <a:pt x="779" y="2714"/>
                  </a:lnTo>
                  <a:cubicBezTo>
                    <a:pt x="779" y="2714"/>
                    <a:pt x="1207" y="3997"/>
                    <a:pt x="2078" y="4241"/>
                  </a:cubicBezTo>
                  <a:lnTo>
                    <a:pt x="4461" y="3478"/>
                  </a:lnTo>
                  <a:lnTo>
                    <a:pt x="4338" y="3279"/>
                  </a:lnTo>
                  <a:cubicBezTo>
                    <a:pt x="4033" y="2821"/>
                    <a:pt x="4079" y="1920"/>
                    <a:pt x="4170" y="1186"/>
                  </a:cubicBezTo>
                  <a:cubicBezTo>
                    <a:pt x="4243" y="679"/>
                    <a:pt x="4091" y="509"/>
                    <a:pt x="3899" y="509"/>
                  </a:cubicBezTo>
                  <a:cubicBezTo>
                    <a:pt x="3809" y="509"/>
                    <a:pt x="3709" y="547"/>
                    <a:pt x="3620" y="606"/>
                  </a:cubicBezTo>
                  <a:cubicBezTo>
                    <a:pt x="3407" y="835"/>
                    <a:pt x="3269" y="1110"/>
                    <a:pt x="3208" y="1416"/>
                  </a:cubicBezTo>
                  <a:cubicBezTo>
                    <a:pt x="3086" y="1247"/>
                    <a:pt x="2964" y="1095"/>
                    <a:pt x="2826" y="957"/>
                  </a:cubicBezTo>
                  <a:lnTo>
                    <a:pt x="2093" y="239"/>
                  </a:lnTo>
                  <a:cubicBezTo>
                    <a:pt x="1934" y="81"/>
                    <a:pt x="1722" y="0"/>
                    <a:pt x="1508" y="0"/>
                  </a:cubicBezTo>
                  <a:close/>
                </a:path>
              </a:pathLst>
            </a:custGeom>
            <a:solidFill>
              <a:srgbClr val="FFFFFF">
                <a:alpha val="3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0" name="Google Shape;930;p56"/>
            <p:cNvSpPr/>
            <p:nvPr/>
          </p:nvSpPr>
          <p:spPr>
            <a:xfrm>
              <a:off x="6074000" y="1052825"/>
              <a:ext cx="412425" cy="505050"/>
            </a:xfrm>
            <a:custGeom>
              <a:avLst/>
              <a:gdLst/>
              <a:ahLst/>
              <a:cxnLst/>
              <a:rect l="l" t="t" r="r" b="b"/>
              <a:pathLst>
                <a:path w="16497" h="20202" extrusionOk="0">
                  <a:moveTo>
                    <a:pt x="9092" y="1"/>
                  </a:moveTo>
                  <a:cubicBezTo>
                    <a:pt x="8948" y="1"/>
                    <a:pt x="8799" y="18"/>
                    <a:pt x="8646" y="55"/>
                  </a:cubicBezTo>
                  <a:cubicBezTo>
                    <a:pt x="6004" y="758"/>
                    <a:pt x="3483" y="1827"/>
                    <a:pt x="1131" y="3232"/>
                  </a:cubicBezTo>
                  <a:cubicBezTo>
                    <a:pt x="383" y="3690"/>
                    <a:pt x="1" y="4576"/>
                    <a:pt x="184" y="5447"/>
                  </a:cubicBezTo>
                  <a:cubicBezTo>
                    <a:pt x="1131" y="10075"/>
                    <a:pt x="3270" y="16261"/>
                    <a:pt x="5591" y="20202"/>
                  </a:cubicBezTo>
                  <a:lnTo>
                    <a:pt x="16436" y="15726"/>
                  </a:lnTo>
                  <a:cubicBezTo>
                    <a:pt x="16497" y="13817"/>
                    <a:pt x="13870" y="7631"/>
                    <a:pt x="11197" y="1659"/>
                  </a:cubicBezTo>
                  <a:cubicBezTo>
                    <a:pt x="10773" y="732"/>
                    <a:pt x="10029" y="1"/>
                    <a:pt x="90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1" name="Google Shape;931;p56"/>
            <p:cNvSpPr/>
            <p:nvPr/>
          </p:nvSpPr>
          <p:spPr>
            <a:xfrm>
              <a:off x="6065374" y="1113210"/>
              <a:ext cx="412425" cy="505050"/>
            </a:xfrm>
            <a:custGeom>
              <a:avLst/>
              <a:gdLst/>
              <a:ahLst/>
              <a:cxnLst/>
              <a:rect l="l" t="t" r="r" b="b"/>
              <a:pathLst>
                <a:path w="16497" h="20202" extrusionOk="0">
                  <a:moveTo>
                    <a:pt x="9092" y="1"/>
                  </a:moveTo>
                  <a:cubicBezTo>
                    <a:pt x="8948" y="1"/>
                    <a:pt x="8799" y="18"/>
                    <a:pt x="8646" y="55"/>
                  </a:cubicBezTo>
                  <a:cubicBezTo>
                    <a:pt x="6004" y="758"/>
                    <a:pt x="3483" y="1827"/>
                    <a:pt x="1131" y="3232"/>
                  </a:cubicBezTo>
                  <a:cubicBezTo>
                    <a:pt x="383" y="3690"/>
                    <a:pt x="1" y="4576"/>
                    <a:pt x="184" y="5447"/>
                  </a:cubicBezTo>
                  <a:cubicBezTo>
                    <a:pt x="1131" y="10075"/>
                    <a:pt x="3270" y="16261"/>
                    <a:pt x="5591" y="20202"/>
                  </a:cubicBezTo>
                  <a:lnTo>
                    <a:pt x="16436" y="15726"/>
                  </a:lnTo>
                  <a:cubicBezTo>
                    <a:pt x="16497" y="13817"/>
                    <a:pt x="13870" y="7631"/>
                    <a:pt x="11197" y="1659"/>
                  </a:cubicBezTo>
                  <a:cubicBezTo>
                    <a:pt x="10773" y="732"/>
                    <a:pt x="10029" y="1"/>
                    <a:pt x="9092" y="1"/>
                  </a:cubicBezTo>
                  <a:close/>
                </a:path>
              </a:pathLst>
            </a:custGeom>
            <a:solidFill>
              <a:srgbClr val="FFFFFF">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2" name="Google Shape;932;p56"/>
            <p:cNvSpPr/>
            <p:nvPr/>
          </p:nvSpPr>
          <p:spPr>
            <a:xfrm>
              <a:off x="6342075" y="1170650"/>
              <a:ext cx="85950" cy="94725"/>
            </a:xfrm>
            <a:custGeom>
              <a:avLst/>
              <a:gdLst/>
              <a:ahLst/>
              <a:cxnLst/>
              <a:rect l="l" t="t" r="r" b="b"/>
              <a:pathLst>
                <a:path w="3438" h="3789" extrusionOk="0">
                  <a:moveTo>
                    <a:pt x="0" y="1"/>
                  </a:moveTo>
                  <a:lnTo>
                    <a:pt x="0" y="1"/>
                  </a:lnTo>
                  <a:cubicBezTo>
                    <a:pt x="489" y="1268"/>
                    <a:pt x="2215" y="2857"/>
                    <a:pt x="3437" y="3789"/>
                  </a:cubicBezTo>
                  <a:cubicBezTo>
                    <a:pt x="3040" y="2811"/>
                    <a:pt x="2597" y="1788"/>
                    <a:pt x="2154" y="734"/>
                  </a:cubicBez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3" name="Google Shape;933;p56"/>
            <p:cNvSpPr/>
            <p:nvPr/>
          </p:nvSpPr>
          <p:spPr>
            <a:xfrm>
              <a:off x="6051100" y="873250"/>
              <a:ext cx="250525" cy="256950"/>
            </a:xfrm>
            <a:custGeom>
              <a:avLst/>
              <a:gdLst/>
              <a:ahLst/>
              <a:cxnLst/>
              <a:rect l="l" t="t" r="r" b="b"/>
              <a:pathLst>
                <a:path w="10021" h="10278" extrusionOk="0">
                  <a:moveTo>
                    <a:pt x="4348" y="0"/>
                  </a:moveTo>
                  <a:cubicBezTo>
                    <a:pt x="4135" y="0"/>
                    <a:pt x="3917" y="10"/>
                    <a:pt x="3697" y="29"/>
                  </a:cubicBezTo>
                  <a:cubicBezTo>
                    <a:pt x="1742" y="197"/>
                    <a:pt x="0" y="2182"/>
                    <a:pt x="214" y="3267"/>
                  </a:cubicBezTo>
                  <a:cubicBezTo>
                    <a:pt x="413" y="4351"/>
                    <a:pt x="2062" y="4809"/>
                    <a:pt x="2383" y="5176"/>
                  </a:cubicBezTo>
                  <a:lnTo>
                    <a:pt x="1024" y="6153"/>
                  </a:lnTo>
                  <a:cubicBezTo>
                    <a:pt x="367" y="6642"/>
                    <a:pt x="214" y="7559"/>
                    <a:pt x="688" y="8215"/>
                  </a:cubicBezTo>
                  <a:lnTo>
                    <a:pt x="734" y="8261"/>
                  </a:lnTo>
                  <a:cubicBezTo>
                    <a:pt x="1299" y="8979"/>
                    <a:pt x="2062" y="9728"/>
                    <a:pt x="2490" y="10277"/>
                  </a:cubicBezTo>
                  <a:cubicBezTo>
                    <a:pt x="6248" y="10186"/>
                    <a:pt x="9027" y="8750"/>
                    <a:pt x="10020" y="7375"/>
                  </a:cubicBezTo>
                  <a:cubicBezTo>
                    <a:pt x="9638" y="5634"/>
                    <a:pt x="9730" y="4091"/>
                    <a:pt x="8859" y="2396"/>
                  </a:cubicBezTo>
                  <a:cubicBezTo>
                    <a:pt x="8044" y="848"/>
                    <a:pt x="6378" y="0"/>
                    <a:pt x="43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4" name="Google Shape;934;p56"/>
            <p:cNvSpPr/>
            <p:nvPr/>
          </p:nvSpPr>
          <p:spPr>
            <a:xfrm>
              <a:off x="6051100" y="873250"/>
              <a:ext cx="250525" cy="256950"/>
            </a:xfrm>
            <a:custGeom>
              <a:avLst/>
              <a:gdLst/>
              <a:ahLst/>
              <a:cxnLst/>
              <a:rect l="l" t="t" r="r" b="b"/>
              <a:pathLst>
                <a:path w="10021" h="10278" extrusionOk="0">
                  <a:moveTo>
                    <a:pt x="4348" y="0"/>
                  </a:moveTo>
                  <a:cubicBezTo>
                    <a:pt x="4135" y="0"/>
                    <a:pt x="3917" y="10"/>
                    <a:pt x="3697" y="29"/>
                  </a:cubicBezTo>
                  <a:cubicBezTo>
                    <a:pt x="1742" y="197"/>
                    <a:pt x="0" y="2182"/>
                    <a:pt x="214" y="3267"/>
                  </a:cubicBezTo>
                  <a:cubicBezTo>
                    <a:pt x="413" y="4351"/>
                    <a:pt x="2062" y="4809"/>
                    <a:pt x="2383" y="5176"/>
                  </a:cubicBezTo>
                  <a:lnTo>
                    <a:pt x="1024" y="6153"/>
                  </a:lnTo>
                  <a:cubicBezTo>
                    <a:pt x="367" y="6642"/>
                    <a:pt x="214" y="7559"/>
                    <a:pt x="688" y="8215"/>
                  </a:cubicBezTo>
                  <a:lnTo>
                    <a:pt x="734" y="8261"/>
                  </a:lnTo>
                  <a:cubicBezTo>
                    <a:pt x="1299" y="8979"/>
                    <a:pt x="2062" y="9728"/>
                    <a:pt x="2490" y="10277"/>
                  </a:cubicBezTo>
                  <a:cubicBezTo>
                    <a:pt x="6248" y="10186"/>
                    <a:pt x="9027" y="8750"/>
                    <a:pt x="10020" y="7375"/>
                  </a:cubicBezTo>
                  <a:cubicBezTo>
                    <a:pt x="9638" y="5634"/>
                    <a:pt x="9730" y="4091"/>
                    <a:pt x="8859" y="2396"/>
                  </a:cubicBezTo>
                  <a:cubicBezTo>
                    <a:pt x="8044" y="848"/>
                    <a:pt x="6378" y="0"/>
                    <a:pt x="4348" y="0"/>
                  </a:cubicBezTo>
                  <a:close/>
                </a:path>
              </a:pathLst>
            </a:custGeom>
            <a:solidFill>
              <a:srgbClr val="FFFFFF">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5" name="Google Shape;935;p56"/>
            <p:cNvSpPr/>
            <p:nvPr/>
          </p:nvSpPr>
          <p:spPr>
            <a:xfrm>
              <a:off x="6027425" y="900700"/>
              <a:ext cx="224075" cy="185675"/>
            </a:xfrm>
            <a:custGeom>
              <a:avLst/>
              <a:gdLst/>
              <a:ahLst/>
              <a:cxnLst/>
              <a:rect l="l" t="t" r="r" b="b"/>
              <a:pathLst>
                <a:path w="8963" h="7427" extrusionOk="0">
                  <a:moveTo>
                    <a:pt x="4507" y="1"/>
                  </a:moveTo>
                  <a:cubicBezTo>
                    <a:pt x="4055" y="1"/>
                    <a:pt x="3594" y="84"/>
                    <a:pt x="3147" y="259"/>
                  </a:cubicBezTo>
                  <a:cubicBezTo>
                    <a:pt x="77" y="1451"/>
                    <a:pt x="0" y="5773"/>
                    <a:pt x="3025" y="7102"/>
                  </a:cubicBezTo>
                  <a:cubicBezTo>
                    <a:pt x="3531" y="7325"/>
                    <a:pt x="4040" y="7426"/>
                    <a:pt x="4531" y="7426"/>
                  </a:cubicBezTo>
                  <a:cubicBezTo>
                    <a:pt x="6971" y="7426"/>
                    <a:pt x="8963" y="4921"/>
                    <a:pt x="7958" y="2352"/>
                  </a:cubicBezTo>
                  <a:cubicBezTo>
                    <a:pt x="7385" y="890"/>
                    <a:pt x="5988" y="1"/>
                    <a:pt x="450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6" name="Google Shape;936;p56"/>
            <p:cNvSpPr/>
            <p:nvPr/>
          </p:nvSpPr>
          <p:spPr>
            <a:xfrm>
              <a:off x="6298925" y="1445975"/>
              <a:ext cx="723025" cy="643250"/>
            </a:xfrm>
            <a:custGeom>
              <a:avLst/>
              <a:gdLst/>
              <a:ahLst/>
              <a:cxnLst/>
              <a:rect l="l" t="t" r="r" b="b"/>
              <a:pathLst>
                <a:path w="28921" h="25730" extrusionOk="0">
                  <a:moveTo>
                    <a:pt x="7424" y="0"/>
                  </a:moveTo>
                  <a:lnTo>
                    <a:pt x="0" y="3361"/>
                  </a:lnTo>
                  <a:cubicBezTo>
                    <a:pt x="0" y="3361"/>
                    <a:pt x="5453" y="13044"/>
                    <a:pt x="9165" y="17138"/>
                  </a:cubicBezTo>
                  <a:cubicBezTo>
                    <a:pt x="11303" y="19505"/>
                    <a:pt x="14664" y="20574"/>
                    <a:pt x="17642" y="21338"/>
                  </a:cubicBezTo>
                  <a:cubicBezTo>
                    <a:pt x="19811" y="21903"/>
                    <a:pt x="21995" y="22331"/>
                    <a:pt x="24179" y="22728"/>
                  </a:cubicBezTo>
                  <a:cubicBezTo>
                    <a:pt x="25035" y="22881"/>
                    <a:pt x="25967" y="22942"/>
                    <a:pt x="26700" y="23461"/>
                  </a:cubicBezTo>
                  <a:cubicBezTo>
                    <a:pt x="27250" y="23874"/>
                    <a:pt x="27616" y="24469"/>
                    <a:pt x="27754" y="25141"/>
                  </a:cubicBezTo>
                  <a:cubicBezTo>
                    <a:pt x="27784" y="25279"/>
                    <a:pt x="27815" y="25416"/>
                    <a:pt x="27830" y="25554"/>
                  </a:cubicBezTo>
                  <a:cubicBezTo>
                    <a:pt x="27856" y="25672"/>
                    <a:pt x="27958" y="25730"/>
                    <a:pt x="28088" y="25730"/>
                  </a:cubicBezTo>
                  <a:cubicBezTo>
                    <a:pt x="28414" y="25730"/>
                    <a:pt x="28921" y="25370"/>
                    <a:pt x="28899" y="24683"/>
                  </a:cubicBezTo>
                  <a:cubicBezTo>
                    <a:pt x="28838" y="23064"/>
                    <a:pt x="28762" y="23202"/>
                    <a:pt x="28716" y="21857"/>
                  </a:cubicBezTo>
                  <a:cubicBezTo>
                    <a:pt x="28701" y="21017"/>
                    <a:pt x="28685" y="20086"/>
                    <a:pt x="28685" y="19291"/>
                  </a:cubicBezTo>
                  <a:cubicBezTo>
                    <a:pt x="28685" y="18512"/>
                    <a:pt x="28135" y="17840"/>
                    <a:pt x="27356" y="17688"/>
                  </a:cubicBezTo>
                  <a:cubicBezTo>
                    <a:pt x="26715" y="17550"/>
                    <a:pt x="26058" y="17428"/>
                    <a:pt x="25401" y="17306"/>
                  </a:cubicBezTo>
                  <a:cubicBezTo>
                    <a:pt x="24561" y="17122"/>
                    <a:pt x="23721" y="16924"/>
                    <a:pt x="22896" y="16695"/>
                  </a:cubicBezTo>
                  <a:cubicBezTo>
                    <a:pt x="22240" y="16496"/>
                    <a:pt x="21613" y="16298"/>
                    <a:pt x="20987" y="16069"/>
                  </a:cubicBezTo>
                  <a:cubicBezTo>
                    <a:pt x="20346" y="15839"/>
                    <a:pt x="19643" y="15580"/>
                    <a:pt x="18986" y="15274"/>
                  </a:cubicBezTo>
                  <a:cubicBezTo>
                    <a:pt x="18207" y="14938"/>
                    <a:pt x="17443" y="14587"/>
                    <a:pt x="16695" y="14220"/>
                  </a:cubicBezTo>
                  <a:cubicBezTo>
                    <a:pt x="15840" y="13823"/>
                    <a:pt x="15000" y="13396"/>
                    <a:pt x="14175" y="12983"/>
                  </a:cubicBezTo>
                  <a:cubicBezTo>
                    <a:pt x="10952" y="7637"/>
                    <a:pt x="10876" y="4124"/>
                    <a:pt x="74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7" name="Google Shape;937;p56"/>
            <p:cNvSpPr/>
            <p:nvPr/>
          </p:nvSpPr>
          <p:spPr>
            <a:xfrm>
              <a:off x="6298925" y="1445975"/>
              <a:ext cx="723025" cy="643250"/>
            </a:xfrm>
            <a:custGeom>
              <a:avLst/>
              <a:gdLst/>
              <a:ahLst/>
              <a:cxnLst/>
              <a:rect l="l" t="t" r="r" b="b"/>
              <a:pathLst>
                <a:path w="28921" h="25730" extrusionOk="0">
                  <a:moveTo>
                    <a:pt x="7424" y="0"/>
                  </a:moveTo>
                  <a:lnTo>
                    <a:pt x="0" y="3361"/>
                  </a:lnTo>
                  <a:cubicBezTo>
                    <a:pt x="0" y="3361"/>
                    <a:pt x="5453" y="13044"/>
                    <a:pt x="9165" y="17138"/>
                  </a:cubicBezTo>
                  <a:cubicBezTo>
                    <a:pt x="11303" y="19505"/>
                    <a:pt x="14664" y="20574"/>
                    <a:pt x="17642" y="21338"/>
                  </a:cubicBezTo>
                  <a:cubicBezTo>
                    <a:pt x="19811" y="21903"/>
                    <a:pt x="21995" y="22331"/>
                    <a:pt x="24179" y="22728"/>
                  </a:cubicBezTo>
                  <a:cubicBezTo>
                    <a:pt x="25035" y="22881"/>
                    <a:pt x="25967" y="22942"/>
                    <a:pt x="26700" y="23461"/>
                  </a:cubicBezTo>
                  <a:cubicBezTo>
                    <a:pt x="27250" y="23874"/>
                    <a:pt x="27616" y="24469"/>
                    <a:pt x="27754" y="25141"/>
                  </a:cubicBezTo>
                  <a:cubicBezTo>
                    <a:pt x="27784" y="25279"/>
                    <a:pt x="27815" y="25416"/>
                    <a:pt x="27830" y="25554"/>
                  </a:cubicBezTo>
                  <a:cubicBezTo>
                    <a:pt x="27856" y="25672"/>
                    <a:pt x="27958" y="25730"/>
                    <a:pt x="28088" y="25730"/>
                  </a:cubicBezTo>
                  <a:cubicBezTo>
                    <a:pt x="28414" y="25730"/>
                    <a:pt x="28921" y="25370"/>
                    <a:pt x="28899" y="24683"/>
                  </a:cubicBezTo>
                  <a:cubicBezTo>
                    <a:pt x="28838" y="23064"/>
                    <a:pt x="28762" y="23202"/>
                    <a:pt x="28716" y="21857"/>
                  </a:cubicBezTo>
                  <a:cubicBezTo>
                    <a:pt x="28701" y="21017"/>
                    <a:pt x="28685" y="20086"/>
                    <a:pt x="28685" y="19291"/>
                  </a:cubicBezTo>
                  <a:cubicBezTo>
                    <a:pt x="28685" y="18512"/>
                    <a:pt x="28135" y="17840"/>
                    <a:pt x="27356" y="17688"/>
                  </a:cubicBezTo>
                  <a:cubicBezTo>
                    <a:pt x="26715" y="17550"/>
                    <a:pt x="26058" y="17428"/>
                    <a:pt x="25401" y="17306"/>
                  </a:cubicBezTo>
                  <a:cubicBezTo>
                    <a:pt x="24561" y="17122"/>
                    <a:pt x="23721" y="16924"/>
                    <a:pt x="22896" y="16695"/>
                  </a:cubicBezTo>
                  <a:cubicBezTo>
                    <a:pt x="22240" y="16496"/>
                    <a:pt x="21613" y="16298"/>
                    <a:pt x="20987" y="16069"/>
                  </a:cubicBezTo>
                  <a:cubicBezTo>
                    <a:pt x="20346" y="15839"/>
                    <a:pt x="19643" y="15580"/>
                    <a:pt x="18986" y="15274"/>
                  </a:cubicBezTo>
                  <a:cubicBezTo>
                    <a:pt x="18207" y="14938"/>
                    <a:pt x="17443" y="14587"/>
                    <a:pt x="16695" y="14220"/>
                  </a:cubicBezTo>
                  <a:cubicBezTo>
                    <a:pt x="15840" y="13823"/>
                    <a:pt x="15000" y="13396"/>
                    <a:pt x="14175" y="12983"/>
                  </a:cubicBezTo>
                  <a:cubicBezTo>
                    <a:pt x="10952" y="7637"/>
                    <a:pt x="10876" y="4124"/>
                    <a:pt x="7424" y="0"/>
                  </a:cubicBezTo>
                  <a:close/>
                </a:path>
              </a:pathLst>
            </a:custGeom>
            <a:solidFill>
              <a:srgbClr val="FFFFFF">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8" name="Google Shape;938;p56"/>
            <p:cNvSpPr/>
            <p:nvPr/>
          </p:nvSpPr>
          <p:spPr>
            <a:xfrm>
              <a:off x="6878575" y="1871725"/>
              <a:ext cx="48525" cy="142075"/>
            </a:xfrm>
            <a:custGeom>
              <a:avLst/>
              <a:gdLst/>
              <a:ahLst/>
              <a:cxnLst/>
              <a:rect l="l" t="t" r="r" b="b"/>
              <a:pathLst>
                <a:path w="1941" h="5683" extrusionOk="0">
                  <a:moveTo>
                    <a:pt x="1055" y="1"/>
                  </a:moveTo>
                  <a:lnTo>
                    <a:pt x="1055" y="1"/>
                  </a:lnTo>
                  <a:cubicBezTo>
                    <a:pt x="1085" y="1696"/>
                    <a:pt x="291" y="4614"/>
                    <a:pt x="1" y="5500"/>
                  </a:cubicBezTo>
                  <a:lnTo>
                    <a:pt x="932" y="5683"/>
                  </a:lnTo>
                  <a:cubicBezTo>
                    <a:pt x="1543" y="3911"/>
                    <a:pt x="1879" y="2063"/>
                    <a:pt x="1940" y="199"/>
                  </a:cubicBezTo>
                  <a:cubicBezTo>
                    <a:pt x="1650" y="138"/>
                    <a:pt x="1360" y="77"/>
                    <a:pt x="10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39" name="Google Shape;939;p56"/>
            <p:cNvSpPr/>
            <p:nvPr/>
          </p:nvSpPr>
          <p:spPr>
            <a:xfrm>
              <a:off x="6971375" y="1885850"/>
              <a:ext cx="45450" cy="49300"/>
            </a:xfrm>
            <a:custGeom>
              <a:avLst/>
              <a:gdLst/>
              <a:ahLst/>
              <a:cxnLst/>
              <a:rect l="l" t="t" r="r" b="b"/>
              <a:pathLst>
                <a:path w="1818" h="1972" extrusionOk="0">
                  <a:moveTo>
                    <a:pt x="0" y="1"/>
                  </a:moveTo>
                  <a:lnTo>
                    <a:pt x="0" y="1"/>
                  </a:lnTo>
                  <a:cubicBezTo>
                    <a:pt x="77" y="551"/>
                    <a:pt x="367" y="1070"/>
                    <a:pt x="794" y="1421"/>
                  </a:cubicBezTo>
                  <a:cubicBezTo>
                    <a:pt x="1069" y="1681"/>
                    <a:pt x="1405" y="1864"/>
                    <a:pt x="1772" y="1971"/>
                  </a:cubicBezTo>
                  <a:cubicBezTo>
                    <a:pt x="1803" y="1880"/>
                    <a:pt x="1818" y="1788"/>
                    <a:pt x="1803" y="1696"/>
                  </a:cubicBezTo>
                  <a:cubicBezTo>
                    <a:pt x="1803" y="917"/>
                    <a:pt x="1253" y="245"/>
                    <a:pt x="489" y="93"/>
                  </a:cubicBez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0" name="Google Shape;940;p56"/>
            <p:cNvSpPr/>
            <p:nvPr/>
          </p:nvSpPr>
          <p:spPr>
            <a:xfrm>
              <a:off x="6111825" y="913550"/>
              <a:ext cx="100775" cy="74825"/>
            </a:xfrm>
            <a:custGeom>
              <a:avLst/>
              <a:gdLst/>
              <a:ahLst/>
              <a:cxnLst/>
              <a:rect l="l" t="t" r="r" b="b"/>
              <a:pathLst>
                <a:path w="4031" h="2993" extrusionOk="0">
                  <a:moveTo>
                    <a:pt x="1396" y="1"/>
                  </a:moveTo>
                  <a:cubicBezTo>
                    <a:pt x="563" y="1"/>
                    <a:pt x="0" y="589"/>
                    <a:pt x="580" y="937"/>
                  </a:cubicBezTo>
                  <a:cubicBezTo>
                    <a:pt x="1298" y="1487"/>
                    <a:pt x="1970" y="2082"/>
                    <a:pt x="2597" y="2754"/>
                  </a:cubicBezTo>
                  <a:cubicBezTo>
                    <a:pt x="2768" y="2921"/>
                    <a:pt x="2950" y="2992"/>
                    <a:pt x="3123" y="2992"/>
                  </a:cubicBezTo>
                  <a:cubicBezTo>
                    <a:pt x="3615" y="2992"/>
                    <a:pt x="4030" y="2422"/>
                    <a:pt x="3895" y="1869"/>
                  </a:cubicBezTo>
                  <a:cubicBezTo>
                    <a:pt x="3559" y="967"/>
                    <a:pt x="2810" y="295"/>
                    <a:pt x="1879" y="66"/>
                  </a:cubicBezTo>
                  <a:cubicBezTo>
                    <a:pt x="1712" y="21"/>
                    <a:pt x="1549" y="1"/>
                    <a:pt x="13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1" name="Google Shape;941;p56"/>
            <p:cNvSpPr/>
            <p:nvPr/>
          </p:nvSpPr>
          <p:spPr>
            <a:xfrm>
              <a:off x="6201925" y="1431450"/>
              <a:ext cx="291375" cy="138275"/>
            </a:xfrm>
            <a:custGeom>
              <a:avLst/>
              <a:gdLst/>
              <a:ahLst/>
              <a:cxnLst/>
              <a:rect l="l" t="t" r="r" b="b"/>
              <a:pathLst>
                <a:path w="11655" h="5531" extrusionOk="0">
                  <a:moveTo>
                    <a:pt x="11319" y="1"/>
                  </a:moveTo>
                  <a:cubicBezTo>
                    <a:pt x="7745" y="1818"/>
                    <a:pt x="4079" y="3422"/>
                    <a:pt x="337" y="4812"/>
                  </a:cubicBezTo>
                  <a:cubicBezTo>
                    <a:pt x="1" y="4950"/>
                    <a:pt x="627" y="5530"/>
                    <a:pt x="627" y="5530"/>
                  </a:cubicBezTo>
                  <a:cubicBezTo>
                    <a:pt x="627" y="5530"/>
                    <a:pt x="7485" y="3193"/>
                    <a:pt x="11640" y="764"/>
                  </a:cubicBezTo>
                  <a:cubicBezTo>
                    <a:pt x="11655" y="474"/>
                    <a:pt x="11533" y="199"/>
                    <a:pt x="113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2" name="Google Shape;942;p56"/>
            <p:cNvSpPr/>
            <p:nvPr/>
          </p:nvSpPr>
          <p:spPr>
            <a:xfrm>
              <a:off x="6201925" y="1431450"/>
              <a:ext cx="291375" cy="138275"/>
            </a:xfrm>
            <a:custGeom>
              <a:avLst/>
              <a:gdLst/>
              <a:ahLst/>
              <a:cxnLst/>
              <a:rect l="l" t="t" r="r" b="b"/>
              <a:pathLst>
                <a:path w="11655" h="5531" extrusionOk="0">
                  <a:moveTo>
                    <a:pt x="11319" y="1"/>
                  </a:moveTo>
                  <a:cubicBezTo>
                    <a:pt x="7745" y="1818"/>
                    <a:pt x="4079" y="3422"/>
                    <a:pt x="337" y="4812"/>
                  </a:cubicBezTo>
                  <a:cubicBezTo>
                    <a:pt x="1" y="4950"/>
                    <a:pt x="627" y="5530"/>
                    <a:pt x="627" y="5530"/>
                  </a:cubicBezTo>
                  <a:cubicBezTo>
                    <a:pt x="627" y="5530"/>
                    <a:pt x="7485" y="3193"/>
                    <a:pt x="11640" y="764"/>
                  </a:cubicBezTo>
                  <a:cubicBezTo>
                    <a:pt x="11655" y="474"/>
                    <a:pt x="11533" y="199"/>
                    <a:pt x="11319" y="1"/>
                  </a:cubicBezTo>
                  <a:close/>
                </a:path>
              </a:pathLst>
            </a:custGeom>
            <a:solidFill>
              <a:srgbClr val="FFFFFF">
                <a:alpha val="25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3" name="Google Shape;943;p56"/>
            <p:cNvSpPr/>
            <p:nvPr/>
          </p:nvSpPr>
          <p:spPr>
            <a:xfrm>
              <a:off x="6240500" y="1038750"/>
              <a:ext cx="421700" cy="370075"/>
            </a:xfrm>
            <a:custGeom>
              <a:avLst/>
              <a:gdLst/>
              <a:ahLst/>
              <a:cxnLst/>
              <a:rect l="l" t="t" r="r" b="b"/>
              <a:pathLst>
                <a:path w="16868" h="14803" extrusionOk="0">
                  <a:moveTo>
                    <a:pt x="2790" y="1"/>
                  </a:moveTo>
                  <a:cubicBezTo>
                    <a:pt x="1911" y="1"/>
                    <a:pt x="1059" y="473"/>
                    <a:pt x="627" y="1305"/>
                  </a:cubicBezTo>
                  <a:cubicBezTo>
                    <a:pt x="0" y="2481"/>
                    <a:pt x="428" y="3932"/>
                    <a:pt x="1574" y="4574"/>
                  </a:cubicBezTo>
                  <a:lnTo>
                    <a:pt x="5285" y="6636"/>
                  </a:lnTo>
                  <a:cubicBezTo>
                    <a:pt x="6507" y="7308"/>
                    <a:pt x="7744" y="8011"/>
                    <a:pt x="8859" y="8698"/>
                  </a:cubicBezTo>
                  <a:cubicBezTo>
                    <a:pt x="9669" y="9156"/>
                    <a:pt x="10631" y="10195"/>
                    <a:pt x="11578" y="11218"/>
                  </a:cubicBezTo>
                  <a:cubicBezTo>
                    <a:pt x="12525" y="12242"/>
                    <a:pt x="13472" y="13341"/>
                    <a:pt x="14450" y="14380"/>
                  </a:cubicBezTo>
                  <a:lnTo>
                    <a:pt x="14480" y="14410"/>
                  </a:lnTo>
                  <a:cubicBezTo>
                    <a:pt x="14738" y="14685"/>
                    <a:pt x="15049" y="14803"/>
                    <a:pt x="15353" y="14803"/>
                  </a:cubicBezTo>
                  <a:cubicBezTo>
                    <a:pt x="16133" y="14803"/>
                    <a:pt x="16868" y="14028"/>
                    <a:pt x="16527" y="13127"/>
                  </a:cubicBezTo>
                  <a:cubicBezTo>
                    <a:pt x="15977" y="11707"/>
                    <a:pt x="15320" y="10348"/>
                    <a:pt x="14572" y="9034"/>
                  </a:cubicBezTo>
                  <a:cubicBezTo>
                    <a:pt x="14190" y="8362"/>
                    <a:pt x="13762" y="7705"/>
                    <a:pt x="13304" y="7079"/>
                  </a:cubicBezTo>
                  <a:cubicBezTo>
                    <a:pt x="13197" y="6926"/>
                    <a:pt x="13060" y="6743"/>
                    <a:pt x="12922" y="6590"/>
                  </a:cubicBezTo>
                  <a:cubicBezTo>
                    <a:pt x="12800" y="6437"/>
                    <a:pt x="12663" y="6269"/>
                    <a:pt x="12510" y="6101"/>
                  </a:cubicBezTo>
                  <a:cubicBezTo>
                    <a:pt x="12357" y="5918"/>
                    <a:pt x="12189" y="5765"/>
                    <a:pt x="12021" y="5613"/>
                  </a:cubicBezTo>
                  <a:lnTo>
                    <a:pt x="11731" y="5338"/>
                  </a:lnTo>
                  <a:lnTo>
                    <a:pt x="11502" y="5154"/>
                  </a:lnTo>
                  <a:cubicBezTo>
                    <a:pt x="10876" y="4650"/>
                    <a:pt x="10265" y="4192"/>
                    <a:pt x="9638" y="3749"/>
                  </a:cubicBezTo>
                  <a:cubicBezTo>
                    <a:pt x="9012" y="3306"/>
                    <a:pt x="8386" y="2909"/>
                    <a:pt x="7760" y="2497"/>
                  </a:cubicBezTo>
                  <a:cubicBezTo>
                    <a:pt x="6461" y="1702"/>
                    <a:pt x="5194" y="985"/>
                    <a:pt x="3849" y="297"/>
                  </a:cubicBezTo>
                  <a:lnTo>
                    <a:pt x="3865" y="251"/>
                  </a:lnTo>
                  <a:cubicBezTo>
                    <a:pt x="3521" y="82"/>
                    <a:pt x="3153" y="1"/>
                    <a:pt x="279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4" name="Google Shape;944;p56"/>
            <p:cNvSpPr/>
            <p:nvPr/>
          </p:nvSpPr>
          <p:spPr>
            <a:xfrm>
              <a:off x="6240500" y="1038750"/>
              <a:ext cx="421700" cy="370075"/>
            </a:xfrm>
            <a:custGeom>
              <a:avLst/>
              <a:gdLst/>
              <a:ahLst/>
              <a:cxnLst/>
              <a:rect l="l" t="t" r="r" b="b"/>
              <a:pathLst>
                <a:path w="16868" h="14803" extrusionOk="0">
                  <a:moveTo>
                    <a:pt x="2790" y="1"/>
                  </a:moveTo>
                  <a:cubicBezTo>
                    <a:pt x="1911" y="1"/>
                    <a:pt x="1059" y="473"/>
                    <a:pt x="627" y="1305"/>
                  </a:cubicBezTo>
                  <a:cubicBezTo>
                    <a:pt x="0" y="2481"/>
                    <a:pt x="428" y="3932"/>
                    <a:pt x="1574" y="4574"/>
                  </a:cubicBezTo>
                  <a:lnTo>
                    <a:pt x="5285" y="6636"/>
                  </a:lnTo>
                  <a:cubicBezTo>
                    <a:pt x="6507" y="7308"/>
                    <a:pt x="7744" y="8011"/>
                    <a:pt x="8859" y="8698"/>
                  </a:cubicBezTo>
                  <a:cubicBezTo>
                    <a:pt x="9669" y="9156"/>
                    <a:pt x="10631" y="10195"/>
                    <a:pt x="11578" y="11218"/>
                  </a:cubicBezTo>
                  <a:cubicBezTo>
                    <a:pt x="12525" y="12242"/>
                    <a:pt x="13472" y="13341"/>
                    <a:pt x="14450" y="14380"/>
                  </a:cubicBezTo>
                  <a:lnTo>
                    <a:pt x="14480" y="14410"/>
                  </a:lnTo>
                  <a:cubicBezTo>
                    <a:pt x="14738" y="14685"/>
                    <a:pt x="15049" y="14803"/>
                    <a:pt x="15353" y="14803"/>
                  </a:cubicBezTo>
                  <a:cubicBezTo>
                    <a:pt x="16133" y="14803"/>
                    <a:pt x="16868" y="14028"/>
                    <a:pt x="16527" y="13127"/>
                  </a:cubicBezTo>
                  <a:cubicBezTo>
                    <a:pt x="15977" y="11707"/>
                    <a:pt x="15320" y="10348"/>
                    <a:pt x="14572" y="9034"/>
                  </a:cubicBezTo>
                  <a:cubicBezTo>
                    <a:pt x="14190" y="8362"/>
                    <a:pt x="13762" y="7705"/>
                    <a:pt x="13304" y="7079"/>
                  </a:cubicBezTo>
                  <a:cubicBezTo>
                    <a:pt x="13197" y="6926"/>
                    <a:pt x="13060" y="6743"/>
                    <a:pt x="12922" y="6590"/>
                  </a:cubicBezTo>
                  <a:cubicBezTo>
                    <a:pt x="12800" y="6437"/>
                    <a:pt x="12663" y="6269"/>
                    <a:pt x="12510" y="6101"/>
                  </a:cubicBezTo>
                  <a:cubicBezTo>
                    <a:pt x="12357" y="5918"/>
                    <a:pt x="12189" y="5765"/>
                    <a:pt x="12021" y="5613"/>
                  </a:cubicBezTo>
                  <a:lnTo>
                    <a:pt x="11731" y="5338"/>
                  </a:lnTo>
                  <a:lnTo>
                    <a:pt x="11502" y="5154"/>
                  </a:lnTo>
                  <a:cubicBezTo>
                    <a:pt x="10876" y="4650"/>
                    <a:pt x="10265" y="4192"/>
                    <a:pt x="9638" y="3749"/>
                  </a:cubicBezTo>
                  <a:cubicBezTo>
                    <a:pt x="9012" y="3306"/>
                    <a:pt x="8386" y="2909"/>
                    <a:pt x="7760" y="2497"/>
                  </a:cubicBezTo>
                  <a:cubicBezTo>
                    <a:pt x="6461" y="1702"/>
                    <a:pt x="5194" y="985"/>
                    <a:pt x="3849" y="297"/>
                  </a:cubicBezTo>
                  <a:lnTo>
                    <a:pt x="3865" y="251"/>
                  </a:lnTo>
                  <a:cubicBezTo>
                    <a:pt x="3521" y="82"/>
                    <a:pt x="3153" y="1"/>
                    <a:pt x="2790" y="1"/>
                  </a:cubicBezTo>
                  <a:close/>
                </a:path>
              </a:pathLst>
            </a:custGeom>
            <a:solidFill>
              <a:srgbClr val="FFFFFF">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5" name="Google Shape;945;p56"/>
            <p:cNvSpPr/>
            <p:nvPr/>
          </p:nvSpPr>
          <p:spPr>
            <a:xfrm>
              <a:off x="6578225" y="1359275"/>
              <a:ext cx="107925" cy="107425"/>
            </a:xfrm>
            <a:custGeom>
              <a:avLst/>
              <a:gdLst/>
              <a:ahLst/>
              <a:cxnLst/>
              <a:rect l="l" t="t" r="r" b="b"/>
              <a:pathLst>
                <a:path w="4317" h="4297" extrusionOk="0">
                  <a:moveTo>
                    <a:pt x="2697" y="1"/>
                  </a:moveTo>
                  <a:lnTo>
                    <a:pt x="253" y="383"/>
                  </a:lnTo>
                  <a:lnTo>
                    <a:pt x="330" y="612"/>
                  </a:lnTo>
                  <a:cubicBezTo>
                    <a:pt x="559" y="1101"/>
                    <a:pt x="391" y="1987"/>
                    <a:pt x="162" y="2704"/>
                  </a:cubicBezTo>
                  <a:cubicBezTo>
                    <a:pt x="1" y="3245"/>
                    <a:pt x="169" y="3430"/>
                    <a:pt x="399" y="3430"/>
                  </a:cubicBezTo>
                  <a:cubicBezTo>
                    <a:pt x="474" y="3430"/>
                    <a:pt x="556" y="3411"/>
                    <a:pt x="635" y="3377"/>
                  </a:cubicBezTo>
                  <a:cubicBezTo>
                    <a:pt x="803" y="3300"/>
                    <a:pt x="971" y="2979"/>
                    <a:pt x="1170" y="2643"/>
                  </a:cubicBezTo>
                  <a:cubicBezTo>
                    <a:pt x="1246" y="2811"/>
                    <a:pt x="1353" y="2964"/>
                    <a:pt x="1475" y="3132"/>
                  </a:cubicBezTo>
                  <a:lnTo>
                    <a:pt x="2071" y="3957"/>
                  </a:lnTo>
                  <a:cubicBezTo>
                    <a:pt x="2235" y="4178"/>
                    <a:pt x="2489" y="4296"/>
                    <a:pt x="2750" y="4296"/>
                  </a:cubicBezTo>
                  <a:cubicBezTo>
                    <a:pt x="2904" y="4296"/>
                    <a:pt x="3060" y="4256"/>
                    <a:pt x="3201" y="4171"/>
                  </a:cubicBezTo>
                  <a:lnTo>
                    <a:pt x="3873" y="3743"/>
                  </a:lnTo>
                  <a:cubicBezTo>
                    <a:pt x="4194" y="3529"/>
                    <a:pt x="4316" y="3117"/>
                    <a:pt x="4179" y="2750"/>
                  </a:cubicBezTo>
                  <a:lnTo>
                    <a:pt x="3767" y="1712"/>
                  </a:lnTo>
                  <a:cubicBezTo>
                    <a:pt x="3767" y="1712"/>
                    <a:pt x="3537" y="368"/>
                    <a:pt x="26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6" name="Google Shape;946;p56"/>
            <p:cNvSpPr/>
            <p:nvPr/>
          </p:nvSpPr>
          <p:spPr>
            <a:xfrm>
              <a:off x="6578225" y="1359275"/>
              <a:ext cx="107925" cy="107425"/>
            </a:xfrm>
            <a:custGeom>
              <a:avLst/>
              <a:gdLst/>
              <a:ahLst/>
              <a:cxnLst/>
              <a:rect l="l" t="t" r="r" b="b"/>
              <a:pathLst>
                <a:path w="4317" h="4297" extrusionOk="0">
                  <a:moveTo>
                    <a:pt x="2697" y="1"/>
                  </a:moveTo>
                  <a:lnTo>
                    <a:pt x="253" y="383"/>
                  </a:lnTo>
                  <a:lnTo>
                    <a:pt x="330" y="612"/>
                  </a:lnTo>
                  <a:cubicBezTo>
                    <a:pt x="559" y="1101"/>
                    <a:pt x="391" y="1987"/>
                    <a:pt x="162" y="2704"/>
                  </a:cubicBezTo>
                  <a:cubicBezTo>
                    <a:pt x="1" y="3245"/>
                    <a:pt x="169" y="3430"/>
                    <a:pt x="399" y="3430"/>
                  </a:cubicBezTo>
                  <a:cubicBezTo>
                    <a:pt x="474" y="3430"/>
                    <a:pt x="556" y="3411"/>
                    <a:pt x="635" y="3377"/>
                  </a:cubicBezTo>
                  <a:cubicBezTo>
                    <a:pt x="803" y="3300"/>
                    <a:pt x="971" y="2979"/>
                    <a:pt x="1170" y="2643"/>
                  </a:cubicBezTo>
                  <a:cubicBezTo>
                    <a:pt x="1246" y="2811"/>
                    <a:pt x="1353" y="2964"/>
                    <a:pt x="1475" y="3132"/>
                  </a:cubicBezTo>
                  <a:lnTo>
                    <a:pt x="2071" y="3957"/>
                  </a:lnTo>
                  <a:cubicBezTo>
                    <a:pt x="2235" y="4178"/>
                    <a:pt x="2489" y="4296"/>
                    <a:pt x="2750" y="4296"/>
                  </a:cubicBezTo>
                  <a:cubicBezTo>
                    <a:pt x="2904" y="4296"/>
                    <a:pt x="3060" y="4256"/>
                    <a:pt x="3201" y="4171"/>
                  </a:cubicBezTo>
                  <a:lnTo>
                    <a:pt x="3873" y="3743"/>
                  </a:lnTo>
                  <a:cubicBezTo>
                    <a:pt x="4194" y="3529"/>
                    <a:pt x="4316" y="3117"/>
                    <a:pt x="4179" y="2750"/>
                  </a:cubicBezTo>
                  <a:lnTo>
                    <a:pt x="3767" y="1712"/>
                  </a:lnTo>
                  <a:cubicBezTo>
                    <a:pt x="3767" y="1712"/>
                    <a:pt x="3537" y="368"/>
                    <a:pt x="2697" y="1"/>
                  </a:cubicBezTo>
                  <a:close/>
                </a:path>
              </a:pathLst>
            </a:custGeom>
            <a:solidFill>
              <a:srgbClr val="FFFFFF">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7" name="Google Shape;947;p56"/>
            <p:cNvSpPr/>
            <p:nvPr/>
          </p:nvSpPr>
          <p:spPr>
            <a:xfrm>
              <a:off x="6178250" y="1187075"/>
              <a:ext cx="170725" cy="222775"/>
            </a:xfrm>
            <a:custGeom>
              <a:avLst/>
              <a:gdLst/>
              <a:ahLst/>
              <a:cxnLst/>
              <a:rect l="l" t="t" r="r" b="b"/>
              <a:pathLst>
                <a:path w="6829" h="8911" extrusionOk="0">
                  <a:moveTo>
                    <a:pt x="4262" y="0"/>
                  </a:moveTo>
                  <a:lnTo>
                    <a:pt x="3666" y="46"/>
                  </a:lnTo>
                  <a:lnTo>
                    <a:pt x="1" y="8905"/>
                  </a:lnTo>
                  <a:cubicBezTo>
                    <a:pt x="48" y="8909"/>
                    <a:pt x="94" y="8911"/>
                    <a:pt x="141" y="8911"/>
                  </a:cubicBezTo>
                  <a:cubicBezTo>
                    <a:pt x="293" y="8911"/>
                    <a:pt x="445" y="8891"/>
                    <a:pt x="596" y="8844"/>
                  </a:cubicBezTo>
                  <a:cubicBezTo>
                    <a:pt x="596" y="8844"/>
                    <a:pt x="5377" y="7072"/>
                    <a:pt x="6828" y="6400"/>
                  </a:cubicBezTo>
                  <a:cubicBezTo>
                    <a:pt x="5851" y="4399"/>
                    <a:pt x="4262" y="0"/>
                    <a:pt x="42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8" name="Google Shape;948;p56"/>
            <p:cNvSpPr/>
            <p:nvPr/>
          </p:nvSpPr>
          <p:spPr>
            <a:xfrm>
              <a:off x="6117550" y="1188225"/>
              <a:ext cx="216900" cy="221500"/>
            </a:xfrm>
            <a:custGeom>
              <a:avLst/>
              <a:gdLst/>
              <a:ahLst/>
              <a:cxnLst/>
              <a:rect l="l" t="t" r="r" b="b"/>
              <a:pathLst>
                <a:path w="8676" h="8860" extrusionOk="0">
                  <a:moveTo>
                    <a:pt x="6094" y="0"/>
                  </a:moveTo>
                  <a:cubicBezTo>
                    <a:pt x="4552" y="107"/>
                    <a:pt x="1191" y="1390"/>
                    <a:pt x="0" y="2276"/>
                  </a:cubicBezTo>
                  <a:cubicBezTo>
                    <a:pt x="443" y="4582"/>
                    <a:pt x="1268" y="6812"/>
                    <a:pt x="2444" y="8859"/>
                  </a:cubicBezTo>
                  <a:cubicBezTo>
                    <a:pt x="4246" y="8233"/>
                    <a:pt x="7225" y="7072"/>
                    <a:pt x="8676" y="6400"/>
                  </a:cubicBezTo>
                  <a:cubicBezTo>
                    <a:pt x="7698" y="4323"/>
                    <a:pt x="6843" y="2184"/>
                    <a:pt x="60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49" name="Google Shape;949;p56"/>
            <p:cNvSpPr/>
            <p:nvPr/>
          </p:nvSpPr>
          <p:spPr>
            <a:xfrm>
              <a:off x="6138575" y="1252150"/>
              <a:ext cx="74825" cy="63425"/>
            </a:xfrm>
            <a:custGeom>
              <a:avLst/>
              <a:gdLst/>
              <a:ahLst/>
              <a:cxnLst/>
              <a:rect l="l" t="t" r="r" b="b"/>
              <a:pathLst>
                <a:path w="2993" h="2537" extrusionOk="0">
                  <a:moveTo>
                    <a:pt x="1582" y="0"/>
                  </a:moveTo>
                  <a:cubicBezTo>
                    <a:pt x="672" y="0"/>
                    <a:pt x="1" y="996"/>
                    <a:pt x="473" y="1873"/>
                  </a:cubicBezTo>
                  <a:cubicBezTo>
                    <a:pt x="715" y="2322"/>
                    <a:pt x="1147" y="2537"/>
                    <a:pt x="1578" y="2537"/>
                  </a:cubicBezTo>
                  <a:cubicBezTo>
                    <a:pt x="2100" y="2537"/>
                    <a:pt x="2619" y="2222"/>
                    <a:pt x="2794" y="1628"/>
                  </a:cubicBezTo>
                  <a:cubicBezTo>
                    <a:pt x="2993" y="956"/>
                    <a:pt x="2611" y="254"/>
                    <a:pt x="1954" y="55"/>
                  </a:cubicBezTo>
                  <a:cubicBezTo>
                    <a:pt x="1827" y="18"/>
                    <a:pt x="1703" y="0"/>
                    <a:pt x="15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50" name="Google Shape;950;p56"/>
            <p:cNvSpPr/>
            <p:nvPr/>
          </p:nvSpPr>
          <p:spPr>
            <a:xfrm>
              <a:off x="6208475" y="1238000"/>
              <a:ext cx="24800" cy="20975"/>
            </a:xfrm>
            <a:custGeom>
              <a:avLst/>
              <a:gdLst/>
              <a:ahLst/>
              <a:cxnLst/>
              <a:rect l="l" t="t" r="r" b="b"/>
              <a:pathLst>
                <a:path w="992" h="839" extrusionOk="0">
                  <a:moveTo>
                    <a:pt x="531" y="0"/>
                  </a:moveTo>
                  <a:cubicBezTo>
                    <a:pt x="213" y="0"/>
                    <a:pt x="0" y="344"/>
                    <a:pt x="182" y="636"/>
                  </a:cubicBezTo>
                  <a:cubicBezTo>
                    <a:pt x="260" y="774"/>
                    <a:pt x="395" y="838"/>
                    <a:pt x="529" y="838"/>
                  </a:cubicBezTo>
                  <a:cubicBezTo>
                    <a:pt x="708" y="838"/>
                    <a:pt x="886" y="724"/>
                    <a:pt x="930" y="514"/>
                  </a:cubicBezTo>
                  <a:cubicBezTo>
                    <a:pt x="991" y="300"/>
                    <a:pt x="869" y="86"/>
                    <a:pt x="670" y="25"/>
                  </a:cubicBezTo>
                  <a:cubicBezTo>
                    <a:pt x="655" y="25"/>
                    <a:pt x="640" y="10"/>
                    <a:pt x="625" y="10"/>
                  </a:cubicBezTo>
                  <a:cubicBezTo>
                    <a:pt x="592" y="3"/>
                    <a:pt x="561" y="0"/>
                    <a:pt x="5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51" name="Google Shape;951;p56"/>
            <p:cNvSpPr/>
            <p:nvPr/>
          </p:nvSpPr>
          <p:spPr>
            <a:xfrm>
              <a:off x="6237000" y="1226775"/>
              <a:ext cx="23750" cy="22125"/>
            </a:xfrm>
            <a:custGeom>
              <a:avLst/>
              <a:gdLst/>
              <a:ahLst/>
              <a:cxnLst/>
              <a:rect l="l" t="t" r="r" b="b"/>
              <a:pathLst>
                <a:path w="950" h="885" extrusionOk="0">
                  <a:moveTo>
                    <a:pt x="502" y="0"/>
                  </a:moveTo>
                  <a:cubicBezTo>
                    <a:pt x="325" y="0"/>
                    <a:pt x="158" y="114"/>
                    <a:pt x="95" y="291"/>
                  </a:cubicBezTo>
                  <a:cubicBezTo>
                    <a:pt x="95" y="322"/>
                    <a:pt x="79" y="337"/>
                    <a:pt x="79" y="367"/>
                  </a:cubicBezTo>
                  <a:cubicBezTo>
                    <a:pt x="1" y="691"/>
                    <a:pt x="248" y="885"/>
                    <a:pt x="490" y="885"/>
                  </a:cubicBezTo>
                  <a:cubicBezTo>
                    <a:pt x="671" y="885"/>
                    <a:pt x="850" y="777"/>
                    <a:pt x="889" y="535"/>
                  </a:cubicBezTo>
                  <a:cubicBezTo>
                    <a:pt x="950" y="322"/>
                    <a:pt x="828" y="92"/>
                    <a:pt x="614" y="16"/>
                  </a:cubicBezTo>
                  <a:cubicBezTo>
                    <a:pt x="577" y="5"/>
                    <a:pt x="539" y="0"/>
                    <a:pt x="5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52" name="Google Shape;952;p56"/>
            <p:cNvSpPr/>
            <p:nvPr/>
          </p:nvSpPr>
          <p:spPr>
            <a:xfrm>
              <a:off x="6177875" y="1313075"/>
              <a:ext cx="119925" cy="67250"/>
            </a:xfrm>
            <a:custGeom>
              <a:avLst/>
              <a:gdLst/>
              <a:ahLst/>
              <a:cxnLst/>
              <a:rect l="l" t="t" r="r" b="b"/>
              <a:pathLst>
                <a:path w="4797" h="2690" extrusionOk="0">
                  <a:moveTo>
                    <a:pt x="4522" y="1"/>
                  </a:moveTo>
                  <a:lnTo>
                    <a:pt x="0" y="1788"/>
                  </a:lnTo>
                  <a:lnTo>
                    <a:pt x="260" y="2689"/>
                  </a:lnTo>
                  <a:lnTo>
                    <a:pt x="4797" y="902"/>
                  </a:lnTo>
                  <a:lnTo>
                    <a:pt x="452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953" name="Google Shape;953;p56"/>
          <p:cNvSpPr txBox="1">
            <a:spLocks noGrp="1"/>
          </p:cNvSpPr>
          <p:nvPr>
            <p:ph type="ctrTitle"/>
          </p:nvPr>
        </p:nvSpPr>
        <p:spPr>
          <a:xfrm>
            <a:off x="2149613" y="1760907"/>
            <a:ext cx="48672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DE" noProof="1"/>
              <a:t>Land. Repair.    Fly again.</a:t>
            </a:r>
          </a:p>
        </p:txBody>
      </p:sp>
      <p:sp>
        <p:nvSpPr>
          <p:cNvPr id="954" name="Google Shape;954;p56"/>
          <p:cNvSpPr txBox="1">
            <a:spLocks noGrp="1"/>
          </p:cNvSpPr>
          <p:nvPr>
            <p:ph type="subTitle" idx="1"/>
          </p:nvPr>
        </p:nvSpPr>
        <p:spPr>
          <a:xfrm>
            <a:off x="3386038" y="3692241"/>
            <a:ext cx="2404800" cy="4708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noProof="1"/>
              <a:t>Gruppe 5 </a:t>
            </a:r>
          </a:p>
          <a:p>
            <a:pPr marL="0" lvl="0" indent="0" algn="ctr" rtl="0">
              <a:spcBef>
                <a:spcPts val="0"/>
              </a:spcBef>
              <a:spcAft>
                <a:spcPts val="0"/>
              </a:spcAft>
              <a:buNone/>
            </a:pPr>
            <a:endParaRPr lang="de-DE" noProof="1"/>
          </a:p>
        </p:txBody>
      </p:sp>
      <p:sp>
        <p:nvSpPr>
          <p:cNvPr id="2" name="Google Shape;1026;p59">
            <a:extLst>
              <a:ext uri="{FF2B5EF4-FFF2-40B4-BE49-F238E27FC236}">
                <a16:creationId xmlns:a16="http://schemas.microsoft.com/office/drawing/2014/main" id="{62932E8B-8B19-AA7B-9000-17D4D64A8779}"/>
              </a:ext>
            </a:extLst>
          </p:cNvPr>
          <p:cNvSpPr/>
          <p:nvPr/>
        </p:nvSpPr>
        <p:spPr>
          <a:xfrm>
            <a:off x="1078529" y="853725"/>
            <a:ext cx="624000" cy="624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 name="Google Shape;1027;p59">
            <a:extLst>
              <a:ext uri="{FF2B5EF4-FFF2-40B4-BE49-F238E27FC236}">
                <a16:creationId xmlns:a16="http://schemas.microsoft.com/office/drawing/2014/main" id="{0E816B8F-60F9-022E-F363-CD5DD5756C1A}"/>
              </a:ext>
            </a:extLst>
          </p:cNvPr>
          <p:cNvSpPr/>
          <p:nvPr/>
        </p:nvSpPr>
        <p:spPr>
          <a:xfrm>
            <a:off x="7767228" y="2879017"/>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 name="Google Shape;1028;p59">
            <a:extLst>
              <a:ext uri="{FF2B5EF4-FFF2-40B4-BE49-F238E27FC236}">
                <a16:creationId xmlns:a16="http://schemas.microsoft.com/office/drawing/2014/main" id="{677A9EEF-4D72-C75A-BECD-FB255382A01D}"/>
              </a:ext>
            </a:extLst>
          </p:cNvPr>
          <p:cNvSpPr/>
          <p:nvPr/>
        </p:nvSpPr>
        <p:spPr>
          <a:xfrm>
            <a:off x="2208125" y="4192193"/>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xit" presetSubtype="0" fill="hold" grpId="0" nodeType="withEffect">
                                  <p:stCondLst>
                                    <p:cond delay="200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ntr" presetSubtype="0" fill="hold" nodeType="withEffect">
                                  <p:stCondLst>
                                    <p:cond delay="100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150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nodeType="clickEffect">
                                  <p:stCondLst>
                                    <p:cond delay="0"/>
                                  </p:stCondLst>
                                  <p:childTnLst>
                                    <p:animMotion origin="layout" path="M 2.77778E-7 4.69136E-6 L 0.28142 -1.01235 " pathEditMode="relative" rAng="0" ptsTypes="AA">
                                      <p:cBhvr>
                                        <p:cTn id="16" dur="2000" fill="hold"/>
                                        <p:tgtEl>
                                          <p:spTgt spid="909"/>
                                        </p:tgtEl>
                                        <p:attrNameLst>
                                          <p:attrName>ppt_x</p:attrName>
                                          <p:attrName>ppt_y</p:attrName>
                                        </p:attrNameLst>
                                      </p:cBhvr>
                                      <p:rCtr x="14097" y="-504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4" name="Google Shape;1034;p60"/>
          <p:cNvSpPr txBox="1">
            <a:spLocks noGrp="1"/>
          </p:cNvSpPr>
          <p:nvPr>
            <p:ph type="subTitle" idx="2"/>
          </p:nvPr>
        </p:nvSpPr>
        <p:spPr>
          <a:xfrm>
            <a:off x="3591600" y="1459477"/>
            <a:ext cx="2194200" cy="45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DE" noProof="1"/>
              <a:t>Personas</a:t>
            </a:r>
          </a:p>
        </p:txBody>
      </p:sp>
      <p:sp>
        <p:nvSpPr>
          <p:cNvPr id="1036" name="Google Shape;1036;p60"/>
          <p:cNvSpPr txBox="1">
            <a:spLocks noGrp="1"/>
          </p:cNvSpPr>
          <p:nvPr>
            <p:ph type="title" idx="15"/>
          </p:nvPr>
        </p:nvSpPr>
        <p:spPr>
          <a:xfrm>
            <a:off x="720000" y="1545750"/>
            <a:ext cx="2566800" cy="205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DE" noProof="1"/>
              <a:t>Gliederung</a:t>
            </a:r>
          </a:p>
        </p:txBody>
      </p:sp>
      <p:sp>
        <p:nvSpPr>
          <p:cNvPr id="1037" name="Google Shape;1037;p60"/>
          <p:cNvSpPr txBox="1">
            <a:spLocks noGrp="1"/>
          </p:cNvSpPr>
          <p:nvPr>
            <p:ph type="body" idx="13"/>
          </p:nvPr>
        </p:nvSpPr>
        <p:spPr>
          <a:xfrm>
            <a:off x="3591600" y="1761877"/>
            <a:ext cx="2194200" cy="573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DE" noProof="1"/>
              <a:t>Die Persönlichkeiten &amp; ihre Probleme</a:t>
            </a:r>
          </a:p>
        </p:txBody>
      </p:sp>
      <p:sp>
        <p:nvSpPr>
          <p:cNvPr id="1038" name="Google Shape;1038;p60"/>
          <p:cNvSpPr txBox="1">
            <a:spLocks noGrp="1"/>
          </p:cNvSpPr>
          <p:nvPr>
            <p:ph type="subTitle" idx="4"/>
          </p:nvPr>
        </p:nvSpPr>
        <p:spPr>
          <a:xfrm>
            <a:off x="6058075" y="1459477"/>
            <a:ext cx="2794980" cy="45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DE" noProof="1"/>
              <a:t>Von der Idee zur Lösung</a:t>
            </a:r>
          </a:p>
        </p:txBody>
      </p:sp>
      <p:sp>
        <p:nvSpPr>
          <p:cNvPr id="1039" name="Google Shape;1039;p60"/>
          <p:cNvSpPr txBox="1">
            <a:spLocks noGrp="1"/>
          </p:cNvSpPr>
          <p:nvPr>
            <p:ph type="body" idx="9"/>
          </p:nvPr>
        </p:nvSpPr>
        <p:spPr>
          <a:xfrm>
            <a:off x="6058074" y="1761877"/>
            <a:ext cx="2365925" cy="573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DE" noProof="1"/>
              <a:t>Wie gehen wir mit den bekannten Problemen um?</a:t>
            </a:r>
          </a:p>
        </p:txBody>
      </p:sp>
      <p:sp>
        <p:nvSpPr>
          <p:cNvPr id="1040" name="Google Shape;1040;p60"/>
          <p:cNvSpPr txBox="1">
            <a:spLocks noGrp="1"/>
          </p:cNvSpPr>
          <p:nvPr>
            <p:ph type="body" idx="14"/>
          </p:nvPr>
        </p:nvSpPr>
        <p:spPr>
          <a:xfrm>
            <a:off x="3591600" y="3986200"/>
            <a:ext cx="2194200" cy="573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DE" noProof="1"/>
              <a:t>Wieso sollten Sie bei uns </a:t>
            </a:r>
            <a:r>
              <a:rPr lang="de-DE" noProof="1">
                <a:solidFill>
                  <a:srgbClr val="D2C2FF"/>
                </a:solidFill>
              </a:rPr>
              <a:t>investieren</a:t>
            </a:r>
            <a:r>
              <a:rPr lang="de-DE" noProof="1"/>
              <a:t>?</a:t>
            </a:r>
          </a:p>
        </p:txBody>
      </p:sp>
      <p:sp>
        <p:nvSpPr>
          <p:cNvPr id="1042" name="Google Shape;1042;p60"/>
          <p:cNvSpPr txBox="1">
            <a:spLocks noGrp="1"/>
          </p:cNvSpPr>
          <p:nvPr>
            <p:ph type="subTitle" idx="6"/>
          </p:nvPr>
        </p:nvSpPr>
        <p:spPr>
          <a:xfrm>
            <a:off x="3591600" y="3683800"/>
            <a:ext cx="2194200" cy="45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DE" noProof="1"/>
              <a:t>Unser Produkt</a:t>
            </a:r>
          </a:p>
        </p:txBody>
      </p:sp>
      <p:sp>
        <p:nvSpPr>
          <p:cNvPr id="1044" name="Google Shape;1044;p60"/>
          <p:cNvSpPr txBox="1">
            <a:spLocks noGrp="1"/>
          </p:cNvSpPr>
          <p:nvPr>
            <p:ph type="subTitle" idx="8"/>
          </p:nvPr>
        </p:nvSpPr>
        <p:spPr>
          <a:xfrm>
            <a:off x="6058075" y="3683800"/>
            <a:ext cx="2194200" cy="45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DE" noProof="1"/>
              <a:t>Mehrwert</a:t>
            </a:r>
          </a:p>
        </p:txBody>
      </p:sp>
      <p:sp>
        <p:nvSpPr>
          <p:cNvPr id="1045" name="Google Shape;1045;p60"/>
          <p:cNvSpPr txBox="1">
            <a:spLocks noGrp="1"/>
          </p:cNvSpPr>
          <p:nvPr>
            <p:ph type="body" idx="1"/>
          </p:nvPr>
        </p:nvSpPr>
        <p:spPr>
          <a:xfrm>
            <a:off x="6058075" y="3986200"/>
            <a:ext cx="2194200" cy="573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DE" b="0" i="0" u="none" strike="noStrike">
                <a:solidFill>
                  <a:srgbClr val="D2C2FF"/>
                </a:solidFill>
                <a:effectLst/>
                <a:latin typeface="Titillium Web" pitchFamily="2" charset="77"/>
              </a:rPr>
              <a:t>Der wahre Wert unserer Reise</a:t>
            </a:r>
            <a:endParaRPr lang="de-DE" noProof="1">
              <a:solidFill>
                <a:srgbClr val="D2C2FF"/>
              </a:solidFill>
              <a:latin typeface="Titillium Web" pitchFamily="2" charset="77"/>
            </a:endParaRPr>
          </a:p>
        </p:txBody>
      </p:sp>
      <p:cxnSp>
        <p:nvCxnSpPr>
          <p:cNvPr id="1046" name="Google Shape;1046;p60"/>
          <p:cNvCxnSpPr/>
          <p:nvPr/>
        </p:nvCxnSpPr>
        <p:spPr>
          <a:xfrm>
            <a:off x="3686000" y="1294675"/>
            <a:ext cx="709200" cy="0"/>
          </a:xfrm>
          <a:prstGeom prst="straightConnector1">
            <a:avLst/>
          </a:prstGeom>
          <a:noFill/>
          <a:ln w="76200" cap="flat" cmpd="sng">
            <a:solidFill>
              <a:schemeClr val="accent5"/>
            </a:solidFill>
            <a:prstDash val="solid"/>
            <a:round/>
            <a:headEnd type="none" w="med" len="med"/>
            <a:tailEnd type="none" w="med" len="med"/>
          </a:ln>
        </p:spPr>
      </p:cxnSp>
      <p:cxnSp>
        <p:nvCxnSpPr>
          <p:cNvPr id="1047" name="Google Shape;1047;p60"/>
          <p:cNvCxnSpPr/>
          <p:nvPr/>
        </p:nvCxnSpPr>
        <p:spPr>
          <a:xfrm>
            <a:off x="6135950" y="3520200"/>
            <a:ext cx="709200" cy="0"/>
          </a:xfrm>
          <a:prstGeom prst="straightConnector1">
            <a:avLst/>
          </a:prstGeom>
          <a:noFill/>
          <a:ln w="76200" cap="flat" cmpd="sng">
            <a:solidFill>
              <a:schemeClr val="accent5"/>
            </a:solidFill>
            <a:prstDash val="solid"/>
            <a:round/>
            <a:headEnd type="none" w="med" len="med"/>
            <a:tailEnd type="none" w="med" len="med"/>
          </a:ln>
        </p:spPr>
      </p:cxnSp>
      <p:cxnSp>
        <p:nvCxnSpPr>
          <p:cNvPr id="1048" name="Google Shape;1048;p60"/>
          <p:cNvCxnSpPr/>
          <p:nvPr/>
        </p:nvCxnSpPr>
        <p:spPr>
          <a:xfrm rot="10800000">
            <a:off x="6135950" y="1294675"/>
            <a:ext cx="709200" cy="0"/>
          </a:xfrm>
          <a:prstGeom prst="straightConnector1">
            <a:avLst/>
          </a:prstGeom>
          <a:noFill/>
          <a:ln w="76200" cap="flat" cmpd="sng">
            <a:solidFill>
              <a:schemeClr val="accent4"/>
            </a:solidFill>
            <a:prstDash val="solid"/>
            <a:round/>
            <a:headEnd type="none" w="med" len="med"/>
            <a:tailEnd type="none" w="med" len="med"/>
          </a:ln>
        </p:spPr>
      </p:cxnSp>
      <p:cxnSp>
        <p:nvCxnSpPr>
          <p:cNvPr id="1049" name="Google Shape;1049;p60"/>
          <p:cNvCxnSpPr/>
          <p:nvPr/>
        </p:nvCxnSpPr>
        <p:spPr>
          <a:xfrm rot="10800000">
            <a:off x="3686000" y="3520200"/>
            <a:ext cx="709200" cy="0"/>
          </a:xfrm>
          <a:prstGeom prst="straightConnector1">
            <a:avLst/>
          </a:prstGeom>
          <a:noFill/>
          <a:ln w="76200" cap="flat" cmpd="sng">
            <a:solidFill>
              <a:schemeClr val="accent6"/>
            </a:solidFill>
            <a:prstDash val="solid"/>
            <a:round/>
            <a:headEnd type="none" w="med" len="med"/>
            <a:tailEnd type="none" w="med" len="med"/>
          </a:ln>
        </p:spPr>
      </p:cxnSp>
      <mc:AlternateContent xmlns:mc="http://schemas.openxmlformats.org/markup-compatibility/2006" xmlns:psez="http://schemas.microsoft.com/office/powerpoint/2016/sectionzoom">
        <mc:Choice Requires="psez">
          <p:graphicFrame>
            <p:nvGraphicFramePr>
              <p:cNvPr id="3" name="Abschnittszoom 2">
                <a:extLst>
                  <a:ext uri="{FF2B5EF4-FFF2-40B4-BE49-F238E27FC236}">
                    <a16:creationId xmlns:a16="http://schemas.microsoft.com/office/drawing/2014/main" id="{1B65DF19-D905-4B5E-7AF4-85221B48B37B}"/>
                  </a:ext>
                </a:extLst>
              </p:cNvPr>
              <p:cNvGraphicFramePr>
                <a:graphicFrameLocks noChangeAspect="1"/>
              </p:cNvGraphicFramePr>
              <p:nvPr>
                <p:extLst>
                  <p:ext uri="{D42A27DB-BD31-4B8C-83A1-F6EECF244321}">
                    <p14:modId xmlns:p14="http://schemas.microsoft.com/office/powerpoint/2010/main" val="1406133994"/>
                  </p:ext>
                </p:extLst>
              </p:nvPr>
            </p:nvGraphicFramePr>
            <p:xfrm>
              <a:off x="3259435" y="195234"/>
              <a:ext cx="1562329" cy="1415443"/>
            </p:xfrm>
            <a:graphic>
              <a:graphicData uri="http://schemas.microsoft.com/office/powerpoint/2016/sectionzoom">
                <psez:sectionZm>
                  <psez:sectionZmObj sectionId="{6E544722-A951-6045-BFDF-884F67C552BB}">
                    <psez:zmPr id="{5AAC3D29-D8D8-2F4C-A3E5-2C2E8EE3F4B6}" imageType="cover" transitionDur="1000">
                      <p166:blipFill xmlns:p166="http://schemas.microsoft.com/office/powerpoint/2016/6/main">
                        <a:blip r:embed="rId3"/>
                        <a:stretch>
                          <a:fillRect/>
                        </a:stretch>
                      </p166:blipFill>
                      <p166:spPr xmlns:p166="http://schemas.microsoft.com/office/powerpoint/2016/6/main">
                        <a:xfrm>
                          <a:off x="0" y="0"/>
                          <a:ext cx="1562329" cy="1415443"/>
                        </a:xfrm>
                        <a:prstGeom prst="rect">
                          <a:avLst/>
                        </a:prstGeom>
                        <a:ln w="3175">
                          <a:noFill/>
                        </a:ln>
                      </p166:spPr>
                    </psez:zmPr>
                  </psez:sectionZmObj>
                </psez:sectionZm>
              </a:graphicData>
            </a:graphic>
          </p:graphicFrame>
        </mc:Choice>
        <mc:Fallback xmlns="">
          <p:pic>
            <p:nvPicPr>
              <p:cNvPr id="3" name="Abschnittszoom 2">
                <a:hlinkClick r:id="rId4" action="ppaction://hlinksldjump"/>
                <a:extLst>
                  <a:ext uri="{FF2B5EF4-FFF2-40B4-BE49-F238E27FC236}">
                    <a16:creationId xmlns:a16="http://schemas.microsoft.com/office/drawing/2014/main" id="{1B65DF19-D905-4B5E-7AF4-85221B48B37B}"/>
                  </a:ext>
                </a:extLst>
              </p:cNvPr>
              <p:cNvPicPr>
                <a:picLocks noGrp="1" noRot="1" noChangeAspect="1" noMove="1" noResize="1" noEditPoints="1" noAdjustHandles="1" noChangeArrowheads="1" noChangeShapeType="1"/>
              </p:cNvPicPr>
              <p:nvPr/>
            </p:nvPicPr>
            <p:blipFill>
              <a:blip r:embed="rId5"/>
              <a:stretch>
                <a:fillRect/>
              </a:stretch>
            </p:blipFill>
            <p:spPr>
              <a:xfrm>
                <a:off x="3259435" y="195234"/>
                <a:ext cx="1562329" cy="1415443"/>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7" name="Abschnittszoom 6">
                <a:extLst>
                  <a:ext uri="{FF2B5EF4-FFF2-40B4-BE49-F238E27FC236}">
                    <a16:creationId xmlns:a16="http://schemas.microsoft.com/office/drawing/2014/main" id="{346F6AA7-3F6B-6CF1-DDF2-49A9784AE339}"/>
                  </a:ext>
                </a:extLst>
              </p:cNvPr>
              <p:cNvGraphicFramePr>
                <a:graphicFrameLocks noChangeAspect="1"/>
              </p:cNvGraphicFramePr>
              <p:nvPr>
                <p:extLst>
                  <p:ext uri="{D42A27DB-BD31-4B8C-83A1-F6EECF244321}">
                    <p14:modId xmlns:p14="http://schemas.microsoft.com/office/powerpoint/2010/main" val="947063828"/>
                  </p:ext>
                </p:extLst>
              </p:nvPr>
            </p:nvGraphicFramePr>
            <p:xfrm>
              <a:off x="5695615" y="176549"/>
              <a:ext cx="1589869" cy="1452811"/>
            </p:xfrm>
            <a:graphic>
              <a:graphicData uri="http://schemas.microsoft.com/office/powerpoint/2016/sectionzoom">
                <psez:sectionZm>
                  <psez:sectionZmObj sectionId="{8AD0D641-C5BE-944F-9B2C-7FB8D720D113}">
                    <psez:zmPr id="{201092A8-13E7-7E4A-B31F-B73FDD3D044C}" imageType="cover" transitionDur="1000">
                      <p166:blipFill xmlns:p166="http://schemas.microsoft.com/office/powerpoint/2016/6/main">
                        <a:blip r:embed="rId6"/>
                        <a:stretch>
                          <a:fillRect/>
                        </a:stretch>
                      </p166:blipFill>
                      <p166:spPr xmlns:p166="http://schemas.microsoft.com/office/powerpoint/2016/6/main">
                        <a:xfrm>
                          <a:off x="0" y="0"/>
                          <a:ext cx="1589869" cy="1452811"/>
                        </a:xfrm>
                        <a:prstGeom prst="rect">
                          <a:avLst/>
                        </a:prstGeom>
                        <a:ln w="3175">
                          <a:noFill/>
                        </a:ln>
                      </p166:spPr>
                    </psez:zmPr>
                  </psez:sectionZmObj>
                </psez:sectionZm>
              </a:graphicData>
            </a:graphic>
          </p:graphicFrame>
        </mc:Choice>
        <mc:Fallback xmlns="">
          <p:pic>
            <p:nvPicPr>
              <p:cNvPr id="7" name="Abschnittszoom 6">
                <a:hlinkClick r:id="rId7" action="ppaction://hlinksldjump"/>
                <a:extLst>
                  <a:ext uri="{FF2B5EF4-FFF2-40B4-BE49-F238E27FC236}">
                    <a16:creationId xmlns:a16="http://schemas.microsoft.com/office/drawing/2014/main" id="{346F6AA7-3F6B-6CF1-DDF2-49A9784AE339}"/>
                  </a:ext>
                </a:extLst>
              </p:cNvPr>
              <p:cNvPicPr>
                <a:picLocks noGrp="1" noRot="1" noChangeAspect="1" noMove="1" noResize="1" noEditPoints="1" noAdjustHandles="1" noChangeArrowheads="1" noChangeShapeType="1"/>
              </p:cNvPicPr>
              <p:nvPr/>
            </p:nvPicPr>
            <p:blipFill>
              <a:blip r:embed="rId8"/>
              <a:stretch>
                <a:fillRect/>
              </a:stretch>
            </p:blipFill>
            <p:spPr>
              <a:xfrm>
                <a:off x="5695615" y="176549"/>
                <a:ext cx="1589869" cy="1452811"/>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11" name="Abschnittszoom 10">
                <a:extLst>
                  <a:ext uri="{FF2B5EF4-FFF2-40B4-BE49-F238E27FC236}">
                    <a16:creationId xmlns:a16="http://schemas.microsoft.com/office/drawing/2014/main" id="{C0B61FF2-844D-85A1-C6BB-0D6F66290384}"/>
                  </a:ext>
                </a:extLst>
              </p:cNvPr>
              <p:cNvGraphicFramePr>
                <a:graphicFrameLocks noChangeAspect="1"/>
              </p:cNvGraphicFramePr>
              <p:nvPr>
                <p:extLst>
                  <p:ext uri="{D42A27DB-BD31-4B8C-83A1-F6EECF244321}">
                    <p14:modId xmlns:p14="http://schemas.microsoft.com/office/powerpoint/2010/main" val="3310618065"/>
                  </p:ext>
                </p:extLst>
              </p:nvPr>
            </p:nvGraphicFramePr>
            <p:xfrm>
              <a:off x="3245117" y="2459520"/>
              <a:ext cx="1590964" cy="1427788"/>
            </p:xfrm>
            <a:graphic>
              <a:graphicData uri="http://schemas.microsoft.com/office/powerpoint/2016/sectionzoom">
                <psez:sectionZm>
                  <psez:sectionZmObj sectionId="{0506F55F-30B7-4645-B09D-7D2ECE858052}">
                    <psez:zmPr id="{20A615A1-8696-0547-9A89-96CA53C46F76}" imageType="cover" transitionDur="1000">
                      <p166:blipFill xmlns:p166="http://schemas.microsoft.com/office/powerpoint/2016/6/main">
                        <a:blip r:embed="rId9"/>
                        <a:stretch>
                          <a:fillRect/>
                        </a:stretch>
                      </p166:blipFill>
                      <p166:spPr xmlns:p166="http://schemas.microsoft.com/office/powerpoint/2016/6/main">
                        <a:xfrm>
                          <a:off x="0" y="0"/>
                          <a:ext cx="1590964" cy="1427788"/>
                        </a:xfrm>
                        <a:prstGeom prst="rect">
                          <a:avLst/>
                        </a:prstGeom>
                        <a:ln w="3175">
                          <a:noFill/>
                        </a:ln>
                      </p166:spPr>
                    </psez:zmPr>
                  </psez:sectionZmObj>
                </psez:sectionZm>
              </a:graphicData>
            </a:graphic>
          </p:graphicFrame>
        </mc:Choice>
        <mc:Fallback xmlns="">
          <p:pic>
            <p:nvPicPr>
              <p:cNvPr id="11" name="Abschnittszoom 10">
                <a:hlinkClick r:id="rId10" action="ppaction://hlinksldjump"/>
                <a:extLst>
                  <a:ext uri="{FF2B5EF4-FFF2-40B4-BE49-F238E27FC236}">
                    <a16:creationId xmlns:a16="http://schemas.microsoft.com/office/drawing/2014/main" id="{C0B61FF2-844D-85A1-C6BB-0D6F66290384}"/>
                  </a:ext>
                </a:extLst>
              </p:cNvPr>
              <p:cNvPicPr>
                <a:picLocks noGrp="1" noRot="1" noChangeAspect="1" noMove="1" noResize="1" noEditPoints="1" noAdjustHandles="1" noChangeArrowheads="1" noChangeShapeType="1"/>
              </p:cNvPicPr>
              <p:nvPr/>
            </p:nvPicPr>
            <p:blipFill>
              <a:blip r:embed="rId11"/>
              <a:stretch>
                <a:fillRect/>
              </a:stretch>
            </p:blipFill>
            <p:spPr>
              <a:xfrm>
                <a:off x="3245117" y="2459520"/>
                <a:ext cx="1590964" cy="1427788"/>
              </a:xfrm>
              <a:prstGeom prst="rect">
                <a:avLst/>
              </a:prstGeom>
              <a:ln w="3175">
                <a:noFill/>
              </a:ln>
            </p:spPr>
          </p:pic>
        </mc:Fallback>
      </mc:AlternateContent>
      <p:sp>
        <p:nvSpPr>
          <p:cNvPr id="5" name="Textfeld 4">
            <a:extLst>
              <a:ext uri="{FF2B5EF4-FFF2-40B4-BE49-F238E27FC236}">
                <a16:creationId xmlns:a16="http://schemas.microsoft.com/office/drawing/2014/main" id="{1824591E-400F-BA46-8B46-27A639532E12}"/>
              </a:ext>
            </a:extLst>
          </p:cNvPr>
          <p:cNvSpPr txBox="1"/>
          <p:nvPr/>
        </p:nvSpPr>
        <p:spPr>
          <a:xfrm>
            <a:off x="6135950" y="2562184"/>
            <a:ext cx="870751" cy="830997"/>
          </a:xfrm>
          <a:prstGeom prst="rect">
            <a:avLst/>
          </a:prstGeom>
          <a:noFill/>
        </p:spPr>
        <p:txBody>
          <a:bodyPr wrap="none" rtlCol="0">
            <a:spAutoFit/>
          </a:bodyPr>
          <a:lstStyle/>
          <a:p>
            <a:r>
              <a:rPr lang="de-DE" sz="4800" b="1">
                <a:solidFill>
                  <a:schemeClr val="tx1"/>
                </a:solidFil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bgerundetes Rechteck 2">
            <a:extLst>
              <a:ext uri="{FF2B5EF4-FFF2-40B4-BE49-F238E27FC236}">
                <a16:creationId xmlns:a16="http://schemas.microsoft.com/office/drawing/2014/main" id="{F554366A-EBC7-74B2-CBF8-F5B4FAC229DA}"/>
              </a:ext>
            </a:extLst>
          </p:cNvPr>
          <p:cNvSpPr/>
          <p:nvPr/>
        </p:nvSpPr>
        <p:spPr>
          <a:xfrm>
            <a:off x="464234" y="391257"/>
            <a:ext cx="8215532" cy="4360985"/>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feld 7">
            <a:extLst>
              <a:ext uri="{FF2B5EF4-FFF2-40B4-BE49-F238E27FC236}">
                <a16:creationId xmlns:a16="http://schemas.microsoft.com/office/drawing/2014/main" id="{FFB82451-097F-F0B2-827E-E0312CE1A65B}"/>
              </a:ext>
            </a:extLst>
          </p:cNvPr>
          <p:cNvSpPr txBox="1"/>
          <p:nvPr/>
        </p:nvSpPr>
        <p:spPr>
          <a:xfrm>
            <a:off x="2912012" y="1134215"/>
            <a:ext cx="1119217" cy="307777"/>
          </a:xfrm>
          <a:prstGeom prst="rect">
            <a:avLst/>
          </a:prstGeom>
          <a:noFill/>
        </p:spPr>
        <p:txBody>
          <a:bodyPr wrap="none" rtlCol="0">
            <a:spAutoFit/>
          </a:bodyPr>
          <a:lstStyle/>
          <a:p>
            <a:r>
              <a:rPr lang="de-DE">
                <a:solidFill>
                  <a:schemeClr val="tx1"/>
                </a:solidFill>
              </a:rPr>
              <a:t>Hintergrund</a:t>
            </a:r>
          </a:p>
        </p:txBody>
      </p:sp>
      <p:sp>
        <p:nvSpPr>
          <p:cNvPr id="9" name="Textfeld 8">
            <a:extLst>
              <a:ext uri="{FF2B5EF4-FFF2-40B4-BE49-F238E27FC236}">
                <a16:creationId xmlns:a16="http://schemas.microsoft.com/office/drawing/2014/main" id="{93C4311D-0F02-3F55-BF48-DC536209AECC}"/>
              </a:ext>
            </a:extLst>
          </p:cNvPr>
          <p:cNvSpPr txBox="1"/>
          <p:nvPr/>
        </p:nvSpPr>
        <p:spPr>
          <a:xfrm>
            <a:off x="5048622" y="1132724"/>
            <a:ext cx="572593" cy="307777"/>
          </a:xfrm>
          <a:prstGeom prst="rect">
            <a:avLst/>
          </a:prstGeom>
          <a:noFill/>
        </p:spPr>
        <p:txBody>
          <a:bodyPr wrap="none" rtlCol="0">
            <a:spAutoFit/>
          </a:bodyPr>
          <a:lstStyle/>
          <a:p>
            <a:r>
              <a:rPr lang="de-DE">
                <a:solidFill>
                  <a:schemeClr val="tx1"/>
                </a:solidFill>
              </a:rPr>
              <a:t>Ziele</a:t>
            </a:r>
          </a:p>
        </p:txBody>
      </p:sp>
      <p:sp>
        <p:nvSpPr>
          <p:cNvPr id="10" name="Textfeld 9">
            <a:extLst>
              <a:ext uri="{FF2B5EF4-FFF2-40B4-BE49-F238E27FC236}">
                <a16:creationId xmlns:a16="http://schemas.microsoft.com/office/drawing/2014/main" id="{740ADC7C-C788-5497-0496-7DA108F66850}"/>
              </a:ext>
            </a:extLst>
          </p:cNvPr>
          <p:cNvSpPr txBox="1"/>
          <p:nvPr/>
        </p:nvSpPr>
        <p:spPr>
          <a:xfrm>
            <a:off x="6704672" y="1132725"/>
            <a:ext cx="1039067" cy="307777"/>
          </a:xfrm>
          <a:prstGeom prst="rect">
            <a:avLst/>
          </a:prstGeom>
          <a:noFill/>
        </p:spPr>
        <p:txBody>
          <a:bodyPr wrap="none" rtlCol="0">
            <a:spAutoFit/>
          </a:bodyPr>
          <a:lstStyle/>
          <a:p>
            <a:r>
              <a:rPr lang="de-DE">
                <a:solidFill>
                  <a:schemeClr val="tx1"/>
                </a:solidFill>
              </a:rPr>
              <a:t>Frustration</a:t>
            </a:r>
          </a:p>
        </p:txBody>
      </p:sp>
      <p:cxnSp>
        <p:nvCxnSpPr>
          <p:cNvPr id="12" name="Gerade Verbindung 11">
            <a:extLst>
              <a:ext uri="{FF2B5EF4-FFF2-40B4-BE49-F238E27FC236}">
                <a16:creationId xmlns:a16="http://schemas.microsoft.com/office/drawing/2014/main" id="{B23078F9-5406-FB54-FF72-0E82A470A7FD}"/>
              </a:ext>
            </a:extLst>
          </p:cNvPr>
          <p:cNvCxnSpPr/>
          <p:nvPr/>
        </p:nvCxnSpPr>
        <p:spPr>
          <a:xfrm>
            <a:off x="4417256"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 Verbindung 12">
            <a:extLst>
              <a:ext uri="{FF2B5EF4-FFF2-40B4-BE49-F238E27FC236}">
                <a16:creationId xmlns:a16="http://schemas.microsoft.com/office/drawing/2014/main" id="{7ADA97B4-68F1-22DE-9D70-304383105161}"/>
              </a:ext>
            </a:extLst>
          </p:cNvPr>
          <p:cNvCxnSpPr>
            <a:cxnSpLocks/>
          </p:cNvCxnSpPr>
          <p:nvPr/>
        </p:nvCxnSpPr>
        <p:spPr>
          <a:xfrm>
            <a:off x="6271847" y="1108718"/>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22F89DC4-F659-5C12-26C4-330DD88C39F2}"/>
              </a:ext>
            </a:extLst>
          </p:cNvPr>
          <p:cNvSpPr txBox="1"/>
          <p:nvPr/>
        </p:nvSpPr>
        <p:spPr>
          <a:xfrm>
            <a:off x="2646469" y="1584945"/>
            <a:ext cx="1675426" cy="2246769"/>
          </a:xfrm>
          <a:prstGeom prst="rect">
            <a:avLst/>
          </a:prstGeom>
          <a:noFill/>
        </p:spPr>
        <p:txBody>
          <a:bodyPr wrap="square" rtlCol="0">
            <a:spAutoFit/>
          </a:bodyPr>
          <a:lstStyle/>
          <a:p>
            <a:pPr marL="171450" lvl="0" indent="-171450">
              <a:spcAft>
                <a:spcPts val="1200"/>
              </a:spcAft>
              <a:buClr>
                <a:schemeClr val="tx1"/>
              </a:buClr>
              <a:buFont typeface="Arial" panose="020B0604020202020204" pitchFamily="34" charset="0"/>
              <a:buChar char="•"/>
            </a:pPr>
            <a:r>
              <a:rPr kumimoji="0" lang="de-DE" sz="1200" b="0" i="0" u="none" strike="noStrike" kern="1200" cap="none" spc="0" normalizeH="0" baseline="0" noProof="0">
                <a:ln>
                  <a:noFill/>
                </a:ln>
                <a:solidFill>
                  <a:srgbClr val="FFFFFF"/>
                </a:solidFill>
                <a:effectLst/>
                <a:uLnTx/>
                <a:uFillTx/>
                <a:latin typeface="Arial"/>
                <a:ea typeface="+mn-ea"/>
                <a:cs typeface="+mn-cs"/>
              </a:rPr>
              <a:t>Fachkraft für Lagerlogistik, Weiterbildung Aviation Supply Chain </a:t>
            </a:r>
          </a:p>
          <a:p>
            <a:pPr marL="171450" lvl="0" indent="-171450">
              <a:spcAft>
                <a:spcPts val="1200"/>
              </a:spcAft>
              <a:buClr>
                <a:schemeClr val="tx1"/>
              </a:buClr>
              <a:buFont typeface="Arial" panose="020B0604020202020204" pitchFamily="34" charset="0"/>
              <a:buChar char="•"/>
            </a:pPr>
            <a:r>
              <a:rPr kumimoji="0" lang="de-DE" sz="1200" b="0" i="0" u="none" strike="noStrike" kern="1200" cap="none" spc="0" normalizeH="0" baseline="0" noProof="0">
                <a:ln>
                  <a:noFill/>
                </a:ln>
                <a:solidFill>
                  <a:srgbClr val="FFFFFF"/>
                </a:solidFill>
                <a:effectLst/>
                <a:uLnTx/>
                <a:uFillTx/>
                <a:latin typeface="Arial"/>
                <a:ea typeface="+mn-ea"/>
                <a:cs typeface="+mn-cs"/>
              </a:rPr>
              <a:t>15+ Jahre, zertifiziert für sicherheitskritische Bauteile</a:t>
            </a:r>
          </a:p>
          <a:p>
            <a:pPr marL="171450" indent="-171450">
              <a:spcAft>
                <a:spcPts val="1200"/>
              </a:spcAft>
              <a:buClr>
                <a:schemeClr val="tx1"/>
              </a:buClr>
              <a:buFont typeface="Arial" panose="020B0604020202020204" pitchFamily="34" charset="0"/>
              <a:buChar char="•"/>
            </a:pPr>
            <a:endParaRPr lang="de-DE" sz="1200">
              <a:solidFill>
                <a:schemeClr val="tx1"/>
              </a:solidFill>
            </a:endParaRPr>
          </a:p>
        </p:txBody>
      </p:sp>
      <p:sp>
        <p:nvSpPr>
          <p:cNvPr id="16" name="Textfeld 15">
            <a:extLst>
              <a:ext uri="{FF2B5EF4-FFF2-40B4-BE49-F238E27FC236}">
                <a16:creationId xmlns:a16="http://schemas.microsoft.com/office/drawing/2014/main" id="{3BBB7859-B881-1A04-1E09-6D2B67F28169}"/>
              </a:ext>
            </a:extLst>
          </p:cNvPr>
          <p:cNvSpPr txBox="1"/>
          <p:nvPr/>
        </p:nvSpPr>
        <p:spPr>
          <a:xfrm>
            <a:off x="4460225" y="1584945"/>
            <a:ext cx="1577929" cy="2431435"/>
          </a:xfrm>
          <a:prstGeom prst="rect">
            <a:avLst/>
          </a:prstGeom>
          <a:noFill/>
        </p:spPr>
        <p:txBody>
          <a:bodyPr wrap="square">
            <a:spAutoFit/>
          </a:bodyPr>
          <a:lstStyle/>
          <a:p>
            <a:pPr marL="285750" indent="-285750">
              <a:spcAft>
                <a:spcPts val="1200"/>
              </a:spcAft>
              <a:buClr>
                <a:schemeClr val="tx1"/>
              </a:buClr>
              <a:buFont typeface="Arial" panose="020B0604020202020204" pitchFamily="34" charset="0"/>
              <a:buChar char="•"/>
            </a:pPr>
            <a:r>
              <a:rPr lang="de-DE" sz="1200">
                <a:solidFill>
                  <a:schemeClr val="tx1"/>
                </a:solidFill>
              </a:rPr>
              <a:t>Teile rechtzeitig beschaffen &amp; Bestand dokumentieren</a:t>
            </a:r>
          </a:p>
          <a:p>
            <a:pPr marL="285750" indent="-285750">
              <a:spcAft>
                <a:spcPts val="1200"/>
              </a:spcAft>
              <a:buClr>
                <a:schemeClr val="tx1"/>
              </a:buClr>
              <a:buFont typeface="Arial" panose="020B0604020202020204" pitchFamily="34" charset="0"/>
              <a:buChar char="•"/>
            </a:pPr>
            <a:r>
              <a:rPr lang="de-DE" sz="1200">
                <a:solidFill>
                  <a:schemeClr val="tx1"/>
                </a:solidFill>
              </a:rPr>
              <a:t>Engpässe schnell lösen &amp; KI-Vorschläge nutzen</a:t>
            </a:r>
          </a:p>
          <a:p>
            <a:pPr marL="285750" indent="-285750">
              <a:spcAft>
                <a:spcPts val="1200"/>
              </a:spcAft>
              <a:buClr>
                <a:schemeClr val="tx1"/>
              </a:buClr>
              <a:buFont typeface="Arial" panose="020B0604020202020204" pitchFamily="34" charset="0"/>
              <a:buChar char="•"/>
            </a:pPr>
            <a:r>
              <a:rPr lang="de-DE" sz="1200">
                <a:solidFill>
                  <a:schemeClr val="tx1"/>
                </a:solidFill>
              </a:rPr>
              <a:t>Kannibalisierungen sicher durchführen</a:t>
            </a:r>
          </a:p>
        </p:txBody>
      </p:sp>
      <p:sp>
        <p:nvSpPr>
          <p:cNvPr id="18" name="Textfeld 17">
            <a:extLst>
              <a:ext uri="{FF2B5EF4-FFF2-40B4-BE49-F238E27FC236}">
                <a16:creationId xmlns:a16="http://schemas.microsoft.com/office/drawing/2014/main" id="{318EAADF-5C77-B955-B959-9AA359C9CFD4}"/>
              </a:ext>
            </a:extLst>
          </p:cNvPr>
          <p:cNvSpPr txBox="1"/>
          <p:nvPr/>
        </p:nvSpPr>
        <p:spPr>
          <a:xfrm>
            <a:off x="6504130" y="1623830"/>
            <a:ext cx="1737728" cy="2246769"/>
          </a:xfrm>
          <a:prstGeom prst="rect">
            <a:avLst/>
          </a:prstGeom>
          <a:noFill/>
        </p:spPr>
        <p:txBody>
          <a:bodyPr wrap="square">
            <a:spAutoFit/>
          </a:bodyPr>
          <a:lstStyle/>
          <a:p>
            <a:pPr marL="285750" lvl="0" indent="-285750" defTabSz="1219170" eaLnBrk="1" fontAlgn="auto" latinLnBrk="0" hangingPunct="1">
              <a:spcAft>
                <a:spcPts val="1200"/>
              </a:spcAft>
              <a:buClr>
                <a:schemeClr val="tx1"/>
              </a:buClr>
              <a:buSzTx/>
              <a:buFont typeface="Arial" panose="020B0604020202020204" pitchFamily="34" charset="0"/>
              <a:buChar char="•"/>
              <a:tabLst/>
              <a:defRPr/>
            </a:pPr>
            <a:r>
              <a:rPr lang="de-DE" sz="1200">
                <a:solidFill>
                  <a:schemeClr val="tx1"/>
                </a:solidFill>
              </a:rPr>
              <a:t>Fehlende Teile &amp; Lieferverzögerungen</a:t>
            </a:r>
          </a:p>
          <a:p>
            <a:pPr marL="285750" lvl="0" indent="-285750" defTabSz="1219170" eaLnBrk="1" fontAlgn="auto" latinLnBrk="0" hangingPunct="1">
              <a:spcAft>
                <a:spcPts val="1200"/>
              </a:spcAft>
              <a:buClr>
                <a:schemeClr val="tx1"/>
              </a:buClr>
              <a:buSzTx/>
              <a:buFont typeface="Arial" panose="020B0604020202020204" pitchFamily="34" charset="0"/>
              <a:buChar char="•"/>
              <a:tabLst/>
              <a:defRPr/>
            </a:pPr>
            <a:r>
              <a:rPr lang="de-DE" sz="1200">
                <a:solidFill>
                  <a:schemeClr val="tx1"/>
                </a:solidFill>
              </a:rPr>
              <a:t>Parallele Anfragen aus demselben Lager </a:t>
            </a:r>
          </a:p>
          <a:p>
            <a:pPr marL="285750" lvl="0" indent="-285750" defTabSz="1219170" eaLnBrk="1" fontAlgn="auto" latinLnBrk="0" hangingPunct="1">
              <a:spcAft>
                <a:spcPts val="1200"/>
              </a:spcAft>
              <a:buClr>
                <a:schemeClr val="tx1"/>
              </a:buClr>
              <a:buSzTx/>
              <a:buFont typeface="Arial" panose="020B0604020202020204" pitchFamily="34" charset="0"/>
              <a:buChar char="•"/>
              <a:tabLst/>
              <a:defRPr/>
            </a:pPr>
            <a:r>
              <a:rPr lang="de-DE" sz="1200">
                <a:solidFill>
                  <a:schemeClr val="tx1"/>
                </a:solidFill>
              </a:rPr>
              <a:t>Kein Echtzeit-Überblick über Wartungsprioritäten</a:t>
            </a:r>
          </a:p>
        </p:txBody>
      </p:sp>
      <p:cxnSp>
        <p:nvCxnSpPr>
          <p:cNvPr id="24" name="Gerade Verbindung 11">
            <a:extLst>
              <a:ext uri="{FF2B5EF4-FFF2-40B4-BE49-F238E27FC236}">
                <a16:creationId xmlns:a16="http://schemas.microsoft.com/office/drawing/2014/main" id="{D900DC03-9378-945B-7B7E-C6E14E675E86}"/>
              </a:ext>
            </a:extLst>
          </p:cNvPr>
          <p:cNvCxnSpPr/>
          <p:nvPr/>
        </p:nvCxnSpPr>
        <p:spPr>
          <a:xfrm>
            <a:off x="6271847"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Abgerundetes Rechteck 26">
            <a:extLst>
              <a:ext uri="{FF2B5EF4-FFF2-40B4-BE49-F238E27FC236}">
                <a16:creationId xmlns:a16="http://schemas.microsoft.com/office/drawing/2014/main" id="{A9A33AAD-C6A1-72BE-36C9-34A0D2643229}"/>
              </a:ext>
            </a:extLst>
          </p:cNvPr>
          <p:cNvSpPr/>
          <p:nvPr/>
        </p:nvSpPr>
        <p:spPr>
          <a:xfrm>
            <a:off x="578351" y="590550"/>
            <a:ext cx="1929788" cy="361049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8" name="Grafik 27" descr="Ein Bild, das Kleidung, Cartoon, Spielzeug, Menschliches Gesicht enthält.&#10;&#10;Automatisch generierte Beschreibung">
            <a:extLst>
              <a:ext uri="{FF2B5EF4-FFF2-40B4-BE49-F238E27FC236}">
                <a16:creationId xmlns:a16="http://schemas.microsoft.com/office/drawing/2014/main" id="{F5302F30-4732-31BB-4677-BBA45FCE20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33" y="775026"/>
            <a:ext cx="1547465" cy="3061044"/>
          </a:xfrm>
          <a:prstGeom prst="rect">
            <a:avLst/>
          </a:prstGeom>
        </p:spPr>
      </p:pic>
      <p:sp>
        <p:nvSpPr>
          <p:cNvPr id="29" name="Textfeld 28">
            <a:extLst>
              <a:ext uri="{FF2B5EF4-FFF2-40B4-BE49-F238E27FC236}">
                <a16:creationId xmlns:a16="http://schemas.microsoft.com/office/drawing/2014/main" id="{57A4DC3D-D926-820A-FEA4-8760683B6F91}"/>
              </a:ext>
            </a:extLst>
          </p:cNvPr>
          <p:cNvSpPr txBox="1"/>
          <p:nvPr/>
        </p:nvSpPr>
        <p:spPr>
          <a:xfrm>
            <a:off x="643661" y="3821186"/>
            <a:ext cx="1842136" cy="307777"/>
          </a:xfrm>
          <a:prstGeom prst="rect">
            <a:avLst/>
          </a:prstGeom>
          <a:noFill/>
        </p:spPr>
        <p:txBody>
          <a:bodyPr wrap="square" rtlCol="0">
            <a:spAutoFit/>
          </a:bodyPr>
          <a:lstStyle/>
          <a:p>
            <a:pPr algn="ctr"/>
            <a:r>
              <a:rPr kumimoji="0" lang="de-DE" sz="1400" b="0" i="0" u="none" strike="noStrike" kern="1200" cap="none" spc="0" normalizeH="0" baseline="0" noProof="0">
                <a:ln>
                  <a:noFill/>
                </a:ln>
                <a:solidFill>
                  <a:schemeClr val="bg1"/>
                </a:solidFill>
                <a:effectLst/>
                <a:uLnTx/>
                <a:uFillTx/>
                <a:latin typeface="Arial"/>
                <a:ea typeface="+mn-ea"/>
                <a:cs typeface="+mn-cs"/>
              </a:rPr>
              <a:t>Lagerlogistiker</a:t>
            </a:r>
            <a:endParaRPr lang="de-DE">
              <a:solidFill>
                <a:schemeClr val="bg1"/>
              </a:solidFill>
            </a:endParaRPr>
          </a:p>
        </p:txBody>
      </p:sp>
      <p:pic>
        <p:nvPicPr>
          <p:cNvPr id="30" name="Grafik 29" descr="Ein Bild, das Kleidung, Cartoon, Lächeln, Person enthält.&#10;&#10;Automatisch generierte Beschreibung">
            <a:extLst>
              <a:ext uri="{FF2B5EF4-FFF2-40B4-BE49-F238E27FC236}">
                <a16:creationId xmlns:a16="http://schemas.microsoft.com/office/drawing/2014/main" id="{720DC060-CA7F-D258-66C9-2464B03BFB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694" y="845315"/>
            <a:ext cx="1504654" cy="2975872"/>
          </a:xfrm>
          <a:prstGeom prst="rect">
            <a:avLst/>
          </a:prstGeom>
        </p:spPr>
      </p:pic>
      <p:sp>
        <p:nvSpPr>
          <p:cNvPr id="31" name="Abgerundetes Rechteck 30">
            <a:extLst>
              <a:ext uri="{FF2B5EF4-FFF2-40B4-BE49-F238E27FC236}">
                <a16:creationId xmlns:a16="http://schemas.microsoft.com/office/drawing/2014/main" id="{7C6303BE-A75E-6863-6ACB-9EB225BE2401}"/>
              </a:ext>
            </a:extLst>
          </p:cNvPr>
          <p:cNvSpPr/>
          <p:nvPr/>
        </p:nvSpPr>
        <p:spPr>
          <a:xfrm>
            <a:off x="578350" y="590549"/>
            <a:ext cx="1972739" cy="3939409"/>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2" name="Grafik 31" descr="Ein Bild, das Kleidung, Cartoon, Spielzeug, Menschliches Gesicht enthält.&#10;&#10;Automatisch generierte Beschreibung">
            <a:extLst>
              <a:ext uri="{FF2B5EF4-FFF2-40B4-BE49-F238E27FC236}">
                <a16:creationId xmlns:a16="http://schemas.microsoft.com/office/drawing/2014/main" id="{243152D5-EB9C-83CF-5BB1-2699761406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33" y="775026"/>
            <a:ext cx="1547465" cy="3061044"/>
          </a:xfrm>
          <a:prstGeom prst="rect">
            <a:avLst/>
          </a:prstGeom>
        </p:spPr>
      </p:pic>
      <p:sp>
        <p:nvSpPr>
          <p:cNvPr id="33" name="Textfeld 32">
            <a:extLst>
              <a:ext uri="{FF2B5EF4-FFF2-40B4-BE49-F238E27FC236}">
                <a16:creationId xmlns:a16="http://schemas.microsoft.com/office/drawing/2014/main" id="{CF9C65B7-C2B3-F3F5-47A3-63AA91211250}"/>
              </a:ext>
            </a:extLst>
          </p:cNvPr>
          <p:cNvSpPr txBox="1"/>
          <p:nvPr/>
        </p:nvSpPr>
        <p:spPr>
          <a:xfrm>
            <a:off x="626702" y="3845893"/>
            <a:ext cx="1842136" cy="307777"/>
          </a:xfrm>
          <a:prstGeom prst="rect">
            <a:avLst/>
          </a:prstGeom>
          <a:noFill/>
        </p:spPr>
        <p:txBody>
          <a:bodyPr wrap="square" rtlCol="0">
            <a:spAutoFit/>
          </a:bodyPr>
          <a:lstStyle/>
          <a:p>
            <a:pPr algn="ctr"/>
            <a:r>
              <a:rPr kumimoji="0" lang="de-DE" sz="1400" b="0" i="0" u="none" strike="noStrike" kern="1200" cap="none" spc="0" normalizeH="0" baseline="0" noProof="0">
                <a:ln>
                  <a:noFill/>
                </a:ln>
                <a:solidFill>
                  <a:schemeClr val="bg1"/>
                </a:solidFill>
                <a:effectLst/>
                <a:uLnTx/>
                <a:uFillTx/>
                <a:latin typeface="Arial"/>
                <a:ea typeface="+mn-ea"/>
                <a:cs typeface="+mn-cs"/>
              </a:rPr>
              <a:t>Lagerlogistiker</a:t>
            </a:r>
            <a:endParaRPr lang="de-DE">
              <a:solidFill>
                <a:schemeClr val="bg1"/>
              </a:solidFill>
            </a:endParaRPr>
          </a:p>
        </p:txBody>
      </p:sp>
      <p:sp>
        <p:nvSpPr>
          <p:cNvPr id="34" name="Textfeld 33">
            <a:extLst>
              <a:ext uri="{FF2B5EF4-FFF2-40B4-BE49-F238E27FC236}">
                <a16:creationId xmlns:a16="http://schemas.microsoft.com/office/drawing/2014/main" id="{6E013933-D818-314F-E075-34AA4A45A07D}"/>
              </a:ext>
            </a:extLst>
          </p:cNvPr>
          <p:cNvSpPr txBox="1"/>
          <p:nvPr/>
        </p:nvSpPr>
        <p:spPr>
          <a:xfrm>
            <a:off x="772891" y="4075896"/>
            <a:ext cx="1583655" cy="954107"/>
          </a:xfrm>
          <a:prstGeom prst="rect">
            <a:avLst/>
          </a:prstGeom>
          <a:noFill/>
        </p:spPr>
        <p:txBody>
          <a:bodyPr wrap="square" rtlCol="0">
            <a:spAutoFit/>
          </a:bodyPr>
          <a:lstStyle/>
          <a:p>
            <a:pPr algn="ctr"/>
            <a:r>
              <a:rPr kumimoji="0" lang="de-DE" sz="1400" b="0" i="0" u="none" strike="noStrike" kern="1200" cap="none" spc="0" normalizeH="0" baseline="0" noProof="0">
                <a:ln>
                  <a:noFill/>
                </a:ln>
                <a:solidFill>
                  <a:schemeClr val="bg1"/>
                </a:solidFill>
                <a:effectLst/>
                <a:uLnTx/>
                <a:uFillTx/>
                <a:latin typeface="Arial"/>
                <a:ea typeface="+mn-ea"/>
                <a:cs typeface="+mn-cs"/>
              </a:rPr>
              <a:t>Angelo De Simone</a:t>
            </a:r>
          </a:p>
          <a:p>
            <a:pPr algn="ctr"/>
            <a:endParaRPr lang="de-DE">
              <a:solidFill>
                <a:schemeClr val="bg1"/>
              </a:solidFill>
            </a:endParaRPr>
          </a:p>
          <a:p>
            <a:pPr algn="ctr"/>
            <a:endParaRPr lang="de-DE">
              <a:solidFill>
                <a:schemeClr val="bg1"/>
              </a:solidFill>
            </a:endParaRPr>
          </a:p>
        </p:txBody>
      </p:sp>
      <p:pic>
        <p:nvPicPr>
          <p:cNvPr id="35" name="Grafik 34" descr="Ein Bild, das Kleidung, Cartoon, Lächeln, Person enthält.&#10;&#10;Automatisch generierte Beschreibung">
            <a:extLst>
              <a:ext uri="{FF2B5EF4-FFF2-40B4-BE49-F238E27FC236}">
                <a16:creationId xmlns:a16="http://schemas.microsoft.com/office/drawing/2014/main" id="{B0AC8712-3C92-FBB4-3D0E-42C1E0B69A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117" y="801767"/>
            <a:ext cx="1567754" cy="3100669"/>
          </a:xfrm>
          <a:prstGeom prst="rect">
            <a:avLst/>
          </a:prstGeom>
        </p:spPr>
      </p:pic>
      <p:pic>
        <p:nvPicPr>
          <p:cNvPr id="38" name="Grafik 37" descr="Ein Bild, das Kleidung, Cartoon, Person, gelb enthält.&#10;&#10;Automatisch generierte Beschreibung">
            <a:extLst>
              <a:ext uri="{FF2B5EF4-FFF2-40B4-BE49-F238E27FC236}">
                <a16:creationId xmlns:a16="http://schemas.microsoft.com/office/drawing/2014/main" id="{5E2E5F45-9E3C-9D90-4A4D-B40F82253427}"/>
              </a:ext>
            </a:extLst>
          </p:cNvPr>
          <p:cNvPicPr>
            <a:picLocks noChangeAspect="1"/>
          </p:cNvPicPr>
          <p:nvPr/>
        </p:nvPicPr>
        <p:blipFill>
          <a:blip r:embed="rId5"/>
          <a:stretch>
            <a:fillRect/>
          </a:stretch>
        </p:blipFill>
        <p:spPr>
          <a:xfrm>
            <a:off x="794344" y="685896"/>
            <a:ext cx="1568970" cy="3211486"/>
          </a:xfrm>
          <a:prstGeom prst="rect">
            <a:avLst/>
          </a:prstGeom>
        </p:spPr>
      </p:pic>
    </p:spTree>
    <p:extLst>
      <p:ext uri="{BB962C8B-B14F-4D97-AF65-F5344CB8AC3E}">
        <p14:creationId xmlns:p14="http://schemas.microsoft.com/office/powerpoint/2010/main" val="179738354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EC16B-55E8-1DD9-585C-66F301CE9362}"/>
            </a:ext>
          </a:extLst>
        </p:cNvPr>
        <p:cNvGrpSpPr/>
        <p:nvPr/>
      </p:nvGrpSpPr>
      <p:grpSpPr>
        <a:xfrm>
          <a:off x="0" y="0"/>
          <a:ext cx="0" cy="0"/>
          <a:chOff x="0" y="0"/>
          <a:chExt cx="0" cy="0"/>
        </a:xfrm>
      </p:grpSpPr>
      <p:sp>
        <p:nvSpPr>
          <p:cNvPr id="3" name="Abgerundetes Rechteck 2">
            <a:extLst>
              <a:ext uri="{FF2B5EF4-FFF2-40B4-BE49-F238E27FC236}">
                <a16:creationId xmlns:a16="http://schemas.microsoft.com/office/drawing/2014/main" id="{2E951E4C-AC71-4B47-ADCA-3F6A1FA731D9}"/>
              </a:ext>
            </a:extLst>
          </p:cNvPr>
          <p:cNvSpPr/>
          <p:nvPr/>
        </p:nvSpPr>
        <p:spPr>
          <a:xfrm>
            <a:off x="464234" y="391257"/>
            <a:ext cx="8215532" cy="4360985"/>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feld 7">
            <a:extLst>
              <a:ext uri="{FF2B5EF4-FFF2-40B4-BE49-F238E27FC236}">
                <a16:creationId xmlns:a16="http://schemas.microsoft.com/office/drawing/2014/main" id="{53124F03-C0D4-7952-4CC2-83D24A685F53}"/>
              </a:ext>
            </a:extLst>
          </p:cNvPr>
          <p:cNvSpPr txBox="1"/>
          <p:nvPr/>
        </p:nvSpPr>
        <p:spPr>
          <a:xfrm>
            <a:off x="2912012" y="1134215"/>
            <a:ext cx="1119217" cy="307777"/>
          </a:xfrm>
          <a:prstGeom prst="rect">
            <a:avLst/>
          </a:prstGeom>
          <a:noFill/>
        </p:spPr>
        <p:txBody>
          <a:bodyPr wrap="none" rtlCol="0">
            <a:spAutoFit/>
          </a:bodyPr>
          <a:lstStyle/>
          <a:p>
            <a:r>
              <a:rPr lang="de-DE">
                <a:solidFill>
                  <a:schemeClr val="tx1"/>
                </a:solidFill>
              </a:rPr>
              <a:t>Hintergrund</a:t>
            </a:r>
          </a:p>
        </p:txBody>
      </p:sp>
      <p:sp>
        <p:nvSpPr>
          <p:cNvPr id="9" name="Textfeld 8">
            <a:extLst>
              <a:ext uri="{FF2B5EF4-FFF2-40B4-BE49-F238E27FC236}">
                <a16:creationId xmlns:a16="http://schemas.microsoft.com/office/drawing/2014/main" id="{C2D8E518-9EFB-973B-F144-9066FF6C7009}"/>
              </a:ext>
            </a:extLst>
          </p:cNvPr>
          <p:cNvSpPr txBox="1"/>
          <p:nvPr/>
        </p:nvSpPr>
        <p:spPr>
          <a:xfrm>
            <a:off x="5048622" y="1132724"/>
            <a:ext cx="572593" cy="307777"/>
          </a:xfrm>
          <a:prstGeom prst="rect">
            <a:avLst/>
          </a:prstGeom>
          <a:noFill/>
        </p:spPr>
        <p:txBody>
          <a:bodyPr wrap="none" rtlCol="0">
            <a:spAutoFit/>
          </a:bodyPr>
          <a:lstStyle/>
          <a:p>
            <a:r>
              <a:rPr lang="de-DE">
                <a:solidFill>
                  <a:schemeClr val="tx1"/>
                </a:solidFill>
              </a:rPr>
              <a:t>Ziele</a:t>
            </a:r>
          </a:p>
        </p:txBody>
      </p:sp>
      <p:sp>
        <p:nvSpPr>
          <p:cNvPr id="10" name="Textfeld 9">
            <a:extLst>
              <a:ext uri="{FF2B5EF4-FFF2-40B4-BE49-F238E27FC236}">
                <a16:creationId xmlns:a16="http://schemas.microsoft.com/office/drawing/2014/main" id="{527AA63B-F2C2-374B-4BFF-AA23D827ABC5}"/>
              </a:ext>
            </a:extLst>
          </p:cNvPr>
          <p:cNvSpPr txBox="1"/>
          <p:nvPr/>
        </p:nvSpPr>
        <p:spPr>
          <a:xfrm>
            <a:off x="6704672" y="1132725"/>
            <a:ext cx="1039067" cy="307777"/>
          </a:xfrm>
          <a:prstGeom prst="rect">
            <a:avLst/>
          </a:prstGeom>
          <a:noFill/>
        </p:spPr>
        <p:txBody>
          <a:bodyPr wrap="none" rtlCol="0">
            <a:spAutoFit/>
          </a:bodyPr>
          <a:lstStyle/>
          <a:p>
            <a:r>
              <a:rPr lang="de-DE">
                <a:solidFill>
                  <a:schemeClr val="tx1"/>
                </a:solidFill>
              </a:rPr>
              <a:t>Frustration</a:t>
            </a:r>
          </a:p>
        </p:txBody>
      </p:sp>
      <p:cxnSp>
        <p:nvCxnSpPr>
          <p:cNvPr id="12" name="Gerade Verbindung 11">
            <a:extLst>
              <a:ext uri="{FF2B5EF4-FFF2-40B4-BE49-F238E27FC236}">
                <a16:creationId xmlns:a16="http://schemas.microsoft.com/office/drawing/2014/main" id="{ED789B21-B926-9CCC-1185-78E10E8A5BF0}"/>
              </a:ext>
            </a:extLst>
          </p:cNvPr>
          <p:cNvCxnSpPr/>
          <p:nvPr/>
        </p:nvCxnSpPr>
        <p:spPr>
          <a:xfrm>
            <a:off x="4417256"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C179423A-B038-279F-67BA-769C8E7E6471}"/>
              </a:ext>
            </a:extLst>
          </p:cNvPr>
          <p:cNvSpPr txBox="1"/>
          <p:nvPr/>
        </p:nvSpPr>
        <p:spPr>
          <a:xfrm>
            <a:off x="2646469" y="1584945"/>
            <a:ext cx="1675426" cy="1538883"/>
          </a:xfrm>
          <a:prstGeom prst="rect">
            <a:avLst/>
          </a:prstGeom>
          <a:noFill/>
        </p:spPr>
        <p:txBody>
          <a:bodyPr wrap="square" rtlCol="0">
            <a:spAutoFit/>
          </a:bodyPr>
          <a:lstStyle/>
          <a:p>
            <a:pPr marL="171450" lvl="0" indent="-171450">
              <a:spcAft>
                <a:spcPts val="1200"/>
              </a:spcAft>
              <a:buClr>
                <a:schemeClr val="tx1"/>
              </a:buClr>
              <a:buFont typeface="Arial" panose="020B0604020202020204" pitchFamily="34" charset="0"/>
              <a:buChar char="•"/>
            </a:pPr>
            <a:r>
              <a:rPr kumimoji="0" lang="en-DE" sz="1200" b="0" i="0" u="none" strike="noStrike" kern="1200" cap="none" spc="0" normalizeH="0" baseline="0" noProof="0">
                <a:ln>
                  <a:noFill/>
                </a:ln>
                <a:solidFill>
                  <a:srgbClr val="FFFFFF"/>
                </a:solidFill>
                <a:effectLst/>
                <a:uLnTx/>
                <a:uFillTx/>
                <a:latin typeface="Arial"/>
                <a:ea typeface="+mn-ea"/>
                <a:cs typeface="+mn-cs"/>
              </a:rPr>
              <a:t>M. Sc. Luft- und Raumfahrttechnik</a:t>
            </a:r>
            <a:endParaRPr kumimoji="0" lang="de-DE" sz="1200" b="0" i="0" u="none" strike="noStrike" kern="1200" cap="none" spc="0" normalizeH="0" baseline="0" noProof="0" dirty="0">
              <a:ln>
                <a:noFill/>
              </a:ln>
              <a:solidFill>
                <a:srgbClr val="FFFFFF"/>
              </a:solidFill>
              <a:effectLst/>
              <a:uLnTx/>
              <a:uFillTx/>
              <a:latin typeface="Arial"/>
              <a:ea typeface="+mn-ea"/>
              <a:cs typeface="+mn-cs"/>
            </a:endParaRPr>
          </a:p>
          <a:p>
            <a:pPr marL="171450" lvl="0" indent="-171450">
              <a:spcAft>
                <a:spcPts val="1200"/>
              </a:spcAft>
              <a:buClr>
                <a:schemeClr val="tx1"/>
              </a:buClr>
              <a:buFont typeface="Arial" panose="020B0604020202020204" pitchFamily="34" charset="0"/>
              <a:buChar char="•"/>
            </a:pPr>
            <a:r>
              <a:rPr kumimoji="0" lang="en-GB" sz="1200" b="0" i="0" u="none" strike="noStrike" kern="1200" cap="none" spc="0" normalizeH="0" baseline="0" noProof="0" dirty="0" err="1">
                <a:ln>
                  <a:noFill/>
                </a:ln>
                <a:solidFill>
                  <a:srgbClr val="FFFFFF"/>
                </a:solidFill>
                <a:effectLst/>
                <a:uLnTx/>
                <a:uFillTx/>
                <a:latin typeface="Arial"/>
                <a:ea typeface="+mn-ea"/>
                <a:cs typeface="+mn-cs"/>
              </a:rPr>
              <a:t>Über</a:t>
            </a:r>
            <a:r>
              <a:rPr kumimoji="0" lang="en-GB" sz="1200" b="0" i="0" u="none" strike="noStrike" kern="1200" cap="none" spc="0" normalizeH="0" baseline="0" noProof="0" dirty="0">
                <a:ln>
                  <a:noFill/>
                </a:ln>
                <a:solidFill>
                  <a:srgbClr val="FFFFFF"/>
                </a:solidFill>
                <a:effectLst/>
                <a:uLnTx/>
                <a:uFillTx/>
                <a:latin typeface="Arial"/>
                <a:ea typeface="+mn-ea"/>
                <a:cs typeface="+mn-cs"/>
              </a:rPr>
              <a:t> 12 Jahre </a:t>
            </a:r>
            <a:r>
              <a:rPr kumimoji="0" lang="en-GB" sz="1200" b="0" i="0" u="none" strike="noStrike" kern="1200" cap="none" spc="0" normalizeH="0" baseline="0" noProof="0" dirty="0" err="1">
                <a:ln>
                  <a:noFill/>
                </a:ln>
                <a:solidFill>
                  <a:srgbClr val="FFFFFF"/>
                </a:solidFill>
                <a:effectLst/>
                <a:uLnTx/>
                <a:uFillTx/>
                <a:latin typeface="Arial"/>
                <a:ea typeface="+mn-ea"/>
                <a:cs typeface="+mn-cs"/>
              </a:rPr>
              <a:t>Erfahrung</a:t>
            </a:r>
            <a:r>
              <a:rPr kumimoji="0" lang="en-GB" sz="1200" b="0" i="0" u="none" strike="noStrike" kern="1200" cap="none" spc="0" normalizeH="0" baseline="0" noProof="0" dirty="0">
                <a:ln>
                  <a:noFill/>
                </a:ln>
                <a:solidFill>
                  <a:srgbClr val="FFFFFF"/>
                </a:solidFill>
                <a:effectLst/>
                <a:uLnTx/>
                <a:uFillTx/>
                <a:latin typeface="Arial"/>
                <a:ea typeface="+mn-ea"/>
                <a:cs typeface="+mn-cs"/>
              </a:rPr>
              <a:t>, </a:t>
            </a:r>
            <a:r>
              <a:rPr kumimoji="0" lang="en-GB" sz="1200" b="0" i="0" u="none" strike="noStrike" kern="1200" cap="none" spc="0" normalizeH="0" baseline="0" noProof="0" dirty="0" err="1">
                <a:ln>
                  <a:noFill/>
                </a:ln>
                <a:solidFill>
                  <a:srgbClr val="FFFFFF"/>
                </a:solidFill>
                <a:effectLst/>
                <a:uLnTx/>
                <a:uFillTx/>
                <a:latin typeface="Arial"/>
                <a:ea typeface="+mn-ea"/>
                <a:cs typeface="+mn-cs"/>
              </a:rPr>
              <a:t>zertifiziert</a:t>
            </a:r>
            <a:r>
              <a:rPr kumimoji="0" lang="en-GB" sz="1200" b="0" i="0" u="none" strike="noStrike" kern="1200" cap="none" spc="0" normalizeH="0" baseline="0" noProof="0" dirty="0">
                <a:ln>
                  <a:noFill/>
                </a:ln>
                <a:solidFill>
                  <a:srgbClr val="FFFFFF"/>
                </a:solidFill>
                <a:effectLst/>
                <a:uLnTx/>
                <a:uFillTx/>
                <a:latin typeface="Arial"/>
                <a:ea typeface="+mn-ea"/>
                <a:cs typeface="+mn-cs"/>
              </a:rPr>
              <a:t> für </a:t>
            </a:r>
            <a:r>
              <a:rPr kumimoji="0" lang="en-GB" sz="1200" b="0" i="0" u="none" strike="noStrike" kern="1200" cap="none" spc="0" normalizeH="0" baseline="0" noProof="0" dirty="0" err="1">
                <a:ln>
                  <a:noFill/>
                </a:ln>
                <a:solidFill>
                  <a:srgbClr val="FFFFFF"/>
                </a:solidFill>
                <a:effectLst/>
                <a:uLnTx/>
                <a:uFillTx/>
                <a:latin typeface="Arial"/>
                <a:ea typeface="+mn-ea"/>
                <a:cs typeface="+mn-cs"/>
              </a:rPr>
              <a:t>kritische</a:t>
            </a:r>
            <a:r>
              <a:rPr kumimoji="0" lang="en-GB" sz="1200" b="0" i="0" u="none" strike="noStrike" kern="1200" cap="none" spc="0" normalizeH="0" baseline="0" noProof="0" dirty="0">
                <a:ln>
                  <a:noFill/>
                </a:ln>
                <a:solidFill>
                  <a:srgbClr val="FFFFFF"/>
                </a:solidFill>
                <a:effectLst/>
                <a:uLnTx/>
                <a:uFillTx/>
                <a:latin typeface="Arial"/>
                <a:ea typeface="+mn-ea"/>
                <a:cs typeface="+mn-cs"/>
              </a:rPr>
              <a:t> </a:t>
            </a:r>
            <a:r>
              <a:rPr kumimoji="0" lang="en-GB" sz="1200" b="0" i="0" u="none" strike="noStrike" kern="1200" cap="none" spc="0" normalizeH="0" baseline="0" noProof="0" dirty="0" err="1">
                <a:ln>
                  <a:noFill/>
                </a:ln>
                <a:solidFill>
                  <a:srgbClr val="FFFFFF"/>
                </a:solidFill>
                <a:effectLst/>
                <a:uLnTx/>
                <a:uFillTx/>
                <a:latin typeface="Arial"/>
                <a:ea typeface="+mn-ea"/>
                <a:cs typeface="+mn-cs"/>
              </a:rPr>
              <a:t>Flugkomponenten</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16" name="Textfeld 15">
            <a:extLst>
              <a:ext uri="{FF2B5EF4-FFF2-40B4-BE49-F238E27FC236}">
                <a16:creationId xmlns:a16="http://schemas.microsoft.com/office/drawing/2014/main" id="{88C28D83-8078-F2E4-AB0B-CAC57081DC0C}"/>
              </a:ext>
            </a:extLst>
          </p:cNvPr>
          <p:cNvSpPr txBox="1"/>
          <p:nvPr/>
        </p:nvSpPr>
        <p:spPr>
          <a:xfrm>
            <a:off x="4460225" y="1584945"/>
            <a:ext cx="1577929" cy="2616101"/>
          </a:xfrm>
          <a:prstGeom prst="rect">
            <a:avLst/>
          </a:prstGeom>
          <a:noFill/>
        </p:spPr>
        <p:txBody>
          <a:bodyPr wrap="square">
            <a:spAutoFit/>
          </a:bodyPr>
          <a:lstStyle/>
          <a:p>
            <a:pPr marL="171450" indent="-171450">
              <a:spcAft>
                <a:spcPts val="1200"/>
              </a:spcAft>
              <a:buClr>
                <a:schemeClr val="tx1"/>
              </a:buClr>
              <a:buFont typeface="Arial" panose="020B0604020202020204" pitchFamily="34" charset="0"/>
              <a:buChar char="•"/>
            </a:pPr>
            <a:r>
              <a:rPr lang="de-DE" sz="1200" kern="1200">
                <a:solidFill>
                  <a:srgbClr val="FFFFFF"/>
                </a:solidFill>
                <a:ea typeface="+mn-ea"/>
                <a:cs typeface="+mn-cs"/>
              </a:rPr>
              <a:t>Systemsicherheit &amp; Launch-</a:t>
            </a:r>
            <a:r>
              <a:rPr lang="de-DE" sz="1200" kern="1200" err="1">
                <a:solidFill>
                  <a:srgbClr val="FFFFFF"/>
                </a:solidFill>
                <a:ea typeface="+mn-ea"/>
                <a:cs typeface="+mn-cs"/>
              </a:rPr>
              <a:t>Readiness</a:t>
            </a:r>
            <a:r>
              <a:rPr lang="de-DE" sz="1200" kern="1200">
                <a:solidFill>
                  <a:srgbClr val="FFFFFF"/>
                </a:solidFill>
                <a:ea typeface="+mn-ea"/>
                <a:cs typeface="+mn-cs"/>
              </a:rPr>
              <a:t> sicherstellen</a:t>
            </a:r>
          </a:p>
          <a:p>
            <a:pPr marL="171450" indent="-171450">
              <a:spcAft>
                <a:spcPts val="1200"/>
              </a:spcAft>
              <a:buClr>
                <a:schemeClr val="tx1"/>
              </a:buClr>
              <a:buFont typeface="Arial" panose="020B0604020202020204" pitchFamily="34" charset="0"/>
              <a:buChar char="•"/>
            </a:pPr>
            <a:r>
              <a:rPr lang="de-DE" sz="1200" kern="1200">
                <a:solidFill>
                  <a:srgbClr val="FFFFFF"/>
                </a:solidFill>
                <a:ea typeface="+mn-ea"/>
                <a:cs typeface="+mn-cs"/>
              </a:rPr>
              <a:t> Schnelle, </a:t>
            </a:r>
            <a:r>
              <a:rPr lang="de-DE" sz="1200" kern="1200" err="1">
                <a:solidFill>
                  <a:srgbClr val="FFFFFF"/>
                </a:solidFill>
                <a:ea typeface="+mn-ea"/>
                <a:cs typeface="+mn-cs"/>
              </a:rPr>
              <a:t>compliant</a:t>
            </a:r>
            <a:r>
              <a:rPr lang="de-DE" sz="1200" kern="1200">
                <a:solidFill>
                  <a:srgbClr val="FFFFFF"/>
                </a:solidFill>
                <a:ea typeface="+mn-ea"/>
                <a:cs typeface="+mn-cs"/>
              </a:rPr>
              <a:t> Reparaturen umsetzen </a:t>
            </a:r>
          </a:p>
          <a:p>
            <a:pPr marL="171450" indent="-171450">
              <a:spcAft>
                <a:spcPts val="1200"/>
              </a:spcAft>
              <a:buClr>
                <a:schemeClr val="tx1"/>
              </a:buClr>
              <a:buFont typeface="Arial" panose="020B0604020202020204" pitchFamily="34" charset="0"/>
              <a:buChar char="•"/>
            </a:pPr>
            <a:r>
              <a:rPr lang="de-DE" sz="1200" kern="1200">
                <a:solidFill>
                  <a:srgbClr val="FFFFFF"/>
                </a:solidFill>
                <a:ea typeface="+mn-ea"/>
                <a:cs typeface="+mn-cs"/>
              </a:rPr>
              <a:t>Junior </a:t>
            </a:r>
            <a:r>
              <a:rPr lang="de-DE" sz="1200" kern="1200" err="1">
                <a:solidFill>
                  <a:srgbClr val="FFFFFF"/>
                </a:solidFill>
                <a:ea typeface="+mn-ea"/>
                <a:cs typeface="+mn-cs"/>
              </a:rPr>
              <a:t>Techs</a:t>
            </a:r>
            <a:r>
              <a:rPr lang="de-DE" sz="1200" kern="1200">
                <a:solidFill>
                  <a:srgbClr val="FFFFFF"/>
                </a:solidFill>
                <a:ea typeface="+mn-ea"/>
                <a:cs typeface="+mn-cs"/>
              </a:rPr>
              <a:t> anleiten &amp; Ausfälle minimieren</a:t>
            </a:r>
          </a:p>
        </p:txBody>
      </p:sp>
      <p:sp>
        <p:nvSpPr>
          <p:cNvPr id="18" name="Textfeld 17">
            <a:extLst>
              <a:ext uri="{FF2B5EF4-FFF2-40B4-BE49-F238E27FC236}">
                <a16:creationId xmlns:a16="http://schemas.microsoft.com/office/drawing/2014/main" id="{CEDEC1A0-5540-C634-6CD1-9B0197421EB7}"/>
              </a:ext>
            </a:extLst>
          </p:cNvPr>
          <p:cNvSpPr txBox="1"/>
          <p:nvPr/>
        </p:nvSpPr>
        <p:spPr>
          <a:xfrm>
            <a:off x="6504130" y="1623830"/>
            <a:ext cx="1737728" cy="2185214"/>
          </a:xfrm>
          <a:prstGeom prst="rect">
            <a:avLst/>
          </a:prstGeom>
          <a:noFill/>
        </p:spPr>
        <p:txBody>
          <a:bodyPr wrap="square">
            <a:spAutoFit/>
          </a:bodyPr>
          <a:lstStyle/>
          <a:p>
            <a:pPr marL="171450" lvl="0" indent="-171450">
              <a:spcAft>
                <a:spcPts val="1200"/>
              </a:spcAft>
              <a:buClr>
                <a:schemeClr val="tx1"/>
              </a:buClr>
              <a:buFont typeface="Arial" panose="020B0604020202020204" pitchFamily="34" charset="0"/>
              <a:buChar char="•"/>
            </a:pPr>
            <a:r>
              <a:rPr lang="de-DE" sz="1200" kern="1200">
                <a:solidFill>
                  <a:srgbClr val="FFFFFF"/>
                </a:solidFill>
                <a:ea typeface="+mn-ea"/>
                <a:cs typeface="+mn-cs"/>
              </a:rPr>
              <a:t>Fehlende Teile &amp; Personalmangel</a:t>
            </a:r>
          </a:p>
          <a:p>
            <a:pPr marL="171450" lvl="0" indent="-171450">
              <a:spcAft>
                <a:spcPts val="1200"/>
              </a:spcAft>
              <a:buClr>
                <a:schemeClr val="tx1"/>
              </a:buClr>
              <a:buFont typeface="Arial" panose="020B0604020202020204" pitchFamily="34" charset="0"/>
              <a:buChar char="•"/>
            </a:pPr>
            <a:endParaRPr lang="de-DE" sz="1200" kern="1200">
              <a:solidFill>
                <a:srgbClr val="FFFFFF"/>
              </a:solidFill>
              <a:ea typeface="+mn-ea"/>
              <a:cs typeface="+mn-cs"/>
            </a:endParaRPr>
          </a:p>
          <a:p>
            <a:pPr marL="171450" lvl="0" indent="-171450">
              <a:spcAft>
                <a:spcPts val="1200"/>
              </a:spcAft>
              <a:buClr>
                <a:schemeClr val="tx1"/>
              </a:buClr>
              <a:buFont typeface="Arial" panose="020B0604020202020204" pitchFamily="34" charset="0"/>
              <a:buChar char="•"/>
            </a:pPr>
            <a:r>
              <a:rPr lang="de-DE" sz="1200" kern="1200">
                <a:solidFill>
                  <a:srgbClr val="FFFFFF"/>
                </a:solidFill>
                <a:ea typeface="+mn-ea"/>
                <a:cs typeface="+mn-cs"/>
              </a:rPr>
              <a:t> Technische Docs schwer auffindbar</a:t>
            </a:r>
          </a:p>
          <a:p>
            <a:pPr marL="171450" lvl="0" indent="-171450">
              <a:spcAft>
                <a:spcPts val="1200"/>
              </a:spcAft>
              <a:buClr>
                <a:schemeClr val="tx1"/>
              </a:buClr>
              <a:buFont typeface="Arial" panose="020B0604020202020204" pitchFamily="34" charset="0"/>
              <a:buChar char="•"/>
            </a:pPr>
            <a:endParaRPr lang="de-DE" sz="1200" kern="1200">
              <a:solidFill>
                <a:srgbClr val="FFFFFF"/>
              </a:solidFill>
              <a:ea typeface="+mn-ea"/>
              <a:cs typeface="+mn-cs"/>
            </a:endParaRPr>
          </a:p>
          <a:p>
            <a:pPr marL="171450" lvl="0" indent="-171450">
              <a:spcAft>
                <a:spcPts val="1200"/>
              </a:spcAft>
              <a:buClr>
                <a:schemeClr val="tx1"/>
              </a:buClr>
              <a:buFont typeface="Arial" panose="020B0604020202020204" pitchFamily="34" charset="0"/>
              <a:buChar char="•"/>
            </a:pPr>
            <a:r>
              <a:rPr lang="de-DE" sz="1200" kern="1200">
                <a:solidFill>
                  <a:srgbClr val="FFFFFF"/>
                </a:solidFill>
                <a:ea typeface="+mn-ea"/>
                <a:cs typeface="+mn-cs"/>
              </a:rPr>
              <a:t> Kritische Anomalien unter Zeitdruck</a:t>
            </a:r>
          </a:p>
        </p:txBody>
      </p:sp>
      <p:cxnSp>
        <p:nvCxnSpPr>
          <p:cNvPr id="2" name="Gerade Verbindung 11">
            <a:extLst>
              <a:ext uri="{FF2B5EF4-FFF2-40B4-BE49-F238E27FC236}">
                <a16:creationId xmlns:a16="http://schemas.microsoft.com/office/drawing/2014/main" id="{06A0A984-7F9D-2469-2600-760D86C0D66B}"/>
              </a:ext>
            </a:extLst>
          </p:cNvPr>
          <p:cNvCxnSpPr/>
          <p:nvPr/>
        </p:nvCxnSpPr>
        <p:spPr>
          <a:xfrm>
            <a:off x="6271847"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Grafik 3" descr="Ein Bild, das Kleidung, Cartoon, Lächeln, Person enthält.&#10;&#10;Automatisch generierte Beschreibung">
            <a:extLst>
              <a:ext uri="{FF2B5EF4-FFF2-40B4-BE49-F238E27FC236}">
                <a16:creationId xmlns:a16="http://schemas.microsoft.com/office/drawing/2014/main" id="{61B9C544-C31B-6F0E-A617-C90EE73B5C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879" y="809555"/>
            <a:ext cx="1547719" cy="3061044"/>
          </a:xfrm>
          <a:prstGeom prst="rect">
            <a:avLst/>
          </a:prstGeom>
        </p:spPr>
      </p:pic>
      <p:sp>
        <p:nvSpPr>
          <p:cNvPr id="13" name="Abgerundetes Rechteck 12">
            <a:extLst>
              <a:ext uri="{FF2B5EF4-FFF2-40B4-BE49-F238E27FC236}">
                <a16:creationId xmlns:a16="http://schemas.microsoft.com/office/drawing/2014/main" id="{5A683B9D-BD15-BDDD-0461-CBD962ABA64B}"/>
              </a:ext>
            </a:extLst>
          </p:cNvPr>
          <p:cNvSpPr/>
          <p:nvPr/>
        </p:nvSpPr>
        <p:spPr>
          <a:xfrm>
            <a:off x="578350" y="590549"/>
            <a:ext cx="1972739" cy="3939409"/>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descr="Ein Bild, das Kleidung, Cartoon, Spielzeug, Menschliches Gesicht enthält.&#10;&#10;Automatisch generierte Beschreibung">
            <a:extLst>
              <a:ext uri="{FF2B5EF4-FFF2-40B4-BE49-F238E27FC236}">
                <a16:creationId xmlns:a16="http://schemas.microsoft.com/office/drawing/2014/main" id="{166A4870-1A16-E714-F72F-D6E6D8AB9C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911" y="687699"/>
            <a:ext cx="1596578" cy="3158194"/>
          </a:xfrm>
          <a:prstGeom prst="rect">
            <a:avLst/>
          </a:prstGeom>
        </p:spPr>
      </p:pic>
      <p:sp>
        <p:nvSpPr>
          <p:cNvPr id="15" name="Textfeld 14">
            <a:extLst>
              <a:ext uri="{FF2B5EF4-FFF2-40B4-BE49-F238E27FC236}">
                <a16:creationId xmlns:a16="http://schemas.microsoft.com/office/drawing/2014/main" id="{349ACEB8-D4DF-B685-E35C-7CCD3E5C7DF6}"/>
              </a:ext>
            </a:extLst>
          </p:cNvPr>
          <p:cNvSpPr txBox="1"/>
          <p:nvPr/>
        </p:nvSpPr>
        <p:spPr>
          <a:xfrm>
            <a:off x="626702" y="3845893"/>
            <a:ext cx="1842136" cy="307777"/>
          </a:xfrm>
          <a:prstGeom prst="rect">
            <a:avLst/>
          </a:prstGeom>
          <a:noFill/>
        </p:spPr>
        <p:txBody>
          <a:bodyPr wrap="square" rtlCol="0">
            <a:spAutoFit/>
          </a:bodyPr>
          <a:lstStyle/>
          <a:p>
            <a:pPr algn="ctr"/>
            <a:r>
              <a:rPr kumimoji="0" lang="en-DE" sz="1400" b="0" i="0" u="none" strike="noStrike" kern="1200" cap="none" spc="0" normalizeH="0" baseline="0" noProof="0">
                <a:ln>
                  <a:noFill/>
                </a:ln>
                <a:solidFill>
                  <a:schemeClr val="bg1"/>
                </a:solidFill>
                <a:effectLst/>
                <a:uLnTx/>
                <a:uFillTx/>
                <a:latin typeface="Arial"/>
                <a:ea typeface="+mn-ea"/>
                <a:cs typeface="+mn-cs"/>
              </a:rPr>
              <a:t>Lead Technician </a:t>
            </a:r>
            <a:endParaRPr lang="de-DE">
              <a:solidFill>
                <a:schemeClr val="bg1"/>
              </a:solidFill>
            </a:endParaRPr>
          </a:p>
        </p:txBody>
      </p:sp>
      <p:sp>
        <p:nvSpPr>
          <p:cNvPr id="17" name="Textfeld 16">
            <a:extLst>
              <a:ext uri="{FF2B5EF4-FFF2-40B4-BE49-F238E27FC236}">
                <a16:creationId xmlns:a16="http://schemas.microsoft.com/office/drawing/2014/main" id="{156CB9DD-A694-6373-D379-CBD78DF318FB}"/>
              </a:ext>
            </a:extLst>
          </p:cNvPr>
          <p:cNvSpPr txBox="1"/>
          <p:nvPr/>
        </p:nvSpPr>
        <p:spPr>
          <a:xfrm>
            <a:off x="772891" y="4124720"/>
            <a:ext cx="1583655" cy="7386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DE" sz="1400" b="0" i="0" u="none" strike="noStrike" kern="1200" cap="none" spc="0" normalizeH="0" baseline="0" noProof="0">
                <a:ln>
                  <a:noFill/>
                </a:ln>
                <a:solidFill>
                  <a:schemeClr val="bg1"/>
                </a:solidFill>
                <a:effectLst/>
                <a:uLnTx/>
                <a:uFillTx/>
                <a:latin typeface="Arial"/>
                <a:ea typeface="+mn-ea"/>
                <a:cs typeface="+mn-cs"/>
              </a:rPr>
              <a:t>Ellen Vance</a:t>
            </a:r>
          </a:p>
          <a:p>
            <a:pPr algn="ctr"/>
            <a:endParaRPr lang="de-DE">
              <a:solidFill>
                <a:schemeClr val="bg1"/>
              </a:solidFill>
            </a:endParaRPr>
          </a:p>
          <a:p>
            <a:pPr algn="ctr"/>
            <a:endParaRPr lang="de-DE">
              <a:solidFill>
                <a:schemeClr val="bg1"/>
              </a:solidFill>
            </a:endParaRPr>
          </a:p>
        </p:txBody>
      </p:sp>
    </p:spTree>
    <p:extLst>
      <p:ext uri="{BB962C8B-B14F-4D97-AF65-F5344CB8AC3E}">
        <p14:creationId xmlns:p14="http://schemas.microsoft.com/office/powerpoint/2010/main" val="268376276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8AD37-A60D-8D4A-6E6B-58631F2C50D1}"/>
            </a:ext>
          </a:extLst>
        </p:cNvPr>
        <p:cNvGrpSpPr/>
        <p:nvPr/>
      </p:nvGrpSpPr>
      <p:grpSpPr>
        <a:xfrm>
          <a:off x="0" y="0"/>
          <a:ext cx="0" cy="0"/>
          <a:chOff x="0" y="0"/>
          <a:chExt cx="0" cy="0"/>
        </a:xfrm>
      </p:grpSpPr>
      <p:sp>
        <p:nvSpPr>
          <p:cNvPr id="3" name="Abgerundetes Rechteck 2">
            <a:extLst>
              <a:ext uri="{FF2B5EF4-FFF2-40B4-BE49-F238E27FC236}">
                <a16:creationId xmlns:a16="http://schemas.microsoft.com/office/drawing/2014/main" id="{1D9029C1-8D7F-C3EA-C421-1CB5818F5DDA}"/>
              </a:ext>
            </a:extLst>
          </p:cNvPr>
          <p:cNvSpPr/>
          <p:nvPr/>
        </p:nvSpPr>
        <p:spPr>
          <a:xfrm>
            <a:off x="464234" y="391257"/>
            <a:ext cx="8215532" cy="4360985"/>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feld 7">
            <a:extLst>
              <a:ext uri="{FF2B5EF4-FFF2-40B4-BE49-F238E27FC236}">
                <a16:creationId xmlns:a16="http://schemas.microsoft.com/office/drawing/2014/main" id="{61A24EF4-5828-7F2E-1597-34C9758C019E}"/>
              </a:ext>
            </a:extLst>
          </p:cNvPr>
          <p:cNvSpPr txBox="1"/>
          <p:nvPr/>
        </p:nvSpPr>
        <p:spPr>
          <a:xfrm>
            <a:off x="2912012" y="1134215"/>
            <a:ext cx="1119217" cy="307777"/>
          </a:xfrm>
          <a:prstGeom prst="rect">
            <a:avLst/>
          </a:prstGeom>
          <a:noFill/>
        </p:spPr>
        <p:txBody>
          <a:bodyPr wrap="none" rtlCol="0">
            <a:spAutoFit/>
          </a:bodyPr>
          <a:lstStyle/>
          <a:p>
            <a:r>
              <a:rPr lang="de-DE">
                <a:solidFill>
                  <a:schemeClr val="tx1"/>
                </a:solidFill>
              </a:rPr>
              <a:t>Hintergrund</a:t>
            </a:r>
          </a:p>
        </p:txBody>
      </p:sp>
      <p:sp>
        <p:nvSpPr>
          <p:cNvPr id="9" name="Textfeld 8">
            <a:extLst>
              <a:ext uri="{FF2B5EF4-FFF2-40B4-BE49-F238E27FC236}">
                <a16:creationId xmlns:a16="http://schemas.microsoft.com/office/drawing/2014/main" id="{C004780A-EFB1-EC7B-9652-48BE31560CD9}"/>
              </a:ext>
            </a:extLst>
          </p:cNvPr>
          <p:cNvSpPr txBox="1"/>
          <p:nvPr/>
        </p:nvSpPr>
        <p:spPr>
          <a:xfrm>
            <a:off x="5048622" y="1132724"/>
            <a:ext cx="572593" cy="307777"/>
          </a:xfrm>
          <a:prstGeom prst="rect">
            <a:avLst/>
          </a:prstGeom>
          <a:noFill/>
        </p:spPr>
        <p:txBody>
          <a:bodyPr wrap="none" rtlCol="0">
            <a:spAutoFit/>
          </a:bodyPr>
          <a:lstStyle/>
          <a:p>
            <a:r>
              <a:rPr lang="de-DE">
                <a:solidFill>
                  <a:schemeClr val="tx1"/>
                </a:solidFill>
              </a:rPr>
              <a:t>Ziele</a:t>
            </a:r>
          </a:p>
        </p:txBody>
      </p:sp>
      <p:sp>
        <p:nvSpPr>
          <p:cNvPr id="10" name="Textfeld 9">
            <a:extLst>
              <a:ext uri="{FF2B5EF4-FFF2-40B4-BE49-F238E27FC236}">
                <a16:creationId xmlns:a16="http://schemas.microsoft.com/office/drawing/2014/main" id="{76C57726-991C-9B98-4B26-4CCE677E5B3C}"/>
              </a:ext>
            </a:extLst>
          </p:cNvPr>
          <p:cNvSpPr txBox="1"/>
          <p:nvPr/>
        </p:nvSpPr>
        <p:spPr>
          <a:xfrm>
            <a:off x="6704672" y="1132725"/>
            <a:ext cx="1039067" cy="307777"/>
          </a:xfrm>
          <a:prstGeom prst="rect">
            <a:avLst/>
          </a:prstGeom>
          <a:noFill/>
        </p:spPr>
        <p:txBody>
          <a:bodyPr wrap="none" rtlCol="0">
            <a:spAutoFit/>
          </a:bodyPr>
          <a:lstStyle/>
          <a:p>
            <a:r>
              <a:rPr lang="de-DE">
                <a:solidFill>
                  <a:schemeClr val="tx1"/>
                </a:solidFill>
              </a:rPr>
              <a:t>Frustration</a:t>
            </a:r>
          </a:p>
        </p:txBody>
      </p:sp>
      <p:cxnSp>
        <p:nvCxnSpPr>
          <p:cNvPr id="12" name="Gerade Verbindung 11">
            <a:extLst>
              <a:ext uri="{FF2B5EF4-FFF2-40B4-BE49-F238E27FC236}">
                <a16:creationId xmlns:a16="http://schemas.microsoft.com/office/drawing/2014/main" id="{4AC35560-6A89-3810-B67E-49D8CC756B52}"/>
              </a:ext>
            </a:extLst>
          </p:cNvPr>
          <p:cNvCxnSpPr/>
          <p:nvPr/>
        </p:nvCxnSpPr>
        <p:spPr>
          <a:xfrm>
            <a:off x="4417256"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921ECEF-1A57-72F8-6B98-A68E5C6B6E01}"/>
              </a:ext>
            </a:extLst>
          </p:cNvPr>
          <p:cNvSpPr txBox="1"/>
          <p:nvPr/>
        </p:nvSpPr>
        <p:spPr>
          <a:xfrm>
            <a:off x="2646469" y="1584945"/>
            <a:ext cx="1675426" cy="1538883"/>
          </a:xfrm>
          <a:prstGeom prst="rect">
            <a:avLst/>
          </a:prstGeom>
          <a:noFill/>
        </p:spPr>
        <p:txBody>
          <a:bodyPr wrap="square" rtlCol="0">
            <a:spAutoFit/>
          </a:bodyPr>
          <a:lstStyle/>
          <a:p>
            <a:pPr marL="171450" indent="-171450">
              <a:spcAft>
                <a:spcPts val="1200"/>
              </a:spcAft>
              <a:buClr>
                <a:schemeClr val="tx1"/>
              </a:buClr>
              <a:buFont typeface="Arial" panose="020B0604020202020204" pitchFamily="34" charset="0"/>
              <a:buChar char="•"/>
            </a:pPr>
            <a:r>
              <a:rPr lang="de-DE" sz="1200" err="1">
                <a:solidFill>
                  <a:schemeClr val="tx1"/>
                </a:solidFill>
              </a:rPr>
              <a:t>M.Sc</a:t>
            </a:r>
            <a:r>
              <a:rPr lang="de-DE" sz="1200">
                <a:solidFill>
                  <a:schemeClr val="tx1"/>
                </a:solidFill>
              </a:rPr>
              <a:t>. Luft- und Raumfahrttechnik, TU München </a:t>
            </a:r>
          </a:p>
          <a:p>
            <a:pPr marL="171450" indent="-171450">
              <a:spcAft>
                <a:spcPts val="1200"/>
              </a:spcAft>
              <a:buClr>
                <a:schemeClr val="tx1"/>
              </a:buClr>
              <a:buFont typeface="Arial" panose="020B0604020202020204" pitchFamily="34" charset="0"/>
              <a:buChar char="•"/>
            </a:pPr>
            <a:r>
              <a:rPr lang="de-DE" sz="1200">
                <a:solidFill>
                  <a:schemeClr val="tx1"/>
                </a:solidFill>
              </a:rPr>
              <a:t>8 Jahre Erfahrung, Spezialisierung Übergabeplanung &amp; Zeitmanagement</a:t>
            </a:r>
          </a:p>
        </p:txBody>
      </p:sp>
      <p:sp>
        <p:nvSpPr>
          <p:cNvPr id="16" name="Textfeld 15">
            <a:extLst>
              <a:ext uri="{FF2B5EF4-FFF2-40B4-BE49-F238E27FC236}">
                <a16:creationId xmlns:a16="http://schemas.microsoft.com/office/drawing/2014/main" id="{D6C9D081-AC66-F79C-EC5B-2DACF91CFA7F}"/>
              </a:ext>
            </a:extLst>
          </p:cNvPr>
          <p:cNvSpPr txBox="1"/>
          <p:nvPr/>
        </p:nvSpPr>
        <p:spPr>
          <a:xfrm>
            <a:off x="4460225" y="1584946"/>
            <a:ext cx="1811617" cy="2776039"/>
          </a:xfrm>
          <a:prstGeom prst="rect">
            <a:avLst/>
          </a:prstGeom>
          <a:noFill/>
        </p:spPr>
        <p:txBody>
          <a:bodyPr wrap="square">
            <a:spAutoFit/>
          </a:bodyPr>
          <a:lstStyle/>
          <a:p>
            <a:pPr marL="171450" lvl="0" indent="-171450">
              <a:spcAft>
                <a:spcPts val="1200"/>
              </a:spcAft>
              <a:buClr>
                <a:schemeClr val="tx1"/>
              </a:buClr>
              <a:buFont typeface="Arial" panose="020B0604020202020204" pitchFamily="34" charset="0"/>
              <a:buChar char="•"/>
            </a:pPr>
            <a:r>
              <a:rPr lang="de-DE" sz="1200">
                <a:solidFill>
                  <a:schemeClr val="tx1"/>
                </a:solidFill>
              </a:rPr>
              <a:t>Den Shuttle-Takeover termingerecht und ohne Verzögerungen koordinieren</a:t>
            </a:r>
          </a:p>
          <a:p>
            <a:pPr marL="171450" lvl="0" indent="-171450">
              <a:spcAft>
                <a:spcPts val="1200"/>
              </a:spcAft>
              <a:buClr>
                <a:schemeClr val="tx1"/>
              </a:buClr>
              <a:buFont typeface="Arial" panose="020B0604020202020204" pitchFamily="34" charset="0"/>
              <a:buChar char="•"/>
            </a:pPr>
            <a:r>
              <a:rPr lang="de-DE" sz="1200">
                <a:solidFill>
                  <a:schemeClr val="tx1"/>
                </a:solidFill>
              </a:rPr>
              <a:t>Jederzeit den Überblick behalten, wer was wann erledigt</a:t>
            </a:r>
          </a:p>
          <a:p>
            <a:pPr marL="171450" lvl="0" indent="-171450">
              <a:spcAft>
                <a:spcPts val="1200"/>
              </a:spcAft>
              <a:buClr>
                <a:schemeClr val="tx1"/>
              </a:buClr>
              <a:buFont typeface="Arial" panose="020B0604020202020204" pitchFamily="34" charset="0"/>
              <a:buChar char="•"/>
            </a:pPr>
            <a:r>
              <a:rPr lang="de-DE" sz="1200">
                <a:solidFill>
                  <a:schemeClr val="tx1"/>
                </a:solidFill>
              </a:rPr>
              <a:t>Sicherstellen, dass alle drei Shuttle-Teile rechtzeitig freigegeben werden</a:t>
            </a:r>
          </a:p>
        </p:txBody>
      </p:sp>
      <p:sp>
        <p:nvSpPr>
          <p:cNvPr id="18" name="Textfeld 17">
            <a:extLst>
              <a:ext uri="{FF2B5EF4-FFF2-40B4-BE49-F238E27FC236}">
                <a16:creationId xmlns:a16="http://schemas.microsoft.com/office/drawing/2014/main" id="{A8C6E683-A52F-B77F-AAC0-6FD4541848EF}"/>
              </a:ext>
            </a:extLst>
          </p:cNvPr>
          <p:cNvSpPr txBox="1"/>
          <p:nvPr/>
        </p:nvSpPr>
        <p:spPr>
          <a:xfrm>
            <a:off x="6504129" y="1623832"/>
            <a:ext cx="2218597" cy="2954655"/>
          </a:xfrm>
          <a:prstGeom prst="rect">
            <a:avLst/>
          </a:prstGeom>
          <a:noFill/>
        </p:spPr>
        <p:txBody>
          <a:bodyPr wrap="square">
            <a:spAutoFit/>
          </a:bodyPr>
          <a:lstStyle/>
          <a:p>
            <a:pPr marL="171450" lvl="0" indent="-171450">
              <a:spcAft>
                <a:spcPts val="1200"/>
              </a:spcAft>
              <a:buClr>
                <a:schemeClr val="tx1"/>
              </a:buClr>
              <a:buFont typeface="Arial" panose="020B0604020202020204" pitchFamily="34" charset="0"/>
              <a:buChar char="•"/>
            </a:pPr>
            <a:r>
              <a:rPr lang="de-DE" sz="1200">
                <a:solidFill>
                  <a:schemeClr val="tx1"/>
                </a:solidFill>
              </a:rPr>
              <a:t>Reparatur- und Aufgabenstatus ist auf mehrere Stellen verteilt — kein zentraler Überblick</a:t>
            </a:r>
          </a:p>
          <a:p>
            <a:pPr marL="171450" lvl="0" indent="-171450">
              <a:spcAft>
                <a:spcPts val="1200"/>
              </a:spcAft>
              <a:buClr>
                <a:schemeClr val="tx1"/>
              </a:buClr>
              <a:buFont typeface="Arial" panose="020B0604020202020204" pitchFamily="34" charset="0"/>
              <a:buChar char="•"/>
            </a:pPr>
            <a:r>
              <a:rPr lang="de-DE" sz="1200">
                <a:solidFill>
                  <a:schemeClr val="tx1"/>
                </a:solidFill>
              </a:rPr>
              <a:t>Schwierig einzuschätzen ob das Team im Zeitplan liegt oder nicht</a:t>
            </a:r>
          </a:p>
          <a:p>
            <a:pPr marL="171450" lvl="0" indent="-171450">
              <a:spcAft>
                <a:spcPts val="1200"/>
              </a:spcAft>
              <a:buClr>
                <a:schemeClr val="tx1"/>
              </a:buClr>
              <a:buFont typeface="Arial" panose="020B0604020202020204" pitchFamily="34" charset="0"/>
              <a:buChar char="•"/>
            </a:pPr>
            <a:r>
              <a:rPr lang="de-DE" sz="1200">
                <a:solidFill>
                  <a:schemeClr val="tx1"/>
                </a:solidFill>
              </a:rPr>
              <a:t>Manuelle Abstimmung mit Technikern und Logistik kostet zu viel Zeit</a:t>
            </a:r>
          </a:p>
          <a:p>
            <a:pPr marL="171450" lvl="0" indent="-171450">
              <a:spcAft>
                <a:spcPts val="1200"/>
              </a:spcAft>
              <a:buClr>
                <a:schemeClr val="tx1"/>
              </a:buClr>
              <a:buFont typeface="Arial" panose="020B0604020202020204" pitchFamily="34" charset="0"/>
              <a:buChar char="•"/>
            </a:pPr>
            <a:r>
              <a:rPr lang="de-DE" sz="1200">
                <a:solidFill>
                  <a:schemeClr val="tx1"/>
                </a:solidFill>
              </a:rPr>
              <a:t>Fehlende Teile blockieren Reparaturen. Sie erfährt es oft zu spät</a:t>
            </a:r>
          </a:p>
        </p:txBody>
      </p:sp>
      <p:cxnSp>
        <p:nvCxnSpPr>
          <p:cNvPr id="2" name="Gerade Verbindung 11">
            <a:extLst>
              <a:ext uri="{FF2B5EF4-FFF2-40B4-BE49-F238E27FC236}">
                <a16:creationId xmlns:a16="http://schemas.microsoft.com/office/drawing/2014/main" id="{BCA737F3-880F-B955-D218-6C7A77CB1DCD}"/>
              </a:ext>
            </a:extLst>
          </p:cNvPr>
          <p:cNvCxnSpPr/>
          <p:nvPr/>
        </p:nvCxnSpPr>
        <p:spPr>
          <a:xfrm>
            <a:off x="6271847"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Abgerundetes Rechteck 12">
            <a:extLst>
              <a:ext uri="{FF2B5EF4-FFF2-40B4-BE49-F238E27FC236}">
                <a16:creationId xmlns:a16="http://schemas.microsoft.com/office/drawing/2014/main" id="{9124AB86-89E2-4E17-E9CF-9F9F01914534}"/>
              </a:ext>
            </a:extLst>
          </p:cNvPr>
          <p:cNvSpPr/>
          <p:nvPr/>
        </p:nvSpPr>
        <p:spPr>
          <a:xfrm>
            <a:off x="578351" y="590550"/>
            <a:ext cx="1929788" cy="361049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descr="Ein Bild, das Kleidung, Cartoon, Spielzeug, Menschliches Gesicht enthält.&#10;&#10;Automatisch generierte Beschreibung">
            <a:extLst>
              <a:ext uri="{FF2B5EF4-FFF2-40B4-BE49-F238E27FC236}">
                <a16:creationId xmlns:a16="http://schemas.microsoft.com/office/drawing/2014/main" id="{8B75CA16-FFB3-AFC8-708C-6D1F696DD8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33" y="775026"/>
            <a:ext cx="1547465" cy="3061044"/>
          </a:xfrm>
          <a:prstGeom prst="rect">
            <a:avLst/>
          </a:prstGeom>
        </p:spPr>
      </p:pic>
      <p:sp>
        <p:nvSpPr>
          <p:cNvPr id="17" name="Textfeld 16">
            <a:extLst>
              <a:ext uri="{FF2B5EF4-FFF2-40B4-BE49-F238E27FC236}">
                <a16:creationId xmlns:a16="http://schemas.microsoft.com/office/drawing/2014/main" id="{FCCE3E9A-185E-7D7C-527D-4DE69CDC43B0}"/>
              </a:ext>
            </a:extLst>
          </p:cNvPr>
          <p:cNvSpPr txBox="1"/>
          <p:nvPr/>
        </p:nvSpPr>
        <p:spPr>
          <a:xfrm>
            <a:off x="643661" y="3821186"/>
            <a:ext cx="1842136" cy="307777"/>
          </a:xfrm>
          <a:prstGeom prst="rect">
            <a:avLst/>
          </a:prstGeom>
          <a:noFill/>
        </p:spPr>
        <p:txBody>
          <a:bodyPr wrap="square" rtlCol="0">
            <a:spAutoFit/>
          </a:bodyPr>
          <a:lstStyle/>
          <a:p>
            <a:pPr algn="ctr"/>
            <a:r>
              <a:rPr kumimoji="0" lang="en-DE" sz="1400" b="0" i="0" u="none" strike="noStrike" kern="1200" cap="none" spc="0" normalizeH="0" baseline="0" noProof="0">
                <a:ln>
                  <a:noFill/>
                </a:ln>
                <a:solidFill>
                  <a:schemeClr val="bg1"/>
                </a:solidFill>
                <a:effectLst/>
                <a:uLnTx/>
                <a:uFillTx/>
                <a:latin typeface="Arial"/>
                <a:ea typeface="+mn-ea"/>
                <a:cs typeface="+mn-cs"/>
              </a:rPr>
              <a:t>Lead Technician </a:t>
            </a:r>
            <a:endParaRPr lang="de-DE">
              <a:solidFill>
                <a:schemeClr val="bg1"/>
              </a:solidFill>
            </a:endParaRPr>
          </a:p>
        </p:txBody>
      </p:sp>
      <p:sp>
        <p:nvSpPr>
          <p:cNvPr id="23" name="Abgerundetes Rechteck 22">
            <a:extLst>
              <a:ext uri="{FF2B5EF4-FFF2-40B4-BE49-F238E27FC236}">
                <a16:creationId xmlns:a16="http://schemas.microsoft.com/office/drawing/2014/main" id="{65D3E6C6-1DFE-3627-1710-C0F0B595C921}"/>
              </a:ext>
            </a:extLst>
          </p:cNvPr>
          <p:cNvSpPr/>
          <p:nvPr/>
        </p:nvSpPr>
        <p:spPr>
          <a:xfrm>
            <a:off x="578350" y="590549"/>
            <a:ext cx="1972739" cy="3939409"/>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feld 24">
            <a:extLst>
              <a:ext uri="{FF2B5EF4-FFF2-40B4-BE49-F238E27FC236}">
                <a16:creationId xmlns:a16="http://schemas.microsoft.com/office/drawing/2014/main" id="{EB93D75A-DD72-65F2-C6B2-F35A6A0D321A}"/>
              </a:ext>
            </a:extLst>
          </p:cNvPr>
          <p:cNvSpPr txBox="1"/>
          <p:nvPr/>
        </p:nvSpPr>
        <p:spPr>
          <a:xfrm>
            <a:off x="626701" y="3845893"/>
            <a:ext cx="2038503" cy="307777"/>
          </a:xfrm>
          <a:prstGeom prst="rect">
            <a:avLst/>
          </a:prstGeom>
          <a:noFill/>
        </p:spPr>
        <p:txBody>
          <a:bodyPr wrap="square" rtlCol="0">
            <a:spAutoFit/>
          </a:bodyPr>
          <a:lstStyle/>
          <a:p>
            <a:pPr algn="ctr"/>
            <a:r>
              <a:rPr kumimoji="0" lang="en-US" sz="1400" b="0" i="0" u="none" strike="noStrike" kern="1200" cap="none" spc="0" normalizeH="0" baseline="0" noProof="0">
                <a:ln>
                  <a:noFill/>
                </a:ln>
                <a:solidFill>
                  <a:schemeClr val="bg1"/>
                </a:solidFill>
                <a:effectLst/>
                <a:uLnTx/>
                <a:uFillTx/>
                <a:latin typeface="Arial"/>
                <a:ea typeface="+mn-ea"/>
                <a:cs typeface="+mn-cs"/>
              </a:rPr>
              <a:t>Plannerin</a:t>
            </a:r>
            <a:endParaRPr lang="de-DE">
              <a:solidFill>
                <a:schemeClr val="bg1"/>
              </a:solidFill>
            </a:endParaRPr>
          </a:p>
        </p:txBody>
      </p:sp>
      <p:sp>
        <p:nvSpPr>
          <p:cNvPr id="26" name="Textfeld 25">
            <a:extLst>
              <a:ext uri="{FF2B5EF4-FFF2-40B4-BE49-F238E27FC236}">
                <a16:creationId xmlns:a16="http://schemas.microsoft.com/office/drawing/2014/main" id="{4049842D-8E16-D4FE-87E3-93FFAD27BC00}"/>
              </a:ext>
            </a:extLst>
          </p:cNvPr>
          <p:cNvSpPr txBox="1"/>
          <p:nvPr/>
        </p:nvSpPr>
        <p:spPr>
          <a:xfrm>
            <a:off x="772891" y="4124720"/>
            <a:ext cx="1583655" cy="819712"/>
          </a:xfrm>
          <a:prstGeom prst="rect">
            <a:avLst/>
          </a:prstGeom>
          <a:noFill/>
        </p:spPr>
        <p:txBody>
          <a:bodyPr wrap="square" rtlCol="0">
            <a:spAutoFit/>
          </a:bodyPr>
          <a:lstStyle/>
          <a:p>
            <a:pPr marL="0" marR="0" lvl="0" indent="0" algn="ctr" defTabSz="1219170" rtl="0" eaLnBrk="1" fontAlgn="auto" latinLnBrk="0" hangingPunct="1">
              <a:lnSpc>
                <a:spcPct val="90000"/>
              </a:lnSpc>
              <a:spcBef>
                <a:spcPts val="0"/>
              </a:spcBef>
              <a:spcAft>
                <a:spcPts val="800"/>
              </a:spcAft>
              <a:buClrTx/>
              <a:buSzTx/>
              <a:buFontTx/>
              <a:buNone/>
              <a:tabLst/>
              <a:defRPr/>
            </a:pPr>
            <a:r>
              <a:rPr kumimoji="0" lang="en-US" sz="1400" i="0" u="none" strike="noStrike" kern="1200" cap="none" spc="0" normalizeH="0" baseline="0" noProof="0">
                <a:ln>
                  <a:noFill/>
                </a:ln>
                <a:solidFill>
                  <a:schemeClr val="bg1"/>
                </a:solidFill>
                <a:effectLst/>
                <a:uLnTx/>
                <a:uFillTx/>
                <a:latin typeface="Arial"/>
                <a:ea typeface="+mn-ea"/>
                <a:cs typeface="+mn-cs"/>
              </a:rPr>
              <a:t>Leia Organa</a:t>
            </a:r>
          </a:p>
          <a:p>
            <a:pPr algn="ctr"/>
            <a:endParaRPr lang="de-DE">
              <a:solidFill>
                <a:schemeClr val="bg1"/>
              </a:solidFill>
            </a:endParaRPr>
          </a:p>
          <a:p>
            <a:pPr algn="ctr"/>
            <a:endParaRPr lang="de-DE">
              <a:solidFill>
                <a:schemeClr val="bg1"/>
              </a:solidFill>
            </a:endParaRPr>
          </a:p>
        </p:txBody>
      </p:sp>
      <p:pic>
        <p:nvPicPr>
          <p:cNvPr id="28" name="Grafik 27" descr="Ein Bild, das Kleidung, Cartoon, Person, Schuhwerk enthält.&#10;&#10;Automatisch generierte Beschreibung">
            <a:extLst>
              <a:ext uri="{FF2B5EF4-FFF2-40B4-BE49-F238E27FC236}">
                <a16:creationId xmlns:a16="http://schemas.microsoft.com/office/drawing/2014/main" id="{87052715-E441-D438-6692-2DBDC6B34EF0}"/>
              </a:ext>
            </a:extLst>
          </p:cNvPr>
          <p:cNvPicPr>
            <a:picLocks noChangeAspect="1"/>
          </p:cNvPicPr>
          <p:nvPr/>
        </p:nvPicPr>
        <p:blipFill>
          <a:blip r:embed="rId4"/>
          <a:stretch>
            <a:fillRect/>
          </a:stretch>
        </p:blipFill>
        <p:spPr>
          <a:xfrm>
            <a:off x="783029" y="775026"/>
            <a:ext cx="1593209" cy="3127410"/>
          </a:xfrm>
          <a:prstGeom prst="rect">
            <a:avLst/>
          </a:prstGeom>
        </p:spPr>
      </p:pic>
    </p:spTree>
    <p:extLst>
      <p:ext uri="{BB962C8B-B14F-4D97-AF65-F5344CB8AC3E}">
        <p14:creationId xmlns:p14="http://schemas.microsoft.com/office/powerpoint/2010/main" val="397024537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0A670-A650-1D18-B59C-8F6C6C5F8E1E}"/>
            </a:ext>
          </a:extLst>
        </p:cNvPr>
        <p:cNvGrpSpPr/>
        <p:nvPr/>
      </p:nvGrpSpPr>
      <p:grpSpPr>
        <a:xfrm>
          <a:off x="0" y="0"/>
          <a:ext cx="0" cy="0"/>
          <a:chOff x="0" y="0"/>
          <a:chExt cx="0" cy="0"/>
        </a:xfrm>
      </p:grpSpPr>
      <p:sp>
        <p:nvSpPr>
          <p:cNvPr id="3" name="Abgerundetes Rechteck 2">
            <a:extLst>
              <a:ext uri="{FF2B5EF4-FFF2-40B4-BE49-F238E27FC236}">
                <a16:creationId xmlns:a16="http://schemas.microsoft.com/office/drawing/2014/main" id="{D8389CB3-AE22-4FD7-E1B4-F7B1BB2D9C67}"/>
              </a:ext>
            </a:extLst>
          </p:cNvPr>
          <p:cNvSpPr/>
          <p:nvPr/>
        </p:nvSpPr>
        <p:spPr>
          <a:xfrm>
            <a:off x="464234" y="391257"/>
            <a:ext cx="8215532" cy="4360985"/>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feld 7">
            <a:extLst>
              <a:ext uri="{FF2B5EF4-FFF2-40B4-BE49-F238E27FC236}">
                <a16:creationId xmlns:a16="http://schemas.microsoft.com/office/drawing/2014/main" id="{F397BDC8-7D16-589B-D826-25E95DF69B9B}"/>
              </a:ext>
            </a:extLst>
          </p:cNvPr>
          <p:cNvSpPr txBox="1"/>
          <p:nvPr/>
        </p:nvSpPr>
        <p:spPr>
          <a:xfrm>
            <a:off x="2912012" y="1134215"/>
            <a:ext cx="1119217" cy="307777"/>
          </a:xfrm>
          <a:prstGeom prst="rect">
            <a:avLst/>
          </a:prstGeom>
          <a:noFill/>
        </p:spPr>
        <p:txBody>
          <a:bodyPr wrap="none" rtlCol="0">
            <a:spAutoFit/>
          </a:bodyPr>
          <a:lstStyle/>
          <a:p>
            <a:r>
              <a:rPr lang="de-DE">
                <a:solidFill>
                  <a:schemeClr val="tx1"/>
                </a:solidFill>
              </a:rPr>
              <a:t>Hintergrund</a:t>
            </a:r>
          </a:p>
        </p:txBody>
      </p:sp>
      <p:sp>
        <p:nvSpPr>
          <p:cNvPr id="9" name="Textfeld 8">
            <a:extLst>
              <a:ext uri="{FF2B5EF4-FFF2-40B4-BE49-F238E27FC236}">
                <a16:creationId xmlns:a16="http://schemas.microsoft.com/office/drawing/2014/main" id="{9B7BB24A-01BE-1E14-1909-95EF741C2355}"/>
              </a:ext>
            </a:extLst>
          </p:cNvPr>
          <p:cNvSpPr txBox="1"/>
          <p:nvPr/>
        </p:nvSpPr>
        <p:spPr>
          <a:xfrm>
            <a:off x="5048622" y="1132724"/>
            <a:ext cx="572593" cy="307777"/>
          </a:xfrm>
          <a:prstGeom prst="rect">
            <a:avLst/>
          </a:prstGeom>
          <a:noFill/>
        </p:spPr>
        <p:txBody>
          <a:bodyPr wrap="none" rtlCol="0">
            <a:spAutoFit/>
          </a:bodyPr>
          <a:lstStyle/>
          <a:p>
            <a:r>
              <a:rPr lang="de-DE">
                <a:solidFill>
                  <a:schemeClr val="tx1"/>
                </a:solidFill>
              </a:rPr>
              <a:t>Ziele</a:t>
            </a:r>
          </a:p>
        </p:txBody>
      </p:sp>
      <p:sp>
        <p:nvSpPr>
          <p:cNvPr id="10" name="Textfeld 9">
            <a:extLst>
              <a:ext uri="{FF2B5EF4-FFF2-40B4-BE49-F238E27FC236}">
                <a16:creationId xmlns:a16="http://schemas.microsoft.com/office/drawing/2014/main" id="{B185E4EE-D0A6-C98F-42AD-79805ED9F49D}"/>
              </a:ext>
            </a:extLst>
          </p:cNvPr>
          <p:cNvSpPr txBox="1"/>
          <p:nvPr/>
        </p:nvSpPr>
        <p:spPr>
          <a:xfrm>
            <a:off x="6704672" y="1132725"/>
            <a:ext cx="1039067" cy="307777"/>
          </a:xfrm>
          <a:prstGeom prst="rect">
            <a:avLst/>
          </a:prstGeom>
          <a:noFill/>
        </p:spPr>
        <p:txBody>
          <a:bodyPr wrap="none" rtlCol="0">
            <a:spAutoFit/>
          </a:bodyPr>
          <a:lstStyle/>
          <a:p>
            <a:r>
              <a:rPr lang="de-DE">
                <a:solidFill>
                  <a:schemeClr val="tx1"/>
                </a:solidFill>
              </a:rPr>
              <a:t>Frustration</a:t>
            </a:r>
          </a:p>
        </p:txBody>
      </p:sp>
      <p:cxnSp>
        <p:nvCxnSpPr>
          <p:cNvPr id="12" name="Gerade Verbindung 11">
            <a:extLst>
              <a:ext uri="{FF2B5EF4-FFF2-40B4-BE49-F238E27FC236}">
                <a16:creationId xmlns:a16="http://schemas.microsoft.com/office/drawing/2014/main" id="{4C39A878-6C32-2F18-0E90-A00175D08D67}"/>
              </a:ext>
            </a:extLst>
          </p:cNvPr>
          <p:cNvCxnSpPr/>
          <p:nvPr/>
        </p:nvCxnSpPr>
        <p:spPr>
          <a:xfrm>
            <a:off x="4417256"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12108B7E-0899-D8D4-5DAC-59136F06E91F}"/>
              </a:ext>
            </a:extLst>
          </p:cNvPr>
          <p:cNvSpPr txBox="1"/>
          <p:nvPr/>
        </p:nvSpPr>
        <p:spPr>
          <a:xfrm>
            <a:off x="2646468" y="1584945"/>
            <a:ext cx="1802347" cy="2492990"/>
          </a:xfrm>
          <a:prstGeom prst="rect">
            <a:avLst/>
          </a:prstGeom>
          <a:noFill/>
        </p:spPr>
        <p:txBody>
          <a:bodyPr wrap="square" rtlCol="0">
            <a:spAutoFit/>
          </a:bodyPr>
          <a:lstStyle/>
          <a:p>
            <a:pPr marL="171450" lvl="0" indent="-171450">
              <a:spcAft>
                <a:spcPts val="1200"/>
              </a:spcAft>
              <a:buClr>
                <a:schemeClr val="tx1"/>
              </a:buClr>
              <a:buFont typeface="Arial" panose="020B0604020202020204" pitchFamily="34" charset="0"/>
              <a:buChar char="•"/>
            </a:pPr>
            <a:r>
              <a:rPr kumimoji="0" lang="de-DE" sz="1200" b="0" i="0" u="none" strike="noStrike" kern="1200" cap="none" spc="0" normalizeH="0" baseline="0" noProof="0" dirty="0" err="1">
                <a:ln>
                  <a:noFill/>
                </a:ln>
                <a:solidFill>
                  <a:srgbClr val="FFFFFF"/>
                </a:solidFill>
                <a:effectLst/>
                <a:uLnTx/>
                <a:uFillTx/>
                <a:latin typeface="Arial"/>
                <a:ea typeface="+mn-ea"/>
                <a:cs typeface="+mn-cs"/>
              </a:rPr>
              <a:t>M.Sc</a:t>
            </a:r>
            <a:r>
              <a:rPr kumimoji="0" lang="de-DE" sz="1200" b="0" i="0" u="none" strike="noStrike" kern="1200" cap="none" spc="0" normalizeH="0" baseline="0" noProof="0" dirty="0">
                <a:ln>
                  <a:noFill/>
                </a:ln>
                <a:solidFill>
                  <a:srgbClr val="FFFFFF"/>
                </a:solidFill>
                <a:effectLst/>
                <a:uLnTx/>
                <a:uFillTx/>
                <a:latin typeface="Arial"/>
                <a:ea typeface="+mn-ea"/>
                <a:cs typeface="+mn-cs"/>
              </a:rPr>
              <a:t>. </a:t>
            </a:r>
            <a:r>
              <a:rPr kumimoji="0" lang="de-DE" sz="1200" b="0" i="0" u="none" strike="noStrike" kern="1200" cap="none" spc="0" normalizeH="0" baseline="0" noProof="0" dirty="0" err="1">
                <a:ln>
                  <a:noFill/>
                </a:ln>
                <a:solidFill>
                  <a:srgbClr val="FFFFFF"/>
                </a:solidFill>
                <a:effectLst/>
                <a:uLnTx/>
                <a:uFillTx/>
                <a:latin typeface="Arial"/>
                <a:ea typeface="+mn-ea"/>
                <a:cs typeface="+mn-cs"/>
              </a:rPr>
              <a:t>Safety</a:t>
            </a:r>
            <a:r>
              <a:rPr kumimoji="0" lang="de-DE" sz="1200" b="0" i="0" u="none" strike="noStrike" kern="1200" cap="none" spc="0" normalizeH="0" baseline="0" noProof="0" dirty="0">
                <a:ln>
                  <a:noFill/>
                </a:ln>
                <a:solidFill>
                  <a:srgbClr val="FFFFFF"/>
                </a:solidFill>
                <a:effectLst/>
                <a:uLnTx/>
                <a:uFillTx/>
                <a:latin typeface="Arial"/>
                <a:ea typeface="+mn-ea"/>
                <a:cs typeface="+mn-cs"/>
              </a:rPr>
              <a:t> Engineering</a:t>
            </a:r>
          </a:p>
          <a:p>
            <a:pPr marL="171450" lvl="0" indent="-171450">
              <a:spcAft>
                <a:spcPts val="1200"/>
              </a:spcAft>
              <a:buClr>
                <a:schemeClr val="tx1"/>
              </a:buClr>
              <a:buFont typeface="Arial" panose="020B0604020202020204" pitchFamily="34" charset="0"/>
              <a:buChar char="•"/>
            </a:pPr>
            <a:endParaRPr kumimoji="0" lang="de-DE" sz="1200" b="0" i="0" u="none" strike="noStrike" kern="1200" cap="none" spc="0" normalizeH="0" baseline="0" noProof="0" dirty="0">
              <a:ln>
                <a:noFill/>
              </a:ln>
              <a:solidFill>
                <a:srgbClr val="FFFFFF"/>
              </a:solidFill>
              <a:effectLst/>
              <a:uLnTx/>
              <a:uFillTx/>
              <a:latin typeface="Arial"/>
              <a:ea typeface="+mn-ea"/>
              <a:cs typeface="+mn-cs"/>
            </a:endParaRPr>
          </a:p>
          <a:p>
            <a:pPr marL="171450" lvl="0" indent="-171450">
              <a:spcAft>
                <a:spcPts val="1200"/>
              </a:spcAft>
              <a:buClr>
                <a:schemeClr val="tx1"/>
              </a:buClr>
              <a:buFont typeface="Arial" panose="020B0604020202020204" pitchFamily="34" charset="0"/>
              <a:buChar char="•"/>
            </a:pPr>
            <a:r>
              <a:rPr kumimoji="0" lang="de-DE" sz="1200" b="0" i="0" u="none" strike="noStrike" kern="1200" cap="none" spc="0" normalizeH="0" baseline="0" noProof="0" dirty="0">
                <a:ln>
                  <a:noFill/>
                </a:ln>
                <a:solidFill>
                  <a:srgbClr val="FFFFFF"/>
                </a:solidFill>
                <a:effectLst/>
                <a:uLnTx/>
                <a:uFillTx/>
                <a:latin typeface="Arial"/>
                <a:ea typeface="+mn-ea"/>
                <a:cs typeface="+mn-cs"/>
              </a:rPr>
              <a:t>Über 10 Jahre Erfahrung in den Bereichen Flugsicherheit und Einhaltung von Prozessvorschriften</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srgbClr val="FFFFFF"/>
              </a:solidFill>
              <a:effectLst/>
              <a:uLnTx/>
              <a:uFillTx/>
              <a:latin typeface="Arial"/>
              <a:ea typeface="+mn-ea"/>
              <a:cs typeface="+mn-cs"/>
            </a:endParaRPr>
          </a:p>
        </p:txBody>
      </p:sp>
      <p:sp>
        <p:nvSpPr>
          <p:cNvPr id="16" name="Textfeld 15">
            <a:extLst>
              <a:ext uri="{FF2B5EF4-FFF2-40B4-BE49-F238E27FC236}">
                <a16:creationId xmlns:a16="http://schemas.microsoft.com/office/drawing/2014/main" id="{AB181A63-6083-5712-D218-F95E57D35C60}"/>
              </a:ext>
            </a:extLst>
          </p:cNvPr>
          <p:cNvSpPr txBox="1"/>
          <p:nvPr/>
        </p:nvSpPr>
        <p:spPr>
          <a:xfrm>
            <a:off x="4460225" y="1584945"/>
            <a:ext cx="1657545" cy="2616101"/>
          </a:xfrm>
          <a:prstGeom prst="rect">
            <a:avLst/>
          </a:prstGeom>
          <a:noFill/>
        </p:spPr>
        <p:txBody>
          <a:bodyPr wrap="square">
            <a:spAutoFit/>
          </a:bodyPr>
          <a:lstStyle/>
          <a:p>
            <a:pPr marL="171450" indent="-171450">
              <a:spcAft>
                <a:spcPts val="1200"/>
              </a:spcAft>
              <a:buClr>
                <a:schemeClr val="tx1"/>
              </a:buClr>
              <a:buFont typeface="Arial" panose="020B0604020202020204" pitchFamily="34" charset="0"/>
              <a:buChar char="•"/>
            </a:pPr>
            <a:r>
              <a:rPr lang="de-DE" sz="1200" dirty="0">
                <a:solidFill>
                  <a:schemeClr val="tx1"/>
                </a:solidFill>
              </a:rPr>
              <a:t>Risiken früh erkennen &amp; datenbasiert entscheiden</a:t>
            </a:r>
          </a:p>
          <a:p>
            <a:pPr marL="171450" indent="-171450">
              <a:spcAft>
                <a:spcPts val="1200"/>
              </a:spcAft>
              <a:buClr>
                <a:schemeClr val="tx1"/>
              </a:buClr>
              <a:buFont typeface="Arial" panose="020B0604020202020204" pitchFamily="34" charset="0"/>
              <a:buChar char="•"/>
            </a:pPr>
            <a:r>
              <a:rPr lang="de-DE" sz="1200" dirty="0">
                <a:solidFill>
                  <a:schemeClr val="tx1"/>
                </a:solidFill>
              </a:rPr>
              <a:t> Kommunikation zwischen Teams sicherstellen</a:t>
            </a:r>
          </a:p>
          <a:p>
            <a:pPr marL="171450" indent="-171450">
              <a:spcAft>
                <a:spcPts val="1200"/>
              </a:spcAft>
              <a:buClr>
                <a:schemeClr val="tx1"/>
              </a:buClr>
              <a:buFont typeface="Arial" panose="020B0604020202020204" pitchFamily="34" charset="0"/>
              <a:buChar char="•"/>
            </a:pPr>
            <a:r>
              <a:rPr lang="de-DE" sz="1200" dirty="0">
                <a:solidFill>
                  <a:schemeClr val="tx1"/>
                </a:solidFill>
              </a:rPr>
              <a:t> Launch-</a:t>
            </a:r>
            <a:r>
              <a:rPr lang="de-DE" sz="1200" dirty="0" err="1">
                <a:solidFill>
                  <a:schemeClr val="tx1"/>
                </a:solidFill>
              </a:rPr>
              <a:t>Readiness</a:t>
            </a:r>
            <a:r>
              <a:rPr lang="de-DE" sz="1200" dirty="0">
                <a:solidFill>
                  <a:schemeClr val="tx1"/>
                </a:solidFill>
              </a:rPr>
              <a:t> &amp; Workflow-Optimierung gewährleisten</a:t>
            </a:r>
          </a:p>
        </p:txBody>
      </p:sp>
      <p:sp>
        <p:nvSpPr>
          <p:cNvPr id="18" name="Textfeld 17">
            <a:extLst>
              <a:ext uri="{FF2B5EF4-FFF2-40B4-BE49-F238E27FC236}">
                <a16:creationId xmlns:a16="http://schemas.microsoft.com/office/drawing/2014/main" id="{5DF75006-9555-6F40-588C-6CD5D80C3DD9}"/>
              </a:ext>
            </a:extLst>
          </p:cNvPr>
          <p:cNvSpPr txBox="1"/>
          <p:nvPr/>
        </p:nvSpPr>
        <p:spPr>
          <a:xfrm>
            <a:off x="6504129" y="1623830"/>
            <a:ext cx="1927753" cy="1692771"/>
          </a:xfrm>
          <a:prstGeom prst="rect">
            <a:avLst/>
          </a:prstGeom>
          <a:noFill/>
        </p:spPr>
        <p:txBody>
          <a:bodyPr wrap="square">
            <a:spAutoFit/>
          </a:bodyPr>
          <a:lstStyle/>
          <a:p>
            <a:pPr marL="171450" lvl="0" indent="-171450">
              <a:spcAft>
                <a:spcPts val="1200"/>
              </a:spcAft>
              <a:buClr>
                <a:schemeClr val="tx1"/>
              </a:buClr>
              <a:buFont typeface="Arial" panose="020B0604020202020204" pitchFamily="34" charset="0"/>
              <a:buChar char="•"/>
            </a:pPr>
            <a:r>
              <a:rPr lang="de-DE" sz="1200">
                <a:solidFill>
                  <a:schemeClr val="tx1"/>
                </a:solidFill>
              </a:rPr>
              <a:t>Zeitdruck &amp; Kommunikationslücken bei Schichtwechseln</a:t>
            </a:r>
          </a:p>
          <a:p>
            <a:pPr marL="171450" lvl="0" indent="-171450">
              <a:spcAft>
                <a:spcPts val="1200"/>
              </a:spcAft>
              <a:buClr>
                <a:schemeClr val="tx1"/>
              </a:buClr>
              <a:buFont typeface="Arial" panose="020B0604020202020204" pitchFamily="34" charset="0"/>
              <a:buChar char="•"/>
            </a:pPr>
            <a:r>
              <a:rPr lang="de-DE" sz="1200">
                <a:solidFill>
                  <a:schemeClr val="tx1"/>
                </a:solidFill>
              </a:rPr>
              <a:t> Unvollständige Doku &amp; Dateninkonsistenzen </a:t>
            </a:r>
          </a:p>
          <a:p>
            <a:pPr marL="171450" lvl="0" indent="-171450">
              <a:spcAft>
                <a:spcPts val="1200"/>
              </a:spcAft>
              <a:buClr>
                <a:schemeClr val="tx1"/>
              </a:buClr>
              <a:buFont typeface="Arial" panose="020B0604020202020204" pitchFamily="34" charset="0"/>
              <a:buChar char="•"/>
            </a:pPr>
            <a:r>
              <a:rPr lang="de-DE" sz="1200">
                <a:solidFill>
                  <a:schemeClr val="tx1"/>
                </a:solidFill>
              </a:rPr>
              <a:t>Hoher manueller Prüfaufwand</a:t>
            </a:r>
          </a:p>
        </p:txBody>
      </p:sp>
      <p:cxnSp>
        <p:nvCxnSpPr>
          <p:cNvPr id="2" name="Gerade Verbindung 11">
            <a:extLst>
              <a:ext uri="{FF2B5EF4-FFF2-40B4-BE49-F238E27FC236}">
                <a16:creationId xmlns:a16="http://schemas.microsoft.com/office/drawing/2014/main" id="{E2470BDB-156E-EE51-A029-7E98B488245B}"/>
              </a:ext>
            </a:extLst>
          </p:cNvPr>
          <p:cNvCxnSpPr/>
          <p:nvPr/>
        </p:nvCxnSpPr>
        <p:spPr>
          <a:xfrm>
            <a:off x="6271847"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Abgerundetes Rechteck 12">
            <a:extLst>
              <a:ext uri="{FF2B5EF4-FFF2-40B4-BE49-F238E27FC236}">
                <a16:creationId xmlns:a16="http://schemas.microsoft.com/office/drawing/2014/main" id="{F69B1E4A-D59D-8390-3AA1-A7E6CFD579BD}"/>
              </a:ext>
            </a:extLst>
          </p:cNvPr>
          <p:cNvSpPr/>
          <p:nvPr/>
        </p:nvSpPr>
        <p:spPr>
          <a:xfrm>
            <a:off x="578351" y="590550"/>
            <a:ext cx="1929788" cy="361049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descr="Ein Bild, das Kleidung, Cartoon, Spielzeug, Menschliches Gesicht enthält.&#10;&#10;Automatisch generierte Beschreibung">
            <a:extLst>
              <a:ext uri="{FF2B5EF4-FFF2-40B4-BE49-F238E27FC236}">
                <a16:creationId xmlns:a16="http://schemas.microsoft.com/office/drawing/2014/main" id="{03E5B4B2-C71A-01B5-F918-0470311F1F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33" y="775026"/>
            <a:ext cx="1547465" cy="3061044"/>
          </a:xfrm>
          <a:prstGeom prst="rect">
            <a:avLst/>
          </a:prstGeom>
        </p:spPr>
      </p:pic>
      <p:sp>
        <p:nvSpPr>
          <p:cNvPr id="17" name="Textfeld 16">
            <a:extLst>
              <a:ext uri="{FF2B5EF4-FFF2-40B4-BE49-F238E27FC236}">
                <a16:creationId xmlns:a16="http://schemas.microsoft.com/office/drawing/2014/main" id="{407BA7FF-0B0D-762E-2151-D6D23FF720BE}"/>
              </a:ext>
            </a:extLst>
          </p:cNvPr>
          <p:cNvSpPr txBox="1"/>
          <p:nvPr/>
        </p:nvSpPr>
        <p:spPr>
          <a:xfrm>
            <a:off x="643661" y="3821186"/>
            <a:ext cx="1842136" cy="307777"/>
          </a:xfrm>
          <a:prstGeom prst="rect">
            <a:avLst/>
          </a:prstGeom>
          <a:noFill/>
        </p:spPr>
        <p:txBody>
          <a:bodyPr wrap="square" rtlCol="0">
            <a:spAutoFit/>
          </a:bodyPr>
          <a:lstStyle/>
          <a:p>
            <a:pPr algn="ctr"/>
            <a:r>
              <a:rPr kumimoji="0" lang="en-DE" sz="1400" b="0" i="0" u="none" strike="noStrike" kern="1200" cap="none" spc="0" normalizeH="0" baseline="0" noProof="0">
                <a:ln>
                  <a:noFill/>
                </a:ln>
                <a:solidFill>
                  <a:schemeClr val="bg1"/>
                </a:solidFill>
                <a:effectLst/>
                <a:uLnTx/>
                <a:uFillTx/>
                <a:latin typeface="Arial"/>
                <a:ea typeface="+mn-ea"/>
                <a:cs typeface="+mn-cs"/>
              </a:rPr>
              <a:t>Lead Technician </a:t>
            </a:r>
            <a:endParaRPr lang="de-DE">
              <a:solidFill>
                <a:schemeClr val="bg1"/>
              </a:solidFill>
            </a:endParaRPr>
          </a:p>
        </p:txBody>
      </p:sp>
      <p:sp>
        <p:nvSpPr>
          <p:cNvPr id="23" name="Abgerundetes Rechteck 22">
            <a:extLst>
              <a:ext uri="{FF2B5EF4-FFF2-40B4-BE49-F238E27FC236}">
                <a16:creationId xmlns:a16="http://schemas.microsoft.com/office/drawing/2014/main" id="{99013565-A988-0F13-0434-BC1CCB6A528F}"/>
              </a:ext>
            </a:extLst>
          </p:cNvPr>
          <p:cNvSpPr/>
          <p:nvPr/>
        </p:nvSpPr>
        <p:spPr>
          <a:xfrm>
            <a:off x="578350" y="590549"/>
            <a:ext cx="1972739" cy="3939409"/>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4" name="Grafik 23" descr="Ein Bild, das Kleidung, Cartoon, Spielzeug, Menschliches Gesicht enthält.&#10;&#10;Automatisch generierte Beschreibung">
            <a:extLst>
              <a:ext uri="{FF2B5EF4-FFF2-40B4-BE49-F238E27FC236}">
                <a16:creationId xmlns:a16="http://schemas.microsoft.com/office/drawing/2014/main" id="{E8CF6CF4-283B-30C6-D3F2-9B2E982A06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33" y="775026"/>
            <a:ext cx="1547465" cy="3061044"/>
          </a:xfrm>
          <a:prstGeom prst="rect">
            <a:avLst/>
          </a:prstGeom>
        </p:spPr>
      </p:pic>
      <p:sp>
        <p:nvSpPr>
          <p:cNvPr id="25" name="Textfeld 24">
            <a:extLst>
              <a:ext uri="{FF2B5EF4-FFF2-40B4-BE49-F238E27FC236}">
                <a16:creationId xmlns:a16="http://schemas.microsoft.com/office/drawing/2014/main" id="{B69EB12E-0817-5D55-AF70-3C666D538064}"/>
              </a:ext>
            </a:extLst>
          </p:cNvPr>
          <p:cNvSpPr txBox="1"/>
          <p:nvPr/>
        </p:nvSpPr>
        <p:spPr>
          <a:xfrm>
            <a:off x="626702" y="3845893"/>
            <a:ext cx="1842136" cy="307777"/>
          </a:xfrm>
          <a:prstGeom prst="rect">
            <a:avLst/>
          </a:prstGeom>
          <a:noFill/>
        </p:spPr>
        <p:txBody>
          <a:bodyPr wrap="square" rtlCol="0">
            <a:spAutoFit/>
          </a:bodyPr>
          <a:lstStyle/>
          <a:p>
            <a:pPr algn="ctr"/>
            <a:r>
              <a:rPr kumimoji="0" lang="en-DE" sz="1400" b="0" i="0" u="none" strike="noStrike" kern="1200" cap="none" spc="0" normalizeH="0" baseline="0" noProof="0">
                <a:ln>
                  <a:noFill/>
                </a:ln>
                <a:solidFill>
                  <a:schemeClr val="bg1"/>
                </a:solidFill>
                <a:effectLst/>
                <a:uLnTx/>
                <a:uFillTx/>
                <a:latin typeface="Arial"/>
                <a:ea typeface="+mn-ea"/>
                <a:cs typeface="+mn-cs"/>
              </a:rPr>
              <a:t>Lead Technician </a:t>
            </a:r>
            <a:endParaRPr lang="de-DE">
              <a:solidFill>
                <a:schemeClr val="bg1"/>
              </a:solidFill>
            </a:endParaRPr>
          </a:p>
        </p:txBody>
      </p:sp>
      <p:sp>
        <p:nvSpPr>
          <p:cNvPr id="26" name="Textfeld 25">
            <a:extLst>
              <a:ext uri="{FF2B5EF4-FFF2-40B4-BE49-F238E27FC236}">
                <a16:creationId xmlns:a16="http://schemas.microsoft.com/office/drawing/2014/main" id="{EAC220B0-73A1-FABB-D3AB-00C957BCC626}"/>
              </a:ext>
            </a:extLst>
          </p:cNvPr>
          <p:cNvSpPr txBox="1"/>
          <p:nvPr/>
        </p:nvSpPr>
        <p:spPr>
          <a:xfrm>
            <a:off x="772891" y="4124720"/>
            <a:ext cx="1583655" cy="738664"/>
          </a:xfrm>
          <a:prstGeom prst="rect">
            <a:avLst/>
          </a:prstGeom>
          <a:noFill/>
        </p:spPr>
        <p:txBody>
          <a:bodyPr wrap="square" rtlCol="0">
            <a:spAutoFit/>
          </a:bodyPr>
          <a:lstStyle/>
          <a:p>
            <a:pPr algn="ctr"/>
            <a:r>
              <a:rPr kumimoji="0" lang="de-DE" sz="1400" b="0" i="0" u="none" strike="noStrike" kern="1200" cap="none" spc="0" normalizeH="0" baseline="0" noProof="0">
                <a:ln>
                  <a:noFill/>
                </a:ln>
                <a:solidFill>
                  <a:schemeClr val="bg1"/>
                </a:solidFill>
                <a:effectLst/>
                <a:uLnTx/>
                <a:uFillTx/>
                <a:latin typeface="Arial"/>
                <a:ea typeface="+mn-ea"/>
                <a:cs typeface="+mn-cs"/>
              </a:rPr>
              <a:t>Sandra Beck</a:t>
            </a:r>
          </a:p>
          <a:p>
            <a:pPr algn="ctr"/>
            <a:endParaRPr lang="de-DE">
              <a:solidFill>
                <a:schemeClr val="bg1"/>
              </a:solidFill>
            </a:endParaRPr>
          </a:p>
          <a:p>
            <a:pPr algn="ctr"/>
            <a:endParaRPr lang="de-DE">
              <a:solidFill>
                <a:schemeClr val="bg1"/>
              </a:solidFill>
            </a:endParaRPr>
          </a:p>
        </p:txBody>
      </p:sp>
      <p:pic>
        <p:nvPicPr>
          <p:cNvPr id="27" name="Grafik 26" descr="Ein Bild, das Kleidung, Person, Schutzhelm, Arbeitskleidung enthält.&#10;&#10;Automatisch generierte Beschreibung">
            <a:extLst>
              <a:ext uri="{FF2B5EF4-FFF2-40B4-BE49-F238E27FC236}">
                <a16:creationId xmlns:a16="http://schemas.microsoft.com/office/drawing/2014/main" id="{72663120-DB6E-24D4-C481-37859DA507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112" y="723833"/>
            <a:ext cx="1701800" cy="3441700"/>
          </a:xfrm>
          <a:prstGeom prst="rect">
            <a:avLst/>
          </a:prstGeom>
        </p:spPr>
      </p:pic>
      <p:sp>
        <p:nvSpPr>
          <p:cNvPr id="28" name="Abgerundetes Rechteck 27">
            <a:extLst>
              <a:ext uri="{FF2B5EF4-FFF2-40B4-BE49-F238E27FC236}">
                <a16:creationId xmlns:a16="http://schemas.microsoft.com/office/drawing/2014/main" id="{3A30CF6C-84BE-4499-D5AD-DEB37F39278D}"/>
              </a:ext>
            </a:extLst>
          </p:cNvPr>
          <p:cNvSpPr/>
          <p:nvPr/>
        </p:nvSpPr>
        <p:spPr>
          <a:xfrm>
            <a:off x="578350" y="590549"/>
            <a:ext cx="1972739" cy="3939409"/>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9" name="Grafik 28" descr="Ein Bild, das Kleidung, Cartoon, Spielzeug, Menschliches Gesicht enthält.&#10;&#10;Automatisch generierte Beschreibung">
            <a:extLst>
              <a:ext uri="{FF2B5EF4-FFF2-40B4-BE49-F238E27FC236}">
                <a16:creationId xmlns:a16="http://schemas.microsoft.com/office/drawing/2014/main" id="{A45C0978-A82D-DE78-0CFA-72BA717F53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33" y="775026"/>
            <a:ext cx="1547465" cy="3061044"/>
          </a:xfrm>
          <a:prstGeom prst="rect">
            <a:avLst/>
          </a:prstGeom>
        </p:spPr>
      </p:pic>
      <p:sp>
        <p:nvSpPr>
          <p:cNvPr id="30" name="Textfeld 29">
            <a:extLst>
              <a:ext uri="{FF2B5EF4-FFF2-40B4-BE49-F238E27FC236}">
                <a16:creationId xmlns:a16="http://schemas.microsoft.com/office/drawing/2014/main" id="{DB43E593-D633-8857-F2CF-30D3E0B597E9}"/>
              </a:ext>
            </a:extLst>
          </p:cNvPr>
          <p:cNvSpPr txBox="1"/>
          <p:nvPr/>
        </p:nvSpPr>
        <p:spPr>
          <a:xfrm>
            <a:off x="523993" y="3835864"/>
            <a:ext cx="2038503" cy="523220"/>
          </a:xfrm>
          <a:prstGeom prst="rect">
            <a:avLst/>
          </a:prstGeom>
          <a:noFill/>
        </p:spPr>
        <p:txBody>
          <a:bodyPr wrap="square" rtlCol="0">
            <a:spAutoFit/>
          </a:bodyPr>
          <a:lstStyle/>
          <a:p>
            <a:pPr algn="ctr"/>
            <a:r>
              <a:rPr kumimoji="0" lang="de-DE" sz="1400" b="0" i="0" u="none" strike="noStrike" kern="1200" cap="none" spc="0" normalizeH="0" baseline="0" noProof="0">
                <a:ln>
                  <a:noFill/>
                </a:ln>
                <a:solidFill>
                  <a:schemeClr val="bg1"/>
                </a:solidFill>
                <a:effectLst/>
                <a:uLnTx/>
                <a:uFillTx/>
                <a:latin typeface="Arial"/>
                <a:ea typeface="+mn-ea"/>
                <a:cs typeface="+mn-cs"/>
              </a:rPr>
              <a:t>Security &amp; Compliance Officer </a:t>
            </a:r>
            <a:endParaRPr lang="de-DE">
              <a:solidFill>
                <a:schemeClr val="bg1"/>
              </a:solidFill>
            </a:endParaRPr>
          </a:p>
        </p:txBody>
      </p:sp>
      <p:sp>
        <p:nvSpPr>
          <p:cNvPr id="31" name="Textfeld 30">
            <a:extLst>
              <a:ext uri="{FF2B5EF4-FFF2-40B4-BE49-F238E27FC236}">
                <a16:creationId xmlns:a16="http://schemas.microsoft.com/office/drawing/2014/main" id="{28E88618-DA31-E7B9-462E-535E52E7243D}"/>
              </a:ext>
            </a:extLst>
          </p:cNvPr>
          <p:cNvSpPr txBox="1"/>
          <p:nvPr/>
        </p:nvSpPr>
        <p:spPr>
          <a:xfrm>
            <a:off x="751416" y="4254323"/>
            <a:ext cx="1583655" cy="286232"/>
          </a:xfrm>
          <a:prstGeom prst="rect">
            <a:avLst/>
          </a:prstGeom>
          <a:noFill/>
        </p:spPr>
        <p:txBody>
          <a:bodyPr wrap="square" rtlCol="0">
            <a:spAutoFit/>
          </a:bodyPr>
          <a:lstStyle/>
          <a:p>
            <a:pPr marL="0" marR="0" lvl="0" indent="0" algn="ctr" defTabSz="1219170" rtl="0" eaLnBrk="1" fontAlgn="auto" latinLnBrk="0" hangingPunct="1">
              <a:lnSpc>
                <a:spcPct val="90000"/>
              </a:lnSpc>
              <a:spcBef>
                <a:spcPts val="0"/>
              </a:spcBef>
              <a:spcAft>
                <a:spcPts val="800"/>
              </a:spcAft>
              <a:buClrTx/>
              <a:buSzTx/>
              <a:buFontTx/>
              <a:buNone/>
              <a:tabLst/>
              <a:defRPr/>
            </a:pPr>
            <a:r>
              <a:rPr kumimoji="0" lang="de-DE" sz="1400" b="0" i="0" u="none" strike="noStrike" kern="1200" cap="none" spc="0" normalizeH="0" baseline="0" noProof="0">
                <a:ln>
                  <a:noFill/>
                </a:ln>
                <a:solidFill>
                  <a:schemeClr val="bg1"/>
                </a:solidFill>
                <a:effectLst/>
                <a:uLnTx/>
                <a:uFillTx/>
                <a:latin typeface="Arial"/>
                <a:ea typeface="+mn-ea"/>
                <a:cs typeface="+mn-cs"/>
              </a:rPr>
              <a:t>Markus Reuter </a:t>
            </a:r>
            <a:endParaRPr lang="de-DE">
              <a:solidFill>
                <a:schemeClr val="bg1"/>
              </a:solidFill>
            </a:endParaRPr>
          </a:p>
        </p:txBody>
      </p:sp>
      <p:pic>
        <p:nvPicPr>
          <p:cNvPr id="32" name="Grafik 31" descr="Ein Bild, das Kleidung, Person, Schutzhelm, Arbeitskleidung enthält.&#10;&#10;Automatisch generierte Beschreibung">
            <a:extLst>
              <a:ext uri="{FF2B5EF4-FFF2-40B4-BE49-F238E27FC236}">
                <a16:creationId xmlns:a16="http://schemas.microsoft.com/office/drawing/2014/main" id="{69FB59D6-8B56-63CB-896E-C9AAAF1D04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981" y="777103"/>
            <a:ext cx="1505192" cy="3044082"/>
          </a:xfrm>
          <a:prstGeom prst="rect">
            <a:avLst/>
          </a:prstGeom>
        </p:spPr>
      </p:pic>
    </p:spTree>
    <p:extLst>
      <p:ext uri="{BB962C8B-B14F-4D97-AF65-F5344CB8AC3E}">
        <p14:creationId xmlns:p14="http://schemas.microsoft.com/office/powerpoint/2010/main" val="402302857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7">
          <a:extLst>
            <a:ext uri="{FF2B5EF4-FFF2-40B4-BE49-F238E27FC236}">
              <a16:creationId xmlns:a16="http://schemas.microsoft.com/office/drawing/2014/main" id="{EDC39F1F-6130-8711-21B8-73FA9420BD7D}"/>
            </a:ext>
          </a:extLst>
        </p:cNvPr>
        <p:cNvGrpSpPr/>
        <p:nvPr/>
      </p:nvGrpSpPr>
      <p:grpSpPr>
        <a:xfrm>
          <a:off x="0" y="0"/>
          <a:ext cx="0" cy="0"/>
          <a:chOff x="0" y="0"/>
          <a:chExt cx="0" cy="0"/>
        </a:xfrm>
      </p:grpSpPr>
      <p:grpSp>
        <p:nvGrpSpPr>
          <p:cNvPr id="1798" name="Google Shape;1798;p83">
            <a:extLst>
              <a:ext uri="{FF2B5EF4-FFF2-40B4-BE49-F238E27FC236}">
                <a16:creationId xmlns:a16="http://schemas.microsoft.com/office/drawing/2014/main" id="{90A0C651-64FB-96E0-C9A1-BE96647F2D74}"/>
              </a:ext>
            </a:extLst>
          </p:cNvPr>
          <p:cNvGrpSpPr/>
          <p:nvPr/>
        </p:nvGrpSpPr>
        <p:grpSpPr>
          <a:xfrm>
            <a:off x="5835904" y="1249472"/>
            <a:ext cx="3247800" cy="3247800"/>
            <a:chOff x="2948100" y="1244713"/>
            <a:chExt cx="3247800" cy="3247800"/>
          </a:xfrm>
        </p:grpSpPr>
        <p:sp>
          <p:nvSpPr>
            <p:cNvPr id="1799" name="Google Shape;1799;p83">
              <a:extLst>
                <a:ext uri="{FF2B5EF4-FFF2-40B4-BE49-F238E27FC236}">
                  <a16:creationId xmlns:a16="http://schemas.microsoft.com/office/drawing/2014/main" id="{BEDDB652-0FB4-60A4-B412-3FBD34A26969}"/>
                </a:ext>
              </a:extLst>
            </p:cNvPr>
            <p:cNvSpPr/>
            <p:nvPr/>
          </p:nvSpPr>
          <p:spPr>
            <a:xfrm>
              <a:off x="3138600" y="1435225"/>
              <a:ext cx="2866800" cy="2866800"/>
            </a:xfrm>
            <a:prstGeom prst="ellipse">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0" name="Google Shape;1800;p83">
              <a:extLst>
                <a:ext uri="{FF2B5EF4-FFF2-40B4-BE49-F238E27FC236}">
                  <a16:creationId xmlns:a16="http://schemas.microsoft.com/office/drawing/2014/main" id="{C5FFE397-8AFB-C9F2-6E2D-665A3B6B0D9E}"/>
                </a:ext>
              </a:extLst>
            </p:cNvPr>
            <p:cNvSpPr/>
            <p:nvPr/>
          </p:nvSpPr>
          <p:spPr>
            <a:xfrm>
              <a:off x="3024300" y="1320925"/>
              <a:ext cx="3095400" cy="3095400"/>
            </a:xfrm>
            <a:prstGeom prst="ellipse">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1" name="Google Shape;1801;p83">
              <a:extLst>
                <a:ext uri="{FF2B5EF4-FFF2-40B4-BE49-F238E27FC236}">
                  <a16:creationId xmlns:a16="http://schemas.microsoft.com/office/drawing/2014/main" id="{C97D5941-E783-9697-34FF-F3FD9D6A1F41}"/>
                </a:ext>
              </a:extLst>
            </p:cNvPr>
            <p:cNvSpPr/>
            <p:nvPr/>
          </p:nvSpPr>
          <p:spPr>
            <a:xfrm>
              <a:off x="2948100" y="1244713"/>
              <a:ext cx="3247800" cy="3247800"/>
            </a:xfrm>
            <a:prstGeom prst="ellipse">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1803" name="Google Shape;1803;p83">
            <a:extLst>
              <a:ext uri="{FF2B5EF4-FFF2-40B4-BE49-F238E27FC236}">
                <a16:creationId xmlns:a16="http://schemas.microsoft.com/office/drawing/2014/main" id="{B4147E8F-9186-1890-1CD0-9562FAFA038C}"/>
              </a:ext>
            </a:extLst>
          </p:cNvPr>
          <p:cNvSpPr/>
          <p:nvPr/>
        </p:nvSpPr>
        <p:spPr>
          <a:xfrm>
            <a:off x="7352560" y="2783420"/>
            <a:ext cx="437513" cy="544643"/>
          </a:xfrm>
          <a:custGeom>
            <a:avLst/>
            <a:gdLst/>
            <a:ahLst/>
            <a:cxnLst/>
            <a:rect l="l" t="t" r="r" b="b"/>
            <a:pathLst>
              <a:path w="19615" h="24418" extrusionOk="0">
                <a:moveTo>
                  <a:pt x="7672" y="1"/>
                </a:moveTo>
                <a:lnTo>
                  <a:pt x="0" y="6639"/>
                </a:lnTo>
                <a:cubicBezTo>
                  <a:pt x="0" y="6639"/>
                  <a:pt x="10741" y="14511"/>
                  <a:pt x="10174" y="16012"/>
                </a:cubicBezTo>
                <a:cubicBezTo>
                  <a:pt x="9607" y="17480"/>
                  <a:pt x="67" y="20849"/>
                  <a:pt x="67" y="20849"/>
                </a:cubicBezTo>
                <a:lnTo>
                  <a:pt x="1668" y="24418"/>
                </a:lnTo>
                <a:cubicBezTo>
                  <a:pt x="1668" y="24418"/>
                  <a:pt x="14711" y="22483"/>
                  <a:pt x="16779" y="18314"/>
                </a:cubicBezTo>
                <a:cubicBezTo>
                  <a:pt x="19614" y="12643"/>
                  <a:pt x="9040" y="734"/>
                  <a:pt x="7672"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4" name="Google Shape;1804;p83">
            <a:extLst>
              <a:ext uri="{FF2B5EF4-FFF2-40B4-BE49-F238E27FC236}">
                <a16:creationId xmlns:a16="http://schemas.microsoft.com/office/drawing/2014/main" id="{152C5EFF-9EEB-AC2B-0E2E-DA1B606785C1}"/>
              </a:ext>
            </a:extLst>
          </p:cNvPr>
          <p:cNvSpPr/>
          <p:nvPr/>
        </p:nvSpPr>
        <p:spPr>
          <a:xfrm>
            <a:off x="7352560" y="2783420"/>
            <a:ext cx="437513" cy="544643"/>
          </a:xfrm>
          <a:custGeom>
            <a:avLst/>
            <a:gdLst/>
            <a:ahLst/>
            <a:cxnLst/>
            <a:rect l="l" t="t" r="r" b="b"/>
            <a:pathLst>
              <a:path w="19615" h="24418" extrusionOk="0">
                <a:moveTo>
                  <a:pt x="7672" y="1"/>
                </a:moveTo>
                <a:lnTo>
                  <a:pt x="0" y="6639"/>
                </a:lnTo>
                <a:cubicBezTo>
                  <a:pt x="0" y="6639"/>
                  <a:pt x="10741" y="14511"/>
                  <a:pt x="10174" y="16012"/>
                </a:cubicBezTo>
                <a:cubicBezTo>
                  <a:pt x="9607" y="17480"/>
                  <a:pt x="67" y="20849"/>
                  <a:pt x="67" y="20849"/>
                </a:cubicBezTo>
                <a:lnTo>
                  <a:pt x="1668" y="24418"/>
                </a:lnTo>
                <a:cubicBezTo>
                  <a:pt x="1668" y="24418"/>
                  <a:pt x="14711" y="22483"/>
                  <a:pt x="16779" y="18314"/>
                </a:cubicBezTo>
                <a:cubicBezTo>
                  <a:pt x="19614" y="12643"/>
                  <a:pt x="9040" y="734"/>
                  <a:pt x="76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5" name="Google Shape;1805;p83">
            <a:extLst>
              <a:ext uri="{FF2B5EF4-FFF2-40B4-BE49-F238E27FC236}">
                <a16:creationId xmlns:a16="http://schemas.microsoft.com/office/drawing/2014/main" id="{DB210F29-7530-BE03-DF5A-962B0B6F78A2}"/>
              </a:ext>
            </a:extLst>
          </p:cNvPr>
          <p:cNvSpPr/>
          <p:nvPr/>
        </p:nvSpPr>
        <p:spPr>
          <a:xfrm>
            <a:off x="7394226" y="3194122"/>
            <a:ext cx="97473" cy="125020"/>
          </a:xfrm>
          <a:custGeom>
            <a:avLst/>
            <a:gdLst/>
            <a:ahLst/>
            <a:cxnLst/>
            <a:rect l="l" t="t" r="r" b="b"/>
            <a:pathLst>
              <a:path w="4370" h="5605" extrusionOk="0">
                <a:moveTo>
                  <a:pt x="4370" y="1"/>
                </a:moveTo>
                <a:lnTo>
                  <a:pt x="0" y="1769"/>
                </a:lnTo>
                <a:lnTo>
                  <a:pt x="2001" y="5605"/>
                </a:lnTo>
                <a:lnTo>
                  <a:pt x="2235" y="5538"/>
                </a:lnTo>
                <a:lnTo>
                  <a:pt x="1001" y="3036"/>
                </a:lnTo>
                <a:cubicBezTo>
                  <a:pt x="3036" y="2436"/>
                  <a:pt x="4003" y="1368"/>
                  <a:pt x="437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6" name="Google Shape;1806;p83">
            <a:extLst>
              <a:ext uri="{FF2B5EF4-FFF2-40B4-BE49-F238E27FC236}">
                <a16:creationId xmlns:a16="http://schemas.microsoft.com/office/drawing/2014/main" id="{A4D64023-43CC-4B87-CCF3-D14FEC06A546}"/>
              </a:ext>
            </a:extLst>
          </p:cNvPr>
          <p:cNvSpPr/>
          <p:nvPr/>
        </p:nvSpPr>
        <p:spPr>
          <a:xfrm>
            <a:off x="7194061" y="3216449"/>
            <a:ext cx="253742" cy="234180"/>
          </a:xfrm>
          <a:custGeom>
            <a:avLst/>
            <a:gdLst/>
            <a:ahLst/>
            <a:cxnLst/>
            <a:rect l="l" t="t" r="r" b="b"/>
            <a:pathLst>
              <a:path w="11376" h="10499" extrusionOk="0">
                <a:moveTo>
                  <a:pt x="8607" y="0"/>
                </a:moveTo>
                <a:lnTo>
                  <a:pt x="301" y="2802"/>
                </a:lnTo>
                <a:cubicBezTo>
                  <a:pt x="101" y="2869"/>
                  <a:pt x="1" y="3136"/>
                  <a:pt x="134" y="3303"/>
                </a:cubicBezTo>
                <a:lnTo>
                  <a:pt x="4704" y="10241"/>
                </a:lnTo>
                <a:cubicBezTo>
                  <a:pt x="4810" y="10410"/>
                  <a:pt x="4996" y="10499"/>
                  <a:pt x="5177" y="10499"/>
                </a:cubicBezTo>
                <a:cubicBezTo>
                  <a:pt x="5282" y="10499"/>
                  <a:pt x="5386" y="10469"/>
                  <a:pt x="5472" y="10408"/>
                </a:cubicBezTo>
                <a:lnTo>
                  <a:pt x="5905" y="10174"/>
                </a:lnTo>
                <a:cubicBezTo>
                  <a:pt x="6205" y="9974"/>
                  <a:pt x="6372" y="9574"/>
                  <a:pt x="6239" y="9207"/>
                </a:cubicBezTo>
                <a:lnTo>
                  <a:pt x="5638" y="7272"/>
                </a:lnTo>
                <a:cubicBezTo>
                  <a:pt x="5538" y="6939"/>
                  <a:pt x="5705" y="6638"/>
                  <a:pt x="6039" y="6572"/>
                </a:cubicBezTo>
                <a:lnTo>
                  <a:pt x="11376" y="5371"/>
                </a:lnTo>
                <a:lnTo>
                  <a:pt x="8607"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7" name="Google Shape;1807;p83">
            <a:extLst>
              <a:ext uri="{FF2B5EF4-FFF2-40B4-BE49-F238E27FC236}">
                <a16:creationId xmlns:a16="http://schemas.microsoft.com/office/drawing/2014/main" id="{04AC05A6-16B5-CAC8-6704-02266A71690B}"/>
              </a:ext>
            </a:extLst>
          </p:cNvPr>
          <p:cNvSpPr/>
          <p:nvPr/>
        </p:nvSpPr>
        <p:spPr>
          <a:xfrm>
            <a:off x="7194061" y="3216449"/>
            <a:ext cx="253742" cy="234180"/>
          </a:xfrm>
          <a:custGeom>
            <a:avLst/>
            <a:gdLst/>
            <a:ahLst/>
            <a:cxnLst/>
            <a:rect l="l" t="t" r="r" b="b"/>
            <a:pathLst>
              <a:path w="11376" h="10499" extrusionOk="0">
                <a:moveTo>
                  <a:pt x="8607" y="0"/>
                </a:moveTo>
                <a:lnTo>
                  <a:pt x="301" y="2802"/>
                </a:lnTo>
                <a:cubicBezTo>
                  <a:pt x="101" y="2869"/>
                  <a:pt x="1" y="3136"/>
                  <a:pt x="134" y="3303"/>
                </a:cubicBezTo>
                <a:lnTo>
                  <a:pt x="4704" y="10241"/>
                </a:lnTo>
                <a:cubicBezTo>
                  <a:pt x="4810" y="10410"/>
                  <a:pt x="4996" y="10499"/>
                  <a:pt x="5177" y="10499"/>
                </a:cubicBezTo>
                <a:cubicBezTo>
                  <a:pt x="5282" y="10499"/>
                  <a:pt x="5386" y="10469"/>
                  <a:pt x="5472" y="10408"/>
                </a:cubicBezTo>
                <a:lnTo>
                  <a:pt x="5905" y="10174"/>
                </a:lnTo>
                <a:cubicBezTo>
                  <a:pt x="6205" y="9974"/>
                  <a:pt x="6372" y="9574"/>
                  <a:pt x="6239" y="9207"/>
                </a:cubicBezTo>
                <a:lnTo>
                  <a:pt x="5638" y="7272"/>
                </a:lnTo>
                <a:cubicBezTo>
                  <a:pt x="5538" y="6939"/>
                  <a:pt x="5705" y="6638"/>
                  <a:pt x="6039" y="6572"/>
                </a:cubicBezTo>
                <a:lnTo>
                  <a:pt x="11376" y="5371"/>
                </a:lnTo>
                <a:lnTo>
                  <a:pt x="86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8" name="Google Shape;1808;p83">
            <a:extLst>
              <a:ext uri="{FF2B5EF4-FFF2-40B4-BE49-F238E27FC236}">
                <a16:creationId xmlns:a16="http://schemas.microsoft.com/office/drawing/2014/main" id="{FAB099F6-B11A-B289-E6CD-88A71595AA05}"/>
              </a:ext>
            </a:extLst>
          </p:cNvPr>
          <p:cNvSpPr/>
          <p:nvPr/>
        </p:nvSpPr>
        <p:spPr>
          <a:xfrm>
            <a:off x="7276656" y="3215713"/>
            <a:ext cx="133205" cy="49227"/>
          </a:xfrm>
          <a:custGeom>
            <a:avLst/>
            <a:gdLst/>
            <a:ahLst/>
            <a:cxnLst/>
            <a:rect l="l" t="t" r="r" b="b"/>
            <a:pathLst>
              <a:path w="5972" h="2207" extrusionOk="0">
                <a:moveTo>
                  <a:pt x="4904" y="0"/>
                </a:moveTo>
                <a:lnTo>
                  <a:pt x="1" y="1701"/>
                </a:lnTo>
                <a:cubicBezTo>
                  <a:pt x="1349" y="2027"/>
                  <a:pt x="2746" y="2206"/>
                  <a:pt x="4146" y="2206"/>
                </a:cubicBezTo>
                <a:cubicBezTo>
                  <a:pt x="4755" y="2206"/>
                  <a:pt x="5365" y="2172"/>
                  <a:pt x="5972" y="2102"/>
                </a:cubicBezTo>
                <a:lnTo>
                  <a:pt x="490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9" name="Google Shape;1809;p83">
            <a:extLst>
              <a:ext uri="{FF2B5EF4-FFF2-40B4-BE49-F238E27FC236}">
                <a16:creationId xmlns:a16="http://schemas.microsoft.com/office/drawing/2014/main" id="{A4F25D37-B15C-C0C5-7DDD-9770C8EED074}"/>
              </a:ext>
            </a:extLst>
          </p:cNvPr>
          <p:cNvSpPr/>
          <p:nvPr/>
        </p:nvSpPr>
        <p:spPr>
          <a:xfrm>
            <a:off x="7486479" y="2844424"/>
            <a:ext cx="64751" cy="232173"/>
          </a:xfrm>
          <a:custGeom>
            <a:avLst/>
            <a:gdLst/>
            <a:ahLst/>
            <a:cxnLst/>
            <a:rect l="l" t="t" r="r" b="b"/>
            <a:pathLst>
              <a:path w="2903" h="10409" extrusionOk="0">
                <a:moveTo>
                  <a:pt x="768" y="1"/>
                </a:moveTo>
                <a:lnTo>
                  <a:pt x="0" y="201"/>
                </a:lnTo>
                <a:cubicBezTo>
                  <a:pt x="734" y="3270"/>
                  <a:pt x="1101" y="6439"/>
                  <a:pt x="1134" y="9608"/>
                </a:cubicBezTo>
                <a:lnTo>
                  <a:pt x="2035" y="10408"/>
                </a:lnTo>
                <a:cubicBezTo>
                  <a:pt x="2902" y="7173"/>
                  <a:pt x="1301" y="4104"/>
                  <a:pt x="7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0" name="Google Shape;1810;p83">
            <a:extLst>
              <a:ext uri="{FF2B5EF4-FFF2-40B4-BE49-F238E27FC236}">
                <a16:creationId xmlns:a16="http://schemas.microsoft.com/office/drawing/2014/main" id="{BC4834F7-33A0-B623-C614-E8D064271496}"/>
              </a:ext>
            </a:extLst>
          </p:cNvPr>
          <p:cNvSpPr/>
          <p:nvPr/>
        </p:nvSpPr>
        <p:spPr>
          <a:xfrm>
            <a:off x="6789314" y="3302747"/>
            <a:ext cx="200165" cy="315504"/>
          </a:xfrm>
          <a:custGeom>
            <a:avLst/>
            <a:gdLst/>
            <a:ahLst/>
            <a:cxnLst/>
            <a:rect l="l" t="t" r="r" b="b"/>
            <a:pathLst>
              <a:path w="8974" h="14145" extrusionOk="0">
                <a:moveTo>
                  <a:pt x="7473" y="1"/>
                </a:moveTo>
                <a:lnTo>
                  <a:pt x="1" y="3003"/>
                </a:lnTo>
                <a:lnTo>
                  <a:pt x="1402" y="14144"/>
                </a:lnTo>
                <a:lnTo>
                  <a:pt x="8974" y="11242"/>
                </a:lnTo>
                <a:lnTo>
                  <a:pt x="7473"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1" name="Google Shape;1811;p83">
            <a:extLst>
              <a:ext uri="{FF2B5EF4-FFF2-40B4-BE49-F238E27FC236}">
                <a16:creationId xmlns:a16="http://schemas.microsoft.com/office/drawing/2014/main" id="{70CEF695-4F0C-CFE1-3A8E-59CFDC76C32C}"/>
              </a:ext>
            </a:extLst>
          </p:cNvPr>
          <p:cNvSpPr/>
          <p:nvPr/>
        </p:nvSpPr>
        <p:spPr>
          <a:xfrm>
            <a:off x="6789314" y="3302747"/>
            <a:ext cx="200165" cy="315504"/>
          </a:xfrm>
          <a:custGeom>
            <a:avLst/>
            <a:gdLst/>
            <a:ahLst/>
            <a:cxnLst/>
            <a:rect l="l" t="t" r="r" b="b"/>
            <a:pathLst>
              <a:path w="8974" h="14145" extrusionOk="0">
                <a:moveTo>
                  <a:pt x="7473" y="1"/>
                </a:moveTo>
                <a:lnTo>
                  <a:pt x="1" y="3003"/>
                </a:lnTo>
                <a:lnTo>
                  <a:pt x="1402" y="14144"/>
                </a:lnTo>
                <a:lnTo>
                  <a:pt x="8974" y="11242"/>
                </a:lnTo>
                <a:lnTo>
                  <a:pt x="74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2" name="Google Shape;1812;p83">
            <a:extLst>
              <a:ext uri="{FF2B5EF4-FFF2-40B4-BE49-F238E27FC236}">
                <a16:creationId xmlns:a16="http://schemas.microsoft.com/office/drawing/2014/main" id="{7CE8A4E3-8CA1-EE52-C961-D34D38F2AD25}"/>
              </a:ext>
            </a:extLst>
          </p:cNvPr>
          <p:cNvSpPr/>
          <p:nvPr/>
        </p:nvSpPr>
        <p:spPr>
          <a:xfrm>
            <a:off x="6883062" y="2707003"/>
            <a:ext cx="1570673" cy="798385"/>
          </a:xfrm>
          <a:custGeom>
            <a:avLst/>
            <a:gdLst/>
            <a:ahLst/>
            <a:cxnLst/>
            <a:rect l="l" t="t" r="r" b="b"/>
            <a:pathLst>
              <a:path w="70418" h="35794" extrusionOk="0">
                <a:moveTo>
                  <a:pt x="52221" y="0"/>
                </a:moveTo>
                <a:cubicBezTo>
                  <a:pt x="50860" y="0"/>
                  <a:pt x="49476" y="109"/>
                  <a:pt x="48068" y="324"/>
                </a:cubicBezTo>
                <a:lnTo>
                  <a:pt x="13577" y="10231"/>
                </a:lnTo>
                <a:cubicBezTo>
                  <a:pt x="9040" y="11132"/>
                  <a:pt x="4504" y="17770"/>
                  <a:pt x="1" y="27010"/>
                </a:cubicBezTo>
                <a:cubicBezTo>
                  <a:pt x="9995" y="33124"/>
                  <a:pt x="16363" y="35793"/>
                  <a:pt x="19971" y="35793"/>
                </a:cubicBezTo>
                <a:cubicBezTo>
                  <a:pt x="20458" y="35793"/>
                  <a:pt x="20894" y="35745"/>
                  <a:pt x="21283" y="35650"/>
                </a:cubicBezTo>
                <a:lnTo>
                  <a:pt x="56941" y="26276"/>
                </a:lnTo>
                <a:cubicBezTo>
                  <a:pt x="64146" y="23708"/>
                  <a:pt x="69183" y="18270"/>
                  <a:pt x="70418" y="7896"/>
                </a:cubicBezTo>
                <a:cubicBezTo>
                  <a:pt x="64937" y="2581"/>
                  <a:pt x="58858" y="0"/>
                  <a:pt x="52221"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3" name="Google Shape;1813;p83">
            <a:extLst>
              <a:ext uri="{FF2B5EF4-FFF2-40B4-BE49-F238E27FC236}">
                <a16:creationId xmlns:a16="http://schemas.microsoft.com/office/drawing/2014/main" id="{A6811D07-5DC4-DC75-6E20-751DC9E23D09}"/>
              </a:ext>
            </a:extLst>
          </p:cNvPr>
          <p:cNvSpPr/>
          <p:nvPr/>
        </p:nvSpPr>
        <p:spPr>
          <a:xfrm>
            <a:off x="6650175" y="3206769"/>
            <a:ext cx="367586" cy="261192"/>
          </a:xfrm>
          <a:custGeom>
            <a:avLst/>
            <a:gdLst/>
            <a:ahLst/>
            <a:cxnLst/>
            <a:rect l="l" t="t" r="r" b="b"/>
            <a:pathLst>
              <a:path w="16480" h="11710" extrusionOk="0">
                <a:moveTo>
                  <a:pt x="12977" y="1"/>
                </a:moveTo>
                <a:lnTo>
                  <a:pt x="835" y="5705"/>
                </a:lnTo>
                <a:cubicBezTo>
                  <a:pt x="1" y="8407"/>
                  <a:pt x="535" y="10141"/>
                  <a:pt x="3170" y="11709"/>
                </a:cubicBezTo>
                <a:lnTo>
                  <a:pt x="15512" y="7640"/>
                </a:lnTo>
                <a:cubicBezTo>
                  <a:pt x="16479" y="5204"/>
                  <a:pt x="16146" y="2102"/>
                  <a:pt x="12977"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4" name="Google Shape;1814;p83">
            <a:extLst>
              <a:ext uri="{FF2B5EF4-FFF2-40B4-BE49-F238E27FC236}">
                <a16:creationId xmlns:a16="http://schemas.microsoft.com/office/drawing/2014/main" id="{11483AB4-10F8-C6B0-F3A3-69EBD306406A}"/>
              </a:ext>
            </a:extLst>
          </p:cNvPr>
          <p:cNvSpPr/>
          <p:nvPr/>
        </p:nvSpPr>
        <p:spPr>
          <a:xfrm>
            <a:off x="5933672" y="3272390"/>
            <a:ext cx="729173" cy="400062"/>
          </a:xfrm>
          <a:custGeom>
            <a:avLst/>
            <a:gdLst/>
            <a:ahLst/>
            <a:cxnLst/>
            <a:rect l="l" t="t" r="r" b="b"/>
            <a:pathLst>
              <a:path w="32691" h="17936" extrusionOk="0">
                <a:moveTo>
                  <a:pt x="25051" y="0"/>
                </a:moveTo>
                <a:cubicBezTo>
                  <a:pt x="24841" y="0"/>
                  <a:pt x="24630" y="9"/>
                  <a:pt x="24418" y="28"/>
                </a:cubicBezTo>
                <a:lnTo>
                  <a:pt x="19482" y="461"/>
                </a:lnTo>
                <a:cubicBezTo>
                  <a:pt x="17947" y="595"/>
                  <a:pt x="16479" y="1228"/>
                  <a:pt x="15345" y="2262"/>
                </a:cubicBezTo>
                <a:lnTo>
                  <a:pt x="1" y="16139"/>
                </a:lnTo>
                <a:lnTo>
                  <a:pt x="20782" y="17907"/>
                </a:lnTo>
                <a:cubicBezTo>
                  <a:pt x="20989" y="17926"/>
                  <a:pt x="21196" y="17935"/>
                  <a:pt x="21404" y="17935"/>
                </a:cubicBezTo>
                <a:cubicBezTo>
                  <a:pt x="22305" y="17935"/>
                  <a:pt x="23211" y="17759"/>
                  <a:pt x="24051" y="17407"/>
                </a:cubicBezTo>
                <a:lnTo>
                  <a:pt x="28021" y="15772"/>
                </a:lnTo>
                <a:cubicBezTo>
                  <a:pt x="30223" y="14905"/>
                  <a:pt x="31824" y="12970"/>
                  <a:pt x="32291" y="10635"/>
                </a:cubicBezTo>
                <a:lnTo>
                  <a:pt x="32457" y="9868"/>
                </a:lnTo>
                <a:cubicBezTo>
                  <a:pt x="32691" y="8667"/>
                  <a:pt x="32624" y="7466"/>
                  <a:pt x="32257" y="6299"/>
                </a:cubicBezTo>
                <a:lnTo>
                  <a:pt x="31790" y="4898"/>
                </a:lnTo>
                <a:cubicBezTo>
                  <a:pt x="31523" y="3997"/>
                  <a:pt x="31056" y="3196"/>
                  <a:pt x="30456" y="2463"/>
                </a:cubicBezTo>
                <a:cubicBezTo>
                  <a:pt x="29093" y="888"/>
                  <a:pt x="27125" y="0"/>
                  <a:pt x="25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5" name="Google Shape;1815;p83">
            <a:extLst>
              <a:ext uri="{FF2B5EF4-FFF2-40B4-BE49-F238E27FC236}">
                <a16:creationId xmlns:a16="http://schemas.microsoft.com/office/drawing/2014/main" id="{69B06A50-263B-0B6B-8DDC-EA6C3E158AEF}"/>
              </a:ext>
            </a:extLst>
          </p:cNvPr>
          <p:cNvSpPr/>
          <p:nvPr/>
        </p:nvSpPr>
        <p:spPr>
          <a:xfrm>
            <a:off x="6270723" y="3351350"/>
            <a:ext cx="371289" cy="204113"/>
          </a:xfrm>
          <a:custGeom>
            <a:avLst/>
            <a:gdLst/>
            <a:ahLst/>
            <a:cxnLst/>
            <a:rect l="l" t="t" r="r" b="b"/>
            <a:pathLst>
              <a:path w="16646" h="9151" extrusionOk="0">
                <a:moveTo>
                  <a:pt x="12804" y="1"/>
                </a:moveTo>
                <a:cubicBezTo>
                  <a:pt x="12673" y="1"/>
                  <a:pt x="12541" y="8"/>
                  <a:pt x="12410" y="23"/>
                </a:cubicBezTo>
                <a:lnTo>
                  <a:pt x="9874" y="257"/>
                </a:lnTo>
                <a:cubicBezTo>
                  <a:pt x="9107" y="324"/>
                  <a:pt x="8373" y="624"/>
                  <a:pt x="7806" y="1158"/>
                </a:cubicBezTo>
                <a:lnTo>
                  <a:pt x="1" y="8229"/>
                </a:lnTo>
                <a:lnTo>
                  <a:pt x="10575" y="9130"/>
                </a:lnTo>
                <a:cubicBezTo>
                  <a:pt x="10693" y="9144"/>
                  <a:pt x="10812" y="9151"/>
                  <a:pt x="10930" y="9151"/>
                </a:cubicBezTo>
                <a:cubicBezTo>
                  <a:pt x="11377" y="9151"/>
                  <a:pt x="11820" y="9055"/>
                  <a:pt x="12243" y="8896"/>
                </a:cubicBezTo>
                <a:lnTo>
                  <a:pt x="14244" y="8063"/>
                </a:lnTo>
                <a:cubicBezTo>
                  <a:pt x="15378" y="7596"/>
                  <a:pt x="16179" y="6595"/>
                  <a:pt x="16446" y="5427"/>
                </a:cubicBezTo>
                <a:lnTo>
                  <a:pt x="16513" y="5027"/>
                </a:lnTo>
                <a:cubicBezTo>
                  <a:pt x="16646" y="4427"/>
                  <a:pt x="16613" y="3793"/>
                  <a:pt x="16412" y="3226"/>
                </a:cubicBezTo>
                <a:lnTo>
                  <a:pt x="16179" y="2492"/>
                </a:lnTo>
                <a:cubicBezTo>
                  <a:pt x="16046" y="2058"/>
                  <a:pt x="15812" y="1625"/>
                  <a:pt x="15512" y="1258"/>
                </a:cubicBezTo>
                <a:cubicBezTo>
                  <a:pt x="14831" y="459"/>
                  <a:pt x="13836" y="1"/>
                  <a:pt x="128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6" name="Google Shape;1816;p83">
            <a:extLst>
              <a:ext uri="{FF2B5EF4-FFF2-40B4-BE49-F238E27FC236}">
                <a16:creationId xmlns:a16="http://schemas.microsoft.com/office/drawing/2014/main" id="{B05ED04E-4DFA-26AD-76B4-F298ADA7CF90}"/>
              </a:ext>
            </a:extLst>
          </p:cNvPr>
          <p:cNvSpPr/>
          <p:nvPr/>
        </p:nvSpPr>
        <p:spPr>
          <a:xfrm>
            <a:off x="6395720" y="3385142"/>
            <a:ext cx="232173" cy="127652"/>
          </a:xfrm>
          <a:custGeom>
            <a:avLst/>
            <a:gdLst/>
            <a:ahLst/>
            <a:cxnLst/>
            <a:rect l="l" t="t" r="r" b="b"/>
            <a:pathLst>
              <a:path w="10409" h="5723" extrusionOk="0">
                <a:moveTo>
                  <a:pt x="8000" y="0"/>
                </a:moveTo>
                <a:cubicBezTo>
                  <a:pt x="7936" y="0"/>
                  <a:pt x="7871" y="3"/>
                  <a:pt x="7806" y="9"/>
                </a:cubicBezTo>
                <a:lnTo>
                  <a:pt x="6205" y="176"/>
                </a:lnTo>
                <a:cubicBezTo>
                  <a:pt x="5705" y="210"/>
                  <a:pt x="5271" y="410"/>
                  <a:pt x="4904" y="743"/>
                </a:cubicBezTo>
                <a:lnTo>
                  <a:pt x="1" y="5146"/>
                </a:lnTo>
                <a:lnTo>
                  <a:pt x="6639" y="5714"/>
                </a:lnTo>
                <a:cubicBezTo>
                  <a:pt x="6698" y="5719"/>
                  <a:pt x="6758" y="5722"/>
                  <a:pt x="6819" y="5722"/>
                </a:cubicBezTo>
                <a:cubicBezTo>
                  <a:pt x="7101" y="5722"/>
                  <a:pt x="7398" y="5662"/>
                  <a:pt x="7673" y="5580"/>
                </a:cubicBezTo>
                <a:lnTo>
                  <a:pt x="8907" y="5046"/>
                </a:lnTo>
                <a:cubicBezTo>
                  <a:pt x="9608" y="4746"/>
                  <a:pt x="10141" y="4146"/>
                  <a:pt x="10275" y="3412"/>
                </a:cubicBezTo>
                <a:lnTo>
                  <a:pt x="10341" y="3145"/>
                </a:lnTo>
                <a:cubicBezTo>
                  <a:pt x="10408" y="2778"/>
                  <a:pt x="10375" y="2378"/>
                  <a:pt x="10275" y="2044"/>
                </a:cubicBezTo>
                <a:lnTo>
                  <a:pt x="10108" y="1577"/>
                </a:lnTo>
                <a:cubicBezTo>
                  <a:pt x="10041" y="1310"/>
                  <a:pt x="9908" y="1044"/>
                  <a:pt x="9708" y="810"/>
                </a:cubicBezTo>
                <a:cubicBezTo>
                  <a:pt x="9284" y="295"/>
                  <a:pt x="8640" y="0"/>
                  <a:pt x="80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7" name="Google Shape;1817;p83">
            <a:extLst>
              <a:ext uri="{FF2B5EF4-FFF2-40B4-BE49-F238E27FC236}">
                <a16:creationId xmlns:a16="http://schemas.microsoft.com/office/drawing/2014/main" id="{25650DE7-11F6-4B71-09AA-BCEAF3417DF9}"/>
              </a:ext>
            </a:extLst>
          </p:cNvPr>
          <p:cNvSpPr/>
          <p:nvPr/>
        </p:nvSpPr>
        <p:spPr>
          <a:xfrm>
            <a:off x="6883062" y="2706178"/>
            <a:ext cx="1569937" cy="799210"/>
          </a:xfrm>
          <a:custGeom>
            <a:avLst/>
            <a:gdLst/>
            <a:ahLst/>
            <a:cxnLst/>
            <a:rect l="l" t="t" r="r" b="b"/>
            <a:pathLst>
              <a:path w="70385" h="35831" extrusionOk="0">
                <a:moveTo>
                  <a:pt x="52187" y="1"/>
                </a:moveTo>
                <a:cubicBezTo>
                  <a:pt x="50918" y="1"/>
                  <a:pt x="49633" y="99"/>
                  <a:pt x="48335" y="295"/>
                </a:cubicBezTo>
                <a:lnTo>
                  <a:pt x="13844" y="10202"/>
                </a:lnTo>
                <a:cubicBezTo>
                  <a:pt x="9040" y="11169"/>
                  <a:pt x="4504" y="17807"/>
                  <a:pt x="1" y="27047"/>
                </a:cubicBezTo>
                <a:cubicBezTo>
                  <a:pt x="9995" y="33161"/>
                  <a:pt x="16363" y="35830"/>
                  <a:pt x="19949" y="35830"/>
                </a:cubicBezTo>
                <a:cubicBezTo>
                  <a:pt x="20432" y="35830"/>
                  <a:pt x="20865" y="35782"/>
                  <a:pt x="21249" y="35687"/>
                </a:cubicBezTo>
                <a:lnTo>
                  <a:pt x="56908" y="26313"/>
                </a:lnTo>
                <a:cubicBezTo>
                  <a:pt x="64146" y="23745"/>
                  <a:pt x="69183" y="18307"/>
                  <a:pt x="70384" y="7933"/>
                </a:cubicBezTo>
                <a:cubicBezTo>
                  <a:pt x="64855" y="2599"/>
                  <a:pt x="58717" y="1"/>
                  <a:pt x="521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8" name="Google Shape;1818;p83">
            <a:extLst>
              <a:ext uri="{FF2B5EF4-FFF2-40B4-BE49-F238E27FC236}">
                <a16:creationId xmlns:a16="http://schemas.microsoft.com/office/drawing/2014/main" id="{645CE170-958B-59BE-855B-4571F66DFD7A}"/>
              </a:ext>
            </a:extLst>
          </p:cNvPr>
          <p:cNvSpPr/>
          <p:nvPr/>
        </p:nvSpPr>
        <p:spPr>
          <a:xfrm>
            <a:off x="6650175" y="3206769"/>
            <a:ext cx="345995" cy="261192"/>
          </a:xfrm>
          <a:custGeom>
            <a:avLst/>
            <a:gdLst/>
            <a:ahLst/>
            <a:cxnLst/>
            <a:rect l="l" t="t" r="r" b="b"/>
            <a:pathLst>
              <a:path w="15512" h="11710" extrusionOk="0">
                <a:moveTo>
                  <a:pt x="12977" y="1"/>
                </a:moveTo>
                <a:lnTo>
                  <a:pt x="835" y="5705"/>
                </a:lnTo>
                <a:cubicBezTo>
                  <a:pt x="1" y="8407"/>
                  <a:pt x="535" y="10141"/>
                  <a:pt x="3170" y="11709"/>
                </a:cubicBezTo>
                <a:lnTo>
                  <a:pt x="15512" y="7640"/>
                </a:lnTo>
                <a:cubicBezTo>
                  <a:pt x="13877" y="6038"/>
                  <a:pt x="12210" y="3370"/>
                  <a:pt x="129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9" name="Google Shape;1819;p83">
            <a:extLst>
              <a:ext uri="{FF2B5EF4-FFF2-40B4-BE49-F238E27FC236}">
                <a16:creationId xmlns:a16="http://schemas.microsoft.com/office/drawing/2014/main" id="{F19A4241-4C84-BE13-5C32-DC1C689C2621}"/>
              </a:ext>
            </a:extLst>
          </p:cNvPr>
          <p:cNvSpPr/>
          <p:nvPr/>
        </p:nvSpPr>
        <p:spPr>
          <a:xfrm>
            <a:off x="6626376" y="3338458"/>
            <a:ext cx="305824" cy="410747"/>
          </a:xfrm>
          <a:custGeom>
            <a:avLst/>
            <a:gdLst/>
            <a:ahLst/>
            <a:cxnLst/>
            <a:rect l="l" t="t" r="r" b="b"/>
            <a:pathLst>
              <a:path w="13711" h="18415" extrusionOk="0">
                <a:moveTo>
                  <a:pt x="13710" y="1"/>
                </a:moveTo>
                <a:lnTo>
                  <a:pt x="5037" y="3337"/>
                </a:lnTo>
                <a:lnTo>
                  <a:pt x="0" y="18414"/>
                </a:lnTo>
                <a:lnTo>
                  <a:pt x="11609" y="13978"/>
                </a:lnTo>
                <a:lnTo>
                  <a:pt x="137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0" name="Google Shape;1820;p83">
            <a:extLst>
              <a:ext uri="{FF2B5EF4-FFF2-40B4-BE49-F238E27FC236}">
                <a16:creationId xmlns:a16="http://schemas.microsoft.com/office/drawing/2014/main" id="{64C23A47-3011-F2A3-CCB1-F5F9B97A0870}"/>
              </a:ext>
            </a:extLst>
          </p:cNvPr>
          <p:cNvSpPr/>
          <p:nvPr/>
        </p:nvSpPr>
        <p:spPr>
          <a:xfrm>
            <a:off x="6401675" y="3044567"/>
            <a:ext cx="512658" cy="294671"/>
          </a:xfrm>
          <a:custGeom>
            <a:avLst/>
            <a:gdLst/>
            <a:ahLst/>
            <a:cxnLst/>
            <a:rect l="l" t="t" r="r" b="b"/>
            <a:pathLst>
              <a:path w="22984" h="13211" extrusionOk="0">
                <a:moveTo>
                  <a:pt x="12643" y="1"/>
                </a:moveTo>
                <a:lnTo>
                  <a:pt x="1" y="3837"/>
                </a:lnTo>
                <a:lnTo>
                  <a:pt x="12977" y="13210"/>
                </a:lnTo>
                <a:lnTo>
                  <a:pt x="22984" y="9107"/>
                </a:lnTo>
                <a:lnTo>
                  <a:pt x="1264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1" name="Google Shape;1821;p83">
            <a:extLst>
              <a:ext uri="{FF2B5EF4-FFF2-40B4-BE49-F238E27FC236}">
                <a16:creationId xmlns:a16="http://schemas.microsoft.com/office/drawing/2014/main" id="{1A395D59-DF5A-92F9-2436-80C2B566D5BC}"/>
              </a:ext>
            </a:extLst>
          </p:cNvPr>
          <p:cNvSpPr/>
          <p:nvPr/>
        </p:nvSpPr>
        <p:spPr>
          <a:xfrm>
            <a:off x="7756548" y="2736535"/>
            <a:ext cx="270114" cy="599246"/>
          </a:xfrm>
          <a:custGeom>
            <a:avLst/>
            <a:gdLst/>
            <a:ahLst/>
            <a:cxnLst/>
            <a:rect l="l" t="t" r="r" b="b"/>
            <a:pathLst>
              <a:path w="12110" h="26866" extrusionOk="0">
                <a:moveTo>
                  <a:pt x="5371" y="1"/>
                </a:moveTo>
                <a:lnTo>
                  <a:pt x="3637" y="501"/>
                </a:lnTo>
                <a:cubicBezTo>
                  <a:pt x="2903" y="735"/>
                  <a:pt x="2102" y="2069"/>
                  <a:pt x="1802" y="3737"/>
                </a:cubicBezTo>
                <a:cubicBezTo>
                  <a:pt x="1" y="10875"/>
                  <a:pt x="2269" y="20682"/>
                  <a:pt x="7406" y="25586"/>
                </a:cubicBezTo>
                <a:cubicBezTo>
                  <a:pt x="8234" y="26353"/>
                  <a:pt x="8921" y="26866"/>
                  <a:pt x="10271" y="26866"/>
                </a:cubicBezTo>
                <a:cubicBezTo>
                  <a:pt x="10389" y="26866"/>
                  <a:pt x="10513" y="26862"/>
                  <a:pt x="10642" y="26854"/>
                </a:cubicBezTo>
                <a:lnTo>
                  <a:pt x="12110" y="26453"/>
                </a:lnTo>
                <a:lnTo>
                  <a:pt x="12110" y="26453"/>
                </a:lnTo>
                <a:cubicBezTo>
                  <a:pt x="11975" y="26461"/>
                  <a:pt x="11839" y="26465"/>
                  <a:pt x="11701" y="26465"/>
                </a:cubicBezTo>
                <a:cubicBezTo>
                  <a:pt x="10642" y="26465"/>
                  <a:pt x="9512" y="26220"/>
                  <a:pt x="8774" y="25453"/>
                </a:cubicBezTo>
                <a:cubicBezTo>
                  <a:pt x="3670" y="19048"/>
                  <a:pt x="1669" y="11676"/>
                  <a:pt x="3170" y="3637"/>
                </a:cubicBezTo>
                <a:cubicBezTo>
                  <a:pt x="3337" y="2169"/>
                  <a:pt x="4137" y="835"/>
                  <a:pt x="53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2" name="Google Shape;1822;p83">
            <a:extLst>
              <a:ext uri="{FF2B5EF4-FFF2-40B4-BE49-F238E27FC236}">
                <a16:creationId xmlns:a16="http://schemas.microsoft.com/office/drawing/2014/main" id="{3195540F-D742-F51F-DB05-F410B3A677A6}"/>
              </a:ext>
            </a:extLst>
          </p:cNvPr>
          <p:cNvSpPr/>
          <p:nvPr/>
        </p:nvSpPr>
        <p:spPr>
          <a:xfrm>
            <a:off x="7666525" y="2762587"/>
            <a:ext cx="269377" cy="597083"/>
          </a:xfrm>
          <a:custGeom>
            <a:avLst/>
            <a:gdLst/>
            <a:ahLst/>
            <a:cxnLst/>
            <a:rect l="l" t="t" r="r" b="b"/>
            <a:pathLst>
              <a:path w="12077" h="26769" extrusionOk="0">
                <a:moveTo>
                  <a:pt x="5371" y="0"/>
                </a:moveTo>
                <a:lnTo>
                  <a:pt x="3703" y="501"/>
                </a:lnTo>
                <a:cubicBezTo>
                  <a:pt x="3203" y="634"/>
                  <a:pt x="2036" y="2069"/>
                  <a:pt x="1769" y="3737"/>
                </a:cubicBezTo>
                <a:cubicBezTo>
                  <a:pt x="1" y="10842"/>
                  <a:pt x="2269" y="20649"/>
                  <a:pt x="7406" y="25585"/>
                </a:cubicBezTo>
                <a:cubicBezTo>
                  <a:pt x="8181" y="26390"/>
                  <a:pt x="8796" y="26769"/>
                  <a:pt x="10037" y="26769"/>
                </a:cubicBezTo>
                <a:cubicBezTo>
                  <a:pt x="10185" y="26769"/>
                  <a:pt x="10342" y="26764"/>
                  <a:pt x="10508" y="26753"/>
                </a:cubicBezTo>
                <a:lnTo>
                  <a:pt x="12076" y="26353"/>
                </a:lnTo>
                <a:lnTo>
                  <a:pt x="12076" y="26353"/>
                </a:lnTo>
                <a:cubicBezTo>
                  <a:pt x="11940" y="26360"/>
                  <a:pt x="11800" y="26365"/>
                  <a:pt x="11659" y="26365"/>
                </a:cubicBezTo>
                <a:cubicBezTo>
                  <a:pt x="10584" y="26365"/>
                  <a:pt x="9389" y="26126"/>
                  <a:pt x="8740" y="25419"/>
                </a:cubicBezTo>
                <a:cubicBezTo>
                  <a:pt x="3670" y="18947"/>
                  <a:pt x="1635" y="11676"/>
                  <a:pt x="3170" y="3603"/>
                </a:cubicBezTo>
                <a:cubicBezTo>
                  <a:pt x="3403" y="2169"/>
                  <a:pt x="4304" y="468"/>
                  <a:pt x="53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3" name="Google Shape;1823;p83">
            <a:extLst>
              <a:ext uri="{FF2B5EF4-FFF2-40B4-BE49-F238E27FC236}">
                <a16:creationId xmlns:a16="http://schemas.microsoft.com/office/drawing/2014/main" id="{FA97B630-5EE9-4971-AFA9-38C50E2B0BB4}"/>
              </a:ext>
            </a:extLst>
          </p:cNvPr>
          <p:cNvSpPr/>
          <p:nvPr/>
        </p:nvSpPr>
        <p:spPr>
          <a:xfrm>
            <a:off x="8420233" y="2821026"/>
            <a:ext cx="302947" cy="91874"/>
          </a:xfrm>
          <a:custGeom>
            <a:avLst/>
            <a:gdLst/>
            <a:ahLst/>
            <a:cxnLst/>
            <a:rect l="l" t="t" r="r" b="b"/>
            <a:pathLst>
              <a:path w="13582" h="4119" extrusionOk="0">
                <a:moveTo>
                  <a:pt x="12741" y="1"/>
                </a:moveTo>
                <a:cubicBezTo>
                  <a:pt x="12480" y="1"/>
                  <a:pt x="12078" y="37"/>
                  <a:pt x="11509" y="116"/>
                </a:cubicBezTo>
                <a:lnTo>
                  <a:pt x="301" y="2251"/>
                </a:lnTo>
                <a:cubicBezTo>
                  <a:pt x="1" y="3118"/>
                  <a:pt x="134" y="3785"/>
                  <a:pt x="968" y="4119"/>
                </a:cubicBezTo>
                <a:lnTo>
                  <a:pt x="11709" y="883"/>
                </a:lnTo>
                <a:cubicBezTo>
                  <a:pt x="12956" y="374"/>
                  <a:pt x="13582" y="1"/>
                  <a:pt x="12741"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4" name="Google Shape;1824;p83">
            <a:extLst>
              <a:ext uri="{FF2B5EF4-FFF2-40B4-BE49-F238E27FC236}">
                <a16:creationId xmlns:a16="http://schemas.microsoft.com/office/drawing/2014/main" id="{4ACEC04C-02B2-C560-28A0-CC5E49EA4518}"/>
              </a:ext>
            </a:extLst>
          </p:cNvPr>
          <p:cNvSpPr/>
          <p:nvPr/>
        </p:nvSpPr>
        <p:spPr>
          <a:xfrm>
            <a:off x="8420233" y="2821026"/>
            <a:ext cx="302947" cy="91874"/>
          </a:xfrm>
          <a:custGeom>
            <a:avLst/>
            <a:gdLst/>
            <a:ahLst/>
            <a:cxnLst/>
            <a:rect l="l" t="t" r="r" b="b"/>
            <a:pathLst>
              <a:path w="13582" h="4119" extrusionOk="0">
                <a:moveTo>
                  <a:pt x="12741" y="1"/>
                </a:moveTo>
                <a:cubicBezTo>
                  <a:pt x="12480" y="1"/>
                  <a:pt x="12078" y="37"/>
                  <a:pt x="11509" y="116"/>
                </a:cubicBezTo>
                <a:lnTo>
                  <a:pt x="301" y="2251"/>
                </a:lnTo>
                <a:cubicBezTo>
                  <a:pt x="1" y="3118"/>
                  <a:pt x="134" y="3785"/>
                  <a:pt x="968" y="4119"/>
                </a:cubicBezTo>
                <a:lnTo>
                  <a:pt x="11709" y="883"/>
                </a:lnTo>
                <a:cubicBezTo>
                  <a:pt x="12956" y="374"/>
                  <a:pt x="13582" y="1"/>
                  <a:pt x="127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5" name="Google Shape;1825;p83">
            <a:extLst>
              <a:ext uri="{FF2B5EF4-FFF2-40B4-BE49-F238E27FC236}">
                <a16:creationId xmlns:a16="http://schemas.microsoft.com/office/drawing/2014/main" id="{16DFA056-A941-05C7-5661-E768357131D6}"/>
              </a:ext>
            </a:extLst>
          </p:cNvPr>
          <p:cNvSpPr/>
          <p:nvPr/>
        </p:nvSpPr>
        <p:spPr>
          <a:xfrm>
            <a:off x="6973843" y="2905451"/>
            <a:ext cx="1456829" cy="559097"/>
          </a:xfrm>
          <a:custGeom>
            <a:avLst/>
            <a:gdLst/>
            <a:ahLst/>
            <a:cxnLst/>
            <a:rect l="l" t="t" r="r" b="b"/>
            <a:pathLst>
              <a:path w="65314" h="25066" extrusionOk="0">
                <a:moveTo>
                  <a:pt x="65314" y="0"/>
                </a:moveTo>
                <a:lnTo>
                  <a:pt x="65314" y="0"/>
                </a:lnTo>
                <a:cubicBezTo>
                  <a:pt x="61544" y="5337"/>
                  <a:pt x="57741" y="13210"/>
                  <a:pt x="52238" y="14310"/>
                </a:cubicBezTo>
                <a:lnTo>
                  <a:pt x="17980" y="23517"/>
                </a:lnTo>
                <a:cubicBezTo>
                  <a:pt x="17313" y="23739"/>
                  <a:pt x="16545" y="23837"/>
                  <a:pt x="15701" y="23837"/>
                </a:cubicBezTo>
                <a:cubicBezTo>
                  <a:pt x="11476" y="23837"/>
                  <a:pt x="5310" y="21404"/>
                  <a:pt x="0" y="20014"/>
                </a:cubicBezTo>
                <a:lnTo>
                  <a:pt x="0" y="20014"/>
                </a:lnTo>
                <a:cubicBezTo>
                  <a:pt x="6051" y="22207"/>
                  <a:pt x="12768" y="25065"/>
                  <a:pt x="16560" y="25065"/>
                </a:cubicBezTo>
                <a:cubicBezTo>
                  <a:pt x="17095" y="25065"/>
                  <a:pt x="17571" y="25008"/>
                  <a:pt x="17980" y="24885"/>
                </a:cubicBezTo>
                <a:lnTo>
                  <a:pt x="53172" y="15511"/>
                </a:lnTo>
                <a:cubicBezTo>
                  <a:pt x="57808" y="14844"/>
                  <a:pt x="62078" y="5804"/>
                  <a:pt x="653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6" name="Google Shape;1826;p83">
            <a:extLst>
              <a:ext uri="{FF2B5EF4-FFF2-40B4-BE49-F238E27FC236}">
                <a16:creationId xmlns:a16="http://schemas.microsoft.com/office/drawing/2014/main" id="{016EE5F3-ED6A-5AC9-6A74-E8CEDB39AD9C}"/>
              </a:ext>
            </a:extLst>
          </p:cNvPr>
          <p:cNvSpPr/>
          <p:nvPr/>
        </p:nvSpPr>
        <p:spPr>
          <a:xfrm>
            <a:off x="7847329" y="2727412"/>
            <a:ext cx="576651" cy="159458"/>
          </a:xfrm>
          <a:custGeom>
            <a:avLst/>
            <a:gdLst/>
            <a:ahLst/>
            <a:cxnLst/>
            <a:rect l="l" t="t" r="r" b="b"/>
            <a:pathLst>
              <a:path w="25853" h="7149" extrusionOk="0">
                <a:moveTo>
                  <a:pt x="8227" y="1"/>
                </a:moveTo>
                <a:cubicBezTo>
                  <a:pt x="7517" y="1"/>
                  <a:pt x="6859" y="67"/>
                  <a:pt x="6272" y="210"/>
                </a:cubicBezTo>
                <a:lnTo>
                  <a:pt x="1301" y="1311"/>
                </a:lnTo>
                <a:cubicBezTo>
                  <a:pt x="634" y="1778"/>
                  <a:pt x="167" y="2545"/>
                  <a:pt x="1" y="3345"/>
                </a:cubicBezTo>
                <a:lnTo>
                  <a:pt x="5838" y="1744"/>
                </a:lnTo>
                <a:cubicBezTo>
                  <a:pt x="6578" y="1583"/>
                  <a:pt x="7394" y="1509"/>
                  <a:pt x="8263" y="1509"/>
                </a:cubicBezTo>
                <a:cubicBezTo>
                  <a:pt x="13863" y="1509"/>
                  <a:pt x="21695" y="4578"/>
                  <a:pt x="25852" y="7148"/>
                </a:cubicBezTo>
                <a:cubicBezTo>
                  <a:pt x="22166" y="3874"/>
                  <a:pt x="13654" y="1"/>
                  <a:pt x="8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7" name="Google Shape;1827;p83">
            <a:extLst>
              <a:ext uri="{FF2B5EF4-FFF2-40B4-BE49-F238E27FC236}">
                <a16:creationId xmlns:a16="http://schemas.microsoft.com/office/drawing/2014/main" id="{705CC47C-B9E6-B8EA-BC22-9B88D738A238}"/>
              </a:ext>
            </a:extLst>
          </p:cNvPr>
          <p:cNvSpPr/>
          <p:nvPr/>
        </p:nvSpPr>
        <p:spPr>
          <a:xfrm>
            <a:off x="8426189" y="2826580"/>
            <a:ext cx="284233" cy="84090"/>
          </a:xfrm>
          <a:custGeom>
            <a:avLst/>
            <a:gdLst/>
            <a:ahLst/>
            <a:cxnLst/>
            <a:rect l="l" t="t" r="r" b="b"/>
            <a:pathLst>
              <a:path w="12743" h="3770" extrusionOk="0">
                <a:moveTo>
                  <a:pt x="12743" y="0"/>
                </a:moveTo>
                <a:lnTo>
                  <a:pt x="0" y="3303"/>
                </a:lnTo>
                <a:lnTo>
                  <a:pt x="467" y="3770"/>
                </a:lnTo>
                <a:lnTo>
                  <a:pt x="127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8" name="Google Shape;1828;p83">
            <a:extLst>
              <a:ext uri="{FF2B5EF4-FFF2-40B4-BE49-F238E27FC236}">
                <a16:creationId xmlns:a16="http://schemas.microsoft.com/office/drawing/2014/main" id="{DEF9736C-C6CB-C041-04A0-46CAEE8128E9}"/>
              </a:ext>
            </a:extLst>
          </p:cNvPr>
          <p:cNvSpPr/>
          <p:nvPr/>
        </p:nvSpPr>
        <p:spPr>
          <a:xfrm>
            <a:off x="7185139" y="2841458"/>
            <a:ext cx="369059" cy="437423"/>
          </a:xfrm>
          <a:custGeom>
            <a:avLst/>
            <a:gdLst/>
            <a:ahLst/>
            <a:cxnLst/>
            <a:rect l="l" t="t" r="r" b="b"/>
            <a:pathLst>
              <a:path w="16546" h="19611" extrusionOk="0">
                <a:moveTo>
                  <a:pt x="14644" y="0"/>
                </a:moveTo>
                <a:lnTo>
                  <a:pt x="12043" y="768"/>
                </a:lnTo>
                <a:lnTo>
                  <a:pt x="11742" y="17379"/>
                </a:lnTo>
                <a:lnTo>
                  <a:pt x="1" y="17446"/>
                </a:lnTo>
                <a:cubicBezTo>
                  <a:pt x="3495" y="18802"/>
                  <a:pt x="6989" y="19611"/>
                  <a:pt x="9638" y="19611"/>
                </a:cubicBezTo>
                <a:cubicBezTo>
                  <a:pt x="11618" y="19611"/>
                  <a:pt x="13126" y="19159"/>
                  <a:pt x="13811" y="18147"/>
                </a:cubicBezTo>
                <a:cubicBezTo>
                  <a:pt x="16546" y="13543"/>
                  <a:pt x="16446" y="7239"/>
                  <a:pt x="146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9" name="Google Shape;1829;p83">
            <a:extLst>
              <a:ext uri="{FF2B5EF4-FFF2-40B4-BE49-F238E27FC236}">
                <a16:creationId xmlns:a16="http://schemas.microsoft.com/office/drawing/2014/main" id="{D2D8812E-86D0-C233-E59B-F3D3EBD306AB}"/>
              </a:ext>
            </a:extLst>
          </p:cNvPr>
          <p:cNvSpPr/>
          <p:nvPr/>
        </p:nvSpPr>
        <p:spPr>
          <a:xfrm>
            <a:off x="7516234" y="2799792"/>
            <a:ext cx="207615" cy="87815"/>
          </a:xfrm>
          <a:custGeom>
            <a:avLst/>
            <a:gdLst/>
            <a:ahLst/>
            <a:cxnLst/>
            <a:rect l="l" t="t" r="r" b="b"/>
            <a:pathLst>
              <a:path w="9308" h="3937" extrusionOk="0">
                <a:moveTo>
                  <a:pt x="9307" y="0"/>
                </a:moveTo>
                <a:lnTo>
                  <a:pt x="1" y="2602"/>
                </a:lnTo>
                <a:lnTo>
                  <a:pt x="267" y="3937"/>
                </a:lnTo>
                <a:lnTo>
                  <a:pt x="8607" y="1568"/>
                </a:lnTo>
                <a:cubicBezTo>
                  <a:pt x="8707" y="1001"/>
                  <a:pt x="8940" y="467"/>
                  <a:pt x="93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0" name="Google Shape;1830;p83">
            <a:extLst>
              <a:ext uri="{FF2B5EF4-FFF2-40B4-BE49-F238E27FC236}">
                <a16:creationId xmlns:a16="http://schemas.microsoft.com/office/drawing/2014/main" id="{47F6A9D5-CD94-2B5A-B07E-0B80D3A547AD}"/>
              </a:ext>
            </a:extLst>
          </p:cNvPr>
          <p:cNvSpPr/>
          <p:nvPr/>
        </p:nvSpPr>
        <p:spPr>
          <a:xfrm>
            <a:off x="7054186" y="2934470"/>
            <a:ext cx="238864" cy="155510"/>
          </a:xfrm>
          <a:custGeom>
            <a:avLst/>
            <a:gdLst/>
            <a:ahLst/>
            <a:cxnLst/>
            <a:rect l="l" t="t" r="r" b="b"/>
            <a:pathLst>
              <a:path w="10709" h="6972" extrusionOk="0">
                <a:moveTo>
                  <a:pt x="10208" y="0"/>
                </a:moveTo>
                <a:lnTo>
                  <a:pt x="5471" y="1501"/>
                </a:lnTo>
                <a:cubicBezTo>
                  <a:pt x="4371" y="2001"/>
                  <a:pt x="3403" y="2735"/>
                  <a:pt x="2569" y="3636"/>
                </a:cubicBezTo>
                <a:lnTo>
                  <a:pt x="1" y="6605"/>
                </a:lnTo>
                <a:lnTo>
                  <a:pt x="1769" y="6972"/>
                </a:lnTo>
                <a:lnTo>
                  <a:pt x="3870" y="4503"/>
                </a:lnTo>
                <a:cubicBezTo>
                  <a:pt x="4537" y="3769"/>
                  <a:pt x="5305" y="3169"/>
                  <a:pt x="6205" y="2735"/>
                </a:cubicBezTo>
                <a:lnTo>
                  <a:pt x="10708" y="1134"/>
                </a:lnTo>
                <a:lnTo>
                  <a:pt x="102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1" name="Google Shape;1831;p83">
            <a:extLst>
              <a:ext uri="{FF2B5EF4-FFF2-40B4-BE49-F238E27FC236}">
                <a16:creationId xmlns:a16="http://schemas.microsoft.com/office/drawing/2014/main" id="{E554F8CD-2F62-8CFC-9C61-8857B8309460}"/>
              </a:ext>
            </a:extLst>
          </p:cNvPr>
          <p:cNvSpPr/>
          <p:nvPr/>
        </p:nvSpPr>
        <p:spPr>
          <a:xfrm>
            <a:off x="7080238" y="2046820"/>
            <a:ext cx="509669" cy="525327"/>
          </a:xfrm>
          <a:custGeom>
            <a:avLst/>
            <a:gdLst/>
            <a:ahLst/>
            <a:cxnLst/>
            <a:rect l="l" t="t" r="r" b="b"/>
            <a:pathLst>
              <a:path w="22850" h="23552" extrusionOk="0">
                <a:moveTo>
                  <a:pt x="6305" y="1"/>
                </a:moveTo>
                <a:cubicBezTo>
                  <a:pt x="2902" y="4838"/>
                  <a:pt x="1335" y="10875"/>
                  <a:pt x="0" y="17413"/>
                </a:cubicBezTo>
                <a:lnTo>
                  <a:pt x="6305" y="22250"/>
                </a:lnTo>
                <a:lnTo>
                  <a:pt x="16512" y="23551"/>
                </a:lnTo>
                <a:lnTo>
                  <a:pt x="22850" y="8941"/>
                </a:lnTo>
                <a:lnTo>
                  <a:pt x="19881" y="4838"/>
                </a:lnTo>
                <a:lnTo>
                  <a:pt x="63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2" name="Google Shape;1832;p83">
            <a:extLst>
              <a:ext uri="{FF2B5EF4-FFF2-40B4-BE49-F238E27FC236}">
                <a16:creationId xmlns:a16="http://schemas.microsoft.com/office/drawing/2014/main" id="{E0C691C0-B742-9696-02DD-568D01002C80}"/>
              </a:ext>
            </a:extLst>
          </p:cNvPr>
          <p:cNvSpPr/>
          <p:nvPr/>
        </p:nvSpPr>
        <p:spPr>
          <a:xfrm>
            <a:off x="7080238" y="2046820"/>
            <a:ext cx="287221" cy="496309"/>
          </a:xfrm>
          <a:custGeom>
            <a:avLst/>
            <a:gdLst/>
            <a:ahLst/>
            <a:cxnLst/>
            <a:rect l="l" t="t" r="r" b="b"/>
            <a:pathLst>
              <a:path w="12877" h="22251" extrusionOk="0">
                <a:moveTo>
                  <a:pt x="6305" y="1"/>
                </a:moveTo>
                <a:cubicBezTo>
                  <a:pt x="3670" y="3470"/>
                  <a:pt x="1601" y="9408"/>
                  <a:pt x="0" y="17413"/>
                </a:cubicBezTo>
                <a:lnTo>
                  <a:pt x="6305" y="22250"/>
                </a:lnTo>
                <a:lnTo>
                  <a:pt x="12876" y="6072"/>
                </a:lnTo>
                <a:cubicBezTo>
                  <a:pt x="10741" y="4871"/>
                  <a:pt x="8573" y="2870"/>
                  <a:pt x="630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3" name="Google Shape;1833;p83">
            <a:extLst>
              <a:ext uri="{FF2B5EF4-FFF2-40B4-BE49-F238E27FC236}">
                <a16:creationId xmlns:a16="http://schemas.microsoft.com/office/drawing/2014/main" id="{3B80AA59-1727-8F7F-ABCD-E65D5F2061E7}"/>
              </a:ext>
            </a:extLst>
          </p:cNvPr>
          <p:cNvSpPr/>
          <p:nvPr/>
        </p:nvSpPr>
        <p:spPr>
          <a:xfrm>
            <a:off x="7089896" y="2783911"/>
            <a:ext cx="476948" cy="475721"/>
          </a:xfrm>
          <a:custGeom>
            <a:avLst/>
            <a:gdLst/>
            <a:ahLst/>
            <a:cxnLst/>
            <a:rect l="l" t="t" r="r" b="b"/>
            <a:pathLst>
              <a:path w="21383" h="21328" extrusionOk="0">
                <a:moveTo>
                  <a:pt x="15902" y="1"/>
                </a:moveTo>
                <a:cubicBezTo>
                  <a:pt x="13355" y="1"/>
                  <a:pt x="6724" y="197"/>
                  <a:pt x="6939" y="2247"/>
                </a:cubicBezTo>
                <a:cubicBezTo>
                  <a:pt x="7239" y="4815"/>
                  <a:pt x="12677" y="14289"/>
                  <a:pt x="11476" y="15323"/>
                </a:cubicBezTo>
                <a:cubicBezTo>
                  <a:pt x="11173" y="15583"/>
                  <a:pt x="10311" y="15681"/>
                  <a:pt x="9191" y="15681"/>
                </a:cubicBezTo>
                <a:cubicBezTo>
                  <a:pt x="5866" y="15681"/>
                  <a:pt x="268" y="14822"/>
                  <a:pt x="268" y="14822"/>
                </a:cubicBezTo>
                <a:lnTo>
                  <a:pt x="1" y="18692"/>
                </a:lnTo>
                <a:cubicBezTo>
                  <a:pt x="1" y="18692"/>
                  <a:pt x="7318" y="21328"/>
                  <a:pt x="12437" y="21328"/>
                </a:cubicBezTo>
                <a:cubicBezTo>
                  <a:pt x="13984" y="21328"/>
                  <a:pt x="15330" y="21087"/>
                  <a:pt x="16213" y="20460"/>
                </a:cubicBezTo>
                <a:cubicBezTo>
                  <a:pt x="21383" y="16824"/>
                  <a:pt x="17714" y="1246"/>
                  <a:pt x="16880" y="12"/>
                </a:cubicBezTo>
                <a:cubicBezTo>
                  <a:pt x="16880" y="12"/>
                  <a:pt x="16505" y="1"/>
                  <a:pt x="15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4" name="Google Shape;1834;p83">
            <a:extLst>
              <a:ext uri="{FF2B5EF4-FFF2-40B4-BE49-F238E27FC236}">
                <a16:creationId xmlns:a16="http://schemas.microsoft.com/office/drawing/2014/main" id="{6CF2D465-A2CA-90B8-8592-6C1FCBF9C414}"/>
              </a:ext>
            </a:extLst>
          </p:cNvPr>
          <p:cNvSpPr/>
          <p:nvPr/>
        </p:nvSpPr>
        <p:spPr>
          <a:xfrm>
            <a:off x="6992513" y="3070530"/>
            <a:ext cx="200834" cy="205451"/>
          </a:xfrm>
          <a:custGeom>
            <a:avLst/>
            <a:gdLst/>
            <a:ahLst/>
            <a:cxnLst/>
            <a:rect l="l" t="t" r="r" b="b"/>
            <a:pathLst>
              <a:path w="9004" h="9211" extrusionOk="0">
                <a:moveTo>
                  <a:pt x="379" y="0"/>
                </a:moveTo>
                <a:cubicBezTo>
                  <a:pt x="193" y="0"/>
                  <a:pt x="0" y="158"/>
                  <a:pt x="31" y="371"/>
                </a:cubicBezTo>
                <a:lnTo>
                  <a:pt x="397" y="8677"/>
                </a:lnTo>
                <a:cubicBezTo>
                  <a:pt x="431" y="8977"/>
                  <a:pt x="664" y="9211"/>
                  <a:pt x="965" y="9211"/>
                </a:cubicBezTo>
                <a:lnTo>
                  <a:pt x="1465" y="9211"/>
                </a:lnTo>
                <a:cubicBezTo>
                  <a:pt x="1832" y="9211"/>
                  <a:pt x="2165" y="8944"/>
                  <a:pt x="2265" y="8577"/>
                </a:cubicBezTo>
                <a:lnTo>
                  <a:pt x="2699" y="6576"/>
                </a:lnTo>
                <a:cubicBezTo>
                  <a:pt x="2753" y="6307"/>
                  <a:pt x="2980" y="6147"/>
                  <a:pt x="3240" y="6147"/>
                </a:cubicBezTo>
                <a:cubicBezTo>
                  <a:pt x="3303" y="6147"/>
                  <a:pt x="3368" y="6156"/>
                  <a:pt x="3433" y="6175"/>
                </a:cubicBezTo>
                <a:lnTo>
                  <a:pt x="8603" y="7877"/>
                </a:lnTo>
                <a:lnTo>
                  <a:pt x="9004" y="1839"/>
                </a:lnTo>
                <a:lnTo>
                  <a:pt x="431" y="4"/>
                </a:lnTo>
                <a:cubicBezTo>
                  <a:pt x="414" y="2"/>
                  <a:pt x="396"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5" name="Google Shape;1835;p83">
            <a:extLst>
              <a:ext uri="{FF2B5EF4-FFF2-40B4-BE49-F238E27FC236}">
                <a16:creationId xmlns:a16="http://schemas.microsoft.com/office/drawing/2014/main" id="{D0652E1D-3682-9BF0-CF47-6893914EE3B0}"/>
              </a:ext>
            </a:extLst>
          </p:cNvPr>
          <p:cNvSpPr/>
          <p:nvPr/>
        </p:nvSpPr>
        <p:spPr>
          <a:xfrm>
            <a:off x="7545989" y="2255149"/>
            <a:ext cx="369817" cy="472487"/>
          </a:xfrm>
          <a:custGeom>
            <a:avLst/>
            <a:gdLst/>
            <a:ahLst/>
            <a:cxnLst/>
            <a:rect l="l" t="t" r="r" b="b"/>
            <a:pathLst>
              <a:path w="16580" h="21183" extrusionOk="0">
                <a:moveTo>
                  <a:pt x="5471" y="1"/>
                </a:moveTo>
                <a:lnTo>
                  <a:pt x="1" y="4304"/>
                </a:lnTo>
                <a:cubicBezTo>
                  <a:pt x="1" y="4304"/>
                  <a:pt x="4638" y="13010"/>
                  <a:pt x="5338" y="13911"/>
                </a:cubicBezTo>
                <a:cubicBezTo>
                  <a:pt x="6005" y="14811"/>
                  <a:pt x="15946" y="21183"/>
                  <a:pt x="15946" y="21183"/>
                </a:cubicBezTo>
                <a:lnTo>
                  <a:pt x="16579" y="19248"/>
                </a:lnTo>
                <a:cubicBezTo>
                  <a:pt x="16579" y="19248"/>
                  <a:pt x="9975" y="13010"/>
                  <a:pt x="8674" y="11142"/>
                </a:cubicBezTo>
                <a:cubicBezTo>
                  <a:pt x="7373" y="9274"/>
                  <a:pt x="5471" y="1"/>
                  <a:pt x="54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6" name="Google Shape;1836;p83">
            <a:extLst>
              <a:ext uri="{FF2B5EF4-FFF2-40B4-BE49-F238E27FC236}">
                <a16:creationId xmlns:a16="http://schemas.microsoft.com/office/drawing/2014/main" id="{695634A4-3584-D7A6-9FEC-730A459032F3}"/>
              </a:ext>
            </a:extLst>
          </p:cNvPr>
          <p:cNvSpPr/>
          <p:nvPr/>
        </p:nvSpPr>
        <p:spPr>
          <a:xfrm>
            <a:off x="7640339" y="1971674"/>
            <a:ext cx="99123" cy="124440"/>
          </a:xfrm>
          <a:custGeom>
            <a:avLst/>
            <a:gdLst/>
            <a:ahLst/>
            <a:cxnLst/>
            <a:rect l="l" t="t" r="r" b="b"/>
            <a:pathLst>
              <a:path w="4444" h="5579" extrusionOk="0">
                <a:moveTo>
                  <a:pt x="3743" y="1"/>
                </a:moveTo>
                <a:lnTo>
                  <a:pt x="1875" y="468"/>
                </a:lnTo>
                <a:cubicBezTo>
                  <a:pt x="1875" y="468"/>
                  <a:pt x="0" y="5578"/>
                  <a:pt x="1577" y="5578"/>
                </a:cubicBezTo>
                <a:cubicBezTo>
                  <a:pt x="1656" y="5578"/>
                  <a:pt x="1744" y="5565"/>
                  <a:pt x="1842" y="5538"/>
                </a:cubicBezTo>
                <a:cubicBezTo>
                  <a:pt x="3877" y="4971"/>
                  <a:pt x="4444" y="2336"/>
                  <a:pt x="4444" y="2336"/>
                </a:cubicBezTo>
                <a:lnTo>
                  <a:pt x="374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7" name="Google Shape;1837;p83">
            <a:extLst>
              <a:ext uri="{FF2B5EF4-FFF2-40B4-BE49-F238E27FC236}">
                <a16:creationId xmlns:a16="http://schemas.microsoft.com/office/drawing/2014/main" id="{5A67F4FF-6A2F-97B9-12D6-5CC92DE9A6D0}"/>
              </a:ext>
            </a:extLst>
          </p:cNvPr>
          <p:cNvSpPr/>
          <p:nvPr/>
        </p:nvSpPr>
        <p:spPr>
          <a:xfrm>
            <a:off x="7435133" y="1883703"/>
            <a:ext cx="363103" cy="330917"/>
          </a:xfrm>
          <a:custGeom>
            <a:avLst/>
            <a:gdLst/>
            <a:ahLst/>
            <a:cxnLst/>
            <a:rect l="l" t="t" r="r" b="b"/>
            <a:pathLst>
              <a:path w="16279" h="14836" extrusionOk="0">
                <a:moveTo>
                  <a:pt x="8127" y="0"/>
                </a:moveTo>
                <a:cubicBezTo>
                  <a:pt x="6230" y="0"/>
                  <a:pt x="4337" y="726"/>
                  <a:pt x="2903" y="2177"/>
                </a:cubicBezTo>
                <a:cubicBezTo>
                  <a:pt x="1" y="5079"/>
                  <a:pt x="1" y="9782"/>
                  <a:pt x="2903" y="12684"/>
                </a:cubicBezTo>
                <a:cubicBezTo>
                  <a:pt x="4337" y="14119"/>
                  <a:pt x="6230" y="14836"/>
                  <a:pt x="8127" y="14836"/>
                </a:cubicBezTo>
                <a:cubicBezTo>
                  <a:pt x="10025" y="14836"/>
                  <a:pt x="11926" y="14119"/>
                  <a:pt x="13377" y="12684"/>
                </a:cubicBezTo>
                <a:cubicBezTo>
                  <a:pt x="16279" y="9782"/>
                  <a:pt x="16279" y="5079"/>
                  <a:pt x="13377" y="2177"/>
                </a:cubicBezTo>
                <a:cubicBezTo>
                  <a:pt x="11926" y="726"/>
                  <a:pt x="10025" y="0"/>
                  <a:pt x="81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8" name="Google Shape;1838;p83">
            <a:extLst>
              <a:ext uri="{FF2B5EF4-FFF2-40B4-BE49-F238E27FC236}">
                <a16:creationId xmlns:a16="http://schemas.microsoft.com/office/drawing/2014/main" id="{B99318E6-9B21-6ECE-06FA-DBECE3CB6D77}"/>
              </a:ext>
            </a:extLst>
          </p:cNvPr>
          <p:cNvSpPr/>
          <p:nvPr/>
        </p:nvSpPr>
        <p:spPr>
          <a:xfrm>
            <a:off x="7435133" y="1883703"/>
            <a:ext cx="363103" cy="330917"/>
          </a:xfrm>
          <a:custGeom>
            <a:avLst/>
            <a:gdLst/>
            <a:ahLst/>
            <a:cxnLst/>
            <a:rect l="l" t="t" r="r" b="b"/>
            <a:pathLst>
              <a:path w="16279" h="14836" extrusionOk="0">
                <a:moveTo>
                  <a:pt x="8127" y="0"/>
                </a:moveTo>
                <a:cubicBezTo>
                  <a:pt x="6230" y="0"/>
                  <a:pt x="4337" y="726"/>
                  <a:pt x="2903" y="2177"/>
                </a:cubicBezTo>
                <a:cubicBezTo>
                  <a:pt x="1" y="5079"/>
                  <a:pt x="1" y="9782"/>
                  <a:pt x="2903" y="12684"/>
                </a:cubicBezTo>
                <a:cubicBezTo>
                  <a:pt x="4337" y="14119"/>
                  <a:pt x="6230" y="14836"/>
                  <a:pt x="8127" y="14836"/>
                </a:cubicBezTo>
                <a:cubicBezTo>
                  <a:pt x="10025" y="14836"/>
                  <a:pt x="11926" y="14119"/>
                  <a:pt x="13377" y="12684"/>
                </a:cubicBezTo>
                <a:cubicBezTo>
                  <a:pt x="16279" y="9782"/>
                  <a:pt x="16279" y="5079"/>
                  <a:pt x="13377" y="2177"/>
                </a:cubicBezTo>
                <a:cubicBezTo>
                  <a:pt x="11926" y="726"/>
                  <a:pt x="10025" y="0"/>
                  <a:pt x="81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9" name="Google Shape;1839;p83">
            <a:extLst>
              <a:ext uri="{FF2B5EF4-FFF2-40B4-BE49-F238E27FC236}">
                <a16:creationId xmlns:a16="http://schemas.microsoft.com/office/drawing/2014/main" id="{9DEA8641-BE5F-9EB2-0A79-3F01B60D751C}"/>
              </a:ext>
            </a:extLst>
          </p:cNvPr>
          <p:cNvSpPr/>
          <p:nvPr/>
        </p:nvSpPr>
        <p:spPr>
          <a:xfrm>
            <a:off x="7647923" y="2113802"/>
            <a:ext cx="95265" cy="63257"/>
          </a:xfrm>
          <a:custGeom>
            <a:avLst/>
            <a:gdLst/>
            <a:ahLst/>
            <a:cxnLst/>
            <a:rect l="l" t="t" r="r" b="b"/>
            <a:pathLst>
              <a:path w="4271" h="2836" extrusionOk="0">
                <a:moveTo>
                  <a:pt x="3703" y="0"/>
                </a:moveTo>
                <a:cubicBezTo>
                  <a:pt x="2669" y="1101"/>
                  <a:pt x="1402" y="1935"/>
                  <a:pt x="1" y="2502"/>
                </a:cubicBezTo>
                <a:lnTo>
                  <a:pt x="434" y="2835"/>
                </a:lnTo>
                <a:cubicBezTo>
                  <a:pt x="1969" y="2502"/>
                  <a:pt x="3370" y="1635"/>
                  <a:pt x="4271" y="334"/>
                </a:cubicBezTo>
                <a:lnTo>
                  <a:pt x="3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0" name="Google Shape;1840;p83">
            <a:extLst>
              <a:ext uri="{FF2B5EF4-FFF2-40B4-BE49-F238E27FC236}">
                <a16:creationId xmlns:a16="http://schemas.microsoft.com/office/drawing/2014/main" id="{254B78EC-43F9-50D7-5063-89C8FCFB2C1E}"/>
              </a:ext>
            </a:extLst>
          </p:cNvPr>
          <p:cNvSpPr/>
          <p:nvPr/>
        </p:nvSpPr>
        <p:spPr>
          <a:xfrm>
            <a:off x="7734243" y="2094441"/>
            <a:ext cx="18625" cy="17889"/>
          </a:xfrm>
          <a:custGeom>
            <a:avLst/>
            <a:gdLst/>
            <a:ahLst/>
            <a:cxnLst/>
            <a:rect l="l" t="t" r="r" b="b"/>
            <a:pathLst>
              <a:path w="835" h="802" extrusionOk="0">
                <a:moveTo>
                  <a:pt x="267" y="1"/>
                </a:moveTo>
                <a:cubicBezTo>
                  <a:pt x="234" y="201"/>
                  <a:pt x="134" y="368"/>
                  <a:pt x="0" y="534"/>
                </a:cubicBezTo>
                <a:lnTo>
                  <a:pt x="601" y="801"/>
                </a:lnTo>
                <a:cubicBezTo>
                  <a:pt x="734" y="668"/>
                  <a:pt x="801" y="468"/>
                  <a:pt x="834" y="268"/>
                </a:cubicBezTo>
                <a:lnTo>
                  <a:pt x="2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1" name="Google Shape;1841;p83">
            <a:extLst>
              <a:ext uri="{FF2B5EF4-FFF2-40B4-BE49-F238E27FC236}">
                <a16:creationId xmlns:a16="http://schemas.microsoft.com/office/drawing/2014/main" id="{B2631BA9-7A43-CE6B-2486-03F933845169}"/>
              </a:ext>
            </a:extLst>
          </p:cNvPr>
          <p:cNvSpPr/>
          <p:nvPr/>
        </p:nvSpPr>
        <p:spPr>
          <a:xfrm>
            <a:off x="7486390" y="2054270"/>
            <a:ext cx="130306" cy="177659"/>
          </a:xfrm>
          <a:custGeom>
            <a:avLst/>
            <a:gdLst/>
            <a:ahLst/>
            <a:cxnLst/>
            <a:rect l="l" t="t" r="r" b="b"/>
            <a:pathLst>
              <a:path w="5842" h="7965" extrusionOk="0">
                <a:moveTo>
                  <a:pt x="3840" y="0"/>
                </a:moveTo>
                <a:cubicBezTo>
                  <a:pt x="3487" y="1639"/>
                  <a:pt x="2670" y="5287"/>
                  <a:pt x="554" y="5287"/>
                </a:cubicBezTo>
                <a:cubicBezTo>
                  <a:pt x="473" y="5287"/>
                  <a:pt x="390" y="5282"/>
                  <a:pt x="305" y="5271"/>
                </a:cubicBezTo>
                <a:lnTo>
                  <a:pt x="305" y="5271"/>
                </a:lnTo>
                <a:cubicBezTo>
                  <a:pt x="1" y="6435"/>
                  <a:pt x="2462" y="7964"/>
                  <a:pt x="4338" y="7964"/>
                </a:cubicBezTo>
                <a:cubicBezTo>
                  <a:pt x="4934" y="7964"/>
                  <a:pt x="5472" y="7809"/>
                  <a:pt x="5842" y="7439"/>
                </a:cubicBezTo>
                <a:cubicBezTo>
                  <a:pt x="5008" y="6805"/>
                  <a:pt x="4774" y="6138"/>
                  <a:pt x="4908" y="5504"/>
                </a:cubicBezTo>
                <a:cubicBezTo>
                  <a:pt x="4975" y="5104"/>
                  <a:pt x="5108" y="4737"/>
                  <a:pt x="5341" y="4404"/>
                </a:cubicBezTo>
                <a:cubicBezTo>
                  <a:pt x="5475" y="4237"/>
                  <a:pt x="5575" y="4037"/>
                  <a:pt x="5742" y="3870"/>
                </a:cubicBezTo>
                <a:lnTo>
                  <a:pt x="3840" y="0"/>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2" name="Google Shape;1842;p83">
            <a:extLst>
              <a:ext uri="{FF2B5EF4-FFF2-40B4-BE49-F238E27FC236}">
                <a16:creationId xmlns:a16="http://schemas.microsoft.com/office/drawing/2014/main" id="{6757B17C-CB08-13FF-132D-553629F6E7B3}"/>
              </a:ext>
            </a:extLst>
          </p:cNvPr>
          <p:cNvSpPr/>
          <p:nvPr/>
        </p:nvSpPr>
        <p:spPr>
          <a:xfrm>
            <a:off x="7552703" y="2094441"/>
            <a:ext cx="52841" cy="82618"/>
          </a:xfrm>
          <a:custGeom>
            <a:avLst/>
            <a:gdLst/>
            <a:ahLst/>
            <a:cxnLst/>
            <a:rect l="l" t="t" r="r" b="b"/>
            <a:pathLst>
              <a:path w="2369" h="3704" extrusionOk="0">
                <a:moveTo>
                  <a:pt x="834" y="1"/>
                </a:moveTo>
                <a:cubicBezTo>
                  <a:pt x="0" y="1902"/>
                  <a:pt x="1234" y="3203"/>
                  <a:pt x="1935" y="3703"/>
                </a:cubicBezTo>
                <a:cubicBezTo>
                  <a:pt x="2002" y="3303"/>
                  <a:pt x="2135" y="2936"/>
                  <a:pt x="2368" y="2603"/>
                </a:cubicBezTo>
                <a:lnTo>
                  <a:pt x="8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3" name="Google Shape;1843;p83">
            <a:extLst>
              <a:ext uri="{FF2B5EF4-FFF2-40B4-BE49-F238E27FC236}">
                <a16:creationId xmlns:a16="http://schemas.microsoft.com/office/drawing/2014/main" id="{790E771D-73BA-682E-3E5F-147F26E5E11D}"/>
              </a:ext>
            </a:extLst>
          </p:cNvPr>
          <p:cNvSpPr/>
          <p:nvPr/>
        </p:nvSpPr>
        <p:spPr>
          <a:xfrm>
            <a:off x="7547483" y="1961302"/>
            <a:ext cx="193474" cy="199451"/>
          </a:xfrm>
          <a:custGeom>
            <a:avLst/>
            <a:gdLst/>
            <a:ahLst/>
            <a:cxnLst/>
            <a:rect l="l" t="t" r="r" b="b"/>
            <a:pathLst>
              <a:path w="8674" h="8942" extrusionOk="0">
                <a:moveTo>
                  <a:pt x="4639" y="1"/>
                </a:moveTo>
                <a:cubicBezTo>
                  <a:pt x="3478" y="1"/>
                  <a:pt x="2325" y="629"/>
                  <a:pt x="1769" y="1833"/>
                </a:cubicBezTo>
                <a:cubicBezTo>
                  <a:pt x="701" y="3902"/>
                  <a:pt x="1" y="5102"/>
                  <a:pt x="434" y="6704"/>
                </a:cubicBezTo>
                <a:cubicBezTo>
                  <a:pt x="768" y="8005"/>
                  <a:pt x="1902" y="8905"/>
                  <a:pt x="3203" y="8939"/>
                </a:cubicBezTo>
                <a:cubicBezTo>
                  <a:pt x="3249" y="8940"/>
                  <a:pt x="3296" y="8941"/>
                  <a:pt x="3342" y="8941"/>
                </a:cubicBezTo>
                <a:cubicBezTo>
                  <a:pt x="4129" y="8941"/>
                  <a:pt x="4906" y="8674"/>
                  <a:pt x="5505" y="8138"/>
                </a:cubicBezTo>
                <a:cubicBezTo>
                  <a:pt x="5571" y="8071"/>
                  <a:pt x="5671" y="8005"/>
                  <a:pt x="5738" y="7904"/>
                </a:cubicBezTo>
                <a:cubicBezTo>
                  <a:pt x="7239" y="6337"/>
                  <a:pt x="8673" y="3201"/>
                  <a:pt x="7139" y="1233"/>
                </a:cubicBezTo>
                <a:cubicBezTo>
                  <a:pt x="6502" y="403"/>
                  <a:pt x="5568" y="1"/>
                  <a:pt x="4639"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4" name="Google Shape;1844;p83">
            <a:extLst>
              <a:ext uri="{FF2B5EF4-FFF2-40B4-BE49-F238E27FC236}">
                <a16:creationId xmlns:a16="http://schemas.microsoft.com/office/drawing/2014/main" id="{B69CD9AC-4C6D-DBBD-3A40-922846E80B12}"/>
              </a:ext>
            </a:extLst>
          </p:cNvPr>
          <p:cNvSpPr/>
          <p:nvPr/>
        </p:nvSpPr>
        <p:spPr>
          <a:xfrm>
            <a:off x="7644956" y="2048604"/>
            <a:ext cx="13405" cy="14855"/>
          </a:xfrm>
          <a:custGeom>
            <a:avLst/>
            <a:gdLst/>
            <a:ahLst/>
            <a:cxnLst/>
            <a:rect l="l" t="t" r="r" b="b"/>
            <a:pathLst>
              <a:path w="601" h="666" extrusionOk="0">
                <a:moveTo>
                  <a:pt x="416" y="0"/>
                </a:moveTo>
                <a:cubicBezTo>
                  <a:pt x="312" y="0"/>
                  <a:pt x="213" y="90"/>
                  <a:pt x="134" y="221"/>
                </a:cubicBezTo>
                <a:cubicBezTo>
                  <a:pt x="0" y="355"/>
                  <a:pt x="34" y="521"/>
                  <a:pt x="134" y="655"/>
                </a:cubicBezTo>
                <a:cubicBezTo>
                  <a:pt x="163" y="662"/>
                  <a:pt x="193" y="666"/>
                  <a:pt x="223" y="666"/>
                </a:cubicBezTo>
                <a:cubicBezTo>
                  <a:pt x="334" y="666"/>
                  <a:pt x="448" y="612"/>
                  <a:pt x="501" y="455"/>
                </a:cubicBezTo>
                <a:cubicBezTo>
                  <a:pt x="601" y="254"/>
                  <a:pt x="601" y="121"/>
                  <a:pt x="501" y="21"/>
                </a:cubicBezTo>
                <a:cubicBezTo>
                  <a:pt x="472" y="7"/>
                  <a:pt x="444" y="0"/>
                  <a:pt x="41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5" name="Google Shape;1845;p83">
            <a:extLst>
              <a:ext uri="{FF2B5EF4-FFF2-40B4-BE49-F238E27FC236}">
                <a16:creationId xmlns:a16="http://schemas.microsoft.com/office/drawing/2014/main" id="{EF019AAC-5161-9FCF-5187-7EBEAF775537}"/>
              </a:ext>
            </a:extLst>
          </p:cNvPr>
          <p:cNvSpPr/>
          <p:nvPr/>
        </p:nvSpPr>
        <p:spPr>
          <a:xfrm>
            <a:off x="7686622" y="2073140"/>
            <a:ext cx="13405" cy="14364"/>
          </a:xfrm>
          <a:custGeom>
            <a:avLst/>
            <a:gdLst/>
            <a:ahLst/>
            <a:cxnLst/>
            <a:rect l="l" t="t" r="r" b="b"/>
            <a:pathLst>
              <a:path w="601" h="644" extrusionOk="0">
                <a:moveTo>
                  <a:pt x="393" y="0"/>
                </a:moveTo>
                <a:cubicBezTo>
                  <a:pt x="297" y="0"/>
                  <a:pt x="179" y="84"/>
                  <a:pt x="100" y="189"/>
                </a:cubicBezTo>
                <a:cubicBezTo>
                  <a:pt x="0" y="322"/>
                  <a:pt x="0" y="522"/>
                  <a:pt x="134" y="622"/>
                </a:cubicBezTo>
                <a:cubicBezTo>
                  <a:pt x="155" y="636"/>
                  <a:pt x="180" y="643"/>
                  <a:pt x="206" y="643"/>
                </a:cubicBezTo>
                <a:cubicBezTo>
                  <a:pt x="302" y="643"/>
                  <a:pt x="422" y="553"/>
                  <a:pt x="501" y="422"/>
                </a:cubicBezTo>
                <a:cubicBezTo>
                  <a:pt x="601" y="255"/>
                  <a:pt x="601" y="88"/>
                  <a:pt x="467" y="22"/>
                </a:cubicBezTo>
                <a:cubicBezTo>
                  <a:pt x="445" y="7"/>
                  <a:pt x="420" y="0"/>
                  <a:pt x="39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6" name="Google Shape;1846;p83">
            <a:extLst>
              <a:ext uri="{FF2B5EF4-FFF2-40B4-BE49-F238E27FC236}">
                <a16:creationId xmlns:a16="http://schemas.microsoft.com/office/drawing/2014/main" id="{B1F51F0D-0FD5-69D0-CD16-7ADC9C94E6BD}"/>
              </a:ext>
            </a:extLst>
          </p:cNvPr>
          <p:cNvSpPr/>
          <p:nvPr/>
        </p:nvSpPr>
        <p:spPr>
          <a:xfrm>
            <a:off x="7654637" y="2072136"/>
            <a:ext cx="20097" cy="41800"/>
          </a:xfrm>
          <a:custGeom>
            <a:avLst/>
            <a:gdLst/>
            <a:ahLst/>
            <a:cxnLst/>
            <a:rect l="l" t="t" r="r" b="b"/>
            <a:pathLst>
              <a:path w="901" h="1874" extrusionOk="0">
                <a:moveTo>
                  <a:pt x="901" y="0"/>
                </a:moveTo>
                <a:lnTo>
                  <a:pt x="0" y="1568"/>
                </a:lnTo>
                <a:cubicBezTo>
                  <a:pt x="209" y="1747"/>
                  <a:pt x="499" y="1873"/>
                  <a:pt x="798" y="1873"/>
                </a:cubicBezTo>
                <a:cubicBezTo>
                  <a:pt x="832" y="1873"/>
                  <a:pt x="866" y="1871"/>
                  <a:pt x="901" y="1868"/>
                </a:cubicBezTo>
                <a:cubicBezTo>
                  <a:pt x="801" y="1234"/>
                  <a:pt x="834" y="600"/>
                  <a:pt x="901" y="0"/>
                </a:cubicBezTo>
                <a:close/>
              </a:path>
            </a:pathLst>
          </a:custGeom>
          <a:solidFill>
            <a:srgbClr val="DE5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7" name="Google Shape;1847;p83">
            <a:extLst>
              <a:ext uri="{FF2B5EF4-FFF2-40B4-BE49-F238E27FC236}">
                <a16:creationId xmlns:a16="http://schemas.microsoft.com/office/drawing/2014/main" id="{166B8D3A-3DF9-F0CA-C03E-C35CB491053F}"/>
              </a:ext>
            </a:extLst>
          </p:cNvPr>
          <p:cNvSpPr/>
          <p:nvPr/>
        </p:nvSpPr>
        <p:spPr>
          <a:xfrm>
            <a:off x="7641231" y="2026388"/>
            <a:ext cx="26565" cy="7941"/>
          </a:xfrm>
          <a:custGeom>
            <a:avLst/>
            <a:gdLst/>
            <a:ahLst/>
            <a:cxnLst/>
            <a:rect l="l" t="t" r="r" b="b"/>
            <a:pathLst>
              <a:path w="1191" h="356" extrusionOk="0">
                <a:moveTo>
                  <a:pt x="514" y="1"/>
                </a:moveTo>
                <a:cubicBezTo>
                  <a:pt x="369" y="1"/>
                  <a:pt x="226" y="27"/>
                  <a:pt x="101" y="83"/>
                </a:cubicBezTo>
                <a:cubicBezTo>
                  <a:pt x="34" y="116"/>
                  <a:pt x="1" y="183"/>
                  <a:pt x="34" y="250"/>
                </a:cubicBezTo>
                <a:cubicBezTo>
                  <a:pt x="34" y="250"/>
                  <a:pt x="34" y="283"/>
                  <a:pt x="67" y="316"/>
                </a:cubicBezTo>
                <a:lnTo>
                  <a:pt x="167" y="316"/>
                </a:lnTo>
                <a:cubicBezTo>
                  <a:pt x="293" y="253"/>
                  <a:pt x="427" y="220"/>
                  <a:pt x="557" y="220"/>
                </a:cubicBezTo>
                <a:cubicBezTo>
                  <a:pt x="703" y="220"/>
                  <a:pt x="845" y="262"/>
                  <a:pt x="968" y="350"/>
                </a:cubicBezTo>
                <a:cubicBezTo>
                  <a:pt x="982" y="353"/>
                  <a:pt x="996" y="355"/>
                  <a:pt x="1009" y="355"/>
                </a:cubicBezTo>
                <a:cubicBezTo>
                  <a:pt x="1121" y="355"/>
                  <a:pt x="1191" y="239"/>
                  <a:pt x="1101" y="150"/>
                </a:cubicBezTo>
                <a:cubicBezTo>
                  <a:pt x="927" y="52"/>
                  <a:pt x="718" y="1"/>
                  <a:pt x="5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8" name="Google Shape;1848;p83">
            <a:extLst>
              <a:ext uri="{FF2B5EF4-FFF2-40B4-BE49-F238E27FC236}">
                <a16:creationId xmlns:a16="http://schemas.microsoft.com/office/drawing/2014/main" id="{19E0B8FD-30B2-7D5B-393B-DFB754559594}"/>
              </a:ext>
            </a:extLst>
          </p:cNvPr>
          <p:cNvSpPr/>
          <p:nvPr/>
        </p:nvSpPr>
        <p:spPr>
          <a:xfrm>
            <a:off x="7614443" y="2094129"/>
            <a:ext cx="25316" cy="27859"/>
          </a:xfrm>
          <a:custGeom>
            <a:avLst/>
            <a:gdLst/>
            <a:ahLst/>
            <a:cxnLst/>
            <a:rect l="l" t="t" r="r" b="b"/>
            <a:pathLst>
              <a:path w="1135" h="1249" extrusionOk="0">
                <a:moveTo>
                  <a:pt x="96" y="1"/>
                </a:moveTo>
                <a:cubicBezTo>
                  <a:pt x="87" y="1"/>
                  <a:pt x="77" y="5"/>
                  <a:pt x="67" y="15"/>
                </a:cubicBezTo>
                <a:cubicBezTo>
                  <a:pt x="34" y="15"/>
                  <a:pt x="1" y="48"/>
                  <a:pt x="34" y="81"/>
                </a:cubicBezTo>
                <a:cubicBezTo>
                  <a:pt x="168" y="615"/>
                  <a:pt x="534" y="1049"/>
                  <a:pt x="1068" y="1249"/>
                </a:cubicBezTo>
                <a:cubicBezTo>
                  <a:pt x="1102" y="1249"/>
                  <a:pt x="1135" y="1249"/>
                  <a:pt x="1135" y="1216"/>
                </a:cubicBezTo>
                <a:cubicBezTo>
                  <a:pt x="1135" y="1182"/>
                  <a:pt x="1135" y="1149"/>
                  <a:pt x="1102" y="1149"/>
                </a:cubicBezTo>
                <a:cubicBezTo>
                  <a:pt x="635" y="949"/>
                  <a:pt x="268" y="548"/>
                  <a:pt x="134" y="48"/>
                </a:cubicBezTo>
                <a:cubicBezTo>
                  <a:pt x="134" y="24"/>
                  <a:pt x="118" y="1"/>
                  <a:pt x="9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9" name="Google Shape;1849;p83">
            <a:extLst>
              <a:ext uri="{FF2B5EF4-FFF2-40B4-BE49-F238E27FC236}">
                <a16:creationId xmlns:a16="http://schemas.microsoft.com/office/drawing/2014/main" id="{A43D2D28-B399-81BD-4725-E7D9CA8FCB52}"/>
              </a:ext>
            </a:extLst>
          </p:cNvPr>
          <p:cNvSpPr/>
          <p:nvPr/>
        </p:nvSpPr>
        <p:spPr>
          <a:xfrm>
            <a:off x="7705960" y="2050723"/>
            <a:ext cx="14164" cy="23666"/>
          </a:xfrm>
          <a:custGeom>
            <a:avLst/>
            <a:gdLst/>
            <a:ahLst/>
            <a:cxnLst/>
            <a:rect l="l" t="t" r="r" b="b"/>
            <a:pathLst>
              <a:path w="635" h="1061" extrusionOk="0">
                <a:moveTo>
                  <a:pt x="117" y="1"/>
                </a:moveTo>
                <a:cubicBezTo>
                  <a:pt x="84" y="1"/>
                  <a:pt x="51" y="9"/>
                  <a:pt x="34" y="26"/>
                </a:cubicBezTo>
                <a:cubicBezTo>
                  <a:pt x="1" y="93"/>
                  <a:pt x="34" y="159"/>
                  <a:pt x="67" y="193"/>
                </a:cubicBezTo>
                <a:cubicBezTo>
                  <a:pt x="268" y="393"/>
                  <a:pt x="401" y="660"/>
                  <a:pt x="368" y="960"/>
                </a:cubicBezTo>
                <a:cubicBezTo>
                  <a:pt x="368" y="960"/>
                  <a:pt x="401" y="993"/>
                  <a:pt x="401" y="1027"/>
                </a:cubicBezTo>
                <a:cubicBezTo>
                  <a:pt x="434" y="1027"/>
                  <a:pt x="434" y="1060"/>
                  <a:pt x="468" y="1060"/>
                </a:cubicBezTo>
                <a:cubicBezTo>
                  <a:pt x="534" y="1060"/>
                  <a:pt x="568" y="1027"/>
                  <a:pt x="601" y="960"/>
                </a:cubicBezTo>
                <a:cubicBezTo>
                  <a:pt x="634" y="593"/>
                  <a:pt x="468" y="260"/>
                  <a:pt x="201" y="26"/>
                </a:cubicBezTo>
                <a:cubicBezTo>
                  <a:pt x="184" y="9"/>
                  <a:pt x="151" y="1"/>
                  <a:pt x="1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0" name="Google Shape;1850;p83">
            <a:extLst>
              <a:ext uri="{FF2B5EF4-FFF2-40B4-BE49-F238E27FC236}">
                <a16:creationId xmlns:a16="http://schemas.microsoft.com/office/drawing/2014/main" id="{8E997317-D653-6813-F85F-E09F82B11225}"/>
              </a:ext>
            </a:extLst>
          </p:cNvPr>
          <p:cNvSpPr/>
          <p:nvPr/>
        </p:nvSpPr>
        <p:spPr>
          <a:xfrm>
            <a:off x="7545989" y="1941250"/>
            <a:ext cx="110900" cy="159905"/>
          </a:xfrm>
          <a:custGeom>
            <a:avLst/>
            <a:gdLst/>
            <a:ahLst/>
            <a:cxnLst/>
            <a:rect l="l" t="t" r="r" b="b"/>
            <a:pathLst>
              <a:path w="4972" h="7169" extrusionOk="0">
                <a:moveTo>
                  <a:pt x="2550" y="0"/>
                </a:moveTo>
                <a:cubicBezTo>
                  <a:pt x="2497" y="0"/>
                  <a:pt x="2448" y="10"/>
                  <a:pt x="2403" y="30"/>
                </a:cubicBezTo>
                <a:cubicBezTo>
                  <a:pt x="1669" y="397"/>
                  <a:pt x="935" y="1898"/>
                  <a:pt x="468" y="3967"/>
                </a:cubicBezTo>
                <a:cubicBezTo>
                  <a:pt x="1" y="6001"/>
                  <a:pt x="468" y="7169"/>
                  <a:pt x="468" y="7169"/>
                </a:cubicBezTo>
                <a:cubicBezTo>
                  <a:pt x="338" y="6098"/>
                  <a:pt x="1093" y="4363"/>
                  <a:pt x="1441" y="4363"/>
                </a:cubicBezTo>
                <a:cubicBezTo>
                  <a:pt x="1450" y="4363"/>
                  <a:pt x="1460" y="4364"/>
                  <a:pt x="1469" y="4367"/>
                </a:cubicBezTo>
                <a:cubicBezTo>
                  <a:pt x="1769" y="4434"/>
                  <a:pt x="1635" y="4767"/>
                  <a:pt x="1635" y="4767"/>
                </a:cubicBezTo>
                <a:cubicBezTo>
                  <a:pt x="2469" y="4600"/>
                  <a:pt x="3503" y="3633"/>
                  <a:pt x="3603" y="2699"/>
                </a:cubicBezTo>
                <a:cubicBezTo>
                  <a:pt x="3692" y="2279"/>
                  <a:pt x="4045" y="2020"/>
                  <a:pt x="4418" y="2020"/>
                </a:cubicBezTo>
                <a:cubicBezTo>
                  <a:pt x="4608" y="2020"/>
                  <a:pt x="4803" y="2086"/>
                  <a:pt x="4971" y="2232"/>
                </a:cubicBezTo>
                <a:cubicBezTo>
                  <a:pt x="4971" y="2232"/>
                  <a:pt x="3356" y="0"/>
                  <a:pt x="255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1" name="Google Shape;1851;p83">
            <a:extLst>
              <a:ext uri="{FF2B5EF4-FFF2-40B4-BE49-F238E27FC236}">
                <a16:creationId xmlns:a16="http://schemas.microsoft.com/office/drawing/2014/main" id="{2FF87D62-1E9C-559E-8E68-0D6FCEE62B34}"/>
              </a:ext>
            </a:extLst>
          </p:cNvPr>
          <p:cNvSpPr/>
          <p:nvPr/>
        </p:nvSpPr>
        <p:spPr>
          <a:xfrm>
            <a:off x="7545253" y="2005422"/>
            <a:ext cx="48380" cy="64528"/>
          </a:xfrm>
          <a:custGeom>
            <a:avLst/>
            <a:gdLst/>
            <a:ahLst/>
            <a:cxnLst/>
            <a:rect l="l" t="t" r="r" b="b"/>
            <a:pathLst>
              <a:path w="2169" h="2893" extrusionOk="0">
                <a:moveTo>
                  <a:pt x="1027" y="0"/>
                </a:moveTo>
                <a:cubicBezTo>
                  <a:pt x="500" y="0"/>
                  <a:pt x="34" y="431"/>
                  <a:pt x="34" y="990"/>
                </a:cubicBezTo>
                <a:cubicBezTo>
                  <a:pt x="1" y="1590"/>
                  <a:pt x="201" y="2157"/>
                  <a:pt x="568" y="2591"/>
                </a:cubicBezTo>
                <a:cubicBezTo>
                  <a:pt x="755" y="2801"/>
                  <a:pt x="958" y="2893"/>
                  <a:pt x="1152" y="2893"/>
                </a:cubicBezTo>
                <a:cubicBezTo>
                  <a:pt x="1512" y="2893"/>
                  <a:pt x="1839" y="2579"/>
                  <a:pt x="1969" y="2124"/>
                </a:cubicBezTo>
                <a:cubicBezTo>
                  <a:pt x="2169" y="1490"/>
                  <a:pt x="2135" y="423"/>
                  <a:pt x="1435" y="89"/>
                </a:cubicBezTo>
                <a:cubicBezTo>
                  <a:pt x="1300" y="28"/>
                  <a:pt x="1161" y="0"/>
                  <a:pt x="1027"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2" name="Google Shape;1852;p83">
            <a:extLst>
              <a:ext uri="{FF2B5EF4-FFF2-40B4-BE49-F238E27FC236}">
                <a16:creationId xmlns:a16="http://schemas.microsoft.com/office/drawing/2014/main" id="{6FEE9895-3EF9-B5DE-9FE0-B5423F1DF6FD}"/>
              </a:ext>
            </a:extLst>
          </p:cNvPr>
          <p:cNvSpPr/>
          <p:nvPr/>
        </p:nvSpPr>
        <p:spPr>
          <a:xfrm>
            <a:off x="7585424" y="1931748"/>
            <a:ext cx="171146" cy="117414"/>
          </a:xfrm>
          <a:custGeom>
            <a:avLst/>
            <a:gdLst/>
            <a:ahLst/>
            <a:cxnLst/>
            <a:rect l="l" t="t" r="r" b="b"/>
            <a:pathLst>
              <a:path w="7673" h="5264" extrusionOk="0">
                <a:moveTo>
                  <a:pt x="3705" y="0"/>
                </a:moveTo>
                <a:cubicBezTo>
                  <a:pt x="1254" y="0"/>
                  <a:pt x="1" y="1457"/>
                  <a:pt x="1" y="1457"/>
                </a:cubicBezTo>
                <a:cubicBezTo>
                  <a:pt x="535" y="2558"/>
                  <a:pt x="1168" y="4226"/>
                  <a:pt x="1969" y="4426"/>
                </a:cubicBezTo>
                <a:cubicBezTo>
                  <a:pt x="2720" y="4108"/>
                  <a:pt x="3722" y="2789"/>
                  <a:pt x="4302" y="2789"/>
                </a:cubicBezTo>
                <a:cubicBezTo>
                  <a:pt x="4391" y="2789"/>
                  <a:pt x="4471" y="2820"/>
                  <a:pt x="4537" y="2892"/>
                </a:cubicBezTo>
                <a:cubicBezTo>
                  <a:pt x="4804" y="3425"/>
                  <a:pt x="5071" y="3926"/>
                  <a:pt x="5271" y="3926"/>
                </a:cubicBezTo>
                <a:cubicBezTo>
                  <a:pt x="5297" y="3928"/>
                  <a:pt x="5321" y="3929"/>
                  <a:pt x="5344" y="3929"/>
                </a:cubicBezTo>
                <a:cubicBezTo>
                  <a:pt x="5673" y="3929"/>
                  <a:pt x="5695" y="3708"/>
                  <a:pt x="6038" y="3459"/>
                </a:cubicBezTo>
                <a:cubicBezTo>
                  <a:pt x="6061" y="3450"/>
                  <a:pt x="6082" y="3445"/>
                  <a:pt x="6102" y="3445"/>
                </a:cubicBezTo>
                <a:cubicBezTo>
                  <a:pt x="6497" y="3445"/>
                  <a:pt x="6208" y="5263"/>
                  <a:pt x="6608" y="5263"/>
                </a:cubicBezTo>
                <a:cubicBezTo>
                  <a:pt x="6618" y="5263"/>
                  <a:pt x="6628" y="5262"/>
                  <a:pt x="6639" y="5260"/>
                </a:cubicBezTo>
                <a:cubicBezTo>
                  <a:pt x="7206" y="5060"/>
                  <a:pt x="7673" y="290"/>
                  <a:pt x="4237" y="23"/>
                </a:cubicBezTo>
                <a:cubicBezTo>
                  <a:pt x="4054" y="8"/>
                  <a:pt x="3876" y="0"/>
                  <a:pt x="37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3" name="Google Shape;1853;p83">
            <a:extLst>
              <a:ext uri="{FF2B5EF4-FFF2-40B4-BE49-F238E27FC236}">
                <a16:creationId xmlns:a16="http://schemas.microsoft.com/office/drawing/2014/main" id="{9003ECB4-7D76-81E3-21B1-89883A9EA98D}"/>
              </a:ext>
            </a:extLst>
          </p:cNvPr>
          <p:cNvSpPr/>
          <p:nvPr/>
        </p:nvSpPr>
        <p:spPr>
          <a:xfrm>
            <a:off x="7214157" y="2594430"/>
            <a:ext cx="354917" cy="269377"/>
          </a:xfrm>
          <a:custGeom>
            <a:avLst/>
            <a:gdLst/>
            <a:ahLst/>
            <a:cxnLst/>
            <a:rect l="l" t="t" r="r" b="b"/>
            <a:pathLst>
              <a:path w="15912" h="12077" extrusionOk="0">
                <a:moveTo>
                  <a:pt x="14711" y="1"/>
                </a:moveTo>
                <a:lnTo>
                  <a:pt x="234" y="168"/>
                </a:lnTo>
                <a:cubicBezTo>
                  <a:pt x="1" y="4104"/>
                  <a:pt x="501" y="9107"/>
                  <a:pt x="1735" y="12076"/>
                </a:cubicBezTo>
                <a:lnTo>
                  <a:pt x="12209" y="11409"/>
                </a:lnTo>
                <a:lnTo>
                  <a:pt x="15912" y="10342"/>
                </a:lnTo>
                <a:cubicBezTo>
                  <a:pt x="15211" y="9641"/>
                  <a:pt x="13610" y="5872"/>
                  <a:pt x="147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4" name="Google Shape;1854;p83">
            <a:extLst>
              <a:ext uri="{FF2B5EF4-FFF2-40B4-BE49-F238E27FC236}">
                <a16:creationId xmlns:a16="http://schemas.microsoft.com/office/drawing/2014/main" id="{4B071FB2-AF9A-D03B-2A3F-0A55C742CDA7}"/>
              </a:ext>
            </a:extLst>
          </p:cNvPr>
          <p:cNvSpPr/>
          <p:nvPr/>
        </p:nvSpPr>
        <p:spPr>
          <a:xfrm>
            <a:off x="7486479" y="2804253"/>
            <a:ext cx="58796" cy="44655"/>
          </a:xfrm>
          <a:custGeom>
            <a:avLst/>
            <a:gdLst/>
            <a:ahLst/>
            <a:cxnLst/>
            <a:rect l="l" t="t" r="r" b="b"/>
            <a:pathLst>
              <a:path w="2636" h="2002" extrusionOk="0">
                <a:moveTo>
                  <a:pt x="601" y="1"/>
                </a:moveTo>
                <a:lnTo>
                  <a:pt x="0" y="2002"/>
                </a:lnTo>
                <a:lnTo>
                  <a:pt x="0" y="2002"/>
                </a:lnTo>
                <a:lnTo>
                  <a:pt x="2636" y="1235"/>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5" name="Google Shape;1855;p83">
            <a:extLst>
              <a:ext uri="{FF2B5EF4-FFF2-40B4-BE49-F238E27FC236}">
                <a16:creationId xmlns:a16="http://schemas.microsoft.com/office/drawing/2014/main" id="{3C293C1F-99DB-B333-1408-A26C2480B27A}"/>
              </a:ext>
            </a:extLst>
          </p:cNvPr>
          <p:cNvSpPr/>
          <p:nvPr/>
        </p:nvSpPr>
        <p:spPr>
          <a:xfrm>
            <a:off x="7562361" y="2057995"/>
            <a:ext cx="54335" cy="79629"/>
          </a:xfrm>
          <a:custGeom>
            <a:avLst/>
            <a:gdLst/>
            <a:ahLst/>
            <a:cxnLst/>
            <a:rect l="l" t="t" r="r" b="b"/>
            <a:pathLst>
              <a:path w="2436" h="3570" extrusionOk="0">
                <a:moveTo>
                  <a:pt x="234" y="0"/>
                </a:moveTo>
                <a:lnTo>
                  <a:pt x="67" y="968"/>
                </a:lnTo>
                <a:cubicBezTo>
                  <a:pt x="1" y="1301"/>
                  <a:pt x="34" y="1668"/>
                  <a:pt x="168" y="2002"/>
                </a:cubicBezTo>
                <a:lnTo>
                  <a:pt x="301" y="2335"/>
                </a:lnTo>
                <a:cubicBezTo>
                  <a:pt x="534" y="2869"/>
                  <a:pt x="1001" y="3269"/>
                  <a:pt x="1602" y="3403"/>
                </a:cubicBezTo>
                <a:lnTo>
                  <a:pt x="2436" y="3569"/>
                </a:lnTo>
                <a:lnTo>
                  <a:pt x="2436" y="3269"/>
                </a:lnTo>
                <a:lnTo>
                  <a:pt x="1802" y="3169"/>
                </a:lnTo>
                <a:cubicBezTo>
                  <a:pt x="1168" y="3069"/>
                  <a:pt x="668" y="2669"/>
                  <a:pt x="434" y="2068"/>
                </a:cubicBezTo>
                <a:lnTo>
                  <a:pt x="368" y="1935"/>
                </a:lnTo>
                <a:cubicBezTo>
                  <a:pt x="268" y="1635"/>
                  <a:pt x="234" y="1335"/>
                  <a:pt x="268" y="1034"/>
                </a:cubicBezTo>
                <a:lnTo>
                  <a:pt x="401" y="67"/>
                </a:lnTo>
                <a:lnTo>
                  <a:pt x="23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6" name="Google Shape;1856;p83">
            <a:extLst>
              <a:ext uri="{FF2B5EF4-FFF2-40B4-BE49-F238E27FC236}">
                <a16:creationId xmlns:a16="http://schemas.microsoft.com/office/drawing/2014/main" id="{B17336FA-A0E1-A986-0D57-0885F93DC2CD}"/>
              </a:ext>
            </a:extLst>
          </p:cNvPr>
          <p:cNvSpPr/>
          <p:nvPr/>
        </p:nvSpPr>
        <p:spPr>
          <a:xfrm>
            <a:off x="7611476" y="2126449"/>
            <a:ext cx="20855" cy="17866"/>
          </a:xfrm>
          <a:custGeom>
            <a:avLst/>
            <a:gdLst/>
            <a:ahLst/>
            <a:cxnLst/>
            <a:rect l="l" t="t" r="r" b="b"/>
            <a:pathLst>
              <a:path w="935" h="801" extrusionOk="0">
                <a:moveTo>
                  <a:pt x="267" y="0"/>
                </a:moveTo>
                <a:cubicBezTo>
                  <a:pt x="134" y="0"/>
                  <a:pt x="0" y="134"/>
                  <a:pt x="0" y="267"/>
                </a:cubicBezTo>
                <a:lnTo>
                  <a:pt x="0" y="567"/>
                </a:lnTo>
                <a:cubicBezTo>
                  <a:pt x="0" y="701"/>
                  <a:pt x="134" y="801"/>
                  <a:pt x="267" y="801"/>
                </a:cubicBezTo>
                <a:lnTo>
                  <a:pt x="701" y="801"/>
                </a:lnTo>
                <a:cubicBezTo>
                  <a:pt x="834" y="801"/>
                  <a:pt x="934" y="701"/>
                  <a:pt x="934" y="567"/>
                </a:cubicBezTo>
                <a:lnTo>
                  <a:pt x="934" y="267"/>
                </a:lnTo>
                <a:cubicBezTo>
                  <a:pt x="934" y="134"/>
                  <a:pt x="834" y="0"/>
                  <a:pt x="7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7" name="Google Shape;1857;p83">
            <a:extLst>
              <a:ext uri="{FF2B5EF4-FFF2-40B4-BE49-F238E27FC236}">
                <a16:creationId xmlns:a16="http://schemas.microsoft.com/office/drawing/2014/main" id="{BA6C69B8-02C6-A08F-C20C-7A48CDC97B7F}"/>
              </a:ext>
            </a:extLst>
          </p:cNvPr>
          <p:cNvSpPr/>
          <p:nvPr/>
        </p:nvSpPr>
        <p:spPr>
          <a:xfrm>
            <a:off x="7560130" y="2029712"/>
            <a:ext cx="19361" cy="32766"/>
          </a:xfrm>
          <a:custGeom>
            <a:avLst/>
            <a:gdLst/>
            <a:ahLst/>
            <a:cxnLst/>
            <a:rect l="l" t="t" r="r" b="b"/>
            <a:pathLst>
              <a:path w="868" h="1469" extrusionOk="0">
                <a:moveTo>
                  <a:pt x="268" y="1"/>
                </a:moveTo>
                <a:cubicBezTo>
                  <a:pt x="134" y="1"/>
                  <a:pt x="1" y="134"/>
                  <a:pt x="1" y="268"/>
                </a:cubicBezTo>
                <a:lnTo>
                  <a:pt x="1" y="1202"/>
                </a:lnTo>
                <a:cubicBezTo>
                  <a:pt x="1" y="1335"/>
                  <a:pt x="134" y="1468"/>
                  <a:pt x="268" y="1468"/>
                </a:cubicBezTo>
                <a:lnTo>
                  <a:pt x="601" y="1468"/>
                </a:lnTo>
                <a:cubicBezTo>
                  <a:pt x="768" y="1468"/>
                  <a:pt x="868" y="1335"/>
                  <a:pt x="868" y="1202"/>
                </a:cubicBezTo>
                <a:lnTo>
                  <a:pt x="868" y="268"/>
                </a:lnTo>
                <a:cubicBezTo>
                  <a:pt x="868" y="134"/>
                  <a:pt x="768" y="1"/>
                  <a:pt x="6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8" name="Google Shape;1858;p83">
            <a:extLst>
              <a:ext uri="{FF2B5EF4-FFF2-40B4-BE49-F238E27FC236}">
                <a16:creationId xmlns:a16="http://schemas.microsoft.com/office/drawing/2014/main" id="{44FEEF52-555D-020F-D2A6-BDFB4CFBC8F7}"/>
              </a:ext>
            </a:extLst>
          </p:cNvPr>
          <p:cNvSpPr/>
          <p:nvPr/>
        </p:nvSpPr>
        <p:spPr>
          <a:xfrm>
            <a:off x="7586182" y="2401737"/>
            <a:ext cx="43160" cy="102692"/>
          </a:xfrm>
          <a:custGeom>
            <a:avLst/>
            <a:gdLst/>
            <a:ahLst/>
            <a:cxnLst/>
            <a:rect l="l" t="t" r="r" b="b"/>
            <a:pathLst>
              <a:path w="1935" h="4604" extrusionOk="0">
                <a:moveTo>
                  <a:pt x="400" y="0"/>
                </a:moveTo>
                <a:lnTo>
                  <a:pt x="0" y="1101"/>
                </a:lnTo>
                <a:lnTo>
                  <a:pt x="1935" y="4604"/>
                </a:lnTo>
                <a:lnTo>
                  <a:pt x="400" y="0"/>
                </a:lnTo>
                <a:close/>
                <a:moveTo>
                  <a:pt x="1935" y="4604"/>
                </a:moveTo>
                <a:lnTo>
                  <a:pt x="1935" y="4604"/>
                </a:lnTo>
                <a:lnTo>
                  <a:pt x="1935" y="4604"/>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9" name="Google Shape;1859;p83">
            <a:extLst>
              <a:ext uri="{FF2B5EF4-FFF2-40B4-BE49-F238E27FC236}">
                <a16:creationId xmlns:a16="http://schemas.microsoft.com/office/drawing/2014/main" id="{31223DD0-812E-556C-7D04-B8491C588F02}"/>
              </a:ext>
            </a:extLst>
          </p:cNvPr>
          <p:cNvSpPr/>
          <p:nvPr/>
        </p:nvSpPr>
        <p:spPr>
          <a:xfrm>
            <a:off x="7217882" y="2169341"/>
            <a:ext cx="458345" cy="476457"/>
          </a:xfrm>
          <a:custGeom>
            <a:avLst/>
            <a:gdLst/>
            <a:ahLst/>
            <a:cxnLst/>
            <a:rect l="l" t="t" r="r" b="b"/>
            <a:pathLst>
              <a:path w="20549" h="21361" extrusionOk="0">
                <a:moveTo>
                  <a:pt x="11043" y="1"/>
                </a:moveTo>
                <a:cubicBezTo>
                  <a:pt x="9956" y="1"/>
                  <a:pt x="8117" y="45"/>
                  <a:pt x="6872" y="312"/>
                </a:cubicBezTo>
                <a:cubicBezTo>
                  <a:pt x="6272" y="1013"/>
                  <a:pt x="5771" y="1780"/>
                  <a:pt x="5271" y="2580"/>
                </a:cubicBezTo>
                <a:cubicBezTo>
                  <a:pt x="4337" y="4115"/>
                  <a:pt x="3536" y="5716"/>
                  <a:pt x="2836" y="7384"/>
                </a:cubicBezTo>
                <a:cubicBezTo>
                  <a:pt x="1135" y="11520"/>
                  <a:pt x="167" y="15957"/>
                  <a:pt x="0" y="20460"/>
                </a:cubicBezTo>
                <a:lnTo>
                  <a:pt x="14311" y="21360"/>
                </a:lnTo>
                <a:cubicBezTo>
                  <a:pt x="14311" y="21360"/>
                  <a:pt x="15978" y="8284"/>
                  <a:pt x="20548" y="4115"/>
                </a:cubicBezTo>
                <a:lnTo>
                  <a:pt x="18180" y="2180"/>
                </a:lnTo>
                <a:lnTo>
                  <a:pt x="11942" y="12"/>
                </a:lnTo>
                <a:cubicBezTo>
                  <a:pt x="11942" y="12"/>
                  <a:pt x="11586" y="1"/>
                  <a:pt x="110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0" name="Google Shape;1860;p83">
            <a:extLst>
              <a:ext uri="{FF2B5EF4-FFF2-40B4-BE49-F238E27FC236}">
                <a16:creationId xmlns:a16="http://schemas.microsoft.com/office/drawing/2014/main" id="{517CC0AC-BCDA-15E0-674D-71B28242930F}"/>
              </a:ext>
            </a:extLst>
          </p:cNvPr>
          <p:cNvSpPr/>
          <p:nvPr/>
        </p:nvSpPr>
        <p:spPr>
          <a:xfrm>
            <a:off x="7327244" y="2335513"/>
            <a:ext cx="218031" cy="297638"/>
          </a:xfrm>
          <a:custGeom>
            <a:avLst/>
            <a:gdLst/>
            <a:ahLst/>
            <a:cxnLst/>
            <a:rect l="l" t="t" r="r" b="b"/>
            <a:pathLst>
              <a:path w="9775" h="13344" extrusionOk="0">
                <a:moveTo>
                  <a:pt x="1" y="0"/>
                </a:moveTo>
                <a:lnTo>
                  <a:pt x="1" y="0"/>
                </a:lnTo>
                <a:cubicBezTo>
                  <a:pt x="1735" y="3703"/>
                  <a:pt x="4070" y="9274"/>
                  <a:pt x="4904" y="10074"/>
                </a:cubicBezTo>
                <a:lnTo>
                  <a:pt x="9474" y="13343"/>
                </a:lnTo>
                <a:lnTo>
                  <a:pt x="9775" y="1177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1" name="Google Shape;1861;p83">
            <a:extLst>
              <a:ext uri="{FF2B5EF4-FFF2-40B4-BE49-F238E27FC236}">
                <a16:creationId xmlns:a16="http://schemas.microsoft.com/office/drawing/2014/main" id="{477D426E-76E8-4711-04F6-76522FFC369B}"/>
              </a:ext>
            </a:extLst>
          </p:cNvPr>
          <p:cNvSpPr/>
          <p:nvPr/>
        </p:nvSpPr>
        <p:spPr>
          <a:xfrm>
            <a:off x="7433639" y="2169587"/>
            <a:ext cx="227712" cy="100484"/>
          </a:xfrm>
          <a:custGeom>
            <a:avLst/>
            <a:gdLst/>
            <a:ahLst/>
            <a:cxnLst/>
            <a:rect l="l" t="t" r="r" b="b"/>
            <a:pathLst>
              <a:path w="10209" h="4505" extrusionOk="0">
                <a:moveTo>
                  <a:pt x="1" y="1"/>
                </a:moveTo>
                <a:cubicBezTo>
                  <a:pt x="2436" y="2069"/>
                  <a:pt x="5638" y="3270"/>
                  <a:pt x="9041" y="4504"/>
                </a:cubicBezTo>
                <a:lnTo>
                  <a:pt x="9574" y="4237"/>
                </a:lnTo>
                <a:cubicBezTo>
                  <a:pt x="9875" y="4104"/>
                  <a:pt x="10108" y="3870"/>
                  <a:pt x="10208" y="3570"/>
                </a:cubicBezTo>
                <a:lnTo>
                  <a:pt x="9841" y="3236"/>
                </a:lnTo>
                <a:lnTo>
                  <a:pt x="5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2" name="Google Shape;1862;p83">
            <a:extLst>
              <a:ext uri="{FF2B5EF4-FFF2-40B4-BE49-F238E27FC236}">
                <a16:creationId xmlns:a16="http://schemas.microsoft.com/office/drawing/2014/main" id="{B7856EFB-39E7-607F-B913-16D3E3AA5CD6}"/>
              </a:ext>
            </a:extLst>
          </p:cNvPr>
          <p:cNvSpPr/>
          <p:nvPr/>
        </p:nvSpPr>
        <p:spPr>
          <a:xfrm>
            <a:off x="7306232" y="2197022"/>
            <a:ext cx="454821" cy="550710"/>
          </a:xfrm>
          <a:custGeom>
            <a:avLst/>
            <a:gdLst/>
            <a:ahLst/>
            <a:cxnLst/>
            <a:rect l="l" t="t" r="r" b="b"/>
            <a:pathLst>
              <a:path w="20391" h="24690" extrusionOk="0">
                <a:moveTo>
                  <a:pt x="4431" y="0"/>
                </a:moveTo>
                <a:cubicBezTo>
                  <a:pt x="2345" y="0"/>
                  <a:pt x="0" y="3792"/>
                  <a:pt x="976" y="6476"/>
                </a:cubicBezTo>
                <a:cubicBezTo>
                  <a:pt x="976" y="6476"/>
                  <a:pt x="5980" y="15082"/>
                  <a:pt x="6647" y="15983"/>
                </a:cubicBezTo>
                <a:cubicBezTo>
                  <a:pt x="7347" y="16884"/>
                  <a:pt x="18989" y="24689"/>
                  <a:pt x="18989" y="24689"/>
                </a:cubicBezTo>
                <a:lnTo>
                  <a:pt x="20390" y="23088"/>
                </a:lnTo>
                <a:cubicBezTo>
                  <a:pt x="20390" y="23088"/>
                  <a:pt x="11617" y="14515"/>
                  <a:pt x="10316" y="12647"/>
                </a:cubicBezTo>
                <a:cubicBezTo>
                  <a:pt x="9015" y="10779"/>
                  <a:pt x="6447" y="1773"/>
                  <a:pt x="6447" y="1773"/>
                </a:cubicBezTo>
                <a:cubicBezTo>
                  <a:pt x="5928" y="511"/>
                  <a:pt x="5197" y="0"/>
                  <a:pt x="443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3" name="Google Shape;1863;p83">
            <a:extLst>
              <a:ext uri="{FF2B5EF4-FFF2-40B4-BE49-F238E27FC236}">
                <a16:creationId xmlns:a16="http://schemas.microsoft.com/office/drawing/2014/main" id="{9047D014-60EC-B63B-8A60-33DC76758270}"/>
              </a:ext>
            </a:extLst>
          </p:cNvPr>
          <p:cNvSpPr/>
          <p:nvPr/>
        </p:nvSpPr>
        <p:spPr>
          <a:xfrm>
            <a:off x="7356263" y="2255149"/>
            <a:ext cx="72201" cy="110900"/>
          </a:xfrm>
          <a:custGeom>
            <a:avLst/>
            <a:gdLst/>
            <a:ahLst/>
            <a:cxnLst/>
            <a:rect l="l" t="t" r="r" b="b"/>
            <a:pathLst>
              <a:path w="3237" h="4972" extrusionOk="0">
                <a:moveTo>
                  <a:pt x="2102" y="1"/>
                </a:moveTo>
                <a:cubicBezTo>
                  <a:pt x="1035" y="668"/>
                  <a:pt x="268" y="1769"/>
                  <a:pt x="1" y="3036"/>
                </a:cubicBezTo>
                <a:lnTo>
                  <a:pt x="935" y="4971"/>
                </a:lnTo>
                <a:cubicBezTo>
                  <a:pt x="1368" y="3403"/>
                  <a:pt x="2102" y="2469"/>
                  <a:pt x="3236" y="2202"/>
                </a:cubicBezTo>
                <a:lnTo>
                  <a:pt x="21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4" name="Google Shape;1864;p83">
            <a:extLst>
              <a:ext uri="{FF2B5EF4-FFF2-40B4-BE49-F238E27FC236}">
                <a16:creationId xmlns:a16="http://schemas.microsoft.com/office/drawing/2014/main" id="{1EC0142B-0F2E-3D79-159F-2EACB8809298}"/>
              </a:ext>
            </a:extLst>
          </p:cNvPr>
          <p:cNvSpPr/>
          <p:nvPr/>
        </p:nvSpPr>
        <p:spPr>
          <a:xfrm>
            <a:off x="7622629" y="2629404"/>
            <a:ext cx="203154" cy="189303"/>
          </a:xfrm>
          <a:custGeom>
            <a:avLst/>
            <a:gdLst/>
            <a:ahLst/>
            <a:cxnLst/>
            <a:rect l="l" t="t" r="r" b="b"/>
            <a:pathLst>
              <a:path w="9108" h="8487" extrusionOk="0">
                <a:moveTo>
                  <a:pt x="3470" y="1"/>
                </a:moveTo>
                <a:lnTo>
                  <a:pt x="1" y="3503"/>
                </a:lnTo>
                <a:lnTo>
                  <a:pt x="4871" y="5738"/>
                </a:lnTo>
                <a:lnTo>
                  <a:pt x="6005" y="8307"/>
                </a:lnTo>
                <a:cubicBezTo>
                  <a:pt x="6065" y="8427"/>
                  <a:pt x="6185" y="8487"/>
                  <a:pt x="6308" y="8487"/>
                </a:cubicBezTo>
                <a:cubicBezTo>
                  <a:pt x="6389" y="8487"/>
                  <a:pt x="6472" y="8460"/>
                  <a:pt x="6539" y="8407"/>
                </a:cubicBezTo>
                <a:lnTo>
                  <a:pt x="8974" y="6005"/>
                </a:lnTo>
                <a:cubicBezTo>
                  <a:pt x="9107" y="5871"/>
                  <a:pt x="9074" y="5671"/>
                  <a:pt x="8940" y="5538"/>
                </a:cubicBezTo>
                <a:lnTo>
                  <a:pt x="6672" y="3670"/>
                </a:lnTo>
                <a:lnTo>
                  <a:pt x="34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5" name="Google Shape;1865;p83">
            <a:extLst>
              <a:ext uri="{FF2B5EF4-FFF2-40B4-BE49-F238E27FC236}">
                <a16:creationId xmlns:a16="http://schemas.microsoft.com/office/drawing/2014/main" id="{741D2131-688D-43EF-EA1D-2168E7351DEB}"/>
              </a:ext>
            </a:extLst>
          </p:cNvPr>
          <p:cNvSpPr/>
          <p:nvPr/>
        </p:nvSpPr>
        <p:spPr>
          <a:xfrm>
            <a:off x="7778139" y="2598155"/>
            <a:ext cx="197176" cy="133942"/>
          </a:xfrm>
          <a:custGeom>
            <a:avLst/>
            <a:gdLst/>
            <a:ahLst/>
            <a:cxnLst/>
            <a:rect l="l" t="t" r="r" b="b"/>
            <a:pathLst>
              <a:path w="8840" h="6005" extrusionOk="0">
                <a:moveTo>
                  <a:pt x="3469" y="1"/>
                </a:moveTo>
                <a:lnTo>
                  <a:pt x="0" y="3837"/>
                </a:lnTo>
                <a:lnTo>
                  <a:pt x="4870" y="5705"/>
                </a:lnTo>
                <a:lnTo>
                  <a:pt x="5137" y="6005"/>
                </a:lnTo>
                <a:lnTo>
                  <a:pt x="8740" y="5104"/>
                </a:lnTo>
                <a:lnTo>
                  <a:pt x="8773" y="5004"/>
                </a:lnTo>
                <a:cubicBezTo>
                  <a:pt x="8840" y="4871"/>
                  <a:pt x="8807" y="4704"/>
                  <a:pt x="8673" y="4637"/>
                </a:cubicBezTo>
                <a:lnTo>
                  <a:pt x="6572" y="3570"/>
                </a:lnTo>
                <a:lnTo>
                  <a:pt x="34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6" name="Google Shape;1866;p83">
            <a:extLst>
              <a:ext uri="{FF2B5EF4-FFF2-40B4-BE49-F238E27FC236}">
                <a16:creationId xmlns:a16="http://schemas.microsoft.com/office/drawing/2014/main" id="{8FE9AAF3-0317-6407-5365-AF7671184C55}"/>
              </a:ext>
            </a:extLst>
          </p:cNvPr>
          <p:cNvSpPr/>
          <p:nvPr/>
        </p:nvSpPr>
        <p:spPr>
          <a:xfrm>
            <a:off x="7421750" y="1883570"/>
            <a:ext cx="360783" cy="376821"/>
          </a:xfrm>
          <a:custGeom>
            <a:avLst/>
            <a:gdLst/>
            <a:ahLst/>
            <a:cxnLst/>
            <a:rect l="l" t="t" r="r" b="b"/>
            <a:pathLst>
              <a:path w="16175" h="16894" extrusionOk="0">
                <a:moveTo>
                  <a:pt x="9852" y="2812"/>
                </a:moveTo>
                <a:cubicBezTo>
                  <a:pt x="12629" y="2812"/>
                  <a:pt x="15311" y="4965"/>
                  <a:pt x="15311" y="8221"/>
                </a:cubicBezTo>
                <a:cubicBezTo>
                  <a:pt x="15311" y="11189"/>
                  <a:pt x="12876" y="13591"/>
                  <a:pt x="9907" y="13591"/>
                </a:cubicBezTo>
                <a:cubicBezTo>
                  <a:pt x="5104" y="13591"/>
                  <a:pt x="2702" y="7787"/>
                  <a:pt x="6105" y="4384"/>
                </a:cubicBezTo>
                <a:cubicBezTo>
                  <a:pt x="7190" y="3299"/>
                  <a:pt x="8532" y="2812"/>
                  <a:pt x="9852" y="2812"/>
                </a:cubicBezTo>
                <a:close/>
                <a:moveTo>
                  <a:pt x="8767" y="1"/>
                </a:moveTo>
                <a:cubicBezTo>
                  <a:pt x="8232" y="1"/>
                  <a:pt x="7687" y="59"/>
                  <a:pt x="7139" y="181"/>
                </a:cubicBezTo>
                <a:cubicBezTo>
                  <a:pt x="2502" y="1182"/>
                  <a:pt x="0" y="6219"/>
                  <a:pt x="2002" y="10556"/>
                </a:cubicBezTo>
                <a:lnTo>
                  <a:pt x="1701" y="10289"/>
                </a:lnTo>
                <a:cubicBezTo>
                  <a:pt x="968" y="10722"/>
                  <a:pt x="601" y="11423"/>
                  <a:pt x="634" y="12490"/>
                </a:cubicBezTo>
                <a:cubicBezTo>
                  <a:pt x="3336" y="14525"/>
                  <a:pt x="6405" y="16026"/>
                  <a:pt x="9674" y="16893"/>
                </a:cubicBezTo>
                <a:cubicBezTo>
                  <a:pt x="10308" y="16360"/>
                  <a:pt x="10708" y="15559"/>
                  <a:pt x="10741" y="14725"/>
                </a:cubicBezTo>
                <a:lnTo>
                  <a:pt x="10441" y="14658"/>
                </a:lnTo>
                <a:cubicBezTo>
                  <a:pt x="13777" y="13858"/>
                  <a:pt x="16145" y="10856"/>
                  <a:pt x="16145" y="7420"/>
                </a:cubicBezTo>
                <a:cubicBezTo>
                  <a:pt x="16175" y="3244"/>
                  <a:pt x="12755" y="1"/>
                  <a:pt x="87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7" name="Google Shape;1867;p83">
            <a:extLst>
              <a:ext uri="{FF2B5EF4-FFF2-40B4-BE49-F238E27FC236}">
                <a16:creationId xmlns:a16="http://schemas.microsoft.com/office/drawing/2014/main" id="{BC37F17D-95D5-40A1-5838-921FADCA8545}"/>
              </a:ext>
            </a:extLst>
          </p:cNvPr>
          <p:cNvSpPr/>
          <p:nvPr/>
        </p:nvSpPr>
        <p:spPr>
          <a:xfrm>
            <a:off x="7455966" y="2034173"/>
            <a:ext cx="67740" cy="120559"/>
          </a:xfrm>
          <a:custGeom>
            <a:avLst/>
            <a:gdLst/>
            <a:ahLst/>
            <a:cxnLst/>
            <a:rect l="l" t="t" r="r" b="b"/>
            <a:pathLst>
              <a:path w="3037" h="5405" extrusionOk="0">
                <a:moveTo>
                  <a:pt x="201" y="1"/>
                </a:moveTo>
                <a:cubicBezTo>
                  <a:pt x="1" y="1335"/>
                  <a:pt x="201" y="2703"/>
                  <a:pt x="768" y="3937"/>
                </a:cubicBezTo>
                <a:lnTo>
                  <a:pt x="3036" y="5405"/>
                </a:lnTo>
                <a:cubicBezTo>
                  <a:pt x="1368" y="4170"/>
                  <a:pt x="401" y="2436"/>
                  <a:pt x="2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8" name="Google Shape;1868;p83">
            <a:extLst>
              <a:ext uri="{FF2B5EF4-FFF2-40B4-BE49-F238E27FC236}">
                <a16:creationId xmlns:a16="http://schemas.microsoft.com/office/drawing/2014/main" id="{8749F895-916C-1761-5F02-D8312DA10A97}"/>
              </a:ext>
            </a:extLst>
          </p:cNvPr>
          <p:cNvSpPr/>
          <p:nvPr/>
        </p:nvSpPr>
        <p:spPr>
          <a:xfrm>
            <a:off x="7657603" y="1900990"/>
            <a:ext cx="111637" cy="104187"/>
          </a:xfrm>
          <a:custGeom>
            <a:avLst/>
            <a:gdLst/>
            <a:ahLst/>
            <a:cxnLst/>
            <a:rect l="l" t="t" r="r" b="b"/>
            <a:pathLst>
              <a:path w="5005" h="4671" extrusionOk="0">
                <a:moveTo>
                  <a:pt x="768" y="1"/>
                </a:moveTo>
                <a:lnTo>
                  <a:pt x="0" y="234"/>
                </a:lnTo>
                <a:cubicBezTo>
                  <a:pt x="2269" y="868"/>
                  <a:pt x="4137" y="2503"/>
                  <a:pt x="5004" y="4671"/>
                </a:cubicBezTo>
                <a:cubicBezTo>
                  <a:pt x="4304" y="2603"/>
                  <a:pt x="2769" y="935"/>
                  <a:pt x="7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9" name="Google Shape;1869;p83">
            <a:extLst>
              <a:ext uri="{FF2B5EF4-FFF2-40B4-BE49-F238E27FC236}">
                <a16:creationId xmlns:a16="http://schemas.microsoft.com/office/drawing/2014/main" id="{5BF44D70-7D1C-3593-9F1F-57A788C591AD}"/>
              </a:ext>
            </a:extLst>
          </p:cNvPr>
          <p:cNvSpPr/>
          <p:nvPr/>
        </p:nvSpPr>
        <p:spPr>
          <a:xfrm>
            <a:off x="7634540" y="1889837"/>
            <a:ext cx="30536" cy="14164"/>
          </a:xfrm>
          <a:custGeom>
            <a:avLst/>
            <a:gdLst/>
            <a:ahLst/>
            <a:cxnLst/>
            <a:rect l="l" t="t" r="r" b="b"/>
            <a:pathLst>
              <a:path w="1369" h="635" extrusionOk="0">
                <a:moveTo>
                  <a:pt x="167" y="0"/>
                </a:moveTo>
                <a:lnTo>
                  <a:pt x="0" y="501"/>
                </a:lnTo>
                <a:lnTo>
                  <a:pt x="634" y="634"/>
                </a:lnTo>
                <a:lnTo>
                  <a:pt x="1368" y="334"/>
                </a:lnTo>
                <a:cubicBezTo>
                  <a:pt x="1001" y="134"/>
                  <a:pt x="567" y="34"/>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0" name="Google Shape;1870;p83">
            <a:extLst>
              <a:ext uri="{FF2B5EF4-FFF2-40B4-BE49-F238E27FC236}">
                <a16:creationId xmlns:a16="http://schemas.microsoft.com/office/drawing/2014/main" id="{591E4CE7-7E54-9CBC-C5B8-5C5778F65C6B}"/>
              </a:ext>
            </a:extLst>
          </p:cNvPr>
          <p:cNvSpPr/>
          <p:nvPr/>
        </p:nvSpPr>
        <p:spPr>
          <a:xfrm>
            <a:off x="7185139" y="3126426"/>
            <a:ext cx="13428" cy="105659"/>
          </a:xfrm>
          <a:custGeom>
            <a:avLst/>
            <a:gdLst/>
            <a:ahLst/>
            <a:cxnLst/>
            <a:rect l="l" t="t" r="r" b="b"/>
            <a:pathLst>
              <a:path w="602" h="4737" extrusionOk="0">
                <a:moveTo>
                  <a:pt x="301" y="0"/>
                </a:moveTo>
                <a:lnTo>
                  <a:pt x="1" y="4637"/>
                </a:lnTo>
                <a:lnTo>
                  <a:pt x="268" y="4737"/>
                </a:lnTo>
                <a:lnTo>
                  <a:pt x="601" y="34"/>
                </a:ln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1871" name="Google Shape;1871;p83">
            <a:extLst>
              <a:ext uri="{FF2B5EF4-FFF2-40B4-BE49-F238E27FC236}">
                <a16:creationId xmlns:a16="http://schemas.microsoft.com/office/drawing/2014/main" id="{E1BF722D-BCF5-8171-F63F-4BE837A27AD3}"/>
              </a:ext>
            </a:extLst>
          </p:cNvPr>
          <p:cNvGrpSpPr/>
          <p:nvPr/>
        </p:nvGrpSpPr>
        <p:grpSpPr>
          <a:xfrm>
            <a:off x="5335300" y="1439700"/>
            <a:ext cx="3738225" cy="2596815"/>
            <a:chOff x="2657407" y="1439700"/>
            <a:chExt cx="3738225" cy="2596815"/>
          </a:xfrm>
        </p:grpSpPr>
        <p:grpSp>
          <p:nvGrpSpPr>
            <p:cNvPr id="1872" name="Google Shape;1872;p83">
              <a:extLst>
                <a:ext uri="{FF2B5EF4-FFF2-40B4-BE49-F238E27FC236}">
                  <a16:creationId xmlns:a16="http://schemas.microsoft.com/office/drawing/2014/main" id="{DE66DB4D-7488-CD9C-3F1F-558CD519D525}"/>
                </a:ext>
              </a:extLst>
            </p:cNvPr>
            <p:cNvGrpSpPr/>
            <p:nvPr/>
          </p:nvGrpSpPr>
          <p:grpSpPr>
            <a:xfrm>
              <a:off x="5280118" y="1439700"/>
              <a:ext cx="832601" cy="495550"/>
              <a:chOff x="6346918" y="1439700"/>
              <a:chExt cx="832601" cy="495550"/>
            </a:xfrm>
          </p:grpSpPr>
          <p:sp>
            <p:nvSpPr>
              <p:cNvPr id="1873" name="Google Shape;1873;p83">
                <a:extLst>
                  <a:ext uri="{FF2B5EF4-FFF2-40B4-BE49-F238E27FC236}">
                    <a16:creationId xmlns:a16="http://schemas.microsoft.com/office/drawing/2014/main" id="{E4850AD3-4FAA-15B2-7D55-8367292ED65E}"/>
                  </a:ext>
                </a:extLst>
              </p:cNvPr>
              <p:cNvSpPr/>
              <p:nvPr/>
            </p:nvSpPr>
            <p:spPr>
              <a:xfrm>
                <a:off x="6512086" y="1439700"/>
                <a:ext cx="494814" cy="495550"/>
              </a:xfrm>
              <a:custGeom>
                <a:avLst/>
                <a:gdLst/>
                <a:ahLst/>
                <a:cxnLst/>
                <a:rect l="l" t="t" r="r" b="b"/>
                <a:pathLst>
                  <a:path w="22184" h="22217" extrusionOk="0">
                    <a:moveTo>
                      <a:pt x="11075" y="0"/>
                    </a:moveTo>
                    <a:cubicBezTo>
                      <a:pt x="4971" y="0"/>
                      <a:pt x="1" y="4971"/>
                      <a:pt x="1" y="11108"/>
                    </a:cubicBezTo>
                    <a:cubicBezTo>
                      <a:pt x="1" y="17246"/>
                      <a:pt x="4971" y="22216"/>
                      <a:pt x="11075" y="22216"/>
                    </a:cubicBezTo>
                    <a:cubicBezTo>
                      <a:pt x="17213" y="22216"/>
                      <a:pt x="22183" y="17246"/>
                      <a:pt x="22183" y="11108"/>
                    </a:cubicBezTo>
                    <a:cubicBezTo>
                      <a:pt x="22183" y="4971"/>
                      <a:pt x="17213" y="0"/>
                      <a:pt x="110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4" name="Google Shape;1874;p83">
                <a:extLst>
                  <a:ext uri="{FF2B5EF4-FFF2-40B4-BE49-F238E27FC236}">
                    <a16:creationId xmlns:a16="http://schemas.microsoft.com/office/drawing/2014/main" id="{E9EAA16E-2814-2C8D-D47F-179F6D57C40C}"/>
                  </a:ext>
                </a:extLst>
              </p:cNvPr>
              <p:cNvSpPr/>
              <p:nvPr/>
            </p:nvSpPr>
            <p:spPr>
              <a:xfrm>
                <a:off x="6490517" y="1484332"/>
                <a:ext cx="538688" cy="415051"/>
              </a:xfrm>
              <a:custGeom>
                <a:avLst/>
                <a:gdLst/>
                <a:ahLst/>
                <a:cxnLst/>
                <a:rect l="l" t="t" r="r" b="b"/>
                <a:pathLst>
                  <a:path w="24151" h="18608" extrusionOk="0">
                    <a:moveTo>
                      <a:pt x="18380" y="1"/>
                    </a:moveTo>
                    <a:cubicBezTo>
                      <a:pt x="18714" y="735"/>
                      <a:pt x="18647" y="1402"/>
                      <a:pt x="17746" y="2002"/>
                    </a:cubicBezTo>
                    <a:cubicBezTo>
                      <a:pt x="13743" y="4070"/>
                      <a:pt x="9307" y="5238"/>
                      <a:pt x="4804" y="5505"/>
                    </a:cubicBezTo>
                    <a:cubicBezTo>
                      <a:pt x="4647" y="5513"/>
                      <a:pt x="4497" y="5517"/>
                      <a:pt x="4355" y="5517"/>
                    </a:cubicBezTo>
                    <a:cubicBezTo>
                      <a:pt x="2767" y="5517"/>
                      <a:pt x="2054" y="5000"/>
                      <a:pt x="2269" y="3837"/>
                    </a:cubicBezTo>
                    <a:lnTo>
                      <a:pt x="2269" y="3837"/>
                    </a:lnTo>
                    <a:cubicBezTo>
                      <a:pt x="0" y="8340"/>
                      <a:pt x="401" y="14111"/>
                      <a:pt x="5271" y="17880"/>
                    </a:cubicBezTo>
                    <a:cubicBezTo>
                      <a:pt x="5682" y="18356"/>
                      <a:pt x="6527" y="18607"/>
                      <a:pt x="7843" y="18607"/>
                    </a:cubicBezTo>
                    <a:cubicBezTo>
                      <a:pt x="8557" y="18607"/>
                      <a:pt x="9410" y="18533"/>
                      <a:pt x="10408" y="18381"/>
                    </a:cubicBezTo>
                    <a:cubicBezTo>
                      <a:pt x="13510" y="18080"/>
                      <a:pt x="16512" y="17313"/>
                      <a:pt x="19381" y="16212"/>
                    </a:cubicBezTo>
                    <a:cubicBezTo>
                      <a:pt x="20382" y="15912"/>
                      <a:pt x="21249" y="15245"/>
                      <a:pt x="21816" y="14378"/>
                    </a:cubicBezTo>
                    <a:cubicBezTo>
                      <a:pt x="24151" y="10008"/>
                      <a:pt x="23784" y="4271"/>
                      <a:pt x="183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5" name="Google Shape;1875;p83">
                <a:extLst>
                  <a:ext uri="{FF2B5EF4-FFF2-40B4-BE49-F238E27FC236}">
                    <a16:creationId xmlns:a16="http://schemas.microsoft.com/office/drawing/2014/main" id="{6B51763A-3D83-61DF-5886-81075DBA6F36}"/>
                  </a:ext>
                </a:extLst>
              </p:cNvPr>
              <p:cNvSpPr/>
              <p:nvPr/>
            </p:nvSpPr>
            <p:spPr>
              <a:xfrm>
                <a:off x="6511350" y="1579575"/>
                <a:ext cx="499253" cy="259653"/>
              </a:xfrm>
              <a:custGeom>
                <a:avLst/>
                <a:gdLst/>
                <a:ahLst/>
                <a:cxnLst/>
                <a:rect l="l" t="t" r="r" b="b"/>
                <a:pathLst>
                  <a:path w="22383" h="11641" extrusionOk="0">
                    <a:moveTo>
                      <a:pt x="21115" y="1"/>
                    </a:moveTo>
                    <a:cubicBezTo>
                      <a:pt x="20949" y="1535"/>
                      <a:pt x="19881" y="2803"/>
                      <a:pt x="17780" y="3737"/>
                    </a:cubicBezTo>
                    <a:cubicBezTo>
                      <a:pt x="13643" y="5304"/>
                      <a:pt x="9340" y="6338"/>
                      <a:pt x="4971" y="6905"/>
                    </a:cubicBezTo>
                    <a:cubicBezTo>
                      <a:pt x="4430" y="6970"/>
                      <a:pt x="3922" y="7004"/>
                      <a:pt x="3453" y="7004"/>
                    </a:cubicBezTo>
                    <a:cubicBezTo>
                      <a:pt x="1487" y="7004"/>
                      <a:pt x="195" y="6399"/>
                      <a:pt x="34" y="4837"/>
                    </a:cubicBezTo>
                    <a:lnTo>
                      <a:pt x="34" y="4837"/>
                    </a:lnTo>
                    <a:cubicBezTo>
                      <a:pt x="0" y="6972"/>
                      <a:pt x="634" y="9074"/>
                      <a:pt x="1868" y="10842"/>
                    </a:cubicBezTo>
                    <a:cubicBezTo>
                      <a:pt x="2235" y="11380"/>
                      <a:pt x="3157" y="11641"/>
                      <a:pt x="4556" y="11641"/>
                    </a:cubicBezTo>
                    <a:cubicBezTo>
                      <a:pt x="5323" y="11641"/>
                      <a:pt x="6233" y="11562"/>
                      <a:pt x="7272" y="11409"/>
                    </a:cubicBezTo>
                    <a:cubicBezTo>
                      <a:pt x="11108" y="11008"/>
                      <a:pt x="14878" y="10108"/>
                      <a:pt x="18447" y="8673"/>
                    </a:cubicBezTo>
                    <a:cubicBezTo>
                      <a:pt x="20382" y="7906"/>
                      <a:pt x="21682" y="6939"/>
                      <a:pt x="22250" y="5705"/>
                    </a:cubicBezTo>
                    <a:cubicBezTo>
                      <a:pt x="22383" y="3737"/>
                      <a:pt x="21983" y="1768"/>
                      <a:pt x="21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6" name="Google Shape;1876;p83">
                <a:extLst>
                  <a:ext uri="{FF2B5EF4-FFF2-40B4-BE49-F238E27FC236}">
                    <a16:creationId xmlns:a16="http://schemas.microsoft.com/office/drawing/2014/main" id="{9F608FE8-5476-C607-6E84-B805C9388C5F}"/>
                  </a:ext>
                </a:extLst>
              </p:cNvPr>
              <p:cNvSpPr/>
              <p:nvPr/>
            </p:nvSpPr>
            <p:spPr>
              <a:xfrm>
                <a:off x="6627425" y="1448533"/>
                <a:ext cx="143644" cy="51904"/>
              </a:xfrm>
              <a:custGeom>
                <a:avLst/>
                <a:gdLst/>
                <a:ahLst/>
                <a:cxnLst/>
                <a:rect l="l" t="t" r="r" b="b"/>
                <a:pathLst>
                  <a:path w="6440" h="2327" extrusionOk="0">
                    <a:moveTo>
                      <a:pt x="5454" y="0"/>
                    </a:moveTo>
                    <a:cubicBezTo>
                      <a:pt x="5256" y="0"/>
                      <a:pt x="5018" y="12"/>
                      <a:pt x="4737" y="38"/>
                    </a:cubicBezTo>
                    <a:cubicBezTo>
                      <a:pt x="3603" y="238"/>
                      <a:pt x="2502" y="538"/>
                      <a:pt x="1468" y="939"/>
                    </a:cubicBezTo>
                    <a:cubicBezTo>
                      <a:pt x="600" y="1306"/>
                      <a:pt x="0" y="1706"/>
                      <a:pt x="167" y="2039"/>
                    </a:cubicBezTo>
                    <a:cubicBezTo>
                      <a:pt x="470" y="2272"/>
                      <a:pt x="903" y="2326"/>
                      <a:pt x="1364" y="2326"/>
                    </a:cubicBezTo>
                    <a:cubicBezTo>
                      <a:pt x="1563" y="2326"/>
                      <a:pt x="1767" y="2316"/>
                      <a:pt x="1968" y="2306"/>
                    </a:cubicBezTo>
                    <a:cubicBezTo>
                      <a:pt x="2935" y="2206"/>
                      <a:pt x="3869" y="1973"/>
                      <a:pt x="4770" y="1606"/>
                    </a:cubicBezTo>
                    <a:cubicBezTo>
                      <a:pt x="5337" y="1339"/>
                      <a:pt x="5871" y="972"/>
                      <a:pt x="6305" y="538"/>
                    </a:cubicBezTo>
                    <a:cubicBezTo>
                      <a:pt x="6439" y="215"/>
                      <a:pt x="6291" y="0"/>
                      <a:pt x="54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7" name="Google Shape;1877;p83">
                <a:extLst>
                  <a:ext uri="{FF2B5EF4-FFF2-40B4-BE49-F238E27FC236}">
                    <a16:creationId xmlns:a16="http://schemas.microsoft.com/office/drawing/2014/main" id="{F2AF08B0-F560-33F4-9624-C55953C12895}"/>
                  </a:ext>
                </a:extLst>
              </p:cNvPr>
              <p:cNvSpPr/>
              <p:nvPr/>
            </p:nvSpPr>
            <p:spPr>
              <a:xfrm>
                <a:off x="6346918" y="1525440"/>
                <a:ext cx="832601" cy="339884"/>
              </a:xfrm>
              <a:custGeom>
                <a:avLst/>
                <a:gdLst/>
                <a:ahLst/>
                <a:cxnLst/>
                <a:rect l="l" t="t" r="r" b="b"/>
                <a:pathLst>
                  <a:path w="37328" h="15238" extrusionOk="0">
                    <a:moveTo>
                      <a:pt x="7505" y="8729"/>
                    </a:moveTo>
                    <a:cubicBezTo>
                      <a:pt x="7506" y="8730"/>
                      <a:pt x="7506" y="8731"/>
                      <a:pt x="7506" y="8732"/>
                    </a:cubicBezTo>
                    <a:cubicBezTo>
                      <a:pt x="7506" y="8731"/>
                      <a:pt x="7506" y="8730"/>
                      <a:pt x="7505" y="8729"/>
                    </a:cubicBezTo>
                    <a:close/>
                    <a:moveTo>
                      <a:pt x="31156" y="1"/>
                    </a:moveTo>
                    <a:cubicBezTo>
                      <a:pt x="29960" y="1"/>
                      <a:pt x="28602" y="99"/>
                      <a:pt x="27120" y="293"/>
                    </a:cubicBezTo>
                    <a:cubicBezTo>
                      <a:pt x="27587" y="826"/>
                      <a:pt x="27987" y="1427"/>
                      <a:pt x="28321" y="2061"/>
                    </a:cubicBezTo>
                    <a:cubicBezTo>
                      <a:pt x="30122" y="2127"/>
                      <a:pt x="31323" y="2561"/>
                      <a:pt x="31590" y="3362"/>
                    </a:cubicBezTo>
                    <a:cubicBezTo>
                      <a:pt x="32257" y="5363"/>
                      <a:pt x="26886" y="8865"/>
                      <a:pt x="19681" y="11200"/>
                    </a:cubicBezTo>
                    <a:cubicBezTo>
                      <a:pt x="15673" y="12512"/>
                      <a:pt x="11920" y="13179"/>
                      <a:pt x="9262" y="13179"/>
                    </a:cubicBezTo>
                    <a:cubicBezTo>
                      <a:pt x="7119" y="13179"/>
                      <a:pt x="5687" y="12746"/>
                      <a:pt x="5404" y="11868"/>
                    </a:cubicBezTo>
                    <a:cubicBezTo>
                      <a:pt x="5137" y="11034"/>
                      <a:pt x="5805" y="10000"/>
                      <a:pt x="7406" y="8799"/>
                    </a:cubicBezTo>
                    <a:cubicBezTo>
                      <a:pt x="7377" y="8799"/>
                      <a:pt x="7471" y="8725"/>
                      <a:pt x="7498" y="8725"/>
                    </a:cubicBezTo>
                    <a:cubicBezTo>
                      <a:pt x="7502" y="8725"/>
                      <a:pt x="7504" y="8726"/>
                      <a:pt x="7505" y="8729"/>
                    </a:cubicBezTo>
                    <a:lnTo>
                      <a:pt x="7505" y="8729"/>
                    </a:lnTo>
                    <a:cubicBezTo>
                      <a:pt x="7406" y="8030"/>
                      <a:pt x="7372" y="7330"/>
                      <a:pt x="7406" y="6631"/>
                    </a:cubicBezTo>
                    <a:lnTo>
                      <a:pt x="7406" y="6631"/>
                    </a:lnTo>
                    <a:cubicBezTo>
                      <a:pt x="2769" y="9099"/>
                      <a:pt x="0" y="11701"/>
                      <a:pt x="567" y="13435"/>
                    </a:cubicBezTo>
                    <a:cubicBezTo>
                      <a:pt x="955" y="14642"/>
                      <a:pt x="2913" y="15237"/>
                      <a:pt x="5848" y="15237"/>
                    </a:cubicBezTo>
                    <a:cubicBezTo>
                      <a:pt x="9483" y="15237"/>
                      <a:pt x="14615" y="14325"/>
                      <a:pt x="20115" y="12535"/>
                    </a:cubicBezTo>
                    <a:cubicBezTo>
                      <a:pt x="30022" y="9332"/>
                      <a:pt x="37327" y="4529"/>
                      <a:pt x="36426" y="1794"/>
                    </a:cubicBezTo>
                    <a:cubicBezTo>
                      <a:pt x="36024" y="587"/>
                      <a:pt x="34076" y="1"/>
                      <a:pt x="31156"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8" name="Google Shape;1878;p83">
                <a:extLst>
                  <a:ext uri="{FF2B5EF4-FFF2-40B4-BE49-F238E27FC236}">
                    <a16:creationId xmlns:a16="http://schemas.microsoft.com/office/drawing/2014/main" id="{422D20F4-F3E2-98DD-4DCE-DA1A1B504F81}"/>
                  </a:ext>
                </a:extLst>
              </p:cNvPr>
              <p:cNvSpPr/>
              <p:nvPr/>
            </p:nvSpPr>
            <p:spPr>
              <a:xfrm>
                <a:off x="6346918" y="1525440"/>
                <a:ext cx="832601" cy="339884"/>
              </a:xfrm>
              <a:custGeom>
                <a:avLst/>
                <a:gdLst/>
                <a:ahLst/>
                <a:cxnLst/>
                <a:rect l="l" t="t" r="r" b="b"/>
                <a:pathLst>
                  <a:path w="37328" h="15238" extrusionOk="0">
                    <a:moveTo>
                      <a:pt x="7505" y="8729"/>
                    </a:moveTo>
                    <a:cubicBezTo>
                      <a:pt x="7506" y="8730"/>
                      <a:pt x="7506" y="8731"/>
                      <a:pt x="7506" y="8732"/>
                    </a:cubicBezTo>
                    <a:cubicBezTo>
                      <a:pt x="7506" y="8731"/>
                      <a:pt x="7506" y="8730"/>
                      <a:pt x="7505" y="8729"/>
                    </a:cubicBezTo>
                    <a:close/>
                    <a:moveTo>
                      <a:pt x="31156" y="1"/>
                    </a:moveTo>
                    <a:cubicBezTo>
                      <a:pt x="29960" y="1"/>
                      <a:pt x="28602" y="99"/>
                      <a:pt x="27120" y="293"/>
                    </a:cubicBezTo>
                    <a:cubicBezTo>
                      <a:pt x="27587" y="826"/>
                      <a:pt x="27987" y="1427"/>
                      <a:pt x="28321" y="2061"/>
                    </a:cubicBezTo>
                    <a:cubicBezTo>
                      <a:pt x="30122" y="2127"/>
                      <a:pt x="31323" y="2561"/>
                      <a:pt x="31590" y="3362"/>
                    </a:cubicBezTo>
                    <a:cubicBezTo>
                      <a:pt x="32257" y="5363"/>
                      <a:pt x="26886" y="8865"/>
                      <a:pt x="19681" y="11200"/>
                    </a:cubicBezTo>
                    <a:cubicBezTo>
                      <a:pt x="15673" y="12512"/>
                      <a:pt x="11920" y="13179"/>
                      <a:pt x="9262" y="13179"/>
                    </a:cubicBezTo>
                    <a:cubicBezTo>
                      <a:pt x="7119" y="13179"/>
                      <a:pt x="5687" y="12746"/>
                      <a:pt x="5404" y="11868"/>
                    </a:cubicBezTo>
                    <a:cubicBezTo>
                      <a:pt x="5137" y="11034"/>
                      <a:pt x="5805" y="10000"/>
                      <a:pt x="7406" y="8799"/>
                    </a:cubicBezTo>
                    <a:cubicBezTo>
                      <a:pt x="7377" y="8799"/>
                      <a:pt x="7471" y="8725"/>
                      <a:pt x="7498" y="8725"/>
                    </a:cubicBezTo>
                    <a:cubicBezTo>
                      <a:pt x="7502" y="8725"/>
                      <a:pt x="7504" y="8726"/>
                      <a:pt x="7505" y="8729"/>
                    </a:cubicBezTo>
                    <a:lnTo>
                      <a:pt x="7505" y="8729"/>
                    </a:lnTo>
                    <a:cubicBezTo>
                      <a:pt x="7406" y="8030"/>
                      <a:pt x="7372" y="7330"/>
                      <a:pt x="7406" y="6631"/>
                    </a:cubicBezTo>
                    <a:lnTo>
                      <a:pt x="7406" y="6631"/>
                    </a:lnTo>
                    <a:cubicBezTo>
                      <a:pt x="2769" y="9099"/>
                      <a:pt x="0" y="11701"/>
                      <a:pt x="567" y="13435"/>
                    </a:cubicBezTo>
                    <a:cubicBezTo>
                      <a:pt x="955" y="14642"/>
                      <a:pt x="2913" y="15237"/>
                      <a:pt x="5848" y="15237"/>
                    </a:cubicBezTo>
                    <a:cubicBezTo>
                      <a:pt x="9483" y="15237"/>
                      <a:pt x="14615" y="14325"/>
                      <a:pt x="20115" y="12535"/>
                    </a:cubicBezTo>
                    <a:cubicBezTo>
                      <a:pt x="30022" y="9332"/>
                      <a:pt x="37327" y="4529"/>
                      <a:pt x="36426" y="1794"/>
                    </a:cubicBezTo>
                    <a:cubicBezTo>
                      <a:pt x="36024" y="587"/>
                      <a:pt x="34076" y="1"/>
                      <a:pt x="311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1879" name="Google Shape;1879;p83">
              <a:extLst>
                <a:ext uri="{FF2B5EF4-FFF2-40B4-BE49-F238E27FC236}">
                  <a16:creationId xmlns:a16="http://schemas.microsoft.com/office/drawing/2014/main" id="{5F8BD11C-BDD7-7F30-AAE0-E2C1CCCEE942}"/>
                </a:ext>
              </a:extLst>
            </p:cNvPr>
            <p:cNvGrpSpPr/>
            <p:nvPr/>
          </p:nvGrpSpPr>
          <p:grpSpPr>
            <a:xfrm>
              <a:off x="2657407" y="2392804"/>
              <a:ext cx="796132" cy="725448"/>
              <a:chOff x="2886007" y="1770416"/>
              <a:chExt cx="796132" cy="725448"/>
            </a:xfrm>
          </p:grpSpPr>
          <p:sp>
            <p:nvSpPr>
              <p:cNvPr id="1880" name="Google Shape;1880;p83">
                <a:extLst>
                  <a:ext uri="{FF2B5EF4-FFF2-40B4-BE49-F238E27FC236}">
                    <a16:creationId xmlns:a16="http://schemas.microsoft.com/office/drawing/2014/main" id="{1094435D-6CFE-9E4F-AF16-7BE5169B5472}"/>
                  </a:ext>
                </a:extLst>
              </p:cNvPr>
              <p:cNvSpPr/>
              <p:nvPr/>
            </p:nvSpPr>
            <p:spPr>
              <a:xfrm>
                <a:off x="2886007" y="1770416"/>
                <a:ext cx="796132" cy="725448"/>
              </a:xfrm>
              <a:custGeom>
                <a:avLst/>
                <a:gdLst/>
                <a:ahLst/>
                <a:cxnLst/>
                <a:rect l="l" t="t" r="r" b="b"/>
                <a:pathLst>
                  <a:path w="35693" h="32524" extrusionOk="0">
                    <a:moveTo>
                      <a:pt x="17859" y="1"/>
                    </a:moveTo>
                    <a:cubicBezTo>
                      <a:pt x="13694" y="1"/>
                      <a:pt x="9524" y="1585"/>
                      <a:pt x="6338" y="4754"/>
                    </a:cubicBezTo>
                    <a:cubicBezTo>
                      <a:pt x="0" y="11125"/>
                      <a:pt x="0" y="21399"/>
                      <a:pt x="6338" y="27771"/>
                    </a:cubicBezTo>
                    <a:cubicBezTo>
                      <a:pt x="9524" y="30939"/>
                      <a:pt x="13694" y="32524"/>
                      <a:pt x="17859" y="32524"/>
                    </a:cubicBezTo>
                    <a:cubicBezTo>
                      <a:pt x="22025" y="32524"/>
                      <a:pt x="26186" y="30939"/>
                      <a:pt x="29355" y="27771"/>
                    </a:cubicBezTo>
                    <a:cubicBezTo>
                      <a:pt x="35693" y="21399"/>
                      <a:pt x="35693" y="11125"/>
                      <a:pt x="29355" y="4754"/>
                    </a:cubicBezTo>
                    <a:cubicBezTo>
                      <a:pt x="26186" y="1585"/>
                      <a:pt x="22025" y="1"/>
                      <a:pt x="178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1" name="Google Shape;1881;p83">
                <a:extLst>
                  <a:ext uri="{FF2B5EF4-FFF2-40B4-BE49-F238E27FC236}">
                    <a16:creationId xmlns:a16="http://schemas.microsoft.com/office/drawing/2014/main" id="{A7AF5455-D93F-6DCA-1A22-1F5289F1DAAB}"/>
                  </a:ext>
                </a:extLst>
              </p:cNvPr>
              <p:cNvSpPr/>
              <p:nvPr/>
            </p:nvSpPr>
            <p:spPr>
              <a:xfrm>
                <a:off x="3080194" y="1770795"/>
                <a:ext cx="466531" cy="671537"/>
              </a:xfrm>
              <a:custGeom>
                <a:avLst/>
                <a:gdLst/>
                <a:ahLst/>
                <a:cxnLst/>
                <a:rect l="l" t="t" r="r" b="b"/>
                <a:pathLst>
                  <a:path w="20916" h="30107" extrusionOk="0">
                    <a:moveTo>
                      <a:pt x="8440" y="0"/>
                    </a:moveTo>
                    <a:lnTo>
                      <a:pt x="8440" y="0"/>
                    </a:lnTo>
                    <a:cubicBezTo>
                      <a:pt x="6105" y="134"/>
                      <a:pt x="3837" y="734"/>
                      <a:pt x="1769" y="1835"/>
                    </a:cubicBezTo>
                    <a:cubicBezTo>
                      <a:pt x="935" y="3936"/>
                      <a:pt x="368" y="6138"/>
                      <a:pt x="34" y="8406"/>
                    </a:cubicBezTo>
                    <a:cubicBezTo>
                      <a:pt x="1" y="8506"/>
                      <a:pt x="34" y="8606"/>
                      <a:pt x="134" y="8673"/>
                    </a:cubicBezTo>
                    <a:lnTo>
                      <a:pt x="2669" y="11142"/>
                    </a:lnTo>
                    <a:cubicBezTo>
                      <a:pt x="2736" y="11175"/>
                      <a:pt x="2803" y="11208"/>
                      <a:pt x="2836" y="11208"/>
                    </a:cubicBezTo>
                    <a:lnTo>
                      <a:pt x="3803" y="11308"/>
                    </a:lnTo>
                    <a:cubicBezTo>
                      <a:pt x="3837" y="11308"/>
                      <a:pt x="3903" y="11308"/>
                      <a:pt x="3937" y="11342"/>
                    </a:cubicBezTo>
                    <a:lnTo>
                      <a:pt x="7606" y="13543"/>
                    </a:lnTo>
                    <a:cubicBezTo>
                      <a:pt x="7706" y="13610"/>
                      <a:pt x="7740" y="13710"/>
                      <a:pt x="7740" y="13810"/>
                    </a:cubicBezTo>
                    <a:lnTo>
                      <a:pt x="7373" y="17513"/>
                    </a:lnTo>
                    <a:cubicBezTo>
                      <a:pt x="7373" y="17646"/>
                      <a:pt x="7406" y="17780"/>
                      <a:pt x="7473" y="17913"/>
                    </a:cubicBezTo>
                    <a:lnTo>
                      <a:pt x="9274" y="20749"/>
                    </a:lnTo>
                    <a:cubicBezTo>
                      <a:pt x="9274" y="20782"/>
                      <a:pt x="9307" y="20815"/>
                      <a:pt x="9341" y="20849"/>
                    </a:cubicBezTo>
                    <a:lnTo>
                      <a:pt x="10708" y="21916"/>
                    </a:lnTo>
                    <a:cubicBezTo>
                      <a:pt x="10808" y="21983"/>
                      <a:pt x="10842" y="22049"/>
                      <a:pt x="10808" y="22150"/>
                    </a:cubicBezTo>
                    <a:lnTo>
                      <a:pt x="10308" y="25152"/>
                    </a:lnTo>
                    <a:lnTo>
                      <a:pt x="9374" y="29788"/>
                    </a:lnTo>
                    <a:cubicBezTo>
                      <a:pt x="9408" y="30007"/>
                      <a:pt x="9526" y="30106"/>
                      <a:pt x="9714" y="30106"/>
                    </a:cubicBezTo>
                    <a:cubicBezTo>
                      <a:pt x="10073" y="30106"/>
                      <a:pt x="10688" y="29745"/>
                      <a:pt x="11476" y="29155"/>
                    </a:cubicBezTo>
                    <a:lnTo>
                      <a:pt x="12643" y="27253"/>
                    </a:lnTo>
                    <a:lnTo>
                      <a:pt x="13677" y="26820"/>
                    </a:lnTo>
                    <a:lnTo>
                      <a:pt x="16312" y="24952"/>
                    </a:lnTo>
                    <a:lnTo>
                      <a:pt x="18114" y="22883"/>
                    </a:lnTo>
                    <a:lnTo>
                      <a:pt x="19081" y="20715"/>
                    </a:lnTo>
                    <a:cubicBezTo>
                      <a:pt x="19114" y="20682"/>
                      <a:pt x="19148" y="20648"/>
                      <a:pt x="19148" y="20615"/>
                    </a:cubicBezTo>
                    <a:lnTo>
                      <a:pt x="20148" y="19481"/>
                    </a:lnTo>
                    <a:lnTo>
                      <a:pt x="20816" y="18814"/>
                    </a:lnTo>
                    <a:cubicBezTo>
                      <a:pt x="20882" y="18747"/>
                      <a:pt x="20916" y="18647"/>
                      <a:pt x="20916" y="18580"/>
                    </a:cubicBezTo>
                    <a:lnTo>
                      <a:pt x="20916" y="17580"/>
                    </a:lnTo>
                    <a:cubicBezTo>
                      <a:pt x="20916" y="17531"/>
                      <a:pt x="20898" y="17500"/>
                      <a:pt x="20862" y="17500"/>
                    </a:cubicBezTo>
                    <a:cubicBezTo>
                      <a:pt x="20849" y="17500"/>
                      <a:pt x="20833" y="17504"/>
                      <a:pt x="20816" y="17513"/>
                    </a:cubicBezTo>
                    <a:lnTo>
                      <a:pt x="20449" y="17546"/>
                    </a:lnTo>
                    <a:cubicBezTo>
                      <a:pt x="20422" y="17555"/>
                      <a:pt x="20395" y="17559"/>
                      <a:pt x="20369" y="17559"/>
                    </a:cubicBezTo>
                    <a:cubicBezTo>
                      <a:pt x="20297" y="17559"/>
                      <a:pt x="20231" y="17528"/>
                      <a:pt x="20182" y="17480"/>
                    </a:cubicBezTo>
                    <a:lnTo>
                      <a:pt x="19581" y="16979"/>
                    </a:lnTo>
                    <a:cubicBezTo>
                      <a:pt x="19548" y="16946"/>
                      <a:pt x="19515" y="16946"/>
                      <a:pt x="19515" y="16912"/>
                    </a:cubicBezTo>
                    <a:lnTo>
                      <a:pt x="17747" y="16179"/>
                    </a:lnTo>
                    <a:cubicBezTo>
                      <a:pt x="17680" y="16145"/>
                      <a:pt x="17647" y="16112"/>
                      <a:pt x="17613" y="16045"/>
                    </a:cubicBezTo>
                    <a:lnTo>
                      <a:pt x="16613" y="14644"/>
                    </a:lnTo>
                    <a:cubicBezTo>
                      <a:pt x="16579" y="14577"/>
                      <a:pt x="16512" y="14544"/>
                      <a:pt x="16446" y="14511"/>
                    </a:cubicBezTo>
                    <a:lnTo>
                      <a:pt x="15845" y="14244"/>
                    </a:lnTo>
                    <a:cubicBezTo>
                      <a:pt x="15845" y="14211"/>
                      <a:pt x="15812" y="14211"/>
                      <a:pt x="15779" y="14211"/>
                    </a:cubicBezTo>
                    <a:lnTo>
                      <a:pt x="15178" y="14110"/>
                    </a:lnTo>
                    <a:cubicBezTo>
                      <a:pt x="15078" y="14110"/>
                      <a:pt x="15011" y="14077"/>
                      <a:pt x="14945" y="14010"/>
                    </a:cubicBezTo>
                    <a:lnTo>
                      <a:pt x="13644" y="13043"/>
                    </a:lnTo>
                    <a:cubicBezTo>
                      <a:pt x="13577" y="13010"/>
                      <a:pt x="13510" y="12976"/>
                      <a:pt x="13444" y="12976"/>
                    </a:cubicBezTo>
                    <a:lnTo>
                      <a:pt x="12510" y="12843"/>
                    </a:lnTo>
                    <a:cubicBezTo>
                      <a:pt x="12443" y="12843"/>
                      <a:pt x="12376" y="12843"/>
                      <a:pt x="12309" y="12876"/>
                    </a:cubicBezTo>
                    <a:lnTo>
                      <a:pt x="12043" y="12976"/>
                    </a:lnTo>
                    <a:cubicBezTo>
                      <a:pt x="12009" y="12993"/>
                      <a:pt x="11968" y="13001"/>
                      <a:pt x="11922" y="13001"/>
                    </a:cubicBezTo>
                    <a:cubicBezTo>
                      <a:pt x="11876" y="13001"/>
                      <a:pt x="11826" y="12993"/>
                      <a:pt x="11776" y="12976"/>
                    </a:cubicBezTo>
                    <a:lnTo>
                      <a:pt x="10642" y="12443"/>
                    </a:lnTo>
                    <a:cubicBezTo>
                      <a:pt x="10608" y="12426"/>
                      <a:pt x="10575" y="12418"/>
                      <a:pt x="10537" y="12418"/>
                    </a:cubicBezTo>
                    <a:cubicBezTo>
                      <a:pt x="10500" y="12418"/>
                      <a:pt x="10458" y="12426"/>
                      <a:pt x="10408" y="12443"/>
                    </a:cubicBezTo>
                    <a:lnTo>
                      <a:pt x="9407" y="12643"/>
                    </a:lnTo>
                    <a:cubicBezTo>
                      <a:pt x="9341" y="12676"/>
                      <a:pt x="9307" y="12709"/>
                      <a:pt x="9241" y="12743"/>
                    </a:cubicBezTo>
                    <a:lnTo>
                      <a:pt x="8840" y="13210"/>
                    </a:lnTo>
                    <a:cubicBezTo>
                      <a:pt x="8774" y="13277"/>
                      <a:pt x="8640" y="13310"/>
                      <a:pt x="8540" y="13310"/>
                    </a:cubicBezTo>
                    <a:lnTo>
                      <a:pt x="7706" y="13143"/>
                    </a:lnTo>
                    <a:lnTo>
                      <a:pt x="5972" y="12343"/>
                    </a:lnTo>
                    <a:lnTo>
                      <a:pt x="5371" y="11442"/>
                    </a:lnTo>
                    <a:cubicBezTo>
                      <a:pt x="5338" y="11375"/>
                      <a:pt x="5338" y="11308"/>
                      <a:pt x="5338" y="11208"/>
                    </a:cubicBezTo>
                    <a:lnTo>
                      <a:pt x="5471" y="10541"/>
                    </a:lnTo>
                    <a:lnTo>
                      <a:pt x="5872" y="9540"/>
                    </a:lnTo>
                    <a:cubicBezTo>
                      <a:pt x="5905" y="9474"/>
                      <a:pt x="5872" y="9440"/>
                      <a:pt x="5838" y="9440"/>
                    </a:cubicBezTo>
                    <a:lnTo>
                      <a:pt x="5071" y="9540"/>
                    </a:lnTo>
                    <a:cubicBezTo>
                      <a:pt x="5004" y="9540"/>
                      <a:pt x="4904" y="9607"/>
                      <a:pt x="4871" y="9674"/>
                    </a:cubicBezTo>
                    <a:lnTo>
                      <a:pt x="4637" y="10074"/>
                    </a:lnTo>
                    <a:cubicBezTo>
                      <a:pt x="4604" y="10141"/>
                      <a:pt x="4504" y="10208"/>
                      <a:pt x="4404" y="10241"/>
                    </a:cubicBezTo>
                    <a:lnTo>
                      <a:pt x="3403" y="10441"/>
                    </a:lnTo>
                    <a:cubicBezTo>
                      <a:pt x="3385" y="10447"/>
                      <a:pt x="3366" y="10450"/>
                      <a:pt x="3348" y="10450"/>
                    </a:cubicBezTo>
                    <a:cubicBezTo>
                      <a:pt x="3269" y="10450"/>
                      <a:pt x="3197" y="10396"/>
                      <a:pt x="3170" y="10341"/>
                    </a:cubicBezTo>
                    <a:lnTo>
                      <a:pt x="3070" y="9941"/>
                    </a:lnTo>
                    <a:lnTo>
                      <a:pt x="2736" y="9374"/>
                    </a:lnTo>
                    <a:cubicBezTo>
                      <a:pt x="2703" y="9274"/>
                      <a:pt x="2703" y="9174"/>
                      <a:pt x="2736" y="9073"/>
                    </a:cubicBezTo>
                    <a:lnTo>
                      <a:pt x="3236" y="8340"/>
                    </a:lnTo>
                    <a:lnTo>
                      <a:pt x="3436" y="7839"/>
                    </a:lnTo>
                    <a:cubicBezTo>
                      <a:pt x="3470" y="7773"/>
                      <a:pt x="3503" y="7706"/>
                      <a:pt x="3570" y="7672"/>
                    </a:cubicBezTo>
                    <a:lnTo>
                      <a:pt x="4237" y="7272"/>
                    </a:lnTo>
                    <a:cubicBezTo>
                      <a:pt x="4304" y="7239"/>
                      <a:pt x="4370" y="7205"/>
                      <a:pt x="4471" y="7205"/>
                    </a:cubicBezTo>
                    <a:lnTo>
                      <a:pt x="5104" y="7306"/>
                    </a:lnTo>
                    <a:cubicBezTo>
                      <a:pt x="5171" y="7306"/>
                      <a:pt x="5238" y="7306"/>
                      <a:pt x="5304" y="7239"/>
                    </a:cubicBezTo>
                    <a:lnTo>
                      <a:pt x="5571" y="7039"/>
                    </a:lnTo>
                    <a:cubicBezTo>
                      <a:pt x="5605" y="7005"/>
                      <a:pt x="5671" y="6972"/>
                      <a:pt x="5738" y="6972"/>
                    </a:cubicBezTo>
                    <a:lnTo>
                      <a:pt x="6439" y="6939"/>
                    </a:lnTo>
                    <a:cubicBezTo>
                      <a:pt x="6472" y="6939"/>
                      <a:pt x="6539" y="6939"/>
                      <a:pt x="6605" y="6972"/>
                    </a:cubicBezTo>
                    <a:lnTo>
                      <a:pt x="6972" y="7139"/>
                    </a:lnTo>
                    <a:cubicBezTo>
                      <a:pt x="7039" y="7172"/>
                      <a:pt x="7106" y="7239"/>
                      <a:pt x="7106" y="7339"/>
                    </a:cubicBezTo>
                    <a:lnTo>
                      <a:pt x="7106" y="7672"/>
                    </a:lnTo>
                    <a:cubicBezTo>
                      <a:pt x="7106" y="7773"/>
                      <a:pt x="7172" y="7873"/>
                      <a:pt x="7306" y="7873"/>
                    </a:cubicBezTo>
                    <a:lnTo>
                      <a:pt x="7406" y="7873"/>
                    </a:lnTo>
                    <a:cubicBezTo>
                      <a:pt x="7573" y="7873"/>
                      <a:pt x="7673" y="7739"/>
                      <a:pt x="7673" y="7572"/>
                    </a:cubicBezTo>
                    <a:lnTo>
                      <a:pt x="7639" y="7306"/>
                    </a:lnTo>
                    <a:lnTo>
                      <a:pt x="7573" y="6705"/>
                    </a:lnTo>
                    <a:cubicBezTo>
                      <a:pt x="7539" y="6605"/>
                      <a:pt x="7606" y="6472"/>
                      <a:pt x="7706" y="6438"/>
                    </a:cubicBezTo>
                    <a:lnTo>
                      <a:pt x="8407" y="6105"/>
                    </a:lnTo>
                    <a:lnTo>
                      <a:pt x="9274" y="5104"/>
                    </a:lnTo>
                    <a:lnTo>
                      <a:pt x="9874" y="4203"/>
                    </a:lnTo>
                    <a:lnTo>
                      <a:pt x="10975" y="3870"/>
                    </a:lnTo>
                    <a:cubicBezTo>
                      <a:pt x="11075" y="3836"/>
                      <a:pt x="11142" y="3736"/>
                      <a:pt x="11142" y="3636"/>
                    </a:cubicBezTo>
                    <a:lnTo>
                      <a:pt x="11142" y="3103"/>
                    </a:lnTo>
                    <a:cubicBezTo>
                      <a:pt x="11142" y="3002"/>
                      <a:pt x="11209" y="2936"/>
                      <a:pt x="11309" y="2902"/>
                    </a:cubicBezTo>
                    <a:lnTo>
                      <a:pt x="12043" y="2702"/>
                    </a:lnTo>
                    <a:cubicBezTo>
                      <a:pt x="12109" y="2702"/>
                      <a:pt x="12176" y="2669"/>
                      <a:pt x="12209" y="2602"/>
                    </a:cubicBezTo>
                    <a:lnTo>
                      <a:pt x="12510" y="2169"/>
                    </a:lnTo>
                    <a:cubicBezTo>
                      <a:pt x="12576" y="2102"/>
                      <a:pt x="12543" y="2002"/>
                      <a:pt x="12443" y="1968"/>
                    </a:cubicBezTo>
                    <a:lnTo>
                      <a:pt x="11109" y="1468"/>
                    </a:lnTo>
                    <a:lnTo>
                      <a:pt x="10141" y="1001"/>
                    </a:lnTo>
                    <a:cubicBezTo>
                      <a:pt x="10100" y="987"/>
                      <a:pt x="10058" y="979"/>
                      <a:pt x="10019" y="979"/>
                    </a:cubicBezTo>
                    <a:cubicBezTo>
                      <a:pt x="9964" y="979"/>
                      <a:pt x="9913" y="995"/>
                      <a:pt x="9874" y="1034"/>
                    </a:cubicBezTo>
                    <a:lnTo>
                      <a:pt x="8607" y="1902"/>
                    </a:lnTo>
                    <a:cubicBezTo>
                      <a:pt x="8568" y="1941"/>
                      <a:pt x="8506" y="1957"/>
                      <a:pt x="8441" y="1957"/>
                    </a:cubicBezTo>
                    <a:cubicBezTo>
                      <a:pt x="8395" y="1957"/>
                      <a:pt x="8348" y="1949"/>
                      <a:pt x="8307" y="1935"/>
                    </a:cubicBezTo>
                    <a:lnTo>
                      <a:pt x="7406" y="1501"/>
                    </a:lnTo>
                    <a:lnTo>
                      <a:pt x="6739" y="1201"/>
                    </a:lnTo>
                    <a:cubicBezTo>
                      <a:pt x="6672" y="1168"/>
                      <a:pt x="6672" y="1101"/>
                      <a:pt x="6739" y="1068"/>
                    </a:cubicBezTo>
                    <a:lnTo>
                      <a:pt x="7439" y="834"/>
                    </a:lnTo>
                    <a:cubicBezTo>
                      <a:pt x="7439" y="834"/>
                      <a:pt x="7473" y="801"/>
                      <a:pt x="7506" y="768"/>
                    </a:cubicBezTo>
                    <a:lnTo>
                      <a:pt x="84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2" name="Google Shape;1882;p83">
                <a:extLst>
                  <a:ext uri="{FF2B5EF4-FFF2-40B4-BE49-F238E27FC236}">
                    <a16:creationId xmlns:a16="http://schemas.microsoft.com/office/drawing/2014/main" id="{B4869B0A-DA59-A2D5-F7D3-81414DEC539C}"/>
                  </a:ext>
                </a:extLst>
              </p:cNvPr>
              <p:cNvSpPr/>
              <p:nvPr/>
            </p:nvSpPr>
            <p:spPr>
              <a:xfrm>
                <a:off x="3065317" y="1978366"/>
                <a:ext cx="22" cy="22"/>
              </a:xfrm>
              <a:custGeom>
                <a:avLst/>
                <a:gdLst/>
                <a:ahLst/>
                <a:cxnLst/>
                <a:rect l="l" t="t" r="r" b="b"/>
                <a:pathLst>
                  <a:path w="1" h="1" extrusionOk="0">
                    <a:moveTo>
                      <a:pt x="1" y="1"/>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3" name="Google Shape;1883;p83">
                <a:extLst>
                  <a:ext uri="{FF2B5EF4-FFF2-40B4-BE49-F238E27FC236}">
                    <a16:creationId xmlns:a16="http://schemas.microsoft.com/office/drawing/2014/main" id="{FCCC66FF-2339-D3A5-1658-6849F0F947FB}"/>
                  </a:ext>
                </a:extLst>
              </p:cNvPr>
              <p:cNvSpPr/>
              <p:nvPr/>
            </p:nvSpPr>
            <p:spPr>
              <a:xfrm>
                <a:off x="3601016" y="2123460"/>
                <a:ext cx="22" cy="22"/>
              </a:xfrm>
              <a:custGeom>
                <a:avLst/>
                <a:gdLst/>
                <a:ahLst/>
                <a:cxnLst/>
                <a:rect l="l" t="t" r="r" b="b"/>
                <a:pathLst>
                  <a:path w="1" h="1" extrusionOk="0">
                    <a:moveTo>
                      <a:pt x="1" y="1"/>
                    </a:move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4" name="Google Shape;1884;p83">
                <a:extLst>
                  <a:ext uri="{FF2B5EF4-FFF2-40B4-BE49-F238E27FC236}">
                    <a16:creationId xmlns:a16="http://schemas.microsoft.com/office/drawing/2014/main" id="{D2E06449-72C0-B012-4CF7-F3024EE2E08E}"/>
                  </a:ext>
                </a:extLst>
              </p:cNvPr>
              <p:cNvSpPr/>
              <p:nvPr/>
            </p:nvSpPr>
            <p:spPr>
              <a:xfrm>
                <a:off x="3624837" y="2092969"/>
                <a:ext cx="22" cy="22"/>
              </a:xfrm>
              <a:custGeom>
                <a:avLst/>
                <a:gdLst/>
                <a:ahLst/>
                <a:cxnLst/>
                <a:rect l="l" t="t" r="r" b="b"/>
                <a:pathLst>
                  <a:path w="1" h="1" extrusionOk="0">
                    <a:moveTo>
                      <a:pt x="0"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5" name="Google Shape;1885;p83">
                <a:extLst>
                  <a:ext uri="{FF2B5EF4-FFF2-40B4-BE49-F238E27FC236}">
                    <a16:creationId xmlns:a16="http://schemas.microsoft.com/office/drawing/2014/main" id="{65C5608A-19B7-D76F-79E6-FE41D36CE934}"/>
                  </a:ext>
                </a:extLst>
              </p:cNvPr>
              <p:cNvSpPr/>
              <p:nvPr/>
            </p:nvSpPr>
            <p:spPr>
              <a:xfrm>
                <a:off x="3624837" y="2092969"/>
                <a:ext cx="22" cy="22"/>
              </a:xfrm>
              <a:custGeom>
                <a:avLst/>
                <a:gdLst/>
                <a:ahLst/>
                <a:cxnLst/>
                <a:rect l="l" t="t" r="r" b="b"/>
                <a:pathLst>
                  <a:path w="1" h="1" extrusionOk="0">
                    <a:moveTo>
                      <a:pt x="0" y="0"/>
                    </a:move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6" name="Google Shape;1886;p83">
                <a:extLst>
                  <a:ext uri="{FF2B5EF4-FFF2-40B4-BE49-F238E27FC236}">
                    <a16:creationId xmlns:a16="http://schemas.microsoft.com/office/drawing/2014/main" id="{70AFA86E-E463-E7B0-1732-42C854DE7AEC}"/>
                  </a:ext>
                </a:extLst>
              </p:cNvPr>
              <p:cNvSpPr/>
              <p:nvPr/>
            </p:nvSpPr>
            <p:spPr>
              <a:xfrm>
                <a:off x="3445528" y="1846677"/>
                <a:ext cx="758" cy="781"/>
              </a:xfrm>
              <a:custGeom>
                <a:avLst/>
                <a:gdLst/>
                <a:ahLst/>
                <a:cxnLst/>
                <a:rect l="l" t="t" r="r" b="b"/>
                <a:pathLst>
                  <a:path w="34" h="35" extrusionOk="0">
                    <a:moveTo>
                      <a:pt x="0" y="1"/>
                    </a:moveTo>
                    <a:cubicBezTo>
                      <a:pt x="0" y="1"/>
                      <a:pt x="0" y="34"/>
                      <a:pt x="0" y="34"/>
                    </a:cubicBezTo>
                    <a:lnTo>
                      <a:pt x="33" y="34"/>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1887" name="Google Shape;1887;p83">
              <a:extLst>
                <a:ext uri="{FF2B5EF4-FFF2-40B4-BE49-F238E27FC236}">
                  <a16:creationId xmlns:a16="http://schemas.microsoft.com/office/drawing/2014/main" id="{6835FCCB-A23A-420F-EF91-8225757FD7E0}"/>
                </a:ext>
              </a:extLst>
            </p:cNvPr>
            <p:cNvGrpSpPr/>
            <p:nvPr/>
          </p:nvGrpSpPr>
          <p:grpSpPr>
            <a:xfrm>
              <a:off x="5169436" y="3575805"/>
              <a:ext cx="1226195" cy="460710"/>
              <a:chOff x="5169436" y="3575805"/>
              <a:chExt cx="1226195" cy="460710"/>
            </a:xfrm>
          </p:grpSpPr>
          <p:sp>
            <p:nvSpPr>
              <p:cNvPr id="1888" name="Google Shape;1888;p83">
                <a:extLst>
                  <a:ext uri="{FF2B5EF4-FFF2-40B4-BE49-F238E27FC236}">
                    <a16:creationId xmlns:a16="http://schemas.microsoft.com/office/drawing/2014/main" id="{434880D9-D96B-5FF8-D21A-47B47FA4D43D}"/>
                  </a:ext>
                </a:extLst>
              </p:cNvPr>
              <p:cNvSpPr/>
              <p:nvPr/>
            </p:nvSpPr>
            <p:spPr>
              <a:xfrm>
                <a:off x="5995301" y="3672542"/>
                <a:ext cx="136194" cy="109384"/>
              </a:xfrm>
              <a:custGeom>
                <a:avLst/>
                <a:gdLst/>
                <a:ahLst/>
                <a:cxnLst/>
                <a:rect l="l" t="t" r="r" b="b"/>
                <a:pathLst>
                  <a:path w="6106" h="4904" extrusionOk="0">
                    <a:moveTo>
                      <a:pt x="6105" y="0"/>
                    </a:moveTo>
                    <a:lnTo>
                      <a:pt x="335" y="3736"/>
                    </a:lnTo>
                    <a:lnTo>
                      <a:pt x="1" y="4904"/>
                    </a:lnTo>
                    <a:lnTo>
                      <a:pt x="4337" y="4904"/>
                    </a:lnTo>
                    <a:lnTo>
                      <a:pt x="61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9" name="Google Shape;1889;p83">
                <a:extLst>
                  <a:ext uri="{FF2B5EF4-FFF2-40B4-BE49-F238E27FC236}">
                    <a16:creationId xmlns:a16="http://schemas.microsoft.com/office/drawing/2014/main" id="{AA04CD32-10AF-4F91-09D6-442C1F7CD30B}"/>
                  </a:ext>
                </a:extLst>
              </p:cNvPr>
              <p:cNvSpPr/>
              <p:nvPr/>
            </p:nvSpPr>
            <p:spPr>
              <a:xfrm>
                <a:off x="6075666" y="3599627"/>
                <a:ext cx="155533" cy="237370"/>
              </a:xfrm>
              <a:custGeom>
                <a:avLst/>
                <a:gdLst/>
                <a:ahLst/>
                <a:cxnLst/>
                <a:rect l="l" t="t" r="r" b="b"/>
                <a:pathLst>
                  <a:path w="6973" h="10642" extrusionOk="0">
                    <a:moveTo>
                      <a:pt x="4137" y="0"/>
                    </a:moveTo>
                    <a:lnTo>
                      <a:pt x="1" y="10641"/>
                    </a:lnTo>
                    <a:lnTo>
                      <a:pt x="2536" y="10441"/>
                    </a:lnTo>
                    <a:lnTo>
                      <a:pt x="69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0" name="Google Shape;1890;p83">
                <a:extLst>
                  <a:ext uri="{FF2B5EF4-FFF2-40B4-BE49-F238E27FC236}">
                    <a16:creationId xmlns:a16="http://schemas.microsoft.com/office/drawing/2014/main" id="{A53F9A4B-B328-3E6C-680D-DFC8AA264B04}"/>
                  </a:ext>
                </a:extLst>
              </p:cNvPr>
              <p:cNvSpPr/>
              <p:nvPr/>
            </p:nvSpPr>
            <p:spPr>
              <a:xfrm>
                <a:off x="6075666" y="3599627"/>
                <a:ext cx="155533" cy="237370"/>
              </a:xfrm>
              <a:custGeom>
                <a:avLst/>
                <a:gdLst/>
                <a:ahLst/>
                <a:cxnLst/>
                <a:rect l="l" t="t" r="r" b="b"/>
                <a:pathLst>
                  <a:path w="6973" h="10642" extrusionOk="0">
                    <a:moveTo>
                      <a:pt x="4137" y="0"/>
                    </a:moveTo>
                    <a:lnTo>
                      <a:pt x="1" y="10641"/>
                    </a:lnTo>
                    <a:lnTo>
                      <a:pt x="2536" y="10441"/>
                    </a:lnTo>
                    <a:lnTo>
                      <a:pt x="69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1" name="Google Shape;1891;p83">
                <a:extLst>
                  <a:ext uri="{FF2B5EF4-FFF2-40B4-BE49-F238E27FC236}">
                    <a16:creationId xmlns:a16="http://schemas.microsoft.com/office/drawing/2014/main" id="{9BB5DF1A-3C9A-ADD1-A484-E8B137ED5CBB}"/>
                  </a:ext>
                </a:extLst>
              </p:cNvPr>
              <p:cNvSpPr/>
              <p:nvPr/>
            </p:nvSpPr>
            <p:spPr>
              <a:xfrm>
                <a:off x="6135934" y="3596638"/>
                <a:ext cx="154038" cy="235139"/>
              </a:xfrm>
              <a:custGeom>
                <a:avLst/>
                <a:gdLst/>
                <a:ahLst/>
                <a:cxnLst/>
                <a:rect l="l" t="t" r="r" b="b"/>
                <a:pathLst>
                  <a:path w="6906" h="10542" extrusionOk="0">
                    <a:moveTo>
                      <a:pt x="6905" y="1"/>
                    </a:moveTo>
                    <a:lnTo>
                      <a:pt x="4437" y="68"/>
                    </a:lnTo>
                    <a:lnTo>
                      <a:pt x="0" y="10542"/>
                    </a:lnTo>
                    <a:lnTo>
                      <a:pt x="2636" y="10175"/>
                    </a:lnTo>
                    <a:lnTo>
                      <a:pt x="690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2" name="Google Shape;1892;p83">
                <a:extLst>
                  <a:ext uri="{FF2B5EF4-FFF2-40B4-BE49-F238E27FC236}">
                    <a16:creationId xmlns:a16="http://schemas.microsoft.com/office/drawing/2014/main" id="{3DFCE7B1-CA3D-B9FA-536D-D57474F12732}"/>
                  </a:ext>
                </a:extLst>
              </p:cNvPr>
              <p:cNvSpPr/>
              <p:nvPr/>
            </p:nvSpPr>
            <p:spPr>
              <a:xfrm>
                <a:off x="6135934" y="3596638"/>
                <a:ext cx="154038" cy="235139"/>
              </a:xfrm>
              <a:custGeom>
                <a:avLst/>
                <a:gdLst/>
                <a:ahLst/>
                <a:cxnLst/>
                <a:rect l="l" t="t" r="r" b="b"/>
                <a:pathLst>
                  <a:path w="6906" h="10542" extrusionOk="0">
                    <a:moveTo>
                      <a:pt x="6905" y="1"/>
                    </a:moveTo>
                    <a:lnTo>
                      <a:pt x="4437" y="68"/>
                    </a:lnTo>
                    <a:lnTo>
                      <a:pt x="0" y="10542"/>
                    </a:lnTo>
                    <a:lnTo>
                      <a:pt x="2636" y="10175"/>
                    </a:lnTo>
                    <a:lnTo>
                      <a:pt x="69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3" name="Google Shape;1893;p83">
                <a:extLst>
                  <a:ext uri="{FF2B5EF4-FFF2-40B4-BE49-F238E27FC236}">
                    <a16:creationId xmlns:a16="http://schemas.microsoft.com/office/drawing/2014/main" id="{A7F0B6FB-DD97-C1AF-B80E-06A8E48E3AE0}"/>
                  </a:ext>
                </a:extLst>
              </p:cNvPr>
              <p:cNvSpPr/>
              <p:nvPr/>
            </p:nvSpPr>
            <p:spPr>
              <a:xfrm>
                <a:off x="6198433" y="3594408"/>
                <a:ext cx="147347" cy="226953"/>
              </a:xfrm>
              <a:custGeom>
                <a:avLst/>
                <a:gdLst/>
                <a:ahLst/>
                <a:cxnLst/>
                <a:rect l="l" t="t" r="r" b="b"/>
                <a:pathLst>
                  <a:path w="6606" h="10175" extrusionOk="0">
                    <a:moveTo>
                      <a:pt x="6605" y="1"/>
                    </a:moveTo>
                    <a:lnTo>
                      <a:pt x="4237" y="34"/>
                    </a:lnTo>
                    <a:lnTo>
                      <a:pt x="0" y="10175"/>
                    </a:lnTo>
                    <a:lnTo>
                      <a:pt x="2369" y="9841"/>
                    </a:lnTo>
                    <a:lnTo>
                      <a:pt x="660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4" name="Google Shape;1894;p83">
                <a:extLst>
                  <a:ext uri="{FF2B5EF4-FFF2-40B4-BE49-F238E27FC236}">
                    <a16:creationId xmlns:a16="http://schemas.microsoft.com/office/drawing/2014/main" id="{E0FE2AF8-D4A3-5356-B7E9-0C89622DAC93}"/>
                  </a:ext>
                </a:extLst>
              </p:cNvPr>
              <p:cNvSpPr/>
              <p:nvPr/>
            </p:nvSpPr>
            <p:spPr>
              <a:xfrm>
                <a:off x="6198433" y="3594408"/>
                <a:ext cx="147347" cy="226953"/>
              </a:xfrm>
              <a:custGeom>
                <a:avLst/>
                <a:gdLst/>
                <a:ahLst/>
                <a:cxnLst/>
                <a:rect l="l" t="t" r="r" b="b"/>
                <a:pathLst>
                  <a:path w="6606" h="10175" extrusionOk="0">
                    <a:moveTo>
                      <a:pt x="6605" y="1"/>
                    </a:moveTo>
                    <a:lnTo>
                      <a:pt x="4237" y="34"/>
                    </a:lnTo>
                    <a:lnTo>
                      <a:pt x="0" y="10175"/>
                    </a:lnTo>
                    <a:lnTo>
                      <a:pt x="2369" y="9841"/>
                    </a:lnTo>
                    <a:lnTo>
                      <a:pt x="66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5" name="Google Shape;1895;p83">
                <a:extLst>
                  <a:ext uri="{FF2B5EF4-FFF2-40B4-BE49-F238E27FC236}">
                    <a16:creationId xmlns:a16="http://schemas.microsoft.com/office/drawing/2014/main" id="{78720F22-FBE2-F3B5-E521-5AB4B4A7F428}"/>
                  </a:ext>
                </a:extLst>
              </p:cNvPr>
              <p:cNvSpPr/>
              <p:nvPr/>
            </p:nvSpPr>
            <p:spPr>
              <a:xfrm>
                <a:off x="6253482" y="3592936"/>
                <a:ext cx="142150" cy="220998"/>
              </a:xfrm>
              <a:custGeom>
                <a:avLst/>
                <a:gdLst/>
                <a:ahLst/>
                <a:cxnLst/>
                <a:rect l="l" t="t" r="r" b="b"/>
                <a:pathLst>
                  <a:path w="6373" h="9908" extrusionOk="0">
                    <a:moveTo>
                      <a:pt x="6372" y="0"/>
                    </a:moveTo>
                    <a:lnTo>
                      <a:pt x="4271" y="67"/>
                    </a:lnTo>
                    <a:lnTo>
                      <a:pt x="1" y="9907"/>
                    </a:lnTo>
                    <a:lnTo>
                      <a:pt x="1" y="9907"/>
                    </a:lnTo>
                    <a:lnTo>
                      <a:pt x="2269" y="9574"/>
                    </a:lnTo>
                    <a:lnTo>
                      <a:pt x="63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6" name="Google Shape;1896;p83">
                <a:extLst>
                  <a:ext uri="{FF2B5EF4-FFF2-40B4-BE49-F238E27FC236}">
                    <a16:creationId xmlns:a16="http://schemas.microsoft.com/office/drawing/2014/main" id="{8D0AC9AB-758B-4C45-C818-6CF1A31D6CE6}"/>
                  </a:ext>
                </a:extLst>
              </p:cNvPr>
              <p:cNvSpPr/>
              <p:nvPr/>
            </p:nvSpPr>
            <p:spPr>
              <a:xfrm>
                <a:off x="6253482" y="3592936"/>
                <a:ext cx="142150" cy="220998"/>
              </a:xfrm>
              <a:custGeom>
                <a:avLst/>
                <a:gdLst/>
                <a:ahLst/>
                <a:cxnLst/>
                <a:rect l="l" t="t" r="r" b="b"/>
                <a:pathLst>
                  <a:path w="6373" h="9908" extrusionOk="0">
                    <a:moveTo>
                      <a:pt x="6372" y="0"/>
                    </a:moveTo>
                    <a:lnTo>
                      <a:pt x="4271" y="67"/>
                    </a:lnTo>
                    <a:lnTo>
                      <a:pt x="1" y="9907"/>
                    </a:lnTo>
                    <a:lnTo>
                      <a:pt x="1" y="9907"/>
                    </a:lnTo>
                    <a:lnTo>
                      <a:pt x="2269" y="9574"/>
                    </a:lnTo>
                    <a:lnTo>
                      <a:pt x="6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7" name="Google Shape;1897;p83">
                <a:extLst>
                  <a:ext uri="{FF2B5EF4-FFF2-40B4-BE49-F238E27FC236}">
                    <a16:creationId xmlns:a16="http://schemas.microsoft.com/office/drawing/2014/main" id="{DC60C001-42E3-D443-C83A-7DBE6C31489F}"/>
                  </a:ext>
                </a:extLst>
              </p:cNvPr>
              <p:cNvSpPr/>
              <p:nvPr/>
            </p:nvSpPr>
            <p:spPr>
              <a:xfrm>
                <a:off x="5867338" y="3747688"/>
                <a:ext cx="227689" cy="258939"/>
              </a:xfrm>
              <a:custGeom>
                <a:avLst/>
                <a:gdLst/>
                <a:ahLst/>
                <a:cxnLst/>
                <a:rect l="l" t="t" r="r" b="b"/>
                <a:pathLst>
                  <a:path w="10208" h="11609" extrusionOk="0">
                    <a:moveTo>
                      <a:pt x="10208" y="0"/>
                    </a:moveTo>
                    <a:lnTo>
                      <a:pt x="3636" y="1568"/>
                    </a:lnTo>
                    <a:lnTo>
                      <a:pt x="1" y="11609"/>
                    </a:lnTo>
                    <a:lnTo>
                      <a:pt x="6805" y="9707"/>
                    </a:lnTo>
                    <a:lnTo>
                      <a:pt x="10208"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8" name="Google Shape;1898;p83">
                <a:extLst>
                  <a:ext uri="{FF2B5EF4-FFF2-40B4-BE49-F238E27FC236}">
                    <a16:creationId xmlns:a16="http://schemas.microsoft.com/office/drawing/2014/main" id="{163F2AE0-E3A6-10BD-B254-E8D3FD53B9C9}"/>
                  </a:ext>
                </a:extLst>
              </p:cNvPr>
              <p:cNvSpPr/>
              <p:nvPr/>
            </p:nvSpPr>
            <p:spPr>
              <a:xfrm>
                <a:off x="5867338" y="3747688"/>
                <a:ext cx="227689" cy="258939"/>
              </a:xfrm>
              <a:custGeom>
                <a:avLst/>
                <a:gdLst/>
                <a:ahLst/>
                <a:cxnLst/>
                <a:rect l="l" t="t" r="r" b="b"/>
                <a:pathLst>
                  <a:path w="10208" h="11609" extrusionOk="0">
                    <a:moveTo>
                      <a:pt x="10208" y="0"/>
                    </a:moveTo>
                    <a:lnTo>
                      <a:pt x="3636" y="1568"/>
                    </a:lnTo>
                    <a:lnTo>
                      <a:pt x="1" y="11609"/>
                    </a:lnTo>
                    <a:lnTo>
                      <a:pt x="6805" y="9707"/>
                    </a:lnTo>
                    <a:lnTo>
                      <a:pt x="102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9" name="Google Shape;1899;p83">
                <a:extLst>
                  <a:ext uri="{FF2B5EF4-FFF2-40B4-BE49-F238E27FC236}">
                    <a16:creationId xmlns:a16="http://schemas.microsoft.com/office/drawing/2014/main" id="{4830C3C1-9C05-A1A9-88B0-16D99F8868B4}"/>
                  </a:ext>
                </a:extLst>
              </p:cNvPr>
              <p:cNvSpPr/>
              <p:nvPr/>
            </p:nvSpPr>
            <p:spPr>
              <a:xfrm>
                <a:off x="5659745" y="3658401"/>
                <a:ext cx="288716" cy="348226"/>
              </a:xfrm>
              <a:custGeom>
                <a:avLst/>
                <a:gdLst/>
                <a:ahLst/>
                <a:cxnLst/>
                <a:rect l="l" t="t" r="r" b="b"/>
                <a:pathLst>
                  <a:path w="12944" h="15612" extrusionOk="0">
                    <a:moveTo>
                      <a:pt x="3437" y="1"/>
                    </a:moveTo>
                    <a:lnTo>
                      <a:pt x="1" y="9441"/>
                    </a:lnTo>
                    <a:lnTo>
                      <a:pt x="9308" y="15612"/>
                    </a:lnTo>
                    <a:lnTo>
                      <a:pt x="12943" y="5571"/>
                    </a:lnTo>
                    <a:lnTo>
                      <a:pt x="3437"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0" name="Google Shape;1900;p83">
                <a:extLst>
                  <a:ext uri="{FF2B5EF4-FFF2-40B4-BE49-F238E27FC236}">
                    <a16:creationId xmlns:a16="http://schemas.microsoft.com/office/drawing/2014/main" id="{89E6D249-5D29-13B7-A6F9-76CB81C40D89}"/>
                  </a:ext>
                </a:extLst>
              </p:cNvPr>
              <p:cNvSpPr/>
              <p:nvPr/>
            </p:nvSpPr>
            <p:spPr>
              <a:xfrm>
                <a:off x="5659745" y="3658401"/>
                <a:ext cx="288716" cy="348226"/>
              </a:xfrm>
              <a:custGeom>
                <a:avLst/>
                <a:gdLst/>
                <a:ahLst/>
                <a:cxnLst/>
                <a:rect l="l" t="t" r="r" b="b"/>
                <a:pathLst>
                  <a:path w="12944" h="15612" extrusionOk="0">
                    <a:moveTo>
                      <a:pt x="3437" y="1"/>
                    </a:moveTo>
                    <a:lnTo>
                      <a:pt x="1" y="9441"/>
                    </a:lnTo>
                    <a:lnTo>
                      <a:pt x="9308" y="15612"/>
                    </a:lnTo>
                    <a:lnTo>
                      <a:pt x="12943" y="5571"/>
                    </a:lnTo>
                    <a:lnTo>
                      <a:pt x="34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1" name="Google Shape;1901;p83">
                <a:extLst>
                  <a:ext uri="{FF2B5EF4-FFF2-40B4-BE49-F238E27FC236}">
                    <a16:creationId xmlns:a16="http://schemas.microsoft.com/office/drawing/2014/main" id="{5F995081-67FD-F84D-23D8-41B4274FB5CD}"/>
                  </a:ext>
                </a:extLst>
              </p:cNvPr>
              <p:cNvSpPr/>
              <p:nvPr/>
            </p:nvSpPr>
            <p:spPr>
              <a:xfrm>
                <a:off x="5736385" y="3646490"/>
                <a:ext cx="358642" cy="136194"/>
              </a:xfrm>
              <a:custGeom>
                <a:avLst/>
                <a:gdLst/>
                <a:ahLst/>
                <a:cxnLst/>
                <a:rect l="l" t="t" r="r" b="b"/>
                <a:pathLst>
                  <a:path w="16079" h="6106" extrusionOk="0">
                    <a:moveTo>
                      <a:pt x="7006" y="1"/>
                    </a:moveTo>
                    <a:lnTo>
                      <a:pt x="1" y="535"/>
                    </a:lnTo>
                    <a:lnTo>
                      <a:pt x="9507" y="6105"/>
                    </a:lnTo>
                    <a:lnTo>
                      <a:pt x="16079" y="4537"/>
                    </a:lnTo>
                    <a:lnTo>
                      <a:pt x="70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2" name="Google Shape;1902;p83">
                <a:extLst>
                  <a:ext uri="{FF2B5EF4-FFF2-40B4-BE49-F238E27FC236}">
                    <a16:creationId xmlns:a16="http://schemas.microsoft.com/office/drawing/2014/main" id="{D9E7F7AF-6D2D-80A0-ECC2-740888C64004}"/>
                  </a:ext>
                </a:extLst>
              </p:cNvPr>
              <p:cNvSpPr/>
              <p:nvPr/>
            </p:nvSpPr>
            <p:spPr>
              <a:xfrm>
                <a:off x="5954394" y="3575805"/>
                <a:ext cx="58060" cy="138425"/>
              </a:xfrm>
              <a:custGeom>
                <a:avLst/>
                <a:gdLst/>
                <a:ahLst/>
                <a:cxnLst/>
                <a:rect l="l" t="t" r="r" b="b"/>
                <a:pathLst>
                  <a:path w="2603" h="6206" extrusionOk="0">
                    <a:moveTo>
                      <a:pt x="2335" y="1"/>
                    </a:moveTo>
                    <a:lnTo>
                      <a:pt x="0" y="6105"/>
                    </a:lnTo>
                    <a:lnTo>
                      <a:pt x="334" y="6205"/>
                    </a:lnTo>
                    <a:lnTo>
                      <a:pt x="2602" y="134"/>
                    </a:lnTo>
                    <a:lnTo>
                      <a:pt x="23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3" name="Google Shape;1903;p83">
                <a:extLst>
                  <a:ext uri="{FF2B5EF4-FFF2-40B4-BE49-F238E27FC236}">
                    <a16:creationId xmlns:a16="http://schemas.microsoft.com/office/drawing/2014/main" id="{2A33586D-CDD6-FB78-6166-16FFE7841F44}"/>
                  </a:ext>
                </a:extLst>
              </p:cNvPr>
              <p:cNvSpPr/>
              <p:nvPr/>
            </p:nvSpPr>
            <p:spPr>
              <a:xfrm>
                <a:off x="5954394" y="3575805"/>
                <a:ext cx="54335" cy="136930"/>
              </a:xfrm>
              <a:custGeom>
                <a:avLst/>
                <a:gdLst/>
                <a:ahLst/>
                <a:cxnLst/>
                <a:rect l="l" t="t" r="r" b="b"/>
                <a:pathLst>
                  <a:path w="2436" h="6139" extrusionOk="0">
                    <a:moveTo>
                      <a:pt x="2335" y="1"/>
                    </a:moveTo>
                    <a:lnTo>
                      <a:pt x="0" y="6105"/>
                    </a:lnTo>
                    <a:lnTo>
                      <a:pt x="134" y="6139"/>
                    </a:lnTo>
                    <a:lnTo>
                      <a:pt x="2435" y="34"/>
                    </a:lnTo>
                    <a:lnTo>
                      <a:pt x="23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4" name="Google Shape;1904;p83">
                <a:extLst>
                  <a:ext uri="{FF2B5EF4-FFF2-40B4-BE49-F238E27FC236}">
                    <a16:creationId xmlns:a16="http://schemas.microsoft.com/office/drawing/2014/main" id="{58CFEF18-95C7-4084-2036-4F9D0E92AF23}"/>
                  </a:ext>
                </a:extLst>
              </p:cNvPr>
              <p:cNvSpPr/>
              <p:nvPr/>
            </p:nvSpPr>
            <p:spPr>
              <a:xfrm>
                <a:off x="5169436" y="3630140"/>
                <a:ext cx="226953" cy="344501"/>
              </a:xfrm>
              <a:custGeom>
                <a:avLst/>
                <a:gdLst/>
                <a:ahLst/>
                <a:cxnLst/>
                <a:rect l="l" t="t" r="r" b="b"/>
                <a:pathLst>
                  <a:path w="10175" h="15445" extrusionOk="0">
                    <a:moveTo>
                      <a:pt x="10174" y="0"/>
                    </a:moveTo>
                    <a:lnTo>
                      <a:pt x="4704" y="200"/>
                    </a:lnTo>
                    <a:lnTo>
                      <a:pt x="1" y="15444"/>
                    </a:lnTo>
                    <a:lnTo>
                      <a:pt x="5404" y="14610"/>
                    </a:lnTo>
                    <a:lnTo>
                      <a:pt x="101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5" name="Google Shape;1905;p83">
                <a:extLst>
                  <a:ext uri="{FF2B5EF4-FFF2-40B4-BE49-F238E27FC236}">
                    <a16:creationId xmlns:a16="http://schemas.microsoft.com/office/drawing/2014/main" id="{37F805AE-23CE-0872-5463-C532A91A6321}"/>
                  </a:ext>
                </a:extLst>
              </p:cNvPr>
              <p:cNvSpPr/>
              <p:nvPr/>
            </p:nvSpPr>
            <p:spPr>
              <a:xfrm>
                <a:off x="5296664" y="3624921"/>
                <a:ext cx="218031" cy="331118"/>
              </a:xfrm>
              <a:custGeom>
                <a:avLst/>
                <a:gdLst/>
                <a:ahLst/>
                <a:cxnLst/>
                <a:rect l="l" t="t" r="r" b="b"/>
                <a:pathLst>
                  <a:path w="9775" h="14845" extrusionOk="0">
                    <a:moveTo>
                      <a:pt x="9774" y="1"/>
                    </a:moveTo>
                    <a:lnTo>
                      <a:pt x="4704" y="234"/>
                    </a:lnTo>
                    <a:lnTo>
                      <a:pt x="1" y="14844"/>
                    </a:lnTo>
                    <a:lnTo>
                      <a:pt x="1" y="14844"/>
                    </a:lnTo>
                    <a:lnTo>
                      <a:pt x="5104" y="14111"/>
                    </a:lnTo>
                    <a:lnTo>
                      <a:pt x="97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6" name="Google Shape;1906;p83">
                <a:extLst>
                  <a:ext uri="{FF2B5EF4-FFF2-40B4-BE49-F238E27FC236}">
                    <a16:creationId xmlns:a16="http://schemas.microsoft.com/office/drawing/2014/main" id="{27903F67-3A8D-0950-9585-1C3DF686E36E}"/>
                  </a:ext>
                </a:extLst>
              </p:cNvPr>
              <p:cNvSpPr/>
              <p:nvPr/>
            </p:nvSpPr>
            <p:spPr>
              <a:xfrm>
                <a:off x="5415706" y="3622690"/>
                <a:ext cx="206879" cy="314010"/>
              </a:xfrm>
              <a:custGeom>
                <a:avLst/>
                <a:gdLst/>
                <a:ahLst/>
                <a:cxnLst/>
                <a:rect l="l" t="t" r="r" b="b"/>
                <a:pathLst>
                  <a:path w="9275" h="14078" extrusionOk="0">
                    <a:moveTo>
                      <a:pt x="9274" y="0"/>
                    </a:moveTo>
                    <a:lnTo>
                      <a:pt x="4637" y="134"/>
                    </a:lnTo>
                    <a:lnTo>
                      <a:pt x="1" y="14077"/>
                    </a:lnTo>
                    <a:lnTo>
                      <a:pt x="4637" y="13477"/>
                    </a:lnTo>
                    <a:lnTo>
                      <a:pt x="92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7" name="Google Shape;1907;p83">
                <a:extLst>
                  <a:ext uri="{FF2B5EF4-FFF2-40B4-BE49-F238E27FC236}">
                    <a16:creationId xmlns:a16="http://schemas.microsoft.com/office/drawing/2014/main" id="{582E0E6E-2EFC-F90E-9E9C-CFD382BCE3C5}"/>
                  </a:ext>
                </a:extLst>
              </p:cNvPr>
              <p:cNvSpPr/>
              <p:nvPr/>
            </p:nvSpPr>
            <p:spPr>
              <a:xfrm>
                <a:off x="5522101" y="3616735"/>
                <a:ext cx="200165" cy="305088"/>
              </a:xfrm>
              <a:custGeom>
                <a:avLst/>
                <a:gdLst/>
                <a:ahLst/>
                <a:cxnLst/>
                <a:rect l="l" t="t" r="r" b="b"/>
                <a:pathLst>
                  <a:path w="8974" h="13678" extrusionOk="0">
                    <a:moveTo>
                      <a:pt x="8974" y="1"/>
                    </a:moveTo>
                    <a:lnTo>
                      <a:pt x="4704" y="134"/>
                    </a:lnTo>
                    <a:lnTo>
                      <a:pt x="1" y="13677"/>
                    </a:lnTo>
                    <a:lnTo>
                      <a:pt x="4404" y="13077"/>
                    </a:lnTo>
                    <a:lnTo>
                      <a:pt x="89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8" name="Google Shape;1908;p83">
                <a:extLst>
                  <a:ext uri="{FF2B5EF4-FFF2-40B4-BE49-F238E27FC236}">
                    <a16:creationId xmlns:a16="http://schemas.microsoft.com/office/drawing/2014/main" id="{F5C10A96-D4AC-E762-9287-EA1793BA0A86}"/>
                  </a:ext>
                </a:extLst>
              </p:cNvPr>
              <p:cNvSpPr/>
              <p:nvPr/>
            </p:nvSpPr>
            <p:spPr>
              <a:xfrm>
                <a:off x="5646362" y="3697100"/>
                <a:ext cx="165949" cy="148819"/>
              </a:xfrm>
              <a:custGeom>
                <a:avLst/>
                <a:gdLst/>
                <a:ahLst/>
                <a:cxnLst/>
                <a:rect l="l" t="t" r="r" b="b"/>
                <a:pathLst>
                  <a:path w="7440" h="6672" extrusionOk="0">
                    <a:moveTo>
                      <a:pt x="2402" y="0"/>
                    </a:moveTo>
                    <a:lnTo>
                      <a:pt x="0" y="6672"/>
                    </a:lnTo>
                    <a:lnTo>
                      <a:pt x="6872" y="5304"/>
                    </a:lnTo>
                    <a:lnTo>
                      <a:pt x="7439" y="3703"/>
                    </a:lnTo>
                    <a:lnTo>
                      <a:pt x="24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9" name="Google Shape;1909;p83">
                <a:extLst>
                  <a:ext uri="{FF2B5EF4-FFF2-40B4-BE49-F238E27FC236}">
                    <a16:creationId xmlns:a16="http://schemas.microsoft.com/office/drawing/2014/main" id="{168E8F9F-EB24-4E2E-5ED3-9005C36BEFFB}"/>
                  </a:ext>
                </a:extLst>
              </p:cNvPr>
              <p:cNvSpPr/>
              <p:nvPr/>
            </p:nvSpPr>
            <p:spPr>
              <a:xfrm>
                <a:off x="5912728" y="3760201"/>
                <a:ext cx="185288" cy="275444"/>
              </a:xfrm>
              <a:custGeom>
                <a:avLst/>
                <a:gdLst/>
                <a:ahLst/>
                <a:cxnLst/>
                <a:rect l="l" t="t" r="r" b="b"/>
                <a:pathLst>
                  <a:path w="8307" h="12349" extrusionOk="0">
                    <a:moveTo>
                      <a:pt x="7346" y="0"/>
                    </a:moveTo>
                    <a:cubicBezTo>
                      <a:pt x="5429" y="0"/>
                      <a:pt x="2653" y="1339"/>
                      <a:pt x="1301" y="3676"/>
                    </a:cubicBezTo>
                    <a:cubicBezTo>
                      <a:pt x="0" y="6545"/>
                      <a:pt x="0" y="11515"/>
                      <a:pt x="1768" y="12349"/>
                    </a:cubicBezTo>
                    <a:lnTo>
                      <a:pt x="8306" y="140"/>
                    </a:lnTo>
                    <a:cubicBezTo>
                      <a:pt x="8025" y="46"/>
                      <a:pt x="7700" y="0"/>
                      <a:pt x="7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0" name="Google Shape;1910;p83">
                <a:extLst>
                  <a:ext uri="{FF2B5EF4-FFF2-40B4-BE49-F238E27FC236}">
                    <a16:creationId xmlns:a16="http://schemas.microsoft.com/office/drawing/2014/main" id="{914758F5-880A-E209-6073-F1EB0785CBE3}"/>
                  </a:ext>
                </a:extLst>
              </p:cNvPr>
              <p:cNvSpPr/>
              <p:nvPr/>
            </p:nvSpPr>
            <p:spPr>
              <a:xfrm>
                <a:off x="5914223" y="3842172"/>
                <a:ext cx="49852" cy="183057"/>
              </a:xfrm>
              <a:custGeom>
                <a:avLst/>
                <a:gdLst/>
                <a:ahLst/>
                <a:cxnLst/>
                <a:rect l="l" t="t" r="r" b="b"/>
                <a:pathLst>
                  <a:path w="2235" h="8207" extrusionOk="0">
                    <a:moveTo>
                      <a:pt x="1234" y="1"/>
                    </a:moveTo>
                    <a:lnTo>
                      <a:pt x="1234" y="1"/>
                    </a:lnTo>
                    <a:cubicBezTo>
                      <a:pt x="467" y="2302"/>
                      <a:pt x="300" y="6672"/>
                      <a:pt x="1935" y="8207"/>
                    </a:cubicBezTo>
                    <a:lnTo>
                      <a:pt x="2235" y="7673"/>
                    </a:lnTo>
                    <a:cubicBezTo>
                      <a:pt x="2235" y="7673"/>
                      <a:pt x="0" y="4904"/>
                      <a:pt x="1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1" name="Google Shape;1911;p83">
                <a:extLst>
                  <a:ext uri="{FF2B5EF4-FFF2-40B4-BE49-F238E27FC236}">
                    <a16:creationId xmlns:a16="http://schemas.microsoft.com/office/drawing/2014/main" id="{CA7B8D6C-4332-298F-B1F8-4EDC0797D7A7}"/>
                  </a:ext>
                </a:extLst>
              </p:cNvPr>
              <p:cNvSpPr/>
              <p:nvPr/>
            </p:nvSpPr>
            <p:spPr>
              <a:xfrm>
                <a:off x="5950669" y="3773271"/>
                <a:ext cx="141391" cy="60737"/>
              </a:xfrm>
              <a:custGeom>
                <a:avLst/>
                <a:gdLst/>
                <a:ahLst/>
                <a:cxnLst/>
                <a:rect l="l" t="t" r="r" b="b"/>
                <a:pathLst>
                  <a:path w="6339" h="2723" extrusionOk="0">
                    <a:moveTo>
                      <a:pt x="5460" y="1"/>
                    </a:moveTo>
                    <a:cubicBezTo>
                      <a:pt x="3766" y="1"/>
                      <a:pt x="2077" y="646"/>
                      <a:pt x="1" y="2723"/>
                    </a:cubicBezTo>
                    <a:cubicBezTo>
                      <a:pt x="1972" y="1004"/>
                      <a:pt x="3503" y="377"/>
                      <a:pt x="4840" y="377"/>
                    </a:cubicBezTo>
                    <a:cubicBezTo>
                      <a:pt x="5267" y="377"/>
                      <a:pt x="5675" y="441"/>
                      <a:pt x="6072" y="555"/>
                    </a:cubicBezTo>
                    <a:lnTo>
                      <a:pt x="6338" y="54"/>
                    </a:lnTo>
                    <a:cubicBezTo>
                      <a:pt x="6044" y="20"/>
                      <a:pt x="5752" y="1"/>
                      <a:pt x="54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2" name="Google Shape;1912;p83">
                <a:extLst>
                  <a:ext uri="{FF2B5EF4-FFF2-40B4-BE49-F238E27FC236}">
                    <a16:creationId xmlns:a16="http://schemas.microsoft.com/office/drawing/2014/main" id="{27F29D68-CCED-9AD6-904F-7C67AAEF54A0}"/>
                  </a:ext>
                </a:extLst>
              </p:cNvPr>
              <p:cNvSpPr/>
              <p:nvPr/>
            </p:nvSpPr>
            <p:spPr>
              <a:xfrm>
                <a:off x="5916453" y="3760178"/>
                <a:ext cx="217273" cy="276337"/>
              </a:xfrm>
              <a:custGeom>
                <a:avLst/>
                <a:gdLst/>
                <a:ahLst/>
                <a:cxnLst/>
                <a:rect l="l" t="t" r="r" b="b"/>
                <a:pathLst>
                  <a:path w="9741" h="12389" extrusionOk="0">
                    <a:moveTo>
                      <a:pt x="7646" y="0"/>
                    </a:moveTo>
                    <a:cubicBezTo>
                      <a:pt x="6170" y="0"/>
                      <a:pt x="3985" y="1899"/>
                      <a:pt x="2335" y="4744"/>
                    </a:cubicBezTo>
                    <a:cubicBezTo>
                      <a:pt x="434" y="8080"/>
                      <a:pt x="0" y="11416"/>
                      <a:pt x="1401" y="12216"/>
                    </a:cubicBezTo>
                    <a:cubicBezTo>
                      <a:pt x="1600" y="12333"/>
                      <a:pt x="1828" y="12389"/>
                      <a:pt x="2077" y="12389"/>
                    </a:cubicBezTo>
                    <a:cubicBezTo>
                      <a:pt x="3538" y="12389"/>
                      <a:pt x="5747" y="10468"/>
                      <a:pt x="7372" y="7646"/>
                    </a:cubicBezTo>
                    <a:cubicBezTo>
                      <a:pt x="9307" y="4344"/>
                      <a:pt x="9740" y="975"/>
                      <a:pt x="8339" y="174"/>
                    </a:cubicBezTo>
                    <a:cubicBezTo>
                      <a:pt x="8133" y="57"/>
                      <a:pt x="7900" y="0"/>
                      <a:pt x="7646"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3" name="Google Shape;1913;p83">
                <a:extLst>
                  <a:ext uri="{FF2B5EF4-FFF2-40B4-BE49-F238E27FC236}">
                    <a16:creationId xmlns:a16="http://schemas.microsoft.com/office/drawing/2014/main" id="{AAED5185-8D59-39EC-86CC-907BBE37E0BA}"/>
                  </a:ext>
                </a:extLst>
              </p:cNvPr>
              <p:cNvSpPr/>
              <p:nvPr/>
            </p:nvSpPr>
            <p:spPr>
              <a:xfrm>
                <a:off x="5943219" y="3812261"/>
                <a:ext cx="104945" cy="132849"/>
              </a:xfrm>
              <a:custGeom>
                <a:avLst/>
                <a:gdLst/>
                <a:ahLst/>
                <a:cxnLst/>
                <a:rect l="l" t="t" r="r" b="b"/>
                <a:pathLst>
                  <a:path w="4705" h="5956" extrusionOk="0">
                    <a:moveTo>
                      <a:pt x="3591" y="0"/>
                    </a:moveTo>
                    <a:cubicBezTo>
                      <a:pt x="3195" y="0"/>
                      <a:pt x="2709" y="199"/>
                      <a:pt x="2336" y="641"/>
                    </a:cubicBezTo>
                    <a:cubicBezTo>
                      <a:pt x="1902" y="1142"/>
                      <a:pt x="1502" y="1709"/>
                      <a:pt x="1135" y="2276"/>
                    </a:cubicBezTo>
                    <a:cubicBezTo>
                      <a:pt x="768" y="2943"/>
                      <a:pt x="468" y="3610"/>
                      <a:pt x="234" y="4344"/>
                    </a:cubicBezTo>
                    <a:cubicBezTo>
                      <a:pt x="1" y="4911"/>
                      <a:pt x="201" y="5511"/>
                      <a:pt x="701" y="5878"/>
                    </a:cubicBezTo>
                    <a:cubicBezTo>
                      <a:pt x="797" y="5931"/>
                      <a:pt x="904" y="5956"/>
                      <a:pt x="1021" y="5956"/>
                    </a:cubicBezTo>
                    <a:cubicBezTo>
                      <a:pt x="1724" y="5956"/>
                      <a:pt x="2770" y="5049"/>
                      <a:pt x="3570" y="3677"/>
                    </a:cubicBezTo>
                    <a:cubicBezTo>
                      <a:pt x="4504" y="2076"/>
                      <a:pt x="4704" y="475"/>
                      <a:pt x="4037" y="108"/>
                    </a:cubicBezTo>
                    <a:cubicBezTo>
                      <a:pt x="3916" y="37"/>
                      <a:pt x="3762" y="0"/>
                      <a:pt x="35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4" name="Google Shape;1914;p83">
                <a:extLst>
                  <a:ext uri="{FF2B5EF4-FFF2-40B4-BE49-F238E27FC236}">
                    <a16:creationId xmlns:a16="http://schemas.microsoft.com/office/drawing/2014/main" id="{5C396524-FB9F-91BB-36DC-FEFFA65ACEF6}"/>
                  </a:ext>
                </a:extLst>
              </p:cNvPr>
              <p:cNvSpPr/>
              <p:nvPr/>
            </p:nvSpPr>
            <p:spPr>
              <a:xfrm>
                <a:off x="5968535" y="3848885"/>
                <a:ext cx="78870" cy="69212"/>
              </a:xfrm>
              <a:custGeom>
                <a:avLst/>
                <a:gdLst/>
                <a:ahLst/>
                <a:cxnLst/>
                <a:rect l="l" t="t" r="r" b="b"/>
                <a:pathLst>
                  <a:path w="3536" h="3103" extrusionOk="0">
                    <a:moveTo>
                      <a:pt x="801" y="0"/>
                    </a:moveTo>
                    <a:cubicBezTo>
                      <a:pt x="300" y="133"/>
                      <a:pt x="0" y="634"/>
                      <a:pt x="67" y="1134"/>
                    </a:cubicBezTo>
                    <a:lnTo>
                      <a:pt x="1434" y="1568"/>
                    </a:lnTo>
                    <a:lnTo>
                      <a:pt x="2769" y="3102"/>
                    </a:lnTo>
                    <a:lnTo>
                      <a:pt x="3536" y="1768"/>
                    </a:lnTo>
                    <a:lnTo>
                      <a:pt x="1768" y="1067"/>
                    </a:lnTo>
                    <a:lnTo>
                      <a:pt x="8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5" name="Google Shape;1915;p83">
                <a:extLst>
                  <a:ext uri="{FF2B5EF4-FFF2-40B4-BE49-F238E27FC236}">
                    <a16:creationId xmlns:a16="http://schemas.microsoft.com/office/drawing/2014/main" id="{2F2EC4FD-F98B-4A63-052C-F1BD7839F329}"/>
                  </a:ext>
                </a:extLst>
              </p:cNvPr>
              <p:cNvSpPr/>
              <p:nvPr/>
            </p:nvSpPr>
            <p:spPr>
              <a:xfrm>
                <a:off x="6026551" y="3887785"/>
                <a:ext cx="23844" cy="30826"/>
              </a:xfrm>
              <a:custGeom>
                <a:avLst/>
                <a:gdLst/>
                <a:ahLst/>
                <a:cxnLst/>
                <a:rect l="l" t="t" r="r" b="b"/>
                <a:pathLst>
                  <a:path w="1069" h="1382" extrusionOk="0">
                    <a:moveTo>
                      <a:pt x="847" y="1"/>
                    </a:moveTo>
                    <a:cubicBezTo>
                      <a:pt x="676" y="1"/>
                      <a:pt x="436" y="215"/>
                      <a:pt x="268" y="524"/>
                    </a:cubicBezTo>
                    <a:cubicBezTo>
                      <a:pt x="34" y="891"/>
                      <a:pt x="1" y="1258"/>
                      <a:pt x="168" y="1358"/>
                    </a:cubicBezTo>
                    <a:cubicBezTo>
                      <a:pt x="189" y="1374"/>
                      <a:pt x="214" y="1381"/>
                      <a:pt x="242" y="1381"/>
                    </a:cubicBezTo>
                    <a:cubicBezTo>
                      <a:pt x="393" y="1381"/>
                      <a:pt x="633" y="1167"/>
                      <a:pt x="802" y="858"/>
                    </a:cubicBezTo>
                    <a:cubicBezTo>
                      <a:pt x="1035" y="491"/>
                      <a:pt x="1068" y="124"/>
                      <a:pt x="935" y="24"/>
                    </a:cubicBezTo>
                    <a:cubicBezTo>
                      <a:pt x="909" y="8"/>
                      <a:pt x="879" y="1"/>
                      <a:pt x="8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6" name="Google Shape;1916;p83">
                <a:extLst>
                  <a:ext uri="{FF2B5EF4-FFF2-40B4-BE49-F238E27FC236}">
                    <a16:creationId xmlns:a16="http://schemas.microsoft.com/office/drawing/2014/main" id="{6DDE1729-4CE9-1512-3464-C2C93C7148D3}"/>
                  </a:ext>
                </a:extLst>
              </p:cNvPr>
              <p:cNvSpPr/>
              <p:nvPr/>
            </p:nvSpPr>
            <p:spPr>
              <a:xfrm>
                <a:off x="6026551" y="3887785"/>
                <a:ext cx="23844" cy="30826"/>
              </a:xfrm>
              <a:custGeom>
                <a:avLst/>
                <a:gdLst/>
                <a:ahLst/>
                <a:cxnLst/>
                <a:rect l="l" t="t" r="r" b="b"/>
                <a:pathLst>
                  <a:path w="1069" h="1382" extrusionOk="0">
                    <a:moveTo>
                      <a:pt x="847" y="1"/>
                    </a:moveTo>
                    <a:cubicBezTo>
                      <a:pt x="676" y="1"/>
                      <a:pt x="436" y="215"/>
                      <a:pt x="268" y="524"/>
                    </a:cubicBezTo>
                    <a:cubicBezTo>
                      <a:pt x="34" y="891"/>
                      <a:pt x="1" y="1258"/>
                      <a:pt x="168" y="1358"/>
                    </a:cubicBezTo>
                    <a:cubicBezTo>
                      <a:pt x="189" y="1374"/>
                      <a:pt x="214" y="1381"/>
                      <a:pt x="242" y="1381"/>
                    </a:cubicBezTo>
                    <a:cubicBezTo>
                      <a:pt x="393" y="1381"/>
                      <a:pt x="633" y="1167"/>
                      <a:pt x="802" y="858"/>
                    </a:cubicBezTo>
                    <a:cubicBezTo>
                      <a:pt x="1035" y="491"/>
                      <a:pt x="1068" y="124"/>
                      <a:pt x="935" y="24"/>
                    </a:cubicBezTo>
                    <a:cubicBezTo>
                      <a:pt x="909" y="8"/>
                      <a:pt x="879" y="1"/>
                      <a:pt x="8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7" name="Google Shape;1917;p83">
                <a:extLst>
                  <a:ext uri="{FF2B5EF4-FFF2-40B4-BE49-F238E27FC236}">
                    <a16:creationId xmlns:a16="http://schemas.microsoft.com/office/drawing/2014/main" id="{2E01E6F5-4D2D-FBBD-233A-77B4E6B5D4F8}"/>
                  </a:ext>
                </a:extLst>
              </p:cNvPr>
              <p:cNvSpPr/>
              <p:nvPr/>
            </p:nvSpPr>
            <p:spPr>
              <a:xfrm>
                <a:off x="5970007" y="3858543"/>
                <a:ext cx="63279" cy="59554"/>
              </a:xfrm>
              <a:custGeom>
                <a:avLst/>
                <a:gdLst/>
                <a:ahLst/>
                <a:cxnLst/>
                <a:rect l="l" t="t" r="r" b="b"/>
                <a:pathLst>
                  <a:path w="2837" h="2670" extrusionOk="0">
                    <a:moveTo>
                      <a:pt x="168" y="1"/>
                    </a:moveTo>
                    <a:cubicBezTo>
                      <a:pt x="34" y="201"/>
                      <a:pt x="1" y="468"/>
                      <a:pt x="1" y="735"/>
                    </a:cubicBezTo>
                    <a:lnTo>
                      <a:pt x="1368" y="1168"/>
                    </a:lnTo>
                    <a:lnTo>
                      <a:pt x="2666" y="2628"/>
                    </a:lnTo>
                    <a:lnTo>
                      <a:pt x="2666" y="2628"/>
                    </a:lnTo>
                    <a:cubicBezTo>
                      <a:pt x="2554" y="2453"/>
                      <a:pt x="2653" y="2013"/>
                      <a:pt x="2836" y="1769"/>
                    </a:cubicBezTo>
                    <a:cubicBezTo>
                      <a:pt x="2836" y="1769"/>
                      <a:pt x="2302" y="1468"/>
                      <a:pt x="168" y="1"/>
                    </a:cubicBezTo>
                    <a:close/>
                    <a:moveTo>
                      <a:pt x="2666" y="2628"/>
                    </a:moveTo>
                    <a:cubicBezTo>
                      <a:pt x="2677" y="2644"/>
                      <a:pt x="2689" y="2658"/>
                      <a:pt x="2703" y="2669"/>
                    </a:cubicBezTo>
                    <a:lnTo>
                      <a:pt x="2666" y="262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8" name="Google Shape;1918;p83">
                <a:extLst>
                  <a:ext uri="{FF2B5EF4-FFF2-40B4-BE49-F238E27FC236}">
                    <a16:creationId xmlns:a16="http://schemas.microsoft.com/office/drawing/2014/main" id="{B1C49278-9FDE-3C07-8E07-3043B2E5208E}"/>
                  </a:ext>
                </a:extLst>
              </p:cNvPr>
              <p:cNvSpPr/>
              <p:nvPr/>
            </p:nvSpPr>
            <p:spPr>
              <a:xfrm>
                <a:off x="5972238" y="3963466"/>
                <a:ext cx="108670" cy="55071"/>
              </a:xfrm>
              <a:custGeom>
                <a:avLst/>
                <a:gdLst/>
                <a:ahLst/>
                <a:cxnLst/>
                <a:rect l="l" t="t" r="r" b="b"/>
                <a:pathLst>
                  <a:path w="4872" h="2469" extrusionOk="0">
                    <a:moveTo>
                      <a:pt x="4804" y="0"/>
                    </a:moveTo>
                    <a:lnTo>
                      <a:pt x="1" y="2335"/>
                    </a:lnTo>
                    <a:lnTo>
                      <a:pt x="101" y="2468"/>
                    </a:lnTo>
                    <a:lnTo>
                      <a:pt x="4871" y="133"/>
                    </a:lnTo>
                    <a:lnTo>
                      <a:pt x="48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9" name="Google Shape;1919;p83">
                <a:extLst>
                  <a:ext uri="{FF2B5EF4-FFF2-40B4-BE49-F238E27FC236}">
                    <a16:creationId xmlns:a16="http://schemas.microsoft.com/office/drawing/2014/main" id="{7781C3E8-2FAD-BCE9-BAA8-583C5D953DD9}"/>
                  </a:ext>
                </a:extLst>
              </p:cNvPr>
              <p:cNvSpPr/>
              <p:nvPr/>
            </p:nvSpPr>
            <p:spPr>
              <a:xfrm>
                <a:off x="6111377" y="3817636"/>
                <a:ext cx="5978" cy="93770"/>
              </a:xfrm>
              <a:custGeom>
                <a:avLst/>
                <a:gdLst/>
                <a:ahLst/>
                <a:cxnLst/>
                <a:rect l="l" t="t" r="r" b="b"/>
                <a:pathLst>
                  <a:path w="268" h="4204" extrusionOk="0">
                    <a:moveTo>
                      <a:pt x="1" y="0"/>
                    </a:moveTo>
                    <a:lnTo>
                      <a:pt x="101" y="4203"/>
                    </a:lnTo>
                    <a:lnTo>
                      <a:pt x="268" y="4203"/>
                    </a:lnTo>
                    <a:lnTo>
                      <a:pt x="1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0" name="Google Shape;1920;p83">
                <a:extLst>
                  <a:ext uri="{FF2B5EF4-FFF2-40B4-BE49-F238E27FC236}">
                    <a16:creationId xmlns:a16="http://schemas.microsoft.com/office/drawing/2014/main" id="{2F4A4AF9-AB76-38AA-EA34-FDD92E1FBD78}"/>
                  </a:ext>
                </a:extLst>
              </p:cNvPr>
              <p:cNvSpPr/>
              <p:nvPr/>
            </p:nvSpPr>
            <p:spPr>
              <a:xfrm>
                <a:off x="5984149" y="3840699"/>
                <a:ext cx="133205" cy="72937"/>
              </a:xfrm>
              <a:custGeom>
                <a:avLst/>
                <a:gdLst/>
                <a:ahLst/>
                <a:cxnLst/>
                <a:rect l="l" t="t" r="r" b="b"/>
                <a:pathLst>
                  <a:path w="5972" h="3270" extrusionOk="0">
                    <a:moveTo>
                      <a:pt x="101" y="0"/>
                    </a:moveTo>
                    <a:lnTo>
                      <a:pt x="1" y="100"/>
                    </a:lnTo>
                    <a:lnTo>
                      <a:pt x="5905" y="3269"/>
                    </a:lnTo>
                    <a:lnTo>
                      <a:pt x="5972" y="3169"/>
                    </a:lnTo>
                    <a:lnTo>
                      <a:pt x="1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1" name="Google Shape;1921;p83">
                <a:extLst>
                  <a:ext uri="{FF2B5EF4-FFF2-40B4-BE49-F238E27FC236}">
                    <a16:creationId xmlns:a16="http://schemas.microsoft.com/office/drawing/2014/main" id="{94DBEE03-42BD-EE8E-7901-4CF38CA5416E}"/>
                  </a:ext>
                </a:extLst>
              </p:cNvPr>
              <p:cNvSpPr/>
              <p:nvPr/>
            </p:nvSpPr>
            <p:spPr>
              <a:xfrm>
                <a:off x="5981182" y="3846633"/>
                <a:ext cx="100462" cy="117592"/>
              </a:xfrm>
              <a:custGeom>
                <a:avLst/>
                <a:gdLst/>
                <a:ahLst/>
                <a:cxnLst/>
                <a:rect l="l" t="t" r="r" b="b"/>
                <a:pathLst>
                  <a:path w="4504" h="5272" extrusionOk="0">
                    <a:moveTo>
                      <a:pt x="100" y="1"/>
                    </a:moveTo>
                    <a:lnTo>
                      <a:pt x="0" y="134"/>
                    </a:lnTo>
                    <a:lnTo>
                      <a:pt x="4437" y="5271"/>
                    </a:lnTo>
                    <a:lnTo>
                      <a:pt x="4503" y="5171"/>
                    </a:lnTo>
                    <a:lnTo>
                      <a:pt x="1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2" name="Google Shape;1922;p83">
                <a:extLst>
                  <a:ext uri="{FF2B5EF4-FFF2-40B4-BE49-F238E27FC236}">
                    <a16:creationId xmlns:a16="http://schemas.microsoft.com/office/drawing/2014/main" id="{8B2B5D83-A274-A04A-4DF9-EAB872379092}"/>
                  </a:ext>
                </a:extLst>
              </p:cNvPr>
              <p:cNvSpPr/>
              <p:nvPr/>
            </p:nvSpPr>
            <p:spPr>
              <a:xfrm>
                <a:off x="6075666" y="3910581"/>
                <a:ext cx="49138" cy="61383"/>
              </a:xfrm>
              <a:custGeom>
                <a:avLst/>
                <a:gdLst/>
                <a:ahLst/>
                <a:cxnLst/>
                <a:rect l="l" t="t" r="r" b="b"/>
                <a:pathLst>
                  <a:path w="2203" h="2752" extrusionOk="0">
                    <a:moveTo>
                      <a:pt x="1722" y="0"/>
                    </a:moveTo>
                    <a:cubicBezTo>
                      <a:pt x="1399" y="0"/>
                      <a:pt x="905" y="409"/>
                      <a:pt x="534" y="1037"/>
                    </a:cubicBezTo>
                    <a:cubicBezTo>
                      <a:pt x="101" y="1804"/>
                      <a:pt x="1" y="2538"/>
                      <a:pt x="301" y="2705"/>
                    </a:cubicBezTo>
                    <a:cubicBezTo>
                      <a:pt x="353" y="2736"/>
                      <a:pt x="412" y="2751"/>
                      <a:pt x="476" y="2751"/>
                    </a:cubicBezTo>
                    <a:cubicBezTo>
                      <a:pt x="819" y="2751"/>
                      <a:pt x="1303" y="2322"/>
                      <a:pt x="1668" y="1704"/>
                    </a:cubicBezTo>
                    <a:cubicBezTo>
                      <a:pt x="2102" y="937"/>
                      <a:pt x="2202" y="203"/>
                      <a:pt x="1869" y="36"/>
                    </a:cubicBezTo>
                    <a:cubicBezTo>
                      <a:pt x="1825" y="12"/>
                      <a:pt x="1776" y="0"/>
                      <a:pt x="17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3" name="Google Shape;1923;p83">
                <a:extLst>
                  <a:ext uri="{FF2B5EF4-FFF2-40B4-BE49-F238E27FC236}">
                    <a16:creationId xmlns:a16="http://schemas.microsoft.com/office/drawing/2014/main" id="{B61EB0DB-5248-F617-B70B-B8DDB442C48D}"/>
                  </a:ext>
                </a:extLst>
              </p:cNvPr>
              <p:cNvSpPr/>
              <p:nvPr/>
            </p:nvSpPr>
            <p:spPr>
              <a:xfrm>
                <a:off x="6079391" y="3914261"/>
                <a:ext cx="43919" cy="55740"/>
              </a:xfrm>
              <a:custGeom>
                <a:avLst/>
                <a:gdLst/>
                <a:ahLst/>
                <a:cxnLst/>
                <a:rect l="l" t="t" r="r" b="b"/>
                <a:pathLst>
                  <a:path w="1969" h="2499" extrusionOk="0">
                    <a:moveTo>
                      <a:pt x="1548" y="0"/>
                    </a:moveTo>
                    <a:cubicBezTo>
                      <a:pt x="1241" y="0"/>
                      <a:pt x="806" y="374"/>
                      <a:pt x="467" y="938"/>
                    </a:cubicBezTo>
                    <a:cubicBezTo>
                      <a:pt x="100" y="1639"/>
                      <a:pt x="0" y="2306"/>
                      <a:pt x="301" y="2473"/>
                    </a:cubicBezTo>
                    <a:cubicBezTo>
                      <a:pt x="335" y="2490"/>
                      <a:pt x="375" y="2498"/>
                      <a:pt x="418" y="2498"/>
                    </a:cubicBezTo>
                    <a:cubicBezTo>
                      <a:pt x="711" y="2498"/>
                      <a:pt x="1182" y="2120"/>
                      <a:pt x="1501" y="1539"/>
                    </a:cubicBezTo>
                    <a:cubicBezTo>
                      <a:pt x="1868" y="872"/>
                      <a:pt x="1968" y="205"/>
                      <a:pt x="1702" y="38"/>
                    </a:cubicBezTo>
                    <a:cubicBezTo>
                      <a:pt x="1656" y="12"/>
                      <a:pt x="1604" y="0"/>
                      <a:pt x="15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4" name="Google Shape;1924;p83">
                <a:extLst>
                  <a:ext uri="{FF2B5EF4-FFF2-40B4-BE49-F238E27FC236}">
                    <a16:creationId xmlns:a16="http://schemas.microsoft.com/office/drawing/2014/main" id="{D88D2199-2FA2-95D0-3F9F-E27865D07728}"/>
                  </a:ext>
                </a:extLst>
              </p:cNvPr>
              <p:cNvSpPr/>
              <p:nvPr/>
            </p:nvSpPr>
            <p:spPr>
              <a:xfrm>
                <a:off x="5659745" y="3815383"/>
                <a:ext cx="139919" cy="53599"/>
              </a:xfrm>
              <a:custGeom>
                <a:avLst/>
                <a:gdLst/>
                <a:ahLst/>
                <a:cxnLst/>
                <a:rect l="l" t="t" r="r" b="b"/>
                <a:pathLst>
                  <a:path w="6273" h="2403" extrusionOk="0">
                    <a:moveTo>
                      <a:pt x="6272" y="1"/>
                    </a:moveTo>
                    <a:lnTo>
                      <a:pt x="468" y="1135"/>
                    </a:lnTo>
                    <a:lnTo>
                      <a:pt x="1" y="2403"/>
                    </a:lnTo>
                    <a:lnTo>
                      <a:pt x="62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sp>
        <p:nvSpPr>
          <p:cNvPr id="2" name="Google Shape;965;p58">
            <a:extLst>
              <a:ext uri="{FF2B5EF4-FFF2-40B4-BE49-F238E27FC236}">
                <a16:creationId xmlns:a16="http://schemas.microsoft.com/office/drawing/2014/main" id="{5BE6458F-559D-0A23-F852-6D12DD7B27D1}"/>
              </a:ext>
            </a:extLst>
          </p:cNvPr>
          <p:cNvSpPr txBox="1">
            <a:spLocks/>
          </p:cNvSpPr>
          <p:nvPr/>
        </p:nvSpPr>
        <p:spPr>
          <a:xfrm>
            <a:off x="243834" y="2245427"/>
            <a:ext cx="5928173" cy="64144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1pPr>
            <a:lvl2pPr marR="0" lvl="1"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2pPr>
            <a:lvl3pPr marR="0" lvl="2"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3pPr>
            <a:lvl4pPr marR="0" lvl="3"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4pPr>
            <a:lvl5pPr marR="0" lvl="4"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5pPr>
            <a:lvl6pPr marR="0" lvl="5"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6pPr>
            <a:lvl7pPr marR="0" lvl="6"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7pPr>
            <a:lvl8pPr marR="0" lvl="7"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8pPr>
            <a:lvl9pPr marR="0" lvl="8"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9pPr>
          </a:lstStyle>
          <a:p>
            <a:pPr algn="l"/>
            <a:r>
              <a:rPr lang="de-DE" sz="3600"/>
              <a:t>Von der Idee zur Lösung</a:t>
            </a:r>
            <a:endParaRPr lang="de-DE" sz="3600" noProof="1"/>
          </a:p>
        </p:txBody>
      </p:sp>
    </p:spTree>
    <p:extLst>
      <p:ext uri="{BB962C8B-B14F-4D97-AF65-F5344CB8AC3E}">
        <p14:creationId xmlns:p14="http://schemas.microsoft.com/office/powerpoint/2010/main" val="1560896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1000"/>
                                  </p:stCondLst>
                                  <p:childTnLst>
                                    <p:animRot by="-21600000">
                                      <p:cBhvr>
                                        <p:cTn id="6" dur="10000" fill="hold"/>
                                        <p:tgtEl>
                                          <p:spTgt spid="18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0">
          <a:extLst>
            <a:ext uri="{FF2B5EF4-FFF2-40B4-BE49-F238E27FC236}">
              <a16:creationId xmlns:a16="http://schemas.microsoft.com/office/drawing/2014/main" id="{F05F9A08-ACC7-9C99-9536-49A93B892792}"/>
            </a:ext>
          </a:extLst>
        </p:cNvPr>
        <p:cNvGrpSpPr/>
        <p:nvPr/>
      </p:nvGrpSpPr>
      <p:grpSpPr>
        <a:xfrm>
          <a:off x="0" y="0"/>
          <a:ext cx="0" cy="0"/>
          <a:chOff x="0" y="0"/>
          <a:chExt cx="0" cy="0"/>
        </a:xfrm>
      </p:grpSpPr>
      <p:pic>
        <p:nvPicPr>
          <p:cNvPr id="4" name="Grafik 3" descr="Ein Bild, das Screenshot, Darstellung, Design enthält.&#10;&#10;Automatisch generierte Beschreibung">
            <a:extLst>
              <a:ext uri="{FF2B5EF4-FFF2-40B4-BE49-F238E27FC236}">
                <a16:creationId xmlns:a16="http://schemas.microsoft.com/office/drawing/2014/main" id="{4D150B9F-45BB-003D-5BC6-66000403667C}"/>
              </a:ext>
            </a:extLst>
          </p:cNvPr>
          <p:cNvPicPr>
            <a:picLocks noChangeAspect="1"/>
          </p:cNvPicPr>
          <p:nvPr/>
        </p:nvPicPr>
        <p:blipFill>
          <a:blip r:embed="rId3">
            <a:alphaModFix/>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1781504" y="1066943"/>
            <a:ext cx="5453644" cy="3624147"/>
          </a:xfrm>
          <a:prstGeom prst="rect">
            <a:avLst/>
          </a:prstGeom>
        </p:spPr>
      </p:pic>
      <p:sp>
        <p:nvSpPr>
          <p:cNvPr id="1023" name="Google Shape;1023;p59">
            <a:extLst>
              <a:ext uri="{FF2B5EF4-FFF2-40B4-BE49-F238E27FC236}">
                <a16:creationId xmlns:a16="http://schemas.microsoft.com/office/drawing/2014/main" id="{D8A26FCA-5F42-282C-F124-1C7E2F62A43C}"/>
              </a:ext>
            </a:extLst>
          </p:cNvPr>
          <p:cNvSpPr/>
          <p:nvPr/>
        </p:nvSpPr>
        <p:spPr>
          <a:xfrm>
            <a:off x="7923528" y="592650"/>
            <a:ext cx="624000" cy="624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4" name="Google Shape;1024;p59">
            <a:extLst>
              <a:ext uri="{FF2B5EF4-FFF2-40B4-BE49-F238E27FC236}">
                <a16:creationId xmlns:a16="http://schemas.microsoft.com/office/drawing/2014/main" id="{290DB228-CF17-395E-42FF-6E0E339D6876}"/>
              </a:ext>
            </a:extLst>
          </p:cNvPr>
          <p:cNvSpPr/>
          <p:nvPr/>
        </p:nvSpPr>
        <p:spPr>
          <a:xfrm>
            <a:off x="6466977" y="4300616"/>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5" name="Google Shape;1025;p59">
            <a:extLst>
              <a:ext uri="{FF2B5EF4-FFF2-40B4-BE49-F238E27FC236}">
                <a16:creationId xmlns:a16="http://schemas.microsoft.com/office/drawing/2014/main" id="{64D33B43-F198-8AA9-09AB-3D4BCAF2D400}"/>
              </a:ext>
            </a:extLst>
          </p:cNvPr>
          <p:cNvSpPr/>
          <p:nvPr/>
        </p:nvSpPr>
        <p:spPr>
          <a:xfrm>
            <a:off x="1126861" y="2208696"/>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6" name="Google Shape;1026;p59">
            <a:extLst>
              <a:ext uri="{FF2B5EF4-FFF2-40B4-BE49-F238E27FC236}">
                <a16:creationId xmlns:a16="http://schemas.microsoft.com/office/drawing/2014/main" id="{04285842-4B95-84F9-F4F8-AF106D7EACE6}"/>
              </a:ext>
            </a:extLst>
          </p:cNvPr>
          <p:cNvSpPr/>
          <p:nvPr/>
        </p:nvSpPr>
        <p:spPr>
          <a:xfrm>
            <a:off x="1157504" y="843644"/>
            <a:ext cx="624000" cy="624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7" name="Google Shape;1027;p59">
            <a:extLst>
              <a:ext uri="{FF2B5EF4-FFF2-40B4-BE49-F238E27FC236}">
                <a16:creationId xmlns:a16="http://schemas.microsoft.com/office/drawing/2014/main" id="{6612474B-126E-4709-62C1-376339029C98}"/>
              </a:ext>
            </a:extLst>
          </p:cNvPr>
          <p:cNvSpPr/>
          <p:nvPr/>
        </p:nvSpPr>
        <p:spPr>
          <a:xfrm>
            <a:off x="7767228" y="2879017"/>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8" name="Google Shape;1028;p59">
            <a:extLst>
              <a:ext uri="{FF2B5EF4-FFF2-40B4-BE49-F238E27FC236}">
                <a16:creationId xmlns:a16="http://schemas.microsoft.com/office/drawing/2014/main" id="{4CB0B5F8-8207-38EC-C8F2-02E788366206}"/>
              </a:ext>
            </a:extLst>
          </p:cNvPr>
          <p:cNvSpPr/>
          <p:nvPr/>
        </p:nvSpPr>
        <p:spPr>
          <a:xfrm>
            <a:off x="2208125" y="4192193"/>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12" name="Google Shape;1516;p76">
            <a:extLst>
              <a:ext uri="{FF2B5EF4-FFF2-40B4-BE49-F238E27FC236}">
                <a16:creationId xmlns:a16="http://schemas.microsoft.com/office/drawing/2014/main" id="{7F81CE9D-906C-8F11-88DC-4B50F54318E0}"/>
              </a:ext>
            </a:extLst>
          </p:cNvPr>
          <p:cNvGrpSpPr/>
          <p:nvPr/>
        </p:nvGrpSpPr>
        <p:grpSpPr>
          <a:xfrm>
            <a:off x="2630875" y="-2461877"/>
            <a:ext cx="577250" cy="2424927"/>
            <a:chOff x="3444546" y="238154"/>
            <a:chExt cx="679197" cy="2855879"/>
          </a:xfrm>
        </p:grpSpPr>
        <p:sp>
          <p:nvSpPr>
            <p:cNvPr id="13" name="Google Shape;1517;p76">
              <a:extLst>
                <a:ext uri="{FF2B5EF4-FFF2-40B4-BE49-F238E27FC236}">
                  <a16:creationId xmlns:a16="http://schemas.microsoft.com/office/drawing/2014/main" id="{E21BC31B-EE63-3C57-3794-E00196BDAF56}"/>
                </a:ext>
              </a:extLst>
            </p:cNvPr>
            <p:cNvSpPr/>
            <p:nvPr/>
          </p:nvSpPr>
          <p:spPr>
            <a:xfrm>
              <a:off x="3523030" y="2245511"/>
              <a:ext cx="547901" cy="848522"/>
            </a:xfrm>
            <a:custGeom>
              <a:avLst/>
              <a:gdLst/>
              <a:ahLst/>
              <a:cxnLst/>
              <a:rect l="l" t="t" r="r" b="b"/>
              <a:pathLst>
                <a:path w="30968" h="47885" extrusionOk="0">
                  <a:moveTo>
                    <a:pt x="15730" y="0"/>
                  </a:moveTo>
                  <a:cubicBezTo>
                    <a:pt x="15472" y="0"/>
                    <a:pt x="15210" y="5"/>
                    <a:pt x="14945" y="16"/>
                  </a:cubicBezTo>
                  <a:cubicBezTo>
                    <a:pt x="1" y="670"/>
                    <a:pt x="374" y="18697"/>
                    <a:pt x="5418" y="29625"/>
                  </a:cubicBezTo>
                  <a:cubicBezTo>
                    <a:pt x="5567" y="29959"/>
                    <a:pt x="5856" y="30109"/>
                    <a:pt x="6145" y="30109"/>
                  </a:cubicBezTo>
                  <a:cubicBezTo>
                    <a:pt x="6581" y="30109"/>
                    <a:pt x="7016" y="29767"/>
                    <a:pt x="6959" y="29205"/>
                  </a:cubicBezTo>
                  <a:cubicBezTo>
                    <a:pt x="6866" y="28084"/>
                    <a:pt x="6866" y="26916"/>
                    <a:pt x="6959" y="25749"/>
                  </a:cubicBezTo>
                  <a:cubicBezTo>
                    <a:pt x="7006" y="25422"/>
                    <a:pt x="7240" y="25141"/>
                    <a:pt x="7613" y="25048"/>
                  </a:cubicBezTo>
                  <a:cubicBezTo>
                    <a:pt x="7645" y="25044"/>
                    <a:pt x="7677" y="25042"/>
                    <a:pt x="7709" y="25042"/>
                  </a:cubicBezTo>
                  <a:cubicBezTo>
                    <a:pt x="8056" y="25042"/>
                    <a:pt x="8419" y="25270"/>
                    <a:pt x="8547" y="25655"/>
                  </a:cubicBezTo>
                  <a:cubicBezTo>
                    <a:pt x="10182" y="33221"/>
                    <a:pt x="17047" y="42001"/>
                    <a:pt x="19382" y="47418"/>
                  </a:cubicBezTo>
                  <a:cubicBezTo>
                    <a:pt x="19475" y="47605"/>
                    <a:pt x="19662" y="47745"/>
                    <a:pt x="19849" y="47838"/>
                  </a:cubicBezTo>
                  <a:cubicBezTo>
                    <a:pt x="19942" y="47869"/>
                    <a:pt x="20035" y="47884"/>
                    <a:pt x="20125" y="47884"/>
                  </a:cubicBezTo>
                  <a:cubicBezTo>
                    <a:pt x="20442" y="47884"/>
                    <a:pt x="20721" y="47699"/>
                    <a:pt x="20830" y="47371"/>
                  </a:cubicBezTo>
                  <a:cubicBezTo>
                    <a:pt x="22698" y="42468"/>
                    <a:pt x="22371" y="37097"/>
                    <a:pt x="21717" y="33361"/>
                  </a:cubicBezTo>
                  <a:cubicBezTo>
                    <a:pt x="21670" y="33081"/>
                    <a:pt x="21764" y="32754"/>
                    <a:pt x="21997" y="32614"/>
                  </a:cubicBezTo>
                  <a:cubicBezTo>
                    <a:pt x="22153" y="32516"/>
                    <a:pt x="22325" y="32468"/>
                    <a:pt x="22493" y="32468"/>
                  </a:cubicBezTo>
                  <a:cubicBezTo>
                    <a:pt x="22728" y="32468"/>
                    <a:pt x="22955" y="32563"/>
                    <a:pt x="23118" y="32754"/>
                  </a:cubicBezTo>
                  <a:cubicBezTo>
                    <a:pt x="23772" y="33641"/>
                    <a:pt x="24426" y="34482"/>
                    <a:pt x="25173" y="35276"/>
                  </a:cubicBezTo>
                  <a:cubicBezTo>
                    <a:pt x="25311" y="35449"/>
                    <a:pt x="25527" y="35545"/>
                    <a:pt x="25744" y="35545"/>
                  </a:cubicBezTo>
                  <a:cubicBezTo>
                    <a:pt x="25819" y="35545"/>
                    <a:pt x="25894" y="35533"/>
                    <a:pt x="25967" y="35509"/>
                  </a:cubicBezTo>
                  <a:cubicBezTo>
                    <a:pt x="26387" y="35369"/>
                    <a:pt x="26621" y="34949"/>
                    <a:pt x="26527" y="34529"/>
                  </a:cubicBezTo>
                  <a:cubicBezTo>
                    <a:pt x="25033" y="30139"/>
                    <a:pt x="24332" y="23927"/>
                    <a:pt x="27088" y="18090"/>
                  </a:cubicBezTo>
                  <a:cubicBezTo>
                    <a:pt x="30967" y="9692"/>
                    <a:pt x="26818" y="0"/>
                    <a:pt x="157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 name="Google Shape;1518;p76">
              <a:extLst>
                <a:ext uri="{FF2B5EF4-FFF2-40B4-BE49-F238E27FC236}">
                  <a16:creationId xmlns:a16="http://schemas.microsoft.com/office/drawing/2014/main" id="{47171AE8-0DB0-AFF2-D03E-422937FED12B}"/>
                </a:ext>
              </a:extLst>
            </p:cNvPr>
            <p:cNvSpPr/>
            <p:nvPr/>
          </p:nvSpPr>
          <p:spPr>
            <a:xfrm flipH="1">
              <a:off x="3493289" y="2137383"/>
              <a:ext cx="577572" cy="368275"/>
            </a:xfrm>
            <a:custGeom>
              <a:avLst/>
              <a:gdLst/>
              <a:ahLst/>
              <a:cxnLst/>
              <a:rect l="l" t="t" r="r" b="b"/>
              <a:pathLst>
                <a:path w="32645" h="20783" extrusionOk="0">
                  <a:moveTo>
                    <a:pt x="4904" y="0"/>
                  </a:moveTo>
                  <a:cubicBezTo>
                    <a:pt x="4343" y="0"/>
                    <a:pt x="3923" y="374"/>
                    <a:pt x="3783" y="887"/>
                  </a:cubicBezTo>
                  <a:lnTo>
                    <a:pt x="0" y="19521"/>
                  </a:lnTo>
                  <a:lnTo>
                    <a:pt x="0" y="19662"/>
                  </a:lnTo>
                  <a:cubicBezTo>
                    <a:pt x="0" y="20269"/>
                    <a:pt x="467" y="20782"/>
                    <a:pt x="1121" y="20782"/>
                  </a:cubicBezTo>
                  <a:lnTo>
                    <a:pt x="31617" y="20782"/>
                  </a:lnTo>
                  <a:cubicBezTo>
                    <a:pt x="32224" y="20689"/>
                    <a:pt x="32644" y="20129"/>
                    <a:pt x="32551" y="19521"/>
                  </a:cubicBezTo>
                  <a:lnTo>
                    <a:pt x="28768" y="887"/>
                  </a:lnTo>
                  <a:cubicBezTo>
                    <a:pt x="28675" y="374"/>
                    <a:pt x="28208" y="0"/>
                    <a:pt x="277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 name="Google Shape;1519;p76">
              <a:extLst>
                <a:ext uri="{FF2B5EF4-FFF2-40B4-BE49-F238E27FC236}">
                  <a16:creationId xmlns:a16="http://schemas.microsoft.com/office/drawing/2014/main" id="{1814BEC1-C1CE-4634-A59E-FB690FB890B9}"/>
                </a:ext>
              </a:extLst>
            </p:cNvPr>
            <p:cNvSpPr/>
            <p:nvPr/>
          </p:nvSpPr>
          <p:spPr>
            <a:xfrm flipH="1">
              <a:off x="3602363" y="2136497"/>
              <a:ext cx="362749" cy="422941"/>
            </a:xfrm>
            <a:custGeom>
              <a:avLst/>
              <a:gdLst/>
              <a:ahLst/>
              <a:cxnLst/>
              <a:rect l="l" t="t" r="r" b="b"/>
              <a:pathLst>
                <a:path w="20503" h="23868" extrusionOk="0">
                  <a:moveTo>
                    <a:pt x="3426" y="0"/>
                  </a:moveTo>
                  <a:cubicBezTo>
                    <a:pt x="2901" y="0"/>
                    <a:pt x="2474" y="450"/>
                    <a:pt x="2429" y="984"/>
                  </a:cubicBezTo>
                  <a:lnTo>
                    <a:pt x="1" y="22654"/>
                  </a:lnTo>
                  <a:lnTo>
                    <a:pt x="1" y="22747"/>
                  </a:lnTo>
                  <a:cubicBezTo>
                    <a:pt x="48" y="23354"/>
                    <a:pt x="515" y="23821"/>
                    <a:pt x="1122" y="23868"/>
                  </a:cubicBezTo>
                  <a:lnTo>
                    <a:pt x="19522" y="23868"/>
                  </a:lnTo>
                  <a:cubicBezTo>
                    <a:pt x="20129" y="23775"/>
                    <a:pt x="20503" y="23214"/>
                    <a:pt x="20456" y="22654"/>
                  </a:cubicBezTo>
                  <a:lnTo>
                    <a:pt x="18074" y="984"/>
                  </a:lnTo>
                  <a:cubicBezTo>
                    <a:pt x="18030" y="450"/>
                    <a:pt x="17561" y="0"/>
                    <a:pt x="17031" y="0"/>
                  </a:cubicBezTo>
                  <a:cubicBezTo>
                    <a:pt x="17005" y="0"/>
                    <a:pt x="16979" y="1"/>
                    <a:pt x="16953" y="3"/>
                  </a:cubicBezTo>
                  <a:lnTo>
                    <a:pt x="3503" y="3"/>
                  </a:lnTo>
                  <a:cubicBezTo>
                    <a:pt x="3477" y="1"/>
                    <a:pt x="3452" y="0"/>
                    <a:pt x="34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 name="Google Shape;1520;p76">
              <a:extLst>
                <a:ext uri="{FF2B5EF4-FFF2-40B4-BE49-F238E27FC236}">
                  <a16:creationId xmlns:a16="http://schemas.microsoft.com/office/drawing/2014/main" id="{618DE02C-16A5-0693-4F68-6D1A3D88DF08}"/>
                </a:ext>
              </a:extLst>
            </p:cNvPr>
            <p:cNvSpPr/>
            <p:nvPr/>
          </p:nvSpPr>
          <p:spPr>
            <a:xfrm flipH="1">
              <a:off x="3447854" y="896044"/>
              <a:ext cx="16542" cy="205251"/>
            </a:xfrm>
            <a:custGeom>
              <a:avLst/>
              <a:gdLst/>
              <a:ahLst/>
              <a:cxnLst/>
              <a:rect l="l" t="t" r="r" b="b"/>
              <a:pathLst>
                <a:path w="935" h="11583" extrusionOk="0">
                  <a:moveTo>
                    <a:pt x="608" y="1"/>
                  </a:moveTo>
                  <a:lnTo>
                    <a:pt x="1" y="47"/>
                  </a:lnTo>
                  <a:lnTo>
                    <a:pt x="375" y="11583"/>
                  </a:lnTo>
                  <a:lnTo>
                    <a:pt x="935" y="11583"/>
                  </a:lnTo>
                  <a:lnTo>
                    <a:pt x="6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 name="Google Shape;1521;p76">
              <a:extLst>
                <a:ext uri="{FF2B5EF4-FFF2-40B4-BE49-F238E27FC236}">
                  <a16:creationId xmlns:a16="http://schemas.microsoft.com/office/drawing/2014/main" id="{C70494A2-057E-F973-1FBE-8172CCAC16DE}"/>
                </a:ext>
              </a:extLst>
            </p:cNvPr>
            <p:cNvSpPr/>
            <p:nvPr/>
          </p:nvSpPr>
          <p:spPr>
            <a:xfrm flipH="1">
              <a:off x="3444546" y="1154242"/>
              <a:ext cx="11589" cy="60425"/>
            </a:xfrm>
            <a:custGeom>
              <a:avLst/>
              <a:gdLst/>
              <a:ahLst/>
              <a:cxnLst/>
              <a:rect l="l" t="t" r="r" b="b"/>
              <a:pathLst>
                <a:path w="655" h="3410" extrusionOk="0">
                  <a:moveTo>
                    <a:pt x="1" y="1"/>
                  </a:moveTo>
                  <a:lnTo>
                    <a:pt x="94" y="3410"/>
                  </a:lnTo>
                  <a:lnTo>
                    <a:pt x="655" y="3363"/>
                  </a:lnTo>
                  <a:lnTo>
                    <a:pt x="56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 name="Google Shape;1522;p76">
              <a:extLst>
                <a:ext uri="{FF2B5EF4-FFF2-40B4-BE49-F238E27FC236}">
                  <a16:creationId xmlns:a16="http://schemas.microsoft.com/office/drawing/2014/main" id="{88719004-E144-BBDF-9C57-6C3D9B125DE0}"/>
                </a:ext>
              </a:extLst>
            </p:cNvPr>
            <p:cNvSpPr/>
            <p:nvPr/>
          </p:nvSpPr>
          <p:spPr>
            <a:xfrm flipH="1">
              <a:off x="3447023" y="238154"/>
              <a:ext cx="676720" cy="2082135"/>
            </a:xfrm>
            <a:custGeom>
              <a:avLst/>
              <a:gdLst/>
              <a:ahLst/>
              <a:cxnLst/>
              <a:rect l="l" t="t" r="r" b="b"/>
              <a:pathLst>
                <a:path w="38249" h="117502" extrusionOk="0">
                  <a:moveTo>
                    <a:pt x="19194" y="0"/>
                  </a:moveTo>
                  <a:cubicBezTo>
                    <a:pt x="19194" y="0"/>
                    <a:pt x="2615" y="13684"/>
                    <a:pt x="2615" y="36381"/>
                  </a:cubicBezTo>
                  <a:lnTo>
                    <a:pt x="187" y="107460"/>
                  </a:lnTo>
                  <a:cubicBezTo>
                    <a:pt x="0" y="112831"/>
                    <a:pt x="4157" y="117314"/>
                    <a:pt x="9527" y="117501"/>
                  </a:cubicBezTo>
                  <a:lnTo>
                    <a:pt x="28535" y="117501"/>
                  </a:lnTo>
                  <a:cubicBezTo>
                    <a:pt x="28563" y="117501"/>
                    <a:pt x="28591" y="117502"/>
                    <a:pt x="28620" y="117502"/>
                  </a:cubicBezTo>
                  <a:cubicBezTo>
                    <a:pt x="33951" y="117502"/>
                    <a:pt x="38249" y="113130"/>
                    <a:pt x="38249" y="107834"/>
                  </a:cubicBezTo>
                  <a:lnTo>
                    <a:pt x="38249" y="107460"/>
                  </a:lnTo>
                  <a:lnTo>
                    <a:pt x="35774" y="36381"/>
                  </a:lnTo>
                  <a:cubicBezTo>
                    <a:pt x="35867" y="13730"/>
                    <a:pt x="19194" y="0"/>
                    <a:pt x="191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 name="Google Shape;1523;p76">
              <a:extLst>
                <a:ext uri="{FF2B5EF4-FFF2-40B4-BE49-F238E27FC236}">
                  <a16:creationId xmlns:a16="http://schemas.microsoft.com/office/drawing/2014/main" id="{9C113AB7-AD40-7A1E-A417-E0F93B2168BA}"/>
                </a:ext>
              </a:extLst>
            </p:cNvPr>
            <p:cNvSpPr/>
            <p:nvPr/>
          </p:nvSpPr>
          <p:spPr>
            <a:xfrm flipH="1">
              <a:off x="3569313" y="238154"/>
              <a:ext cx="418923" cy="360815"/>
            </a:xfrm>
            <a:custGeom>
              <a:avLst/>
              <a:gdLst/>
              <a:ahLst/>
              <a:cxnLst/>
              <a:rect l="l" t="t" r="r" b="b"/>
              <a:pathLst>
                <a:path w="23678" h="20362" extrusionOk="0">
                  <a:moveTo>
                    <a:pt x="11535" y="0"/>
                  </a:moveTo>
                  <a:cubicBezTo>
                    <a:pt x="7052" y="4063"/>
                    <a:pt x="3316" y="8873"/>
                    <a:pt x="467" y="14197"/>
                  </a:cubicBezTo>
                  <a:cubicBezTo>
                    <a:pt x="140" y="14804"/>
                    <a:pt x="0" y="15505"/>
                    <a:pt x="0" y="16159"/>
                  </a:cubicBezTo>
                  <a:cubicBezTo>
                    <a:pt x="0" y="18494"/>
                    <a:pt x="1868" y="20362"/>
                    <a:pt x="4203" y="20362"/>
                  </a:cubicBezTo>
                  <a:lnTo>
                    <a:pt x="18774" y="20362"/>
                  </a:lnTo>
                  <a:cubicBezTo>
                    <a:pt x="19475" y="20362"/>
                    <a:pt x="20175" y="20222"/>
                    <a:pt x="20782" y="19895"/>
                  </a:cubicBezTo>
                  <a:cubicBezTo>
                    <a:pt x="22837" y="18867"/>
                    <a:pt x="23678" y="16299"/>
                    <a:pt x="22557" y="14244"/>
                  </a:cubicBezTo>
                  <a:cubicBezTo>
                    <a:pt x="19802" y="8873"/>
                    <a:pt x="16066" y="4063"/>
                    <a:pt x="115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 name="Google Shape;1524;p76">
              <a:extLst>
                <a:ext uri="{FF2B5EF4-FFF2-40B4-BE49-F238E27FC236}">
                  <a16:creationId xmlns:a16="http://schemas.microsoft.com/office/drawing/2014/main" id="{7FEB8683-E3E4-0EAE-B3BE-713F59BEEA4E}"/>
                </a:ext>
              </a:extLst>
            </p:cNvPr>
            <p:cNvSpPr/>
            <p:nvPr/>
          </p:nvSpPr>
          <p:spPr>
            <a:xfrm flipH="1">
              <a:off x="3570127" y="910114"/>
              <a:ext cx="428035" cy="428700"/>
            </a:xfrm>
            <a:custGeom>
              <a:avLst/>
              <a:gdLst/>
              <a:ahLst/>
              <a:cxnLst/>
              <a:rect l="l" t="t" r="r" b="b"/>
              <a:pathLst>
                <a:path w="24193" h="24193" extrusionOk="0">
                  <a:moveTo>
                    <a:pt x="12096" y="1"/>
                  </a:moveTo>
                  <a:cubicBezTo>
                    <a:pt x="5418" y="1"/>
                    <a:pt x="1" y="5418"/>
                    <a:pt x="1" y="12096"/>
                  </a:cubicBezTo>
                  <a:cubicBezTo>
                    <a:pt x="1" y="18775"/>
                    <a:pt x="5418" y="24192"/>
                    <a:pt x="12096" y="24192"/>
                  </a:cubicBezTo>
                  <a:cubicBezTo>
                    <a:pt x="18775" y="24192"/>
                    <a:pt x="24192" y="18775"/>
                    <a:pt x="24192" y="12096"/>
                  </a:cubicBezTo>
                  <a:cubicBezTo>
                    <a:pt x="24192" y="5418"/>
                    <a:pt x="18775" y="1"/>
                    <a:pt x="12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 name="Google Shape;1525;p76">
              <a:extLst>
                <a:ext uri="{FF2B5EF4-FFF2-40B4-BE49-F238E27FC236}">
                  <a16:creationId xmlns:a16="http://schemas.microsoft.com/office/drawing/2014/main" id="{A61ECAA6-0B91-BAA5-FD6B-22800CF090CE}"/>
                </a:ext>
              </a:extLst>
            </p:cNvPr>
            <p:cNvSpPr/>
            <p:nvPr/>
          </p:nvSpPr>
          <p:spPr>
            <a:xfrm flipH="1">
              <a:off x="3639535" y="978797"/>
              <a:ext cx="288388" cy="288836"/>
            </a:xfrm>
            <a:custGeom>
              <a:avLst/>
              <a:gdLst/>
              <a:ahLst/>
              <a:cxnLst/>
              <a:rect l="l" t="t" r="r" b="b"/>
              <a:pathLst>
                <a:path w="16300" h="16300" extrusionOk="0">
                  <a:moveTo>
                    <a:pt x="8267" y="1"/>
                  </a:moveTo>
                  <a:cubicBezTo>
                    <a:pt x="4063" y="94"/>
                    <a:pt x="608" y="3363"/>
                    <a:pt x="281" y="7567"/>
                  </a:cubicBezTo>
                  <a:cubicBezTo>
                    <a:pt x="0" y="11770"/>
                    <a:pt x="2943" y="15506"/>
                    <a:pt x="7099" y="16253"/>
                  </a:cubicBezTo>
                  <a:cubicBezTo>
                    <a:pt x="7473" y="16253"/>
                    <a:pt x="7846" y="16300"/>
                    <a:pt x="8267" y="16300"/>
                  </a:cubicBezTo>
                  <a:cubicBezTo>
                    <a:pt x="11676" y="16300"/>
                    <a:pt x="14711" y="14151"/>
                    <a:pt x="15926" y="10976"/>
                  </a:cubicBezTo>
                  <a:lnTo>
                    <a:pt x="16019" y="10649"/>
                  </a:lnTo>
                  <a:cubicBezTo>
                    <a:pt x="16019" y="10462"/>
                    <a:pt x="16159" y="10275"/>
                    <a:pt x="16159" y="10088"/>
                  </a:cubicBezTo>
                  <a:cubicBezTo>
                    <a:pt x="16253" y="9621"/>
                    <a:pt x="16299" y="9108"/>
                    <a:pt x="16299" y="8594"/>
                  </a:cubicBezTo>
                  <a:lnTo>
                    <a:pt x="16299" y="8220"/>
                  </a:lnTo>
                  <a:cubicBezTo>
                    <a:pt x="16299" y="4391"/>
                    <a:pt x="13591" y="1075"/>
                    <a:pt x="9808" y="234"/>
                  </a:cubicBezTo>
                  <a:cubicBezTo>
                    <a:pt x="9294" y="141"/>
                    <a:pt x="8734" y="48"/>
                    <a:pt x="82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cxnSp>
        <p:nvCxnSpPr>
          <p:cNvPr id="8" name="Gerade Verbindung mit Pfeil 7">
            <a:extLst>
              <a:ext uri="{FF2B5EF4-FFF2-40B4-BE49-F238E27FC236}">
                <a16:creationId xmlns:a16="http://schemas.microsoft.com/office/drawing/2014/main" id="{3BCF6692-C237-9FFD-AB3B-0556DFC858FB}"/>
              </a:ext>
            </a:extLst>
          </p:cNvPr>
          <p:cNvCxnSpPr>
            <a:cxnSpLocks/>
          </p:cNvCxnSpPr>
          <p:nvPr/>
        </p:nvCxnSpPr>
        <p:spPr>
          <a:xfrm flipH="1">
            <a:off x="5004486" y="1309816"/>
            <a:ext cx="457200" cy="784942"/>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CB1D91EB-E27A-BA00-D286-47FABB2C30B3}"/>
              </a:ext>
            </a:extLst>
          </p:cNvPr>
          <p:cNvSpPr txBox="1"/>
          <p:nvPr/>
        </p:nvSpPr>
        <p:spPr>
          <a:xfrm>
            <a:off x="5096041" y="924614"/>
            <a:ext cx="889987" cy="369332"/>
          </a:xfrm>
          <a:prstGeom prst="rect">
            <a:avLst/>
          </a:prstGeom>
          <a:noFill/>
        </p:spPr>
        <p:txBody>
          <a:bodyPr wrap="none" rtlCol="0">
            <a:spAutoFit/>
          </a:bodyPr>
          <a:lstStyle/>
          <a:p>
            <a:r>
              <a:rPr lang="de-DE" sz="1800" dirty="0">
                <a:solidFill>
                  <a:schemeClr val="tx1"/>
                </a:solidFill>
              </a:rPr>
              <a:t>Orbiter</a:t>
            </a:r>
          </a:p>
        </p:txBody>
      </p:sp>
      <p:cxnSp>
        <p:nvCxnSpPr>
          <p:cNvPr id="22" name="Gerade Verbindung mit Pfeil 21">
            <a:extLst>
              <a:ext uri="{FF2B5EF4-FFF2-40B4-BE49-F238E27FC236}">
                <a16:creationId xmlns:a16="http://schemas.microsoft.com/office/drawing/2014/main" id="{E0CDF04B-7A72-9187-1A5B-B3B9EFC16CC5}"/>
              </a:ext>
            </a:extLst>
          </p:cNvPr>
          <p:cNvCxnSpPr>
            <a:cxnSpLocks/>
          </p:cNvCxnSpPr>
          <p:nvPr/>
        </p:nvCxnSpPr>
        <p:spPr>
          <a:xfrm flipH="1">
            <a:off x="5628486" y="1681106"/>
            <a:ext cx="1151091" cy="105518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feld 23">
            <a:extLst>
              <a:ext uri="{FF2B5EF4-FFF2-40B4-BE49-F238E27FC236}">
                <a16:creationId xmlns:a16="http://schemas.microsoft.com/office/drawing/2014/main" id="{721A7697-5F76-2AAA-F916-F8B707B024C0}"/>
              </a:ext>
            </a:extLst>
          </p:cNvPr>
          <p:cNvSpPr txBox="1"/>
          <p:nvPr/>
        </p:nvSpPr>
        <p:spPr>
          <a:xfrm>
            <a:off x="6068745" y="1302860"/>
            <a:ext cx="2864887" cy="369332"/>
          </a:xfrm>
          <a:prstGeom prst="rect">
            <a:avLst/>
          </a:prstGeom>
          <a:noFill/>
        </p:spPr>
        <p:txBody>
          <a:bodyPr wrap="none" rtlCol="0">
            <a:spAutoFit/>
          </a:bodyPr>
          <a:lstStyle/>
          <a:p>
            <a:r>
              <a:rPr lang="de-DE" sz="1800" dirty="0">
                <a:solidFill>
                  <a:schemeClr val="tx1"/>
                </a:solidFill>
              </a:rPr>
              <a:t>Feststoffraketenverstärker</a:t>
            </a:r>
          </a:p>
        </p:txBody>
      </p:sp>
      <p:cxnSp>
        <p:nvCxnSpPr>
          <p:cNvPr id="25" name="Gerade Verbindung mit Pfeil 24">
            <a:extLst>
              <a:ext uri="{FF2B5EF4-FFF2-40B4-BE49-F238E27FC236}">
                <a16:creationId xmlns:a16="http://schemas.microsoft.com/office/drawing/2014/main" id="{B6665579-D44F-B147-41E7-C97455026D6C}"/>
              </a:ext>
            </a:extLst>
          </p:cNvPr>
          <p:cNvCxnSpPr>
            <a:cxnSpLocks/>
          </p:cNvCxnSpPr>
          <p:nvPr/>
        </p:nvCxnSpPr>
        <p:spPr>
          <a:xfrm flipV="1">
            <a:off x="3681023" y="3244662"/>
            <a:ext cx="606772" cy="817966"/>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DE314003-1D1A-FEAF-37EF-3DF26AFC2432}"/>
              </a:ext>
            </a:extLst>
          </p:cNvPr>
          <p:cNvSpPr txBox="1"/>
          <p:nvPr/>
        </p:nvSpPr>
        <p:spPr>
          <a:xfrm>
            <a:off x="2570920" y="4101261"/>
            <a:ext cx="2864887" cy="369332"/>
          </a:xfrm>
          <a:prstGeom prst="rect">
            <a:avLst/>
          </a:prstGeom>
          <a:noFill/>
        </p:spPr>
        <p:txBody>
          <a:bodyPr wrap="none" rtlCol="0">
            <a:spAutoFit/>
          </a:bodyPr>
          <a:lstStyle/>
          <a:p>
            <a:r>
              <a:rPr lang="de-DE" sz="1800" dirty="0">
                <a:solidFill>
                  <a:schemeClr val="tx1"/>
                </a:solidFill>
              </a:rPr>
              <a:t>Feststoffraketenverstärker</a:t>
            </a:r>
          </a:p>
        </p:txBody>
      </p:sp>
      <p:cxnSp>
        <p:nvCxnSpPr>
          <p:cNvPr id="31" name="Gerade Verbindung mit Pfeil 30">
            <a:extLst>
              <a:ext uri="{FF2B5EF4-FFF2-40B4-BE49-F238E27FC236}">
                <a16:creationId xmlns:a16="http://schemas.microsoft.com/office/drawing/2014/main" id="{1F170F57-4E4D-F8D4-E377-B8A3F032D81E}"/>
              </a:ext>
            </a:extLst>
          </p:cNvPr>
          <p:cNvCxnSpPr>
            <a:cxnSpLocks/>
          </p:cNvCxnSpPr>
          <p:nvPr/>
        </p:nvCxnSpPr>
        <p:spPr>
          <a:xfrm flipV="1">
            <a:off x="2033943" y="2125431"/>
            <a:ext cx="606772" cy="817966"/>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5852C567-B5B8-D688-8EF5-B01108E75A20}"/>
              </a:ext>
            </a:extLst>
          </p:cNvPr>
          <p:cNvSpPr txBox="1"/>
          <p:nvPr/>
        </p:nvSpPr>
        <p:spPr>
          <a:xfrm>
            <a:off x="1033471" y="3006951"/>
            <a:ext cx="1633781" cy="369332"/>
          </a:xfrm>
          <a:prstGeom prst="rect">
            <a:avLst/>
          </a:prstGeom>
          <a:noFill/>
        </p:spPr>
        <p:txBody>
          <a:bodyPr wrap="none" rtlCol="0">
            <a:spAutoFit/>
          </a:bodyPr>
          <a:lstStyle/>
          <a:p>
            <a:r>
              <a:rPr lang="de-DE" sz="1800" dirty="0">
                <a:solidFill>
                  <a:schemeClr val="tx1"/>
                </a:solidFill>
              </a:rPr>
              <a:t>Externer Tank</a:t>
            </a:r>
          </a:p>
        </p:txBody>
      </p:sp>
    </p:spTree>
    <p:extLst>
      <p:ext uri="{BB962C8B-B14F-4D97-AF65-F5344CB8AC3E}">
        <p14:creationId xmlns:p14="http://schemas.microsoft.com/office/powerpoint/2010/main" val="1245866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0"/>
                                  </p:stCondLst>
                                  <p:childTnLst>
                                    <p:set>
                                      <p:cBhvr>
                                        <p:cTn id="9" dur="1" fill="hold">
                                          <p:stCondLst>
                                            <p:cond delay="0"/>
                                          </p:stCondLst>
                                        </p:cTn>
                                        <p:tgtEl>
                                          <p:spTgt spid="1027"/>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1023"/>
                                        </p:tgtEl>
                                        <p:attrNameLst>
                                          <p:attrName>style.visibility</p:attrName>
                                        </p:attrNameLst>
                                      </p:cBhvr>
                                      <p:to>
                                        <p:strVal val="visible"/>
                                      </p:to>
                                    </p:set>
                                  </p:childTnLst>
                                </p:cTn>
                              </p:par>
                            </p:childTnLst>
                          </p:cTn>
                        </p:par>
                        <p:par>
                          <p:cTn id="13" fill="hold">
                            <p:stCondLst>
                              <p:cond delay="3000"/>
                            </p:stCondLst>
                            <p:childTnLst>
                              <p:par>
                                <p:cTn id="14" presetID="1" presetClass="entr" presetSubtype="0" fill="hold" nodeType="afterEffect">
                                  <p:stCondLst>
                                    <p:cond delay="0"/>
                                  </p:stCondLst>
                                  <p:childTnLst>
                                    <p:set>
                                      <p:cBhvr>
                                        <p:cTn id="15" dur="1" fill="hold">
                                          <p:stCondLst>
                                            <p:cond delay="0"/>
                                          </p:stCondLst>
                                        </p:cTn>
                                        <p:tgtEl>
                                          <p:spTgt spid="1024"/>
                                        </p:tgtEl>
                                        <p:attrNameLst>
                                          <p:attrName>style.visibility</p:attrName>
                                        </p:attrNameLst>
                                      </p:cBhvr>
                                      <p:to>
                                        <p:strVal val="visible"/>
                                      </p:to>
                                    </p:set>
                                  </p:childTnLst>
                                </p:cTn>
                              </p:par>
                            </p:childTnLst>
                          </p:cTn>
                        </p:par>
                        <p:par>
                          <p:cTn id="16" fill="hold">
                            <p:stCondLst>
                              <p:cond delay="4000"/>
                            </p:stCondLst>
                            <p:childTnLst>
                              <p:par>
                                <p:cTn id="17" presetID="1" presetClass="entr" presetSubtype="0" fill="hold" nodeType="after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par>
                          <p:cTn id="19" fill="hold">
                            <p:stCondLst>
                              <p:cond delay="4000"/>
                            </p:stCondLst>
                            <p:childTnLst>
                              <p:par>
                                <p:cTn id="20" presetID="10" presetClass="entr" presetSubtype="0" fill="hold" nodeType="afterEffect">
                                  <p:stCondLst>
                                    <p:cond delay="0"/>
                                  </p:stCondLst>
                                  <p:childTnLst>
                                    <p:set>
                                      <p:cBhvr>
                                        <p:cTn id="21" dur="1" fill="hold">
                                          <p:stCondLst>
                                            <p:cond delay="0"/>
                                          </p:stCondLst>
                                        </p:cTn>
                                        <p:tgtEl>
                                          <p:spTgt spid="1025"/>
                                        </p:tgtEl>
                                        <p:attrNameLst>
                                          <p:attrName>style.visibility</p:attrName>
                                        </p:attrNameLst>
                                      </p:cBhvr>
                                      <p:to>
                                        <p:strVal val="visible"/>
                                      </p:to>
                                    </p:set>
                                    <p:animEffect transition="in" filter="fade">
                                      <p:cBhvr>
                                        <p:cTn id="22" dur="1000"/>
                                        <p:tgtEl>
                                          <p:spTgt spid="1025"/>
                                        </p:tgtEl>
                                      </p:cBhvr>
                                    </p:animEffect>
                                  </p:childTnLst>
                                </p:cTn>
                              </p:par>
                            </p:childTnLst>
                          </p:cTn>
                        </p:par>
                        <p:par>
                          <p:cTn id="23" fill="hold">
                            <p:stCondLst>
                              <p:cond delay="5000"/>
                            </p:stCondLst>
                            <p:childTnLst>
                              <p:par>
                                <p:cTn id="24" presetID="1" presetClass="exit" presetSubtype="0" fill="hold" grpId="0" nodeType="afterEffect">
                                  <p:stCondLst>
                                    <p:cond delay="0"/>
                                  </p:stCondLst>
                                  <p:childTnLst>
                                    <p:set>
                                      <p:cBhvr>
                                        <p:cTn id="25" dur="1" fill="hold">
                                          <p:stCondLst>
                                            <p:cond delay="0"/>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8">
          <a:extLst>
            <a:ext uri="{FF2B5EF4-FFF2-40B4-BE49-F238E27FC236}">
              <a16:creationId xmlns:a16="http://schemas.microsoft.com/office/drawing/2014/main" id="{730FA491-2BDE-00AD-DC32-97F941413D83}"/>
            </a:ext>
          </a:extLst>
        </p:cNvPr>
        <p:cNvGrpSpPr/>
        <p:nvPr/>
      </p:nvGrpSpPr>
      <p:grpSpPr>
        <a:xfrm>
          <a:off x="0" y="0"/>
          <a:ext cx="0" cy="0"/>
          <a:chOff x="0" y="0"/>
          <a:chExt cx="0" cy="0"/>
        </a:xfrm>
      </p:grpSpPr>
      <p:sp>
        <p:nvSpPr>
          <p:cNvPr id="1591" name="Google Shape;1591;p78">
            <a:extLst>
              <a:ext uri="{FF2B5EF4-FFF2-40B4-BE49-F238E27FC236}">
                <a16:creationId xmlns:a16="http://schemas.microsoft.com/office/drawing/2014/main" id="{44C2BF21-9431-D2D5-DF79-62D588CEF419}"/>
              </a:ext>
            </a:extLst>
          </p:cNvPr>
          <p:cNvSpPr txBox="1">
            <a:spLocks noGrp="1"/>
          </p:cNvSpPr>
          <p:nvPr>
            <p:ph type="title"/>
          </p:nvPr>
        </p:nvSpPr>
        <p:spPr>
          <a:xfrm>
            <a:off x="2003400" y="540000"/>
            <a:ext cx="5137200" cy="11796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de-DE" noProof="1"/>
              <a:t>Die Hauptprobleme des Turnaround Prozess</a:t>
            </a:r>
          </a:p>
        </p:txBody>
      </p:sp>
      <p:sp>
        <p:nvSpPr>
          <p:cNvPr id="1594" name="Google Shape;1594;p78">
            <a:extLst>
              <a:ext uri="{FF2B5EF4-FFF2-40B4-BE49-F238E27FC236}">
                <a16:creationId xmlns:a16="http://schemas.microsoft.com/office/drawing/2014/main" id="{5F0FF016-56D3-470D-41E1-7AC417957E8D}"/>
              </a:ext>
            </a:extLst>
          </p:cNvPr>
          <p:cNvSpPr txBox="1">
            <a:spLocks noGrp="1"/>
          </p:cNvSpPr>
          <p:nvPr>
            <p:ph type="subTitle" idx="5"/>
          </p:nvPr>
        </p:nvSpPr>
        <p:spPr>
          <a:xfrm>
            <a:off x="491671" y="2357667"/>
            <a:ext cx="1860772" cy="54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DE" sz="1400" noProof="1"/>
              <a:t>Kein zentraler Überblick </a:t>
            </a:r>
          </a:p>
        </p:txBody>
      </p:sp>
      <p:sp>
        <p:nvSpPr>
          <p:cNvPr id="1595" name="Google Shape;1595;p78">
            <a:extLst>
              <a:ext uri="{FF2B5EF4-FFF2-40B4-BE49-F238E27FC236}">
                <a16:creationId xmlns:a16="http://schemas.microsoft.com/office/drawing/2014/main" id="{0AE58E1D-BA24-EF69-8B81-934E4426A125}"/>
              </a:ext>
            </a:extLst>
          </p:cNvPr>
          <p:cNvSpPr txBox="1">
            <a:spLocks noGrp="1"/>
          </p:cNvSpPr>
          <p:nvPr>
            <p:ph type="subTitle" idx="6"/>
          </p:nvPr>
        </p:nvSpPr>
        <p:spPr>
          <a:xfrm>
            <a:off x="2542890" y="2390364"/>
            <a:ext cx="2027046" cy="547200"/>
          </a:xfrm>
          <a:prstGeom prst="rect">
            <a:avLst/>
          </a:prstGeom>
        </p:spPr>
        <p:txBody>
          <a:bodyPr spcFirstLastPara="1" wrap="square" lIns="91425" tIns="91425" rIns="91425" bIns="91425" anchor="b" anchorCtr="0">
            <a:noAutofit/>
          </a:bodyPr>
          <a:lstStyle/>
          <a:p>
            <a:pPr marL="0" indent="0"/>
            <a:r>
              <a:rPr lang="de-DE" sz="1400"/>
              <a:t>Manuelle Sensor-Auswertung </a:t>
            </a:r>
          </a:p>
        </p:txBody>
      </p:sp>
      <p:sp>
        <p:nvSpPr>
          <p:cNvPr id="1596" name="Google Shape;1596;p78">
            <a:extLst>
              <a:ext uri="{FF2B5EF4-FFF2-40B4-BE49-F238E27FC236}">
                <a16:creationId xmlns:a16="http://schemas.microsoft.com/office/drawing/2014/main" id="{E961C70E-86BC-61F1-60B9-A056AD6E4431}"/>
              </a:ext>
            </a:extLst>
          </p:cNvPr>
          <p:cNvSpPr txBox="1">
            <a:spLocks noGrp="1"/>
          </p:cNvSpPr>
          <p:nvPr>
            <p:ph type="subTitle" idx="7"/>
          </p:nvPr>
        </p:nvSpPr>
        <p:spPr>
          <a:xfrm>
            <a:off x="4786534" y="2467101"/>
            <a:ext cx="1860772" cy="547200"/>
          </a:xfrm>
          <a:prstGeom prst="rect">
            <a:avLst/>
          </a:prstGeom>
        </p:spPr>
        <p:txBody>
          <a:bodyPr spcFirstLastPara="1" wrap="square" lIns="91425" tIns="91425" rIns="91425" bIns="91425" anchor="b" anchorCtr="0">
            <a:noAutofit/>
          </a:bodyPr>
          <a:lstStyle/>
          <a:p>
            <a:pPr marL="0" lvl="0" indent="0"/>
            <a:r>
              <a:rPr lang="de-DE" sz="1400"/>
              <a:t>Keine Reparaturplanung in Echtzeit </a:t>
            </a:r>
          </a:p>
        </p:txBody>
      </p:sp>
      <p:sp>
        <p:nvSpPr>
          <p:cNvPr id="1597" name="Google Shape;1597;p78">
            <a:extLst>
              <a:ext uri="{FF2B5EF4-FFF2-40B4-BE49-F238E27FC236}">
                <a16:creationId xmlns:a16="http://schemas.microsoft.com/office/drawing/2014/main" id="{943DBF16-129E-4E51-3C6A-ED8FD9A2D2ED}"/>
              </a:ext>
            </a:extLst>
          </p:cNvPr>
          <p:cNvSpPr txBox="1">
            <a:spLocks noGrp="1"/>
          </p:cNvSpPr>
          <p:nvPr>
            <p:ph type="subTitle" idx="8"/>
          </p:nvPr>
        </p:nvSpPr>
        <p:spPr>
          <a:xfrm>
            <a:off x="6884495" y="2373951"/>
            <a:ext cx="1860772" cy="547200"/>
          </a:xfrm>
          <a:prstGeom prst="rect">
            <a:avLst/>
          </a:prstGeom>
        </p:spPr>
        <p:txBody>
          <a:bodyPr spcFirstLastPara="1" wrap="square" lIns="91425" tIns="91425" rIns="91425" bIns="91425" anchor="b" anchorCtr="0">
            <a:noAutofit/>
          </a:bodyPr>
          <a:lstStyle/>
          <a:p>
            <a:pPr marL="0" indent="0"/>
            <a:r>
              <a:rPr lang="de-DE" sz="1400"/>
              <a:t>Kein Inventar-Tracking </a:t>
            </a:r>
            <a:endParaRPr lang="de-DE" sz="1400" noProof="1"/>
          </a:p>
        </p:txBody>
      </p:sp>
      <p:sp>
        <p:nvSpPr>
          <p:cNvPr id="10" name="Google Shape;1594;p78">
            <a:extLst>
              <a:ext uri="{FF2B5EF4-FFF2-40B4-BE49-F238E27FC236}">
                <a16:creationId xmlns:a16="http://schemas.microsoft.com/office/drawing/2014/main" id="{11792A51-2C18-A33A-E367-B5DDEB755ACD}"/>
              </a:ext>
            </a:extLst>
          </p:cNvPr>
          <p:cNvSpPr txBox="1">
            <a:spLocks/>
          </p:cNvSpPr>
          <p:nvPr/>
        </p:nvSpPr>
        <p:spPr>
          <a:xfrm>
            <a:off x="491671" y="3732592"/>
            <a:ext cx="1860772" cy="54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1pPr>
            <a:lvl2pPr marL="914400" marR="0" lvl="1"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2pPr>
            <a:lvl3pPr marL="1371600" marR="0" lvl="2"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3pPr>
            <a:lvl4pPr marL="1828800" marR="0" lvl="3"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4pPr>
            <a:lvl5pPr marL="2286000" marR="0" lvl="4"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5pPr>
            <a:lvl6pPr marL="2743200" marR="0" lvl="5"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6pPr>
            <a:lvl7pPr marL="3200400" marR="0" lvl="6"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7pPr>
            <a:lvl8pPr marL="3657600" marR="0" lvl="7"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8pPr>
            <a:lvl9pPr marL="4114800" marR="0" lvl="8"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9pPr>
          </a:lstStyle>
          <a:p>
            <a:pPr marL="0" indent="0"/>
            <a:r>
              <a:rPr lang="de-DE" sz="1400"/>
              <a:t>Freigaben ohne Nachvollziehbarkeit</a:t>
            </a:r>
          </a:p>
        </p:txBody>
      </p:sp>
      <p:sp>
        <p:nvSpPr>
          <p:cNvPr id="11" name="Google Shape;1594;p78">
            <a:extLst>
              <a:ext uri="{FF2B5EF4-FFF2-40B4-BE49-F238E27FC236}">
                <a16:creationId xmlns:a16="http://schemas.microsoft.com/office/drawing/2014/main" id="{C069B1D6-1659-DC2A-3DF6-A52C7C1381E0}"/>
              </a:ext>
            </a:extLst>
          </p:cNvPr>
          <p:cNvSpPr txBox="1">
            <a:spLocks/>
          </p:cNvSpPr>
          <p:nvPr/>
        </p:nvSpPr>
        <p:spPr>
          <a:xfrm>
            <a:off x="2653471" y="3732592"/>
            <a:ext cx="1860772" cy="54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1pPr>
            <a:lvl2pPr marL="914400" marR="0" lvl="1"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2pPr>
            <a:lvl3pPr marL="1371600" marR="0" lvl="2"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3pPr>
            <a:lvl4pPr marL="1828800" marR="0" lvl="3"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4pPr>
            <a:lvl5pPr marL="2286000" marR="0" lvl="4"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5pPr>
            <a:lvl6pPr marL="2743200" marR="0" lvl="5"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6pPr>
            <a:lvl7pPr marL="3200400" marR="0" lvl="6"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7pPr>
            <a:lvl8pPr marL="3657600" marR="0" lvl="7"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8pPr>
            <a:lvl9pPr marL="4114800" marR="0" lvl="8"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9pPr>
          </a:lstStyle>
          <a:p>
            <a:pPr marL="0" lvl="0" indent="0"/>
            <a:r>
              <a:rPr lang="de-DE" sz="1400"/>
              <a:t>Reaktive statt prädiktive Wartung</a:t>
            </a:r>
          </a:p>
        </p:txBody>
      </p:sp>
      <p:sp>
        <p:nvSpPr>
          <p:cNvPr id="12" name="Google Shape;1594;p78">
            <a:extLst>
              <a:ext uri="{FF2B5EF4-FFF2-40B4-BE49-F238E27FC236}">
                <a16:creationId xmlns:a16="http://schemas.microsoft.com/office/drawing/2014/main" id="{40FD2A3B-86DA-A76B-53AC-E27460FFE16F}"/>
              </a:ext>
            </a:extLst>
          </p:cNvPr>
          <p:cNvSpPr txBox="1">
            <a:spLocks/>
          </p:cNvSpPr>
          <p:nvPr/>
        </p:nvSpPr>
        <p:spPr>
          <a:xfrm>
            <a:off x="4786534" y="3732592"/>
            <a:ext cx="1860772" cy="54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1pPr>
            <a:lvl2pPr marL="914400" marR="0" lvl="1"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2pPr>
            <a:lvl3pPr marL="1371600" marR="0" lvl="2"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3pPr>
            <a:lvl4pPr marL="1828800" marR="0" lvl="3"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4pPr>
            <a:lvl5pPr marL="2286000" marR="0" lvl="4"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5pPr>
            <a:lvl6pPr marL="2743200" marR="0" lvl="5"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6pPr>
            <a:lvl7pPr marL="3200400" marR="0" lvl="6"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7pPr>
            <a:lvl8pPr marL="3657600" marR="0" lvl="7"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8pPr>
            <a:lvl9pPr marL="4114800" marR="0" lvl="8"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9pPr>
          </a:lstStyle>
          <a:p>
            <a:pPr marL="0" indent="0"/>
            <a:r>
              <a:rPr lang="de-DE" sz="1400"/>
              <a:t>Phasenchaos bei der Übergabe</a:t>
            </a:r>
          </a:p>
        </p:txBody>
      </p:sp>
      <p:sp>
        <p:nvSpPr>
          <p:cNvPr id="13" name="Google Shape;1594;p78">
            <a:extLst>
              <a:ext uri="{FF2B5EF4-FFF2-40B4-BE49-F238E27FC236}">
                <a16:creationId xmlns:a16="http://schemas.microsoft.com/office/drawing/2014/main" id="{D4D2DE54-95D7-2A04-C66C-5BC208F58DE5}"/>
              </a:ext>
            </a:extLst>
          </p:cNvPr>
          <p:cNvSpPr txBox="1">
            <a:spLocks/>
          </p:cNvSpPr>
          <p:nvPr/>
        </p:nvSpPr>
        <p:spPr>
          <a:xfrm>
            <a:off x="6874849" y="3732592"/>
            <a:ext cx="1860772" cy="54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1pPr>
            <a:lvl2pPr marL="914400" marR="0" lvl="1"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2pPr>
            <a:lvl3pPr marL="1371600" marR="0" lvl="2"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3pPr>
            <a:lvl4pPr marL="1828800" marR="0" lvl="3"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4pPr>
            <a:lvl5pPr marL="2286000" marR="0" lvl="4"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5pPr>
            <a:lvl6pPr marL="2743200" marR="0" lvl="5"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6pPr>
            <a:lvl7pPr marL="3200400" marR="0" lvl="6"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7pPr>
            <a:lvl8pPr marL="3657600" marR="0" lvl="7"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8pPr>
            <a:lvl9pPr marL="4114800" marR="0" lvl="8" indent="-317500" algn="ctr" rtl="0">
              <a:lnSpc>
                <a:spcPct val="100000"/>
              </a:lnSpc>
              <a:spcBef>
                <a:spcPts val="0"/>
              </a:spcBef>
              <a:spcAft>
                <a:spcPts val="0"/>
              </a:spcAft>
              <a:buClr>
                <a:schemeClr val="dk1"/>
              </a:buClr>
              <a:buSzPts val="2000"/>
              <a:buFont typeface="Titillium Web"/>
              <a:buNone/>
              <a:defRPr sz="2000" b="0" i="0" u="none" strike="noStrike" cap="none">
                <a:solidFill>
                  <a:schemeClr val="dk1"/>
                </a:solidFill>
                <a:latin typeface="Titillium Web"/>
                <a:ea typeface="Titillium Web"/>
                <a:cs typeface="Titillium Web"/>
                <a:sym typeface="Titillium Web"/>
              </a:defRPr>
            </a:lvl9pPr>
          </a:lstStyle>
          <a:p>
            <a:pPr marL="0" lvl="0" indent="0"/>
            <a:r>
              <a:rPr lang="de-DE" sz="1400"/>
              <a:t>Kein Rollenmanagement </a:t>
            </a:r>
          </a:p>
        </p:txBody>
      </p:sp>
      <mc:AlternateContent xmlns:mc="http://schemas.openxmlformats.org/markup-compatibility/2006" xmlns:pslz="http://schemas.microsoft.com/office/powerpoint/2016/slidezoom">
        <mc:Choice Requires="pslz">
          <p:graphicFrame>
            <p:nvGraphicFramePr>
              <p:cNvPr id="22" name="Folienzoom 21">
                <a:extLst>
                  <a:ext uri="{FF2B5EF4-FFF2-40B4-BE49-F238E27FC236}">
                    <a16:creationId xmlns:a16="http://schemas.microsoft.com/office/drawing/2014/main" id="{AD496D61-65E4-DDB7-B522-E9EB49DC327F}"/>
                  </a:ext>
                </a:extLst>
              </p:cNvPr>
              <p:cNvGraphicFramePr>
                <a:graphicFrameLocks noChangeAspect="1"/>
              </p:cNvGraphicFramePr>
              <p:nvPr>
                <p:extLst>
                  <p:ext uri="{D42A27DB-BD31-4B8C-83A1-F6EECF244321}">
                    <p14:modId xmlns:p14="http://schemas.microsoft.com/office/powerpoint/2010/main" val="2508590726"/>
                  </p:ext>
                </p:extLst>
              </p:nvPr>
            </p:nvGraphicFramePr>
            <p:xfrm>
              <a:off x="3242903" y="1660378"/>
              <a:ext cx="525699" cy="525699"/>
            </p:xfrm>
            <a:graphic>
              <a:graphicData uri="http://schemas.microsoft.com/office/powerpoint/2016/slidezoom">
                <pslz:sldZm>
                  <pslz:sldZmObj sldId="568" cId="1749741055">
                    <pslz:zmPr id="{6BE6031D-5EBB-4F4A-A5BE-BE87E24E75C6}" returnToParent="0" imageType="cover" transitionDur="1000">
                      <p166:blipFill xmlns:p166="http://schemas.microsoft.com/office/powerpoint/2016/6/main">
                        <a:blip r:embed="rId3"/>
                        <a:stretch>
                          <a:fillRect/>
                        </a:stretch>
                      </p166:blipFill>
                      <p166:spPr xmlns:p166="http://schemas.microsoft.com/office/powerpoint/2016/6/main">
                        <a:xfrm>
                          <a:off x="0" y="0"/>
                          <a:ext cx="525699" cy="525699"/>
                        </a:xfrm>
                        <a:prstGeom prst="rect">
                          <a:avLst/>
                        </a:prstGeom>
                        <a:ln w="3175">
                          <a:noFill/>
                        </a:ln>
                      </p166:spPr>
                    </pslz:zmPr>
                  </pslz:sldZmObj>
                </pslz:sldZm>
              </a:graphicData>
            </a:graphic>
          </p:graphicFrame>
        </mc:Choice>
        <mc:Fallback xmlns="">
          <p:pic>
            <p:nvPicPr>
              <p:cNvPr id="22" name="Folienzoom 21">
                <a:hlinkClick r:id="rId4" action="ppaction://hlinksldjump"/>
                <a:extLst>
                  <a:ext uri="{FF2B5EF4-FFF2-40B4-BE49-F238E27FC236}">
                    <a16:creationId xmlns:a16="http://schemas.microsoft.com/office/drawing/2014/main" id="{AD496D61-65E4-DDB7-B522-E9EB49DC327F}"/>
                  </a:ext>
                </a:extLst>
              </p:cNvPr>
              <p:cNvPicPr>
                <a:picLocks noGrp="1" noRot="1" noChangeAspect="1" noMove="1" noResize="1" noEditPoints="1" noAdjustHandles="1" noChangeArrowheads="1" noChangeShapeType="1"/>
              </p:cNvPicPr>
              <p:nvPr/>
            </p:nvPicPr>
            <p:blipFill>
              <a:blip r:embed="rId5"/>
              <a:stretch>
                <a:fillRect/>
              </a:stretch>
            </p:blipFill>
            <p:spPr>
              <a:xfrm>
                <a:off x="3242903" y="1660378"/>
                <a:ext cx="525699" cy="525699"/>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4" name="Folienzoom 23">
                <a:extLst>
                  <a:ext uri="{FF2B5EF4-FFF2-40B4-BE49-F238E27FC236}">
                    <a16:creationId xmlns:a16="http://schemas.microsoft.com/office/drawing/2014/main" id="{4EC22303-54CF-D45A-F745-2040E600DD21}"/>
                  </a:ext>
                </a:extLst>
              </p:cNvPr>
              <p:cNvGraphicFramePr>
                <a:graphicFrameLocks noChangeAspect="1"/>
              </p:cNvGraphicFramePr>
              <p:nvPr>
                <p:extLst>
                  <p:ext uri="{D42A27DB-BD31-4B8C-83A1-F6EECF244321}">
                    <p14:modId xmlns:p14="http://schemas.microsoft.com/office/powerpoint/2010/main" val="3469784821"/>
                  </p:ext>
                </p:extLst>
              </p:nvPr>
            </p:nvGraphicFramePr>
            <p:xfrm>
              <a:off x="5454070" y="1668627"/>
              <a:ext cx="525699" cy="525699"/>
            </p:xfrm>
            <a:graphic>
              <a:graphicData uri="http://schemas.microsoft.com/office/powerpoint/2016/slidezoom">
                <pslz:sldZm>
                  <pslz:sldZmObj sldId="569" cId="3307171229">
                    <pslz:zmPr id="{C5967224-13F5-994A-AA2C-4AEBDFCD9C06}" returnToParent="0" imageType="cover" transitionDur="1000">
                      <p166:blipFill xmlns:p166="http://schemas.microsoft.com/office/powerpoint/2016/6/main">
                        <a:blip r:embed="rId6"/>
                        <a:stretch>
                          <a:fillRect/>
                        </a:stretch>
                      </p166:blipFill>
                      <p166:spPr xmlns:p166="http://schemas.microsoft.com/office/powerpoint/2016/6/main">
                        <a:xfrm>
                          <a:off x="0" y="0"/>
                          <a:ext cx="525699" cy="525699"/>
                        </a:xfrm>
                        <a:prstGeom prst="rect">
                          <a:avLst/>
                        </a:prstGeom>
                        <a:ln w="3175">
                          <a:noFill/>
                        </a:ln>
                      </p166:spPr>
                    </pslz:zmPr>
                  </pslz:sldZmObj>
                </pslz:sldZm>
              </a:graphicData>
            </a:graphic>
          </p:graphicFrame>
        </mc:Choice>
        <mc:Fallback xmlns="">
          <p:pic>
            <p:nvPicPr>
              <p:cNvPr id="24" name="Folienzoom 23">
                <a:hlinkClick r:id="rId7" action="ppaction://hlinksldjump"/>
                <a:extLst>
                  <a:ext uri="{FF2B5EF4-FFF2-40B4-BE49-F238E27FC236}">
                    <a16:creationId xmlns:a16="http://schemas.microsoft.com/office/drawing/2014/main" id="{4EC22303-54CF-D45A-F745-2040E600DD21}"/>
                  </a:ext>
                </a:extLst>
              </p:cNvPr>
              <p:cNvPicPr>
                <a:picLocks noGrp="1" noRot="1" noChangeAspect="1" noMove="1" noResize="1" noEditPoints="1" noAdjustHandles="1" noChangeArrowheads="1" noChangeShapeType="1"/>
              </p:cNvPicPr>
              <p:nvPr/>
            </p:nvPicPr>
            <p:blipFill>
              <a:blip r:embed="rId8"/>
              <a:stretch>
                <a:fillRect/>
              </a:stretch>
            </p:blipFill>
            <p:spPr>
              <a:xfrm>
                <a:off x="5454070" y="1668627"/>
                <a:ext cx="525699" cy="525699"/>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38" name="Folienzoom 37">
                <a:extLst>
                  <a:ext uri="{FF2B5EF4-FFF2-40B4-BE49-F238E27FC236}">
                    <a16:creationId xmlns:a16="http://schemas.microsoft.com/office/drawing/2014/main" id="{980BDB1E-BB1D-4EC0-508A-82B28A53D7A4}"/>
                  </a:ext>
                </a:extLst>
              </p:cNvPr>
              <p:cNvGraphicFramePr>
                <a:graphicFrameLocks noChangeAspect="1"/>
              </p:cNvGraphicFramePr>
              <p:nvPr>
                <p:extLst>
                  <p:ext uri="{D42A27DB-BD31-4B8C-83A1-F6EECF244321}">
                    <p14:modId xmlns:p14="http://schemas.microsoft.com/office/powerpoint/2010/main" val="73365567"/>
                  </p:ext>
                </p:extLst>
              </p:nvPr>
            </p:nvGraphicFramePr>
            <p:xfrm>
              <a:off x="7541281" y="3079275"/>
              <a:ext cx="525699" cy="538521"/>
            </p:xfrm>
            <a:graphic>
              <a:graphicData uri="http://schemas.microsoft.com/office/powerpoint/2016/slidezoom">
                <pslz:sldZm>
                  <pslz:sldZmObj sldId="556" cId="871078455">
                    <pslz:zmPr id="{4188A76F-54CD-D54C-98DB-0857CD1281E3}" returnToParent="0" imageType="cover" transitionDur="1000">
                      <p166:blipFill xmlns:p166="http://schemas.microsoft.com/office/powerpoint/2016/6/main">
                        <a:blip r:embed="rId9"/>
                        <a:stretch>
                          <a:fillRect/>
                        </a:stretch>
                      </p166:blipFill>
                      <p166:spPr xmlns:p166="http://schemas.microsoft.com/office/powerpoint/2016/6/main">
                        <a:xfrm>
                          <a:off x="0" y="0"/>
                          <a:ext cx="525699" cy="538521"/>
                        </a:xfrm>
                        <a:prstGeom prst="rect">
                          <a:avLst/>
                        </a:prstGeom>
                        <a:noFill/>
                        <a:ln w="3175">
                          <a:noFill/>
                        </a:ln>
                      </p166:spPr>
                    </pslz:zmPr>
                  </pslz:sldZmObj>
                </pslz:sldZm>
              </a:graphicData>
            </a:graphic>
          </p:graphicFrame>
        </mc:Choice>
        <mc:Fallback xmlns="">
          <p:pic>
            <p:nvPicPr>
              <p:cNvPr id="38" name="Folienzoom 37">
                <a:hlinkClick r:id="rId10" action="ppaction://hlinksldjump"/>
                <a:extLst>
                  <a:ext uri="{FF2B5EF4-FFF2-40B4-BE49-F238E27FC236}">
                    <a16:creationId xmlns:a16="http://schemas.microsoft.com/office/drawing/2014/main" id="{980BDB1E-BB1D-4EC0-508A-82B28A53D7A4}"/>
                  </a:ext>
                </a:extLst>
              </p:cNvPr>
              <p:cNvPicPr>
                <a:picLocks noGrp="1" noRot="1" noChangeAspect="1" noMove="1" noResize="1" noEditPoints="1" noAdjustHandles="1" noChangeArrowheads="1" noChangeShapeType="1"/>
              </p:cNvPicPr>
              <p:nvPr/>
            </p:nvPicPr>
            <p:blipFill>
              <a:blip r:embed="rId11"/>
              <a:stretch>
                <a:fillRect/>
              </a:stretch>
            </p:blipFill>
            <p:spPr>
              <a:xfrm>
                <a:off x="7541281" y="3079275"/>
                <a:ext cx="525699" cy="538521"/>
              </a:xfrm>
              <a:prstGeom prst="rect">
                <a:avLst/>
              </a:prstGeom>
              <a:noFill/>
              <a:ln w="3175">
                <a:noFill/>
              </a:ln>
            </p:spPr>
          </p:pic>
        </mc:Fallback>
      </mc:AlternateContent>
      <mc:AlternateContent xmlns:mc="http://schemas.openxmlformats.org/markup-compatibility/2006" xmlns:pslz="http://schemas.microsoft.com/office/powerpoint/2016/slidezoom">
        <mc:Choice Requires="pslz">
          <p:graphicFrame>
            <p:nvGraphicFramePr>
              <p:cNvPr id="1545" name="Folienzoom 1544">
                <a:extLst>
                  <a:ext uri="{FF2B5EF4-FFF2-40B4-BE49-F238E27FC236}">
                    <a16:creationId xmlns:a16="http://schemas.microsoft.com/office/drawing/2014/main" id="{444BA5A5-B1B0-D29B-ED3D-67699F9B3AB4}"/>
                  </a:ext>
                </a:extLst>
              </p:cNvPr>
              <p:cNvGraphicFramePr>
                <a:graphicFrameLocks noChangeAspect="1"/>
              </p:cNvGraphicFramePr>
              <p:nvPr>
                <p:extLst>
                  <p:ext uri="{D42A27DB-BD31-4B8C-83A1-F6EECF244321}">
                    <p14:modId xmlns:p14="http://schemas.microsoft.com/office/powerpoint/2010/main" val="3063173032"/>
                  </p:ext>
                </p:extLst>
              </p:nvPr>
            </p:nvGraphicFramePr>
            <p:xfrm>
              <a:off x="7528458" y="1668627"/>
              <a:ext cx="538522" cy="525700"/>
            </p:xfrm>
            <a:graphic>
              <a:graphicData uri="http://schemas.microsoft.com/office/powerpoint/2016/slidezoom">
                <pslz:sldZm>
                  <pslz:sldZmObj sldId="572" cId="2214170610">
                    <pslz:zmPr id="{4DC78FD1-2067-894C-B55B-4014CE2BDE92}" returnToParent="0" imageType="cover" transitionDur="1000">
                      <p166:blipFill xmlns:p166="http://schemas.microsoft.com/office/powerpoint/2016/6/main">
                        <a:blip r:embed="rId12"/>
                        <a:stretch>
                          <a:fillRect/>
                        </a:stretch>
                      </p166:blipFill>
                      <p166:spPr xmlns:p166="http://schemas.microsoft.com/office/powerpoint/2016/6/main">
                        <a:xfrm>
                          <a:off x="0" y="0"/>
                          <a:ext cx="538522" cy="525700"/>
                        </a:xfrm>
                        <a:prstGeom prst="rect">
                          <a:avLst/>
                        </a:prstGeom>
                        <a:ln w="3175">
                          <a:noFill/>
                        </a:ln>
                      </p166:spPr>
                    </pslz:zmPr>
                  </pslz:sldZmObj>
                </pslz:sldZm>
              </a:graphicData>
            </a:graphic>
          </p:graphicFrame>
        </mc:Choice>
        <mc:Fallback xmlns="">
          <p:pic>
            <p:nvPicPr>
              <p:cNvPr id="1545" name="Folienzoom 1544">
                <a:hlinkClick r:id="rId13" action="ppaction://hlinksldjump"/>
                <a:extLst>
                  <a:ext uri="{FF2B5EF4-FFF2-40B4-BE49-F238E27FC236}">
                    <a16:creationId xmlns:a16="http://schemas.microsoft.com/office/drawing/2014/main" id="{444BA5A5-B1B0-D29B-ED3D-67699F9B3AB4}"/>
                  </a:ext>
                </a:extLst>
              </p:cNvPr>
              <p:cNvPicPr>
                <a:picLocks noGrp="1" noRot="1" noChangeAspect="1" noMove="1" noResize="1" noEditPoints="1" noAdjustHandles="1" noChangeArrowheads="1" noChangeShapeType="1"/>
              </p:cNvPicPr>
              <p:nvPr/>
            </p:nvPicPr>
            <p:blipFill>
              <a:blip r:embed="rId14"/>
              <a:stretch>
                <a:fillRect/>
              </a:stretch>
            </p:blipFill>
            <p:spPr>
              <a:xfrm>
                <a:off x="7528458" y="1668627"/>
                <a:ext cx="538522" cy="52570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562" name="Folienzoom 1561">
                <a:extLst>
                  <a:ext uri="{FF2B5EF4-FFF2-40B4-BE49-F238E27FC236}">
                    <a16:creationId xmlns:a16="http://schemas.microsoft.com/office/drawing/2014/main" id="{A0921B66-0EDC-2BD3-DA2F-D9A999AF76D5}"/>
                  </a:ext>
                </a:extLst>
              </p:cNvPr>
              <p:cNvGraphicFramePr>
                <a:graphicFrameLocks noChangeAspect="1"/>
              </p:cNvGraphicFramePr>
              <p:nvPr>
                <p:extLst>
                  <p:ext uri="{D42A27DB-BD31-4B8C-83A1-F6EECF244321}">
                    <p14:modId xmlns:p14="http://schemas.microsoft.com/office/powerpoint/2010/main" val="3995535882"/>
                  </p:ext>
                </p:extLst>
              </p:nvPr>
            </p:nvGraphicFramePr>
            <p:xfrm>
              <a:off x="1168513" y="1694737"/>
              <a:ext cx="525701" cy="525701"/>
            </p:xfrm>
            <a:graphic>
              <a:graphicData uri="http://schemas.microsoft.com/office/powerpoint/2016/slidezoom">
                <pslz:sldZm>
                  <pslz:sldZmObj sldId="573" cId="2733187235">
                    <pslz:zmPr id="{9EA84141-11CA-1C47-AAEA-D32F28ED9A90}" returnToParent="0" imageType="cover" transitionDur="1000">
                      <p166:blipFill xmlns:p166="http://schemas.microsoft.com/office/powerpoint/2016/6/main">
                        <a:blip r:embed="rId15"/>
                        <a:stretch>
                          <a:fillRect/>
                        </a:stretch>
                      </p166:blipFill>
                      <p166:spPr xmlns:p166="http://schemas.microsoft.com/office/powerpoint/2016/6/main">
                        <a:xfrm>
                          <a:off x="0" y="0"/>
                          <a:ext cx="525701" cy="525701"/>
                        </a:xfrm>
                        <a:prstGeom prst="rect">
                          <a:avLst/>
                        </a:prstGeom>
                        <a:ln w="3175">
                          <a:noFill/>
                        </a:ln>
                      </p166:spPr>
                    </pslz:zmPr>
                  </pslz:sldZmObj>
                </pslz:sldZm>
              </a:graphicData>
            </a:graphic>
          </p:graphicFrame>
        </mc:Choice>
        <mc:Fallback xmlns="">
          <p:pic>
            <p:nvPicPr>
              <p:cNvPr id="1562" name="Folienzoom 1561">
                <a:hlinkClick r:id="rId16" action="ppaction://hlinksldjump"/>
                <a:extLst>
                  <a:ext uri="{FF2B5EF4-FFF2-40B4-BE49-F238E27FC236}">
                    <a16:creationId xmlns:a16="http://schemas.microsoft.com/office/drawing/2014/main" id="{A0921B66-0EDC-2BD3-DA2F-D9A999AF76D5}"/>
                  </a:ext>
                </a:extLst>
              </p:cNvPr>
              <p:cNvPicPr>
                <a:picLocks noGrp="1" noRot="1" noChangeAspect="1" noMove="1" noResize="1" noEditPoints="1" noAdjustHandles="1" noChangeArrowheads="1" noChangeShapeType="1"/>
              </p:cNvPicPr>
              <p:nvPr/>
            </p:nvPicPr>
            <p:blipFill>
              <a:blip r:embed="rId17"/>
              <a:stretch>
                <a:fillRect/>
              </a:stretch>
            </p:blipFill>
            <p:spPr>
              <a:xfrm>
                <a:off x="1168513" y="1694737"/>
                <a:ext cx="525701" cy="525701"/>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569" name="Folienzoom 1568">
                <a:extLst>
                  <a:ext uri="{FF2B5EF4-FFF2-40B4-BE49-F238E27FC236}">
                    <a16:creationId xmlns:a16="http://schemas.microsoft.com/office/drawing/2014/main" id="{64E57A0E-1E89-483C-0285-C8EE294EE72A}"/>
                  </a:ext>
                </a:extLst>
              </p:cNvPr>
              <p:cNvGraphicFramePr>
                <a:graphicFrameLocks noChangeAspect="1"/>
              </p:cNvGraphicFramePr>
              <p:nvPr>
                <p:extLst>
                  <p:ext uri="{D42A27DB-BD31-4B8C-83A1-F6EECF244321}">
                    <p14:modId xmlns:p14="http://schemas.microsoft.com/office/powerpoint/2010/main" val="473676999"/>
                  </p:ext>
                </p:extLst>
              </p:nvPr>
            </p:nvGraphicFramePr>
            <p:xfrm>
              <a:off x="3228060" y="3079921"/>
              <a:ext cx="538521" cy="538521"/>
            </p:xfrm>
            <a:graphic>
              <a:graphicData uri="http://schemas.microsoft.com/office/powerpoint/2016/slidezoom">
                <pslz:sldZm>
                  <pslz:sldZmObj sldId="564" cId="2948125839">
                    <pslz:zmPr id="{F0831A69-5E38-5A47-B83D-5462E5B5D713}" returnToParent="0" imageType="cover" transitionDur="1000">
                      <p166:blipFill xmlns:p166="http://schemas.microsoft.com/office/powerpoint/2016/6/main">
                        <a:blip r:embed="rId18"/>
                        <a:stretch>
                          <a:fillRect/>
                        </a:stretch>
                      </p166:blipFill>
                      <p166:spPr xmlns:p166="http://schemas.microsoft.com/office/powerpoint/2016/6/main">
                        <a:xfrm>
                          <a:off x="0" y="0"/>
                          <a:ext cx="538521" cy="538521"/>
                        </a:xfrm>
                        <a:prstGeom prst="rect">
                          <a:avLst/>
                        </a:prstGeom>
                        <a:ln w="3175">
                          <a:noFill/>
                        </a:ln>
                      </p166:spPr>
                    </pslz:zmPr>
                  </pslz:sldZmObj>
                </pslz:sldZm>
              </a:graphicData>
            </a:graphic>
          </p:graphicFrame>
        </mc:Choice>
        <mc:Fallback xmlns="">
          <p:pic>
            <p:nvPicPr>
              <p:cNvPr id="1569" name="Folienzoom 1568">
                <a:hlinkClick r:id="rId19" action="ppaction://hlinksldjump"/>
                <a:extLst>
                  <a:ext uri="{FF2B5EF4-FFF2-40B4-BE49-F238E27FC236}">
                    <a16:creationId xmlns:a16="http://schemas.microsoft.com/office/drawing/2014/main" id="{64E57A0E-1E89-483C-0285-C8EE294EE72A}"/>
                  </a:ext>
                </a:extLst>
              </p:cNvPr>
              <p:cNvPicPr>
                <a:picLocks noGrp="1" noRot="1" noChangeAspect="1" noMove="1" noResize="1" noEditPoints="1" noAdjustHandles="1" noChangeArrowheads="1" noChangeShapeType="1"/>
              </p:cNvPicPr>
              <p:nvPr/>
            </p:nvPicPr>
            <p:blipFill>
              <a:blip r:embed="rId20"/>
              <a:stretch>
                <a:fillRect/>
              </a:stretch>
            </p:blipFill>
            <p:spPr>
              <a:xfrm>
                <a:off x="3228060" y="3079921"/>
                <a:ext cx="538521" cy="538521"/>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571" name="Folienzoom 1570">
                <a:extLst>
                  <a:ext uri="{FF2B5EF4-FFF2-40B4-BE49-F238E27FC236}">
                    <a16:creationId xmlns:a16="http://schemas.microsoft.com/office/drawing/2014/main" id="{12F17ADA-D028-05BF-3B72-6C6713ADA585}"/>
                  </a:ext>
                </a:extLst>
              </p:cNvPr>
              <p:cNvGraphicFramePr>
                <a:graphicFrameLocks noChangeAspect="1"/>
              </p:cNvGraphicFramePr>
              <p:nvPr>
                <p:extLst>
                  <p:ext uri="{D42A27DB-BD31-4B8C-83A1-F6EECF244321}">
                    <p14:modId xmlns:p14="http://schemas.microsoft.com/office/powerpoint/2010/main" val="2701610907"/>
                  </p:ext>
                </p:extLst>
              </p:nvPr>
            </p:nvGraphicFramePr>
            <p:xfrm>
              <a:off x="5454070" y="3079275"/>
              <a:ext cx="525699" cy="538521"/>
            </p:xfrm>
            <a:graphic>
              <a:graphicData uri="http://schemas.microsoft.com/office/powerpoint/2016/slidezoom">
                <pslz:sldZm>
                  <pslz:sldZmObj sldId="558" cId="3472797997">
                    <pslz:zmPr id="{3DB72076-80DC-F740-A05F-6E073BEDAF02}" returnToParent="0" imageType="cover" transitionDur="1000">
                      <p166:blipFill xmlns:p166="http://schemas.microsoft.com/office/powerpoint/2016/6/main">
                        <a:blip r:embed="rId21"/>
                        <a:stretch>
                          <a:fillRect/>
                        </a:stretch>
                      </p166:blipFill>
                      <p166:spPr xmlns:p166="http://schemas.microsoft.com/office/powerpoint/2016/6/main">
                        <a:xfrm>
                          <a:off x="0" y="0"/>
                          <a:ext cx="525699" cy="538521"/>
                        </a:xfrm>
                        <a:prstGeom prst="rect">
                          <a:avLst/>
                        </a:prstGeom>
                        <a:ln w="3175">
                          <a:noFill/>
                        </a:ln>
                      </p166:spPr>
                    </pslz:zmPr>
                  </pslz:sldZmObj>
                </pslz:sldZm>
              </a:graphicData>
            </a:graphic>
          </p:graphicFrame>
        </mc:Choice>
        <mc:Fallback xmlns="">
          <p:pic>
            <p:nvPicPr>
              <p:cNvPr id="1571" name="Folienzoom 1570">
                <a:hlinkClick r:id="rId22" action="ppaction://hlinksldjump"/>
                <a:extLst>
                  <a:ext uri="{FF2B5EF4-FFF2-40B4-BE49-F238E27FC236}">
                    <a16:creationId xmlns:a16="http://schemas.microsoft.com/office/drawing/2014/main" id="{12F17ADA-D028-05BF-3B72-6C6713ADA585}"/>
                  </a:ext>
                </a:extLst>
              </p:cNvPr>
              <p:cNvPicPr>
                <a:picLocks noGrp="1" noRot="1" noChangeAspect="1" noMove="1" noResize="1" noEditPoints="1" noAdjustHandles="1" noChangeArrowheads="1" noChangeShapeType="1"/>
              </p:cNvPicPr>
              <p:nvPr/>
            </p:nvPicPr>
            <p:blipFill>
              <a:blip r:embed="rId23"/>
              <a:stretch>
                <a:fillRect/>
              </a:stretch>
            </p:blipFill>
            <p:spPr>
              <a:xfrm>
                <a:off x="5454070" y="3079275"/>
                <a:ext cx="525699" cy="538521"/>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636" name="Folienzoom 1635">
                <a:extLst>
                  <a:ext uri="{FF2B5EF4-FFF2-40B4-BE49-F238E27FC236}">
                    <a16:creationId xmlns:a16="http://schemas.microsoft.com/office/drawing/2014/main" id="{43C7622F-F46D-520F-2515-E0BE0C1C7458}"/>
                  </a:ext>
                </a:extLst>
              </p:cNvPr>
              <p:cNvGraphicFramePr>
                <a:graphicFrameLocks noChangeAspect="1"/>
              </p:cNvGraphicFramePr>
              <p:nvPr>
                <p:extLst>
                  <p:ext uri="{D42A27DB-BD31-4B8C-83A1-F6EECF244321}">
                    <p14:modId xmlns:p14="http://schemas.microsoft.com/office/powerpoint/2010/main" val="291787085"/>
                  </p:ext>
                </p:extLst>
              </p:nvPr>
            </p:nvGraphicFramePr>
            <p:xfrm>
              <a:off x="1168513" y="3079275"/>
              <a:ext cx="534171" cy="547200"/>
            </p:xfrm>
            <a:graphic>
              <a:graphicData uri="http://schemas.microsoft.com/office/powerpoint/2016/slidezoom">
                <pslz:sldZm>
                  <pslz:sldZmObj sldId="577" cId="2688723395">
                    <pslz:zmPr id="{E3784A44-46FD-9249-A16E-5919F7F05E67}" returnToParent="0" imageType="cover" transitionDur="1000">
                      <p166:blipFill xmlns:p166="http://schemas.microsoft.com/office/powerpoint/2016/6/main">
                        <a:blip r:embed="rId24"/>
                        <a:stretch>
                          <a:fillRect/>
                        </a:stretch>
                      </p166:blipFill>
                      <p166:spPr xmlns:p166="http://schemas.microsoft.com/office/powerpoint/2016/6/main">
                        <a:xfrm>
                          <a:off x="0" y="0"/>
                          <a:ext cx="534171" cy="547200"/>
                        </a:xfrm>
                        <a:prstGeom prst="rect">
                          <a:avLst/>
                        </a:prstGeom>
                        <a:ln w="3175">
                          <a:noFill/>
                        </a:ln>
                      </p166:spPr>
                    </pslz:zmPr>
                  </pslz:sldZmObj>
                </pslz:sldZm>
              </a:graphicData>
            </a:graphic>
          </p:graphicFrame>
        </mc:Choice>
        <mc:Fallback xmlns="">
          <p:pic>
            <p:nvPicPr>
              <p:cNvPr id="1636" name="Folienzoom 1635">
                <a:hlinkClick r:id="rId25" action="ppaction://hlinksldjump"/>
                <a:extLst>
                  <a:ext uri="{FF2B5EF4-FFF2-40B4-BE49-F238E27FC236}">
                    <a16:creationId xmlns:a16="http://schemas.microsoft.com/office/drawing/2014/main" id="{43C7622F-F46D-520F-2515-E0BE0C1C7458}"/>
                  </a:ext>
                </a:extLst>
              </p:cNvPr>
              <p:cNvPicPr>
                <a:picLocks noGrp="1" noRot="1" noChangeAspect="1" noMove="1" noResize="1" noEditPoints="1" noAdjustHandles="1" noChangeArrowheads="1" noChangeShapeType="1"/>
              </p:cNvPicPr>
              <p:nvPr/>
            </p:nvPicPr>
            <p:blipFill>
              <a:blip r:embed="rId26"/>
              <a:stretch>
                <a:fillRect/>
              </a:stretch>
            </p:blipFill>
            <p:spPr>
              <a:xfrm>
                <a:off x="1168513" y="3079275"/>
                <a:ext cx="534171" cy="547200"/>
              </a:xfrm>
              <a:prstGeom prst="rect">
                <a:avLst/>
              </a:prstGeom>
              <a:ln w="3175">
                <a:noFill/>
              </a:ln>
            </p:spPr>
          </p:pic>
        </mc:Fallback>
      </mc:AlternateContent>
    </p:spTree>
    <p:extLst>
      <p:ext uri="{BB962C8B-B14F-4D97-AF65-F5344CB8AC3E}">
        <p14:creationId xmlns:p14="http://schemas.microsoft.com/office/powerpoint/2010/main" val="104699580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99C9C-364C-5D5A-6799-242274A5C79E}"/>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CFF28971-1A6B-D801-2BAC-E525642907BD}"/>
              </a:ext>
            </a:extLst>
          </p:cNvPr>
          <p:cNvSpPr txBox="1"/>
          <p:nvPr/>
        </p:nvSpPr>
        <p:spPr>
          <a:xfrm>
            <a:off x="447369" y="377187"/>
            <a:ext cx="8991599" cy="707886"/>
          </a:xfrm>
          <a:prstGeom prst="rect">
            <a:avLst/>
          </a:prstGeom>
          <a:noFill/>
        </p:spPr>
        <p:txBody>
          <a:bodyPr wrap="square" rtlCol="0">
            <a:spAutoFit/>
          </a:bodyPr>
          <a:lstStyle/>
          <a:p>
            <a:pPr marL="0" lvl="0" indent="0" algn="l" rtl="0">
              <a:spcBef>
                <a:spcPts val="0"/>
              </a:spcBef>
              <a:spcAft>
                <a:spcPts val="0"/>
              </a:spcAft>
              <a:buNone/>
            </a:pPr>
            <a:r>
              <a:rPr lang="de-DE" sz="2000" b="1" dirty="0">
                <a:solidFill>
                  <a:schemeClr val="tx1"/>
                </a:solidFill>
              </a:rPr>
              <a:t>Main Dashboard mit Echtzeit-Fortschrittsanzeige (</a:t>
            </a:r>
            <a:r>
              <a:rPr lang="de-DE" sz="2000" b="1" dirty="0" err="1">
                <a:solidFill>
                  <a:schemeClr val="tx1"/>
                </a:solidFill>
              </a:rPr>
              <a:t>ITakeoverProgress</a:t>
            </a:r>
            <a:r>
              <a:rPr lang="de-DE" sz="2000" b="1" dirty="0">
                <a:solidFill>
                  <a:schemeClr val="tx1"/>
                </a:solidFill>
              </a:rPr>
              <a:t>) für alle 3 Shuttle-Teile </a:t>
            </a:r>
          </a:p>
        </p:txBody>
      </p:sp>
      <p:pic>
        <p:nvPicPr>
          <p:cNvPr id="8" name="Grafik 7" descr="Ein Bild, das Software, Multimedia-Software, Text, Grafiksoftware enthält.&#10;&#10;Automatisch generierte Beschreibung">
            <a:extLst>
              <a:ext uri="{FF2B5EF4-FFF2-40B4-BE49-F238E27FC236}">
                <a16:creationId xmlns:a16="http://schemas.microsoft.com/office/drawing/2014/main" id="{0335D714-8746-6030-4E3C-DBA7C3EFB2E7}"/>
              </a:ext>
            </a:extLst>
          </p:cNvPr>
          <p:cNvPicPr>
            <a:picLocks noChangeAspect="1"/>
          </p:cNvPicPr>
          <p:nvPr/>
        </p:nvPicPr>
        <p:blipFill>
          <a:blip r:embed="rId2"/>
          <a:stretch>
            <a:fillRect/>
          </a:stretch>
        </p:blipFill>
        <p:spPr>
          <a:xfrm>
            <a:off x="1227131" y="1085073"/>
            <a:ext cx="6240469" cy="4058427"/>
          </a:xfrm>
          <a:prstGeom prst="rect">
            <a:avLst/>
          </a:prstGeom>
        </p:spPr>
      </p:pic>
    </p:spTree>
    <p:extLst>
      <p:ext uri="{BB962C8B-B14F-4D97-AF65-F5344CB8AC3E}">
        <p14:creationId xmlns:p14="http://schemas.microsoft.com/office/powerpoint/2010/main" val="2733187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feld 7">
            <a:extLst>
              <a:ext uri="{FF2B5EF4-FFF2-40B4-BE49-F238E27FC236}">
                <a16:creationId xmlns:a16="http://schemas.microsoft.com/office/drawing/2014/main" id="{8FF62998-EE47-24B8-5FD6-D90E34FCA7EC}"/>
              </a:ext>
            </a:extLst>
          </p:cNvPr>
          <p:cNvSpPr txBox="1"/>
          <p:nvPr/>
        </p:nvSpPr>
        <p:spPr>
          <a:xfrm>
            <a:off x="395021" y="505292"/>
            <a:ext cx="9654363" cy="400110"/>
          </a:xfrm>
          <a:prstGeom prst="rect">
            <a:avLst/>
          </a:prstGeom>
          <a:noFill/>
        </p:spPr>
        <p:txBody>
          <a:bodyPr wrap="square" rtlCol="0">
            <a:spAutoFit/>
          </a:bodyPr>
          <a:lstStyle/>
          <a:p>
            <a:r>
              <a:rPr lang="de-DE" sz="2000" b="1" dirty="0">
                <a:solidFill>
                  <a:schemeClr val="tx1"/>
                </a:solidFill>
              </a:rPr>
              <a:t>Mission Control plant Reparaturen automatisch und weist Techniker zu</a:t>
            </a:r>
          </a:p>
        </p:txBody>
      </p:sp>
      <p:pic>
        <p:nvPicPr>
          <p:cNvPr id="9" name="Grafik 8" descr="Ein Bild, das Software, Text, Webseite, Computersymbol enthält.&#10;&#10;Automatisch generierte Beschreibung">
            <a:extLst>
              <a:ext uri="{FF2B5EF4-FFF2-40B4-BE49-F238E27FC236}">
                <a16:creationId xmlns:a16="http://schemas.microsoft.com/office/drawing/2014/main" id="{E45E3B03-FD94-2A1B-3F41-6CED618A9D78}"/>
              </a:ext>
            </a:extLst>
          </p:cNvPr>
          <p:cNvPicPr>
            <a:picLocks noChangeAspect="1"/>
          </p:cNvPicPr>
          <p:nvPr/>
        </p:nvPicPr>
        <p:blipFill>
          <a:blip r:embed="rId3"/>
          <a:stretch>
            <a:fillRect/>
          </a:stretch>
        </p:blipFill>
        <p:spPr>
          <a:xfrm>
            <a:off x="1260236" y="1162798"/>
            <a:ext cx="6120952" cy="3980701"/>
          </a:xfrm>
          <a:prstGeom prst="rect">
            <a:avLst/>
          </a:prstGeom>
        </p:spPr>
      </p:pic>
    </p:spTree>
    <p:extLst>
      <p:ext uri="{BB962C8B-B14F-4D97-AF65-F5344CB8AC3E}">
        <p14:creationId xmlns:p14="http://schemas.microsoft.com/office/powerpoint/2010/main" val="3472797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feld 8">
            <a:extLst>
              <a:ext uri="{FF2B5EF4-FFF2-40B4-BE49-F238E27FC236}">
                <a16:creationId xmlns:a16="http://schemas.microsoft.com/office/drawing/2014/main" id="{B9A555A7-E6DA-2583-206B-7A89788E836C}"/>
              </a:ext>
            </a:extLst>
          </p:cNvPr>
          <p:cNvSpPr txBox="1"/>
          <p:nvPr/>
        </p:nvSpPr>
        <p:spPr>
          <a:xfrm>
            <a:off x="483080" y="396593"/>
            <a:ext cx="9066363" cy="707886"/>
          </a:xfrm>
          <a:prstGeom prst="rect">
            <a:avLst/>
          </a:prstGeom>
          <a:noFill/>
        </p:spPr>
        <p:txBody>
          <a:bodyPr wrap="square" rtlCol="0">
            <a:spAutoFit/>
          </a:bodyPr>
          <a:lstStyle/>
          <a:p>
            <a:r>
              <a:rPr lang="de-DE" sz="2000" b="1" dirty="0">
                <a:solidFill>
                  <a:schemeClr val="tx1"/>
                </a:solidFill>
              </a:rPr>
              <a:t>System wertet Sensordaten automatisch aus und klassifiziert OK / WARNING / REPLACE </a:t>
            </a:r>
          </a:p>
        </p:txBody>
      </p:sp>
      <p:pic>
        <p:nvPicPr>
          <p:cNvPr id="12" name="Grafik 11" descr="Ein Bild, das Screenshot, Software, Text enthält.&#10;&#10;Automatisch generierte Beschreibung">
            <a:extLst>
              <a:ext uri="{FF2B5EF4-FFF2-40B4-BE49-F238E27FC236}">
                <a16:creationId xmlns:a16="http://schemas.microsoft.com/office/drawing/2014/main" id="{1A700E99-0BEC-3ED7-BB55-76D96C7021E0}"/>
              </a:ext>
            </a:extLst>
          </p:cNvPr>
          <p:cNvPicPr>
            <a:picLocks noChangeAspect="1"/>
          </p:cNvPicPr>
          <p:nvPr/>
        </p:nvPicPr>
        <p:blipFill>
          <a:blip r:embed="rId3"/>
          <a:stretch>
            <a:fillRect/>
          </a:stretch>
        </p:blipFill>
        <p:spPr>
          <a:xfrm>
            <a:off x="1606072" y="1321496"/>
            <a:ext cx="5647345" cy="3672695"/>
          </a:xfrm>
          <a:prstGeom prst="rect">
            <a:avLst/>
          </a:prstGeom>
        </p:spPr>
      </p:pic>
    </p:spTree>
    <p:extLst>
      <p:ext uri="{BB962C8B-B14F-4D97-AF65-F5344CB8AC3E}">
        <p14:creationId xmlns:p14="http://schemas.microsoft.com/office/powerpoint/2010/main" val="1749741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B7FE1-080C-5CF5-1EDD-D345DCC6717D}"/>
            </a:ext>
          </a:extLst>
        </p:cNvPr>
        <p:cNvGrpSpPr/>
        <p:nvPr/>
      </p:nvGrpSpPr>
      <p:grpSpPr>
        <a:xfrm>
          <a:off x="0" y="0"/>
          <a:ext cx="0" cy="0"/>
          <a:chOff x="0" y="0"/>
          <a:chExt cx="0" cy="0"/>
        </a:xfrm>
      </p:grpSpPr>
      <p:sp>
        <p:nvSpPr>
          <p:cNvPr id="3" name="Untertitel 2">
            <a:extLst>
              <a:ext uri="{FF2B5EF4-FFF2-40B4-BE49-F238E27FC236}">
                <a16:creationId xmlns:a16="http://schemas.microsoft.com/office/drawing/2014/main" id="{1E74342F-152B-CDA8-40C4-9FE99C7BBDCE}"/>
              </a:ext>
            </a:extLst>
          </p:cNvPr>
          <p:cNvSpPr>
            <a:spLocks noGrp="1"/>
          </p:cNvSpPr>
          <p:nvPr>
            <p:ph type="subTitle" idx="1"/>
          </p:nvPr>
        </p:nvSpPr>
        <p:spPr/>
        <p:txBody>
          <a:bodyPr/>
          <a:lstStyle/>
          <a:p>
            <a:endParaRPr lang="de-DE"/>
          </a:p>
        </p:txBody>
      </p:sp>
      <p:pic>
        <p:nvPicPr>
          <p:cNvPr id="4" name="Grafik 3" descr="Ein Bild, das Software, Multimedia-Software, Text, Grafiksoftware enthält.&#10;&#10;Automatisch generierte Beschreibung">
            <a:extLst>
              <a:ext uri="{FF2B5EF4-FFF2-40B4-BE49-F238E27FC236}">
                <a16:creationId xmlns:a16="http://schemas.microsoft.com/office/drawing/2014/main" id="{2A34989F-AF0B-D122-8F6D-5300AF554845}"/>
              </a:ext>
            </a:extLst>
          </p:cNvPr>
          <p:cNvPicPr>
            <a:picLocks noChangeAspect="1"/>
          </p:cNvPicPr>
          <p:nvPr/>
        </p:nvPicPr>
        <p:blipFill>
          <a:blip r:embed="rId3"/>
          <a:stretch>
            <a:fillRect/>
          </a:stretch>
        </p:blipFill>
        <p:spPr>
          <a:xfrm>
            <a:off x="1451765" y="1085073"/>
            <a:ext cx="6240469" cy="4058427"/>
          </a:xfrm>
          <a:prstGeom prst="rect">
            <a:avLst/>
          </a:prstGeom>
        </p:spPr>
      </p:pic>
      <p:sp>
        <p:nvSpPr>
          <p:cNvPr id="8" name="Rechteck 7">
            <a:extLst>
              <a:ext uri="{FF2B5EF4-FFF2-40B4-BE49-F238E27FC236}">
                <a16:creationId xmlns:a16="http://schemas.microsoft.com/office/drawing/2014/main" id="{DFD0FF70-F53B-8631-BB2C-78DB44D743E0}"/>
              </a:ext>
            </a:extLst>
          </p:cNvPr>
          <p:cNvSpPr/>
          <p:nvPr/>
        </p:nvSpPr>
        <p:spPr>
          <a:xfrm>
            <a:off x="2386485" y="1668162"/>
            <a:ext cx="2358509" cy="30891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41419A85-F831-8508-22E5-B2A140E580C8}"/>
              </a:ext>
            </a:extLst>
          </p:cNvPr>
          <p:cNvSpPr txBox="1"/>
          <p:nvPr/>
        </p:nvSpPr>
        <p:spPr>
          <a:xfrm>
            <a:off x="594560" y="463409"/>
            <a:ext cx="8549440" cy="400110"/>
          </a:xfrm>
          <a:prstGeom prst="rect">
            <a:avLst/>
          </a:prstGeom>
          <a:noFill/>
        </p:spPr>
        <p:txBody>
          <a:bodyPr wrap="square" rtlCol="0">
            <a:spAutoFit/>
          </a:bodyPr>
          <a:lstStyle/>
          <a:p>
            <a:r>
              <a:rPr lang="de-DE" sz="2000" b="1" dirty="0">
                <a:solidFill>
                  <a:schemeClr val="tx1"/>
                </a:solidFill>
              </a:rPr>
              <a:t>Reparaturplan Echtzeit tracken</a:t>
            </a:r>
          </a:p>
        </p:txBody>
      </p:sp>
    </p:spTree>
    <p:extLst>
      <p:ext uri="{BB962C8B-B14F-4D97-AF65-F5344CB8AC3E}">
        <p14:creationId xmlns:p14="http://schemas.microsoft.com/office/powerpoint/2010/main" val="3307171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descr="Ein Bild, das Software, Multimedia-Software, Text, Grafiksoftware enthält.&#10;&#10;Automatisch generierte Beschreibung">
            <a:extLst>
              <a:ext uri="{FF2B5EF4-FFF2-40B4-BE49-F238E27FC236}">
                <a16:creationId xmlns:a16="http://schemas.microsoft.com/office/drawing/2014/main" id="{E76D2001-ADF8-90EF-2118-CDE9846EA505}"/>
              </a:ext>
            </a:extLst>
          </p:cNvPr>
          <p:cNvPicPr>
            <a:picLocks noChangeAspect="1"/>
          </p:cNvPicPr>
          <p:nvPr/>
        </p:nvPicPr>
        <p:blipFill>
          <a:blip r:embed="rId3"/>
          <a:stretch>
            <a:fillRect/>
          </a:stretch>
        </p:blipFill>
        <p:spPr>
          <a:xfrm>
            <a:off x="1451765" y="1085073"/>
            <a:ext cx="6240469" cy="4058427"/>
          </a:xfrm>
          <a:prstGeom prst="rect">
            <a:avLst/>
          </a:prstGeom>
        </p:spPr>
      </p:pic>
      <p:sp>
        <p:nvSpPr>
          <p:cNvPr id="5" name="Rechteck 4">
            <a:extLst>
              <a:ext uri="{FF2B5EF4-FFF2-40B4-BE49-F238E27FC236}">
                <a16:creationId xmlns:a16="http://schemas.microsoft.com/office/drawing/2014/main" id="{9802B409-1666-F183-3A01-403C7F52C501}"/>
              </a:ext>
            </a:extLst>
          </p:cNvPr>
          <p:cNvSpPr/>
          <p:nvPr/>
        </p:nvSpPr>
        <p:spPr>
          <a:xfrm>
            <a:off x="2411200" y="2571750"/>
            <a:ext cx="1181819" cy="167352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5">
            <a:extLst>
              <a:ext uri="{FF2B5EF4-FFF2-40B4-BE49-F238E27FC236}">
                <a16:creationId xmlns:a16="http://schemas.microsoft.com/office/drawing/2014/main" id="{691A78C2-D1A0-5CFA-C482-1F129C2A71F4}"/>
              </a:ext>
            </a:extLst>
          </p:cNvPr>
          <p:cNvSpPr txBox="1"/>
          <p:nvPr/>
        </p:nvSpPr>
        <p:spPr>
          <a:xfrm>
            <a:off x="473252" y="465624"/>
            <a:ext cx="8858358" cy="707886"/>
          </a:xfrm>
          <a:prstGeom prst="rect">
            <a:avLst/>
          </a:prstGeom>
          <a:noFill/>
        </p:spPr>
        <p:txBody>
          <a:bodyPr wrap="square" rtlCol="0">
            <a:spAutoFit/>
          </a:bodyPr>
          <a:lstStyle/>
          <a:p>
            <a:pPr marL="0" lvl="0" indent="0">
              <a:buFont typeface="Arial"/>
              <a:buNone/>
            </a:pPr>
            <a:r>
              <a:rPr lang="de-DE" sz="2000" b="1" dirty="0" err="1">
                <a:solidFill>
                  <a:schemeClr val="tx1"/>
                </a:solidFill>
              </a:rPr>
              <a:t>Predictive</a:t>
            </a:r>
            <a:r>
              <a:rPr lang="de-DE" sz="2000" b="1" dirty="0">
                <a:solidFill>
                  <a:schemeClr val="tx1"/>
                </a:solidFill>
              </a:rPr>
              <a:t> Analysis erkennt Sensor-Trends frühzeitig und warnt vor kritischen Werten</a:t>
            </a:r>
          </a:p>
        </p:txBody>
      </p:sp>
      <p:sp>
        <p:nvSpPr>
          <p:cNvPr id="7" name="Rechteck 6">
            <a:extLst>
              <a:ext uri="{FF2B5EF4-FFF2-40B4-BE49-F238E27FC236}">
                <a16:creationId xmlns:a16="http://schemas.microsoft.com/office/drawing/2014/main" id="{E294FEA7-2C92-C77E-ED37-0D2E854827B1}"/>
              </a:ext>
            </a:extLst>
          </p:cNvPr>
          <p:cNvSpPr/>
          <p:nvPr/>
        </p:nvSpPr>
        <p:spPr>
          <a:xfrm>
            <a:off x="3308808" y="4364610"/>
            <a:ext cx="1480007" cy="77889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948125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20DAA-083A-E379-6534-5266FAE9EAB5}"/>
            </a:ext>
          </a:extLst>
        </p:cNvPr>
        <p:cNvGrpSpPr/>
        <p:nvPr/>
      </p:nvGrpSpPr>
      <p:grpSpPr>
        <a:xfrm>
          <a:off x="0" y="0"/>
          <a:ext cx="0" cy="0"/>
          <a:chOff x="0" y="0"/>
          <a:chExt cx="0" cy="0"/>
        </a:xfrm>
      </p:grpSpPr>
      <p:pic>
        <p:nvPicPr>
          <p:cNvPr id="4" name="Grafik 3" descr="Ein Bild, das Software, Multimedia-Software, Text, Grafiksoftware enthält.&#10;&#10;Automatisch generierte Beschreibung">
            <a:extLst>
              <a:ext uri="{FF2B5EF4-FFF2-40B4-BE49-F238E27FC236}">
                <a16:creationId xmlns:a16="http://schemas.microsoft.com/office/drawing/2014/main" id="{A8CD6369-C472-6FB5-8AAD-C6141299CF9B}"/>
              </a:ext>
            </a:extLst>
          </p:cNvPr>
          <p:cNvPicPr>
            <a:picLocks noChangeAspect="1"/>
          </p:cNvPicPr>
          <p:nvPr/>
        </p:nvPicPr>
        <p:blipFill>
          <a:blip r:embed="rId2"/>
          <a:stretch>
            <a:fillRect/>
          </a:stretch>
        </p:blipFill>
        <p:spPr>
          <a:xfrm>
            <a:off x="1451765" y="1085073"/>
            <a:ext cx="6240469" cy="4058427"/>
          </a:xfrm>
          <a:prstGeom prst="rect">
            <a:avLst/>
          </a:prstGeom>
        </p:spPr>
      </p:pic>
      <p:sp>
        <p:nvSpPr>
          <p:cNvPr id="5" name="Rechteck 4">
            <a:extLst>
              <a:ext uri="{FF2B5EF4-FFF2-40B4-BE49-F238E27FC236}">
                <a16:creationId xmlns:a16="http://schemas.microsoft.com/office/drawing/2014/main" id="{208DAA6A-8F21-A60D-33FF-EF9803028C82}"/>
              </a:ext>
            </a:extLst>
          </p:cNvPr>
          <p:cNvSpPr/>
          <p:nvPr/>
        </p:nvSpPr>
        <p:spPr>
          <a:xfrm>
            <a:off x="3289955" y="4326904"/>
            <a:ext cx="1480008" cy="81659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5">
            <a:extLst>
              <a:ext uri="{FF2B5EF4-FFF2-40B4-BE49-F238E27FC236}">
                <a16:creationId xmlns:a16="http://schemas.microsoft.com/office/drawing/2014/main" id="{3341C545-84CB-4B1E-60AE-F28BC3A99AF9}"/>
              </a:ext>
            </a:extLst>
          </p:cNvPr>
          <p:cNvSpPr txBox="1"/>
          <p:nvPr/>
        </p:nvSpPr>
        <p:spPr>
          <a:xfrm>
            <a:off x="581422" y="475508"/>
            <a:ext cx="8858358" cy="707886"/>
          </a:xfrm>
          <a:prstGeom prst="rect">
            <a:avLst/>
          </a:prstGeom>
          <a:noFill/>
        </p:spPr>
        <p:txBody>
          <a:bodyPr wrap="square" rtlCol="0">
            <a:spAutoFit/>
          </a:bodyPr>
          <a:lstStyle/>
          <a:p>
            <a:r>
              <a:rPr lang="de-DE" sz="2000" b="1" dirty="0" err="1">
                <a:solidFill>
                  <a:schemeClr val="tx1"/>
                </a:solidFill>
              </a:rPr>
              <a:t>Predictive</a:t>
            </a:r>
            <a:r>
              <a:rPr lang="de-DE" sz="2000" b="1" dirty="0">
                <a:solidFill>
                  <a:schemeClr val="tx1"/>
                </a:solidFill>
              </a:rPr>
              <a:t> Analysis erkennt Sensor-Trends frühzeitig und warnt vor kritischen Werten</a:t>
            </a:r>
          </a:p>
        </p:txBody>
      </p:sp>
    </p:spTree>
    <p:extLst>
      <p:ext uri="{BB962C8B-B14F-4D97-AF65-F5344CB8AC3E}">
        <p14:creationId xmlns:p14="http://schemas.microsoft.com/office/powerpoint/2010/main" val="3487760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EB3FD-CD80-4C9C-EBC4-AF6ECB703FE0}"/>
            </a:ext>
          </a:extLst>
        </p:cNvPr>
        <p:cNvGrpSpPr/>
        <p:nvPr/>
      </p:nvGrpSpPr>
      <p:grpSpPr>
        <a:xfrm>
          <a:off x="0" y="0"/>
          <a:ext cx="0" cy="0"/>
          <a:chOff x="0" y="0"/>
          <a:chExt cx="0" cy="0"/>
        </a:xfrm>
      </p:grpSpPr>
      <p:pic>
        <p:nvPicPr>
          <p:cNvPr id="5" name="Grafik 4" descr="Ein Bild, das Screenshot, Text, Software, Webseite enthält.&#10;&#10;Automatisch generierte Beschreibung">
            <a:extLst>
              <a:ext uri="{FF2B5EF4-FFF2-40B4-BE49-F238E27FC236}">
                <a16:creationId xmlns:a16="http://schemas.microsoft.com/office/drawing/2014/main" id="{8D41E970-A9DF-A651-66F1-1686459DB595}"/>
              </a:ext>
            </a:extLst>
          </p:cNvPr>
          <p:cNvPicPr>
            <a:picLocks noChangeAspect="1"/>
          </p:cNvPicPr>
          <p:nvPr/>
        </p:nvPicPr>
        <p:blipFill>
          <a:blip r:embed="rId3"/>
          <a:stretch>
            <a:fillRect/>
          </a:stretch>
        </p:blipFill>
        <p:spPr>
          <a:xfrm>
            <a:off x="1791576" y="1110448"/>
            <a:ext cx="5560847" cy="4033052"/>
          </a:xfrm>
          <a:prstGeom prst="rect">
            <a:avLst/>
          </a:prstGeom>
        </p:spPr>
      </p:pic>
      <p:sp>
        <p:nvSpPr>
          <p:cNvPr id="6" name="Textfeld 5">
            <a:extLst>
              <a:ext uri="{FF2B5EF4-FFF2-40B4-BE49-F238E27FC236}">
                <a16:creationId xmlns:a16="http://schemas.microsoft.com/office/drawing/2014/main" id="{3DC76479-F783-4FB8-120B-C2211D8C3B98}"/>
              </a:ext>
            </a:extLst>
          </p:cNvPr>
          <p:cNvSpPr txBox="1"/>
          <p:nvPr/>
        </p:nvSpPr>
        <p:spPr>
          <a:xfrm>
            <a:off x="512607" y="402562"/>
            <a:ext cx="9250554" cy="707886"/>
          </a:xfrm>
          <a:prstGeom prst="rect">
            <a:avLst/>
          </a:prstGeom>
          <a:noFill/>
        </p:spPr>
        <p:txBody>
          <a:bodyPr wrap="square" rtlCol="0">
            <a:spAutoFit/>
          </a:bodyPr>
          <a:lstStyle/>
          <a:p>
            <a:pPr marL="0" lvl="0" indent="0" algn="l" rtl="0">
              <a:spcBef>
                <a:spcPts val="0"/>
              </a:spcBef>
              <a:spcAft>
                <a:spcPts val="0"/>
              </a:spcAft>
              <a:buNone/>
            </a:pPr>
            <a:r>
              <a:rPr lang="de-DE" sz="2000" b="1" dirty="0" err="1">
                <a:solidFill>
                  <a:schemeClr val="tx1"/>
                </a:solidFill>
              </a:rPr>
              <a:t>Inventory</a:t>
            </a:r>
            <a:r>
              <a:rPr lang="de-DE" sz="2000" b="1" dirty="0">
                <a:solidFill>
                  <a:schemeClr val="tx1"/>
                </a:solidFill>
              </a:rPr>
              <a:t>-Modul mit Echtzeit-Bestand und automatischer Statusfarbkodierung (IN_STOCK, LOW, OUT_OF_STOCK) </a:t>
            </a:r>
          </a:p>
        </p:txBody>
      </p:sp>
    </p:spTree>
    <p:extLst>
      <p:ext uri="{BB962C8B-B14F-4D97-AF65-F5344CB8AC3E}">
        <p14:creationId xmlns:p14="http://schemas.microsoft.com/office/powerpoint/2010/main" val="2214170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descr="Ein Bild, das Software, Text, Multimedia-Software, Computersymbol enthält.&#10;&#10;Automatisch generierte Beschreibung">
            <a:extLst>
              <a:ext uri="{FF2B5EF4-FFF2-40B4-BE49-F238E27FC236}">
                <a16:creationId xmlns:a16="http://schemas.microsoft.com/office/drawing/2014/main" id="{6DC04223-20F2-25A4-D1AC-8172C2708A32}"/>
              </a:ext>
            </a:extLst>
          </p:cNvPr>
          <p:cNvPicPr>
            <a:picLocks noChangeAspect="1"/>
          </p:cNvPicPr>
          <p:nvPr/>
        </p:nvPicPr>
        <p:blipFill>
          <a:blip r:embed="rId2"/>
          <a:stretch>
            <a:fillRect/>
          </a:stretch>
        </p:blipFill>
        <p:spPr>
          <a:xfrm>
            <a:off x="1396454" y="1013131"/>
            <a:ext cx="6351091" cy="4130369"/>
          </a:xfrm>
          <a:prstGeom prst="rect">
            <a:avLst/>
          </a:prstGeom>
        </p:spPr>
      </p:pic>
      <p:sp>
        <p:nvSpPr>
          <p:cNvPr id="10" name="Rechteck 9">
            <a:extLst>
              <a:ext uri="{FF2B5EF4-FFF2-40B4-BE49-F238E27FC236}">
                <a16:creationId xmlns:a16="http://schemas.microsoft.com/office/drawing/2014/main" id="{719E1457-51DF-490C-792C-9482FCEEF91F}"/>
              </a:ext>
            </a:extLst>
          </p:cNvPr>
          <p:cNvSpPr/>
          <p:nvPr/>
        </p:nvSpPr>
        <p:spPr>
          <a:xfrm>
            <a:off x="1396454" y="4271375"/>
            <a:ext cx="1221486" cy="51356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AAF76E9C-375D-F9D4-AA5F-2FB2852D4145}"/>
              </a:ext>
            </a:extLst>
          </p:cNvPr>
          <p:cNvSpPr txBox="1"/>
          <p:nvPr/>
        </p:nvSpPr>
        <p:spPr>
          <a:xfrm>
            <a:off x="485131" y="454518"/>
            <a:ext cx="9250554" cy="400110"/>
          </a:xfrm>
          <a:prstGeom prst="rect">
            <a:avLst/>
          </a:prstGeom>
          <a:noFill/>
        </p:spPr>
        <p:txBody>
          <a:bodyPr wrap="square" rtlCol="0">
            <a:spAutoFit/>
          </a:bodyPr>
          <a:lstStyle/>
          <a:p>
            <a:pPr marL="0" lvl="0" indent="0" algn="l" rtl="0">
              <a:spcBef>
                <a:spcPts val="0"/>
              </a:spcBef>
              <a:spcAft>
                <a:spcPts val="0"/>
              </a:spcAft>
              <a:buNone/>
            </a:pPr>
            <a:r>
              <a:rPr lang="de-DE" sz="2000" b="1" dirty="0">
                <a:solidFill>
                  <a:schemeClr val="tx1"/>
                </a:solidFill>
              </a:rPr>
              <a:t>Jede Freigabe wird digital erfasst</a:t>
            </a:r>
          </a:p>
        </p:txBody>
      </p:sp>
    </p:spTree>
    <p:extLst>
      <p:ext uri="{BB962C8B-B14F-4D97-AF65-F5344CB8AC3E}">
        <p14:creationId xmlns:p14="http://schemas.microsoft.com/office/powerpoint/2010/main" val="2688723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0">
          <a:extLst>
            <a:ext uri="{FF2B5EF4-FFF2-40B4-BE49-F238E27FC236}">
              <a16:creationId xmlns:a16="http://schemas.microsoft.com/office/drawing/2014/main" id="{86B93090-6F65-7A03-4F8D-CF31F56DAE25}"/>
            </a:ext>
          </a:extLst>
        </p:cNvPr>
        <p:cNvGrpSpPr/>
        <p:nvPr/>
      </p:nvGrpSpPr>
      <p:grpSpPr>
        <a:xfrm>
          <a:off x="0" y="0"/>
          <a:ext cx="0" cy="0"/>
          <a:chOff x="0" y="0"/>
          <a:chExt cx="0" cy="0"/>
        </a:xfrm>
      </p:grpSpPr>
      <p:sp>
        <p:nvSpPr>
          <p:cNvPr id="1028" name="Google Shape;1028;p59">
            <a:extLst>
              <a:ext uri="{FF2B5EF4-FFF2-40B4-BE49-F238E27FC236}">
                <a16:creationId xmlns:a16="http://schemas.microsoft.com/office/drawing/2014/main" id="{82C2B015-9E16-F1CF-2E1B-6358063795AB}"/>
              </a:ext>
            </a:extLst>
          </p:cNvPr>
          <p:cNvSpPr/>
          <p:nvPr/>
        </p:nvSpPr>
        <p:spPr>
          <a:xfrm>
            <a:off x="2208125" y="4192193"/>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 name="Textfeld 4">
            <a:extLst>
              <a:ext uri="{FF2B5EF4-FFF2-40B4-BE49-F238E27FC236}">
                <a16:creationId xmlns:a16="http://schemas.microsoft.com/office/drawing/2014/main" id="{02C7092A-5D22-C408-1C3A-6C2DBEE5ED0D}"/>
              </a:ext>
            </a:extLst>
          </p:cNvPr>
          <p:cNvSpPr txBox="1"/>
          <p:nvPr/>
        </p:nvSpPr>
        <p:spPr>
          <a:xfrm>
            <a:off x="397256" y="461746"/>
            <a:ext cx="8815570" cy="707886"/>
          </a:xfrm>
          <a:prstGeom prst="rect">
            <a:avLst/>
          </a:prstGeom>
          <a:noFill/>
        </p:spPr>
        <p:txBody>
          <a:bodyPr wrap="square" rtlCol="0">
            <a:spAutoFit/>
          </a:bodyPr>
          <a:lstStyle/>
          <a:p>
            <a:pPr marL="0" lvl="0" indent="0" algn="l" rtl="0">
              <a:spcBef>
                <a:spcPts val="0"/>
              </a:spcBef>
              <a:spcAft>
                <a:spcPts val="0"/>
              </a:spcAft>
              <a:buNone/>
            </a:pPr>
            <a:r>
              <a:rPr lang="de-DE" sz="2000" b="1" dirty="0">
                <a:solidFill>
                  <a:schemeClr val="tx1"/>
                </a:solidFill>
              </a:rPr>
              <a:t>Rollenbasierter Zugriff — Security Chief, </a:t>
            </a:r>
            <a:r>
              <a:rPr lang="de-DE" sz="2000" b="1" dirty="0" err="1">
                <a:solidFill>
                  <a:schemeClr val="tx1"/>
                </a:solidFill>
              </a:rPr>
              <a:t>Technician</a:t>
            </a:r>
            <a:r>
              <a:rPr lang="de-DE" sz="2000" b="1" dirty="0">
                <a:solidFill>
                  <a:schemeClr val="tx1"/>
                </a:solidFill>
              </a:rPr>
              <a:t>, Planner, </a:t>
            </a:r>
            <a:r>
              <a:rPr lang="de-DE" sz="2000" b="1" dirty="0" err="1">
                <a:solidFill>
                  <a:schemeClr val="tx1"/>
                </a:solidFill>
              </a:rPr>
              <a:t>Logistics</a:t>
            </a:r>
            <a:r>
              <a:rPr lang="de-DE" sz="2000" b="1" dirty="0">
                <a:solidFill>
                  <a:schemeClr val="tx1"/>
                </a:solidFill>
              </a:rPr>
              <a:t> sehen und dürfen nur ihre  Bereiche</a:t>
            </a:r>
          </a:p>
        </p:txBody>
      </p:sp>
      <p:pic>
        <p:nvPicPr>
          <p:cNvPr id="3" name="Grafik 2" descr="Ein Bild, das Screenshot, Text, Software, Multimedia-Software enthält.&#10;&#10;Automatisch generierte Beschreibung">
            <a:extLst>
              <a:ext uri="{FF2B5EF4-FFF2-40B4-BE49-F238E27FC236}">
                <a16:creationId xmlns:a16="http://schemas.microsoft.com/office/drawing/2014/main" id="{6396C32E-AEF6-5F0E-F718-EEE8AA3DA99A}"/>
              </a:ext>
            </a:extLst>
          </p:cNvPr>
          <p:cNvPicPr>
            <a:picLocks noChangeAspect="1"/>
          </p:cNvPicPr>
          <p:nvPr/>
        </p:nvPicPr>
        <p:blipFill>
          <a:blip r:embed="rId3"/>
          <a:stretch>
            <a:fillRect/>
          </a:stretch>
        </p:blipFill>
        <p:spPr>
          <a:xfrm>
            <a:off x="1550088" y="1169632"/>
            <a:ext cx="6043823" cy="3930540"/>
          </a:xfrm>
          <a:prstGeom prst="rect">
            <a:avLst/>
          </a:prstGeom>
        </p:spPr>
      </p:pic>
    </p:spTree>
    <p:extLst>
      <p:ext uri="{BB962C8B-B14F-4D97-AF65-F5344CB8AC3E}">
        <p14:creationId xmlns:p14="http://schemas.microsoft.com/office/powerpoint/2010/main" val="8710784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F9C9900A-4603-AFFF-6022-8608DF91BA77}"/>
              </a:ext>
            </a:extLst>
          </p:cNvPr>
          <p:cNvSpPr>
            <a:spLocks noGrp="1"/>
          </p:cNvSpPr>
          <p:nvPr>
            <p:ph type="subTitle" idx="1"/>
          </p:nvPr>
        </p:nvSpPr>
        <p:spPr/>
        <p:txBody>
          <a:bodyPr/>
          <a:lstStyle/>
          <a:p>
            <a:endParaRPr lang="de-DE"/>
          </a:p>
        </p:txBody>
      </p:sp>
      <p:pic>
        <p:nvPicPr>
          <p:cNvPr id="5" name="Grafik 4" descr="Ein Bild, das Software, Multimedia-Software, Text, Grafiksoftware enthält.&#10;&#10;Automatisch generierte Beschreibung">
            <a:extLst>
              <a:ext uri="{FF2B5EF4-FFF2-40B4-BE49-F238E27FC236}">
                <a16:creationId xmlns:a16="http://schemas.microsoft.com/office/drawing/2014/main" id="{920A03DC-0CB5-EEDB-E806-D9E4ABA97158}"/>
              </a:ext>
            </a:extLst>
          </p:cNvPr>
          <p:cNvPicPr>
            <a:picLocks noChangeAspect="1"/>
          </p:cNvPicPr>
          <p:nvPr/>
        </p:nvPicPr>
        <p:blipFill>
          <a:blip r:embed="rId2"/>
          <a:stretch>
            <a:fillRect/>
          </a:stretch>
        </p:blipFill>
        <p:spPr>
          <a:xfrm>
            <a:off x="1272619" y="1054371"/>
            <a:ext cx="6287678" cy="4089129"/>
          </a:xfrm>
          <a:prstGeom prst="rect">
            <a:avLst/>
          </a:prstGeom>
        </p:spPr>
      </p:pic>
      <p:sp>
        <p:nvSpPr>
          <p:cNvPr id="6" name="Rechteck 5">
            <a:extLst>
              <a:ext uri="{FF2B5EF4-FFF2-40B4-BE49-F238E27FC236}">
                <a16:creationId xmlns:a16="http://schemas.microsoft.com/office/drawing/2014/main" id="{73DCE960-7BA0-46FB-26E2-EAC1545AE561}"/>
              </a:ext>
            </a:extLst>
          </p:cNvPr>
          <p:cNvSpPr/>
          <p:nvPr/>
        </p:nvSpPr>
        <p:spPr>
          <a:xfrm>
            <a:off x="1272619" y="1527142"/>
            <a:ext cx="838985" cy="139516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BD037FF8-1D31-D342-A477-5B1606984958}"/>
              </a:ext>
            </a:extLst>
          </p:cNvPr>
          <p:cNvSpPr txBox="1"/>
          <p:nvPr/>
        </p:nvSpPr>
        <p:spPr>
          <a:xfrm>
            <a:off x="-79342" y="432611"/>
            <a:ext cx="8991599" cy="400110"/>
          </a:xfrm>
          <a:prstGeom prst="rect">
            <a:avLst/>
          </a:prstGeom>
          <a:noFill/>
        </p:spPr>
        <p:txBody>
          <a:bodyPr wrap="square" rtlCol="0">
            <a:spAutoFit/>
          </a:bodyPr>
          <a:lstStyle/>
          <a:p>
            <a:pPr marL="0" lvl="0" indent="0" algn="ctr" rtl="0">
              <a:spcBef>
                <a:spcPts val="0"/>
              </a:spcBef>
              <a:spcAft>
                <a:spcPts val="0"/>
              </a:spcAft>
              <a:buNone/>
            </a:pPr>
            <a:r>
              <a:rPr lang="de-DE" sz="2000" b="1">
                <a:solidFill>
                  <a:schemeClr val="tx1"/>
                </a:solidFill>
              </a:rPr>
              <a:t>Planer Sicht</a:t>
            </a:r>
          </a:p>
        </p:txBody>
      </p:sp>
    </p:spTree>
    <p:extLst>
      <p:ext uri="{BB962C8B-B14F-4D97-AF65-F5344CB8AC3E}">
        <p14:creationId xmlns:p14="http://schemas.microsoft.com/office/powerpoint/2010/main" val="5703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Ein Bild, das Software, Multimedia-Software, Text, Grafiksoftware enthält.&#10;&#10;Automatisch generierte Beschreibung">
            <a:extLst>
              <a:ext uri="{FF2B5EF4-FFF2-40B4-BE49-F238E27FC236}">
                <a16:creationId xmlns:a16="http://schemas.microsoft.com/office/drawing/2014/main" id="{2D8087BC-1E4B-7205-5C1E-DD21EDA5E70B}"/>
              </a:ext>
            </a:extLst>
          </p:cNvPr>
          <p:cNvPicPr>
            <a:picLocks noChangeAspect="1"/>
          </p:cNvPicPr>
          <p:nvPr/>
        </p:nvPicPr>
        <p:blipFill>
          <a:blip r:embed="rId2"/>
          <a:stretch>
            <a:fillRect/>
          </a:stretch>
        </p:blipFill>
        <p:spPr>
          <a:xfrm>
            <a:off x="1397324" y="866969"/>
            <a:ext cx="6349351" cy="4129237"/>
          </a:xfrm>
          <a:prstGeom prst="rect">
            <a:avLst/>
          </a:prstGeom>
        </p:spPr>
      </p:pic>
      <p:sp>
        <p:nvSpPr>
          <p:cNvPr id="6" name="Rechteck 5">
            <a:extLst>
              <a:ext uri="{FF2B5EF4-FFF2-40B4-BE49-F238E27FC236}">
                <a16:creationId xmlns:a16="http://schemas.microsoft.com/office/drawing/2014/main" id="{FFABEC6F-B59A-4ED1-FB3F-3B6FB4B9B178}"/>
              </a:ext>
            </a:extLst>
          </p:cNvPr>
          <p:cNvSpPr/>
          <p:nvPr/>
        </p:nvSpPr>
        <p:spPr>
          <a:xfrm>
            <a:off x="1397324" y="1357460"/>
            <a:ext cx="874536" cy="158370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99793CDA-5862-7489-7968-1A19192B9175}"/>
              </a:ext>
            </a:extLst>
          </p:cNvPr>
          <p:cNvSpPr txBox="1"/>
          <p:nvPr/>
        </p:nvSpPr>
        <p:spPr>
          <a:xfrm>
            <a:off x="-79342" y="432611"/>
            <a:ext cx="8991599" cy="400110"/>
          </a:xfrm>
          <a:prstGeom prst="rect">
            <a:avLst/>
          </a:prstGeom>
          <a:noFill/>
        </p:spPr>
        <p:txBody>
          <a:bodyPr wrap="square" rtlCol="0">
            <a:spAutoFit/>
          </a:bodyPr>
          <a:lstStyle/>
          <a:p>
            <a:pPr marL="0" lvl="0" indent="0" algn="ctr" rtl="0">
              <a:spcBef>
                <a:spcPts val="0"/>
              </a:spcBef>
              <a:spcAft>
                <a:spcPts val="0"/>
              </a:spcAft>
              <a:buNone/>
            </a:pPr>
            <a:r>
              <a:rPr lang="de-DE" sz="2000" b="1" err="1">
                <a:solidFill>
                  <a:schemeClr val="tx1"/>
                </a:solidFill>
              </a:rPr>
              <a:t>Securtiy</a:t>
            </a:r>
            <a:r>
              <a:rPr lang="de-DE" sz="2000" b="1">
                <a:solidFill>
                  <a:schemeClr val="tx1"/>
                </a:solidFill>
              </a:rPr>
              <a:t> Chef Sicht</a:t>
            </a:r>
          </a:p>
        </p:txBody>
      </p:sp>
    </p:spTree>
    <p:extLst>
      <p:ext uri="{BB962C8B-B14F-4D97-AF65-F5344CB8AC3E}">
        <p14:creationId xmlns:p14="http://schemas.microsoft.com/office/powerpoint/2010/main" val="2465532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0">
          <a:extLst>
            <a:ext uri="{FF2B5EF4-FFF2-40B4-BE49-F238E27FC236}">
              <a16:creationId xmlns:a16="http://schemas.microsoft.com/office/drawing/2014/main" id="{5E4C4218-9598-865E-25D6-6C5022B418D5}"/>
            </a:ext>
          </a:extLst>
        </p:cNvPr>
        <p:cNvGrpSpPr/>
        <p:nvPr/>
      </p:nvGrpSpPr>
      <p:grpSpPr>
        <a:xfrm>
          <a:off x="0" y="0"/>
          <a:ext cx="0" cy="0"/>
          <a:chOff x="0" y="0"/>
          <a:chExt cx="0" cy="0"/>
        </a:xfrm>
      </p:grpSpPr>
      <p:sp>
        <p:nvSpPr>
          <p:cNvPr id="1023" name="Google Shape;1023;p59">
            <a:extLst>
              <a:ext uri="{FF2B5EF4-FFF2-40B4-BE49-F238E27FC236}">
                <a16:creationId xmlns:a16="http://schemas.microsoft.com/office/drawing/2014/main" id="{A677893F-10EB-1FEF-FD65-FC5876BD2F01}"/>
              </a:ext>
            </a:extLst>
          </p:cNvPr>
          <p:cNvSpPr/>
          <p:nvPr/>
        </p:nvSpPr>
        <p:spPr>
          <a:xfrm>
            <a:off x="7923528" y="592650"/>
            <a:ext cx="624000" cy="624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4" name="Google Shape;1024;p59">
            <a:extLst>
              <a:ext uri="{FF2B5EF4-FFF2-40B4-BE49-F238E27FC236}">
                <a16:creationId xmlns:a16="http://schemas.microsoft.com/office/drawing/2014/main" id="{14EC0808-8A53-2E2A-6616-7D26EFEA5ED2}"/>
              </a:ext>
            </a:extLst>
          </p:cNvPr>
          <p:cNvSpPr/>
          <p:nvPr/>
        </p:nvSpPr>
        <p:spPr>
          <a:xfrm>
            <a:off x="6466977" y="4300616"/>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5" name="Google Shape;1025;p59">
            <a:extLst>
              <a:ext uri="{FF2B5EF4-FFF2-40B4-BE49-F238E27FC236}">
                <a16:creationId xmlns:a16="http://schemas.microsoft.com/office/drawing/2014/main" id="{CCED6FEB-5DEE-D364-A58A-AC93CA6CDA0A}"/>
              </a:ext>
            </a:extLst>
          </p:cNvPr>
          <p:cNvSpPr/>
          <p:nvPr/>
        </p:nvSpPr>
        <p:spPr>
          <a:xfrm>
            <a:off x="1126861" y="2208696"/>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6" name="Google Shape;1026;p59">
            <a:extLst>
              <a:ext uri="{FF2B5EF4-FFF2-40B4-BE49-F238E27FC236}">
                <a16:creationId xmlns:a16="http://schemas.microsoft.com/office/drawing/2014/main" id="{01CB7CA1-299F-DE92-2E94-5B86D021678C}"/>
              </a:ext>
            </a:extLst>
          </p:cNvPr>
          <p:cNvSpPr/>
          <p:nvPr/>
        </p:nvSpPr>
        <p:spPr>
          <a:xfrm>
            <a:off x="1157504" y="843644"/>
            <a:ext cx="624000" cy="624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7" name="Google Shape;1027;p59">
            <a:extLst>
              <a:ext uri="{FF2B5EF4-FFF2-40B4-BE49-F238E27FC236}">
                <a16:creationId xmlns:a16="http://schemas.microsoft.com/office/drawing/2014/main" id="{B1796EB8-5D3D-B1F3-05D7-5F73931CE388}"/>
              </a:ext>
            </a:extLst>
          </p:cNvPr>
          <p:cNvSpPr/>
          <p:nvPr/>
        </p:nvSpPr>
        <p:spPr>
          <a:xfrm>
            <a:off x="7767228" y="2879017"/>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8" name="Google Shape;1028;p59">
            <a:extLst>
              <a:ext uri="{FF2B5EF4-FFF2-40B4-BE49-F238E27FC236}">
                <a16:creationId xmlns:a16="http://schemas.microsoft.com/office/drawing/2014/main" id="{94BE0F30-9481-F325-3679-1E710DFE5BC1}"/>
              </a:ext>
            </a:extLst>
          </p:cNvPr>
          <p:cNvSpPr/>
          <p:nvPr/>
        </p:nvSpPr>
        <p:spPr>
          <a:xfrm>
            <a:off x="2208125" y="4192193"/>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12" name="Google Shape;1516;p76">
            <a:extLst>
              <a:ext uri="{FF2B5EF4-FFF2-40B4-BE49-F238E27FC236}">
                <a16:creationId xmlns:a16="http://schemas.microsoft.com/office/drawing/2014/main" id="{817DB5D1-F44A-CF79-A0D5-1C82F141EED3}"/>
              </a:ext>
            </a:extLst>
          </p:cNvPr>
          <p:cNvGrpSpPr/>
          <p:nvPr/>
        </p:nvGrpSpPr>
        <p:grpSpPr>
          <a:xfrm>
            <a:off x="2630875" y="-2461877"/>
            <a:ext cx="577250" cy="2424927"/>
            <a:chOff x="3444546" y="238154"/>
            <a:chExt cx="679197" cy="2855879"/>
          </a:xfrm>
        </p:grpSpPr>
        <p:sp>
          <p:nvSpPr>
            <p:cNvPr id="13" name="Google Shape;1517;p76">
              <a:extLst>
                <a:ext uri="{FF2B5EF4-FFF2-40B4-BE49-F238E27FC236}">
                  <a16:creationId xmlns:a16="http://schemas.microsoft.com/office/drawing/2014/main" id="{F66AD551-978B-72C5-0220-A39A3954B64B}"/>
                </a:ext>
              </a:extLst>
            </p:cNvPr>
            <p:cNvSpPr/>
            <p:nvPr/>
          </p:nvSpPr>
          <p:spPr>
            <a:xfrm>
              <a:off x="3523030" y="2245511"/>
              <a:ext cx="547901" cy="848522"/>
            </a:xfrm>
            <a:custGeom>
              <a:avLst/>
              <a:gdLst/>
              <a:ahLst/>
              <a:cxnLst/>
              <a:rect l="l" t="t" r="r" b="b"/>
              <a:pathLst>
                <a:path w="30968" h="47885" extrusionOk="0">
                  <a:moveTo>
                    <a:pt x="15730" y="0"/>
                  </a:moveTo>
                  <a:cubicBezTo>
                    <a:pt x="15472" y="0"/>
                    <a:pt x="15210" y="5"/>
                    <a:pt x="14945" y="16"/>
                  </a:cubicBezTo>
                  <a:cubicBezTo>
                    <a:pt x="1" y="670"/>
                    <a:pt x="374" y="18697"/>
                    <a:pt x="5418" y="29625"/>
                  </a:cubicBezTo>
                  <a:cubicBezTo>
                    <a:pt x="5567" y="29959"/>
                    <a:pt x="5856" y="30109"/>
                    <a:pt x="6145" y="30109"/>
                  </a:cubicBezTo>
                  <a:cubicBezTo>
                    <a:pt x="6581" y="30109"/>
                    <a:pt x="7016" y="29767"/>
                    <a:pt x="6959" y="29205"/>
                  </a:cubicBezTo>
                  <a:cubicBezTo>
                    <a:pt x="6866" y="28084"/>
                    <a:pt x="6866" y="26916"/>
                    <a:pt x="6959" y="25749"/>
                  </a:cubicBezTo>
                  <a:cubicBezTo>
                    <a:pt x="7006" y="25422"/>
                    <a:pt x="7240" y="25141"/>
                    <a:pt x="7613" y="25048"/>
                  </a:cubicBezTo>
                  <a:cubicBezTo>
                    <a:pt x="7645" y="25044"/>
                    <a:pt x="7677" y="25042"/>
                    <a:pt x="7709" y="25042"/>
                  </a:cubicBezTo>
                  <a:cubicBezTo>
                    <a:pt x="8056" y="25042"/>
                    <a:pt x="8419" y="25270"/>
                    <a:pt x="8547" y="25655"/>
                  </a:cubicBezTo>
                  <a:cubicBezTo>
                    <a:pt x="10182" y="33221"/>
                    <a:pt x="17047" y="42001"/>
                    <a:pt x="19382" y="47418"/>
                  </a:cubicBezTo>
                  <a:cubicBezTo>
                    <a:pt x="19475" y="47605"/>
                    <a:pt x="19662" y="47745"/>
                    <a:pt x="19849" y="47838"/>
                  </a:cubicBezTo>
                  <a:cubicBezTo>
                    <a:pt x="19942" y="47869"/>
                    <a:pt x="20035" y="47884"/>
                    <a:pt x="20125" y="47884"/>
                  </a:cubicBezTo>
                  <a:cubicBezTo>
                    <a:pt x="20442" y="47884"/>
                    <a:pt x="20721" y="47699"/>
                    <a:pt x="20830" y="47371"/>
                  </a:cubicBezTo>
                  <a:cubicBezTo>
                    <a:pt x="22698" y="42468"/>
                    <a:pt x="22371" y="37097"/>
                    <a:pt x="21717" y="33361"/>
                  </a:cubicBezTo>
                  <a:cubicBezTo>
                    <a:pt x="21670" y="33081"/>
                    <a:pt x="21764" y="32754"/>
                    <a:pt x="21997" y="32614"/>
                  </a:cubicBezTo>
                  <a:cubicBezTo>
                    <a:pt x="22153" y="32516"/>
                    <a:pt x="22325" y="32468"/>
                    <a:pt x="22493" y="32468"/>
                  </a:cubicBezTo>
                  <a:cubicBezTo>
                    <a:pt x="22728" y="32468"/>
                    <a:pt x="22955" y="32563"/>
                    <a:pt x="23118" y="32754"/>
                  </a:cubicBezTo>
                  <a:cubicBezTo>
                    <a:pt x="23772" y="33641"/>
                    <a:pt x="24426" y="34482"/>
                    <a:pt x="25173" y="35276"/>
                  </a:cubicBezTo>
                  <a:cubicBezTo>
                    <a:pt x="25311" y="35449"/>
                    <a:pt x="25527" y="35545"/>
                    <a:pt x="25744" y="35545"/>
                  </a:cubicBezTo>
                  <a:cubicBezTo>
                    <a:pt x="25819" y="35545"/>
                    <a:pt x="25894" y="35533"/>
                    <a:pt x="25967" y="35509"/>
                  </a:cubicBezTo>
                  <a:cubicBezTo>
                    <a:pt x="26387" y="35369"/>
                    <a:pt x="26621" y="34949"/>
                    <a:pt x="26527" y="34529"/>
                  </a:cubicBezTo>
                  <a:cubicBezTo>
                    <a:pt x="25033" y="30139"/>
                    <a:pt x="24332" y="23927"/>
                    <a:pt x="27088" y="18090"/>
                  </a:cubicBezTo>
                  <a:cubicBezTo>
                    <a:pt x="30967" y="9692"/>
                    <a:pt x="26818" y="0"/>
                    <a:pt x="157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 name="Google Shape;1518;p76">
              <a:extLst>
                <a:ext uri="{FF2B5EF4-FFF2-40B4-BE49-F238E27FC236}">
                  <a16:creationId xmlns:a16="http://schemas.microsoft.com/office/drawing/2014/main" id="{958DAF6E-89AD-9C07-AA0C-558270E123FA}"/>
                </a:ext>
              </a:extLst>
            </p:cNvPr>
            <p:cNvSpPr/>
            <p:nvPr/>
          </p:nvSpPr>
          <p:spPr>
            <a:xfrm flipH="1">
              <a:off x="3493289" y="2137383"/>
              <a:ext cx="577572" cy="368275"/>
            </a:xfrm>
            <a:custGeom>
              <a:avLst/>
              <a:gdLst/>
              <a:ahLst/>
              <a:cxnLst/>
              <a:rect l="l" t="t" r="r" b="b"/>
              <a:pathLst>
                <a:path w="32645" h="20783" extrusionOk="0">
                  <a:moveTo>
                    <a:pt x="4904" y="0"/>
                  </a:moveTo>
                  <a:cubicBezTo>
                    <a:pt x="4343" y="0"/>
                    <a:pt x="3923" y="374"/>
                    <a:pt x="3783" y="887"/>
                  </a:cubicBezTo>
                  <a:lnTo>
                    <a:pt x="0" y="19521"/>
                  </a:lnTo>
                  <a:lnTo>
                    <a:pt x="0" y="19662"/>
                  </a:lnTo>
                  <a:cubicBezTo>
                    <a:pt x="0" y="20269"/>
                    <a:pt x="467" y="20782"/>
                    <a:pt x="1121" y="20782"/>
                  </a:cubicBezTo>
                  <a:lnTo>
                    <a:pt x="31617" y="20782"/>
                  </a:lnTo>
                  <a:cubicBezTo>
                    <a:pt x="32224" y="20689"/>
                    <a:pt x="32644" y="20129"/>
                    <a:pt x="32551" y="19521"/>
                  </a:cubicBezTo>
                  <a:lnTo>
                    <a:pt x="28768" y="887"/>
                  </a:lnTo>
                  <a:cubicBezTo>
                    <a:pt x="28675" y="374"/>
                    <a:pt x="28208" y="0"/>
                    <a:pt x="277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 name="Google Shape;1519;p76">
              <a:extLst>
                <a:ext uri="{FF2B5EF4-FFF2-40B4-BE49-F238E27FC236}">
                  <a16:creationId xmlns:a16="http://schemas.microsoft.com/office/drawing/2014/main" id="{4B5426C5-0389-C40F-F7C5-E6C7457933B3}"/>
                </a:ext>
              </a:extLst>
            </p:cNvPr>
            <p:cNvSpPr/>
            <p:nvPr/>
          </p:nvSpPr>
          <p:spPr>
            <a:xfrm flipH="1">
              <a:off x="3602363" y="2136497"/>
              <a:ext cx="362749" cy="422941"/>
            </a:xfrm>
            <a:custGeom>
              <a:avLst/>
              <a:gdLst/>
              <a:ahLst/>
              <a:cxnLst/>
              <a:rect l="l" t="t" r="r" b="b"/>
              <a:pathLst>
                <a:path w="20503" h="23868" extrusionOk="0">
                  <a:moveTo>
                    <a:pt x="3426" y="0"/>
                  </a:moveTo>
                  <a:cubicBezTo>
                    <a:pt x="2901" y="0"/>
                    <a:pt x="2474" y="450"/>
                    <a:pt x="2429" y="984"/>
                  </a:cubicBezTo>
                  <a:lnTo>
                    <a:pt x="1" y="22654"/>
                  </a:lnTo>
                  <a:lnTo>
                    <a:pt x="1" y="22747"/>
                  </a:lnTo>
                  <a:cubicBezTo>
                    <a:pt x="48" y="23354"/>
                    <a:pt x="515" y="23821"/>
                    <a:pt x="1122" y="23868"/>
                  </a:cubicBezTo>
                  <a:lnTo>
                    <a:pt x="19522" y="23868"/>
                  </a:lnTo>
                  <a:cubicBezTo>
                    <a:pt x="20129" y="23775"/>
                    <a:pt x="20503" y="23214"/>
                    <a:pt x="20456" y="22654"/>
                  </a:cubicBezTo>
                  <a:lnTo>
                    <a:pt x="18074" y="984"/>
                  </a:lnTo>
                  <a:cubicBezTo>
                    <a:pt x="18030" y="450"/>
                    <a:pt x="17561" y="0"/>
                    <a:pt x="17031" y="0"/>
                  </a:cubicBezTo>
                  <a:cubicBezTo>
                    <a:pt x="17005" y="0"/>
                    <a:pt x="16979" y="1"/>
                    <a:pt x="16953" y="3"/>
                  </a:cubicBezTo>
                  <a:lnTo>
                    <a:pt x="3503" y="3"/>
                  </a:lnTo>
                  <a:cubicBezTo>
                    <a:pt x="3477" y="1"/>
                    <a:pt x="3452" y="0"/>
                    <a:pt x="34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 name="Google Shape;1520;p76">
              <a:extLst>
                <a:ext uri="{FF2B5EF4-FFF2-40B4-BE49-F238E27FC236}">
                  <a16:creationId xmlns:a16="http://schemas.microsoft.com/office/drawing/2014/main" id="{1761FA17-5CDF-6155-2371-679B880C7646}"/>
                </a:ext>
              </a:extLst>
            </p:cNvPr>
            <p:cNvSpPr/>
            <p:nvPr/>
          </p:nvSpPr>
          <p:spPr>
            <a:xfrm flipH="1">
              <a:off x="3447854" y="896044"/>
              <a:ext cx="16542" cy="205251"/>
            </a:xfrm>
            <a:custGeom>
              <a:avLst/>
              <a:gdLst/>
              <a:ahLst/>
              <a:cxnLst/>
              <a:rect l="l" t="t" r="r" b="b"/>
              <a:pathLst>
                <a:path w="935" h="11583" extrusionOk="0">
                  <a:moveTo>
                    <a:pt x="608" y="1"/>
                  </a:moveTo>
                  <a:lnTo>
                    <a:pt x="1" y="47"/>
                  </a:lnTo>
                  <a:lnTo>
                    <a:pt x="375" y="11583"/>
                  </a:lnTo>
                  <a:lnTo>
                    <a:pt x="935" y="11583"/>
                  </a:lnTo>
                  <a:lnTo>
                    <a:pt x="6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 name="Google Shape;1521;p76">
              <a:extLst>
                <a:ext uri="{FF2B5EF4-FFF2-40B4-BE49-F238E27FC236}">
                  <a16:creationId xmlns:a16="http://schemas.microsoft.com/office/drawing/2014/main" id="{375F324D-3BDC-AF64-78E6-2B56FF4402D8}"/>
                </a:ext>
              </a:extLst>
            </p:cNvPr>
            <p:cNvSpPr/>
            <p:nvPr/>
          </p:nvSpPr>
          <p:spPr>
            <a:xfrm flipH="1">
              <a:off x="3444546" y="1154242"/>
              <a:ext cx="11589" cy="60425"/>
            </a:xfrm>
            <a:custGeom>
              <a:avLst/>
              <a:gdLst/>
              <a:ahLst/>
              <a:cxnLst/>
              <a:rect l="l" t="t" r="r" b="b"/>
              <a:pathLst>
                <a:path w="655" h="3410" extrusionOk="0">
                  <a:moveTo>
                    <a:pt x="1" y="1"/>
                  </a:moveTo>
                  <a:lnTo>
                    <a:pt x="94" y="3410"/>
                  </a:lnTo>
                  <a:lnTo>
                    <a:pt x="655" y="3363"/>
                  </a:lnTo>
                  <a:lnTo>
                    <a:pt x="56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 name="Google Shape;1522;p76">
              <a:extLst>
                <a:ext uri="{FF2B5EF4-FFF2-40B4-BE49-F238E27FC236}">
                  <a16:creationId xmlns:a16="http://schemas.microsoft.com/office/drawing/2014/main" id="{58155412-BE94-1FD7-37DE-FE47D4C8AE92}"/>
                </a:ext>
              </a:extLst>
            </p:cNvPr>
            <p:cNvSpPr/>
            <p:nvPr/>
          </p:nvSpPr>
          <p:spPr>
            <a:xfrm flipH="1">
              <a:off x="3447023" y="238154"/>
              <a:ext cx="676720" cy="2082135"/>
            </a:xfrm>
            <a:custGeom>
              <a:avLst/>
              <a:gdLst/>
              <a:ahLst/>
              <a:cxnLst/>
              <a:rect l="l" t="t" r="r" b="b"/>
              <a:pathLst>
                <a:path w="38249" h="117502" extrusionOk="0">
                  <a:moveTo>
                    <a:pt x="19194" y="0"/>
                  </a:moveTo>
                  <a:cubicBezTo>
                    <a:pt x="19194" y="0"/>
                    <a:pt x="2615" y="13684"/>
                    <a:pt x="2615" y="36381"/>
                  </a:cubicBezTo>
                  <a:lnTo>
                    <a:pt x="187" y="107460"/>
                  </a:lnTo>
                  <a:cubicBezTo>
                    <a:pt x="0" y="112831"/>
                    <a:pt x="4157" y="117314"/>
                    <a:pt x="9527" y="117501"/>
                  </a:cubicBezTo>
                  <a:lnTo>
                    <a:pt x="28535" y="117501"/>
                  </a:lnTo>
                  <a:cubicBezTo>
                    <a:pt x="28563" y="117501"/>
                    <a:pt x="28591" y="117502"/>
                    <a:pt x="28620" y="117502"/>
                  </a:cubicBezTo>
                  <a:cubicBezTo>
                    <a:pt x="33951" y="117502"/>
                    <a:pt x="38249" y="113130"/>
                    <a:pt x="38249" y="107834"/>
                  </a:cubicBezTo>
                  <a:lnTo>
                    <a:pt x="38249" y="107460"/>
                  </a:lnTo>
                  <a:lnTo>
                    <a:pt x="35774" y="36381"/>
                  </a:lnTo>
                  <a:cubicBezTo>
                    <a:pt x="35867" y="13730"/>
                    <a:pt x="19194" y="0"/>
                    <a:pt x="191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 name="Google Shape;1523;p76">
              <a:extLst>
                <a:ext uri="{FF2B5EF4-FFF2-40B4-BE49-F238E27FC236}">
                  <a16:creationId xmlns:a16="http://schemas.microsoft.com/office/drawing/2014/main" id="{ECD1088E-66FE-5327-2829-09EA62AECF45}"/>
                </a:ext>
              </a:extLst>
            </p:cNvPr>
            <p:cNvSpPr/>
            <p:nvPr/>
          </p:nvSpPr>
          <p:spPr>
            <a:xfrm flipH="1">
              <a:off x="3569313" y="238154"/>
              <a:ext cx="418923" cy="360815"/>
            </a:xfrm>
            <a:custGeom>
              <a:avLst/>
              <a:gdLst/>
              <a:ahLst/>
              <a:cxnLst/>
              <a:rect l="l" t="t" r="r" b="b"/>
              <a:pathLst>
                <a:path w="23678" h="20362" extrusionOk="0">
                  <a:moveTo>
                    <a:pt x="11535" y="0"/>
                  </a:moveTo>
                  <a:cubicBezTo>
                    <a:pt x="7052" y="4063"/>
                    <a:pt x="3316" y="8873"/>
                    <a:pt x="467" y="14197"/>
                  </a:cubicBezTo>
                  <a:cubicBezTo>
                    <a:pt x="140" y="14804"/>
                    <a:pt x="0" y="15505"/>
                    <a:pt x="0" y="16159"/>
                  </a:cubicBezTo>
                  <a:cubicBezTo>
                    <a:pt x="0" y="18494"/>
                    <a:pt x="1868" y="20362"/>
                    <a:pt x="4203" y="20362"/>
                  </a:cubicBezTo>
                  <a:lnTo>
                    <a:pt x="18774" y="20362"/>
                  </a:lnTo>
                  <a:cubicBezTo>
                    <a:pt x="19475" y="20362"/>
                    <a:pt x="20175" y="20222"/>
                    <a:pt x="20782" y="19895"/>
                  </a:cubicBezTo>
                  <a:cubicBezTo>
                    <a:pt x="22837" y="18867"/>
                    <a:pt x="23678" y="16299"/>
                    <a:pt x="22557" y="14244"/>
                  </a:cubicBezTo>
                  <a:cubicBezTo>
                    <a:pt x="19802" y="8873"/>
                    <a:pt x="16066" y="4063"/>
                    <a:pt x="115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 name="Google Shape;1524;p76">
              <a:extLst>
                <a:ext uri="{FF2B5EF4-FFF2-40B4-BE49-F238E27FC236}">
                  <a16:creationId xmlns:a16="http://schemas.microsoft.com/office/drawing/2014/main" id="{F7D792D2-C2A3-3ED7-3448-FBA4843B9D72}"/>
                </a:ext>
              </a:extLst>
            </p:cNvPr>
            <p:cNvSpPr/>
            <p:nvPr/>
          </p:nvSpPr>
          <p:spPr>
            <a:xfrm flipH="1">
              <a:off x="3570127" y="910114"/>
              <a:ext cx="428035" cy="428700"/>
            </a:xfrm>
            <a:custGeom>
              <a:avLst/>
              <a:gdLst/>
              <a:ahLst/>
              <a:cxnLst/>
              <a:rect l="l" t="t" r="r" b="b"/>
              <a:pathLst>
                <a:path w="24193" h="24193" extrusionOk="0">
                  <a:moveTo>
                    <a:pt x="12096" y="1"/>
                  </a:moveTo>
                  <a:cubicBezTo>
                    <a:pt x="5418" y="1"/>
                    <a:pt x="1" y="5418"/>
                    <a:pt x="1" y="12096"/>
                  </a:cubicBezTo>
                  <a:cubicBezTo>
                    <a:pt x="1" y="18775"/>
                    <a:pt x="5418" y="24192"/>
                    <a:pt x="12096" y="24192"/>
                  </a:cubicBezTo>
                  <a:cubicBezTo>
                    <a:pt x="18775" y="24192"/>
                    <a:pt x="24192" y="18775"/>
                    <a:pt x="24192" y="12096"/>
                  </a:cubicBezTo>
                  <a:cubicBezTo>
                    <a:pt x="24192" y="5418"/>
                    <a:pt x="18775" y="1"/>
                    <a:pt x="12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 name="Google Shape;1525;p76">
              <a:extLst>
                <a:ext uri="{FF2B5EF4-FFF2-40B4-BE49-F238E27FC236}">
                  <a16:creationId xmlns:a16="http://schemas.microsoft.com/office/drawing/2014/main" id="{862F3D7C-FC85-94E0-FB9E-D9CB18E54AF5}"/>
                </a:ext>
              </a:extLst>
            </p:cNvPr>
            <p:cNvSpPr/>
            <p:nvPr/>
          </p:nvSpPr>
          <p:spPr>
            <a:xfrm flipH="1">
              <a:off x="3639535" y="978797"/>
              <a:ext cx="288388" cy="288836"/>
            </a:xfrm>
            <a:custGeom>
              <a:avLst/>
              <a:gdLst/>
              <a:ahLst/>
              <a:cxnLst/>
              <a:rect l="l" t="t" r="r" b="b"/>
              <a:pathLst>
                <a:path w="16300" h="16300" extrusionOk="0">
                  <a:moveTo>
                    <a:pt x="8267" y="1"/>
                  </a:moveTo>
                  <a:cubicBezTo>
                    <a:pt x="4063" y="94"/>
                    <a:pt x="608" y="3363"/>
                    <a:pt x="281" y="7567"/>
                  </a:cubicBezTo>
                  <a:cubicBezTo>
                    <a:pt x="0" y="11770"/>
                    <a:pt x="2943" y="15506"/>
                    <a:pt x="7099" y="16253"/>
                  </a:cubicBezTo>
                  <a:cubicBezTo>
                    <a:pt x="7473" y="16253"/>
                    <a:pt x="7846" y="16300"/>
                    <a:pt x="8267" y="16300"/>
                  </a:cubicBezTo>
                  <a:cubicBezTo>
                    <a:pt x="11676" y="16300"/>
                    <a:pt x="14711" y="14151"/>
                    <a:pt x="15926" y="10976"/>
                  </a:cubicBezTo>
                  <a:lnTo>
                    <a:pt x="16019" y="10649"/>
                  </a:lnTo>
                  <a:cubicBezTo>
                    <a:pt x="16019" y="10462"/>
                    <a:pt x="16159" y="10275"/>
                    <a:pt x="16159" y="10088"/>
                  </a:cubicBezTo>
                  <a:cubicBezTo>
                    <a:pt x="16253" y="9621"/>
                    <a:pt x="16299" y="9108"/>
                    <a:pt x="16299" y="8594"/>
                  </a:cubicBezTo>
                  <a:lnTo>
                    <a:pt x="16299" y="8220"/>
                  </a:lnTo>
                  <a:cubicBezTo>
                    <a:pt x="16299" y="4391"/>
                    <a:pt x="13591" y="1075"/>
                    <a:pt x="9808" y="234"/>
                  </a:cubicBezTo>
                  <a:cubicBezTo>
                    <a:pt x="9294" y="141"/>
                    <a:pt x="8734" y="48"/>
                    <a:pt x="82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3" name="Textfeld 2">
            <a:extLst>
              <a:ext uri="{FF2B5EF4-FFF2-40B4-BE49-F238E27FC236}">
                <a16:creationId xmlns:a16="http://schemas.microsoft.com/office/drawing/2014/main" id="{E5D0C154-24B6-5301-9601-00FEDC61DF3C}"/>
              </a:ext>
            </a:extLst>
          </p:cNvPr>
          <p:cNvSpPr txBox="1"/>
          <p:nvPr/>
        </p:nvSpPr>
        <p:spPr>
          <a:xfrm>
            <a:off x="1685427" y="2011053"/>
            <a:ext cx="5773145" cy="707886"/>
          </a:xfrm>
          <a:prstGeom prst="rect">
            <a:avLst/>
          </a:prstGeom>
          <a:noFill/>
        </p:spPr>
        <p:txBody>
          <a:bodyPr wrap="square">
            <a:spAutoFit/>
          </a:bodyPr>
          <a:lstStyle/>
          <a:p>
            <a:pPr algn="ctr"/>
            <a:r>
              <a:rPr lang="de-DE" sz="4000" b="1" i="0" u="none" strike="noStrike" noProof="1">
                <a:solidFill>
                  <a:schemeClr val="tx1"/>
                </a:solidFill>
                <a:effectLst/>
                <a:latin typeface="Titillium Web" pitchFamily="2" charset="77"/>
              </a:rPr>
              <a:t>Showtime</a:t>
            </a:r>
            <a:endParaRPr lang="de-DE" sz="4000" b="1" noProof="1">
              <a:solidFill>
                <a:schemeClr val="tx1"/>
              </a:solidFill>
              <a:latin typeface="Titillium Web" pitchFamily="2" charset="77"/>
            </a:endParaRPr>
          </a:p>
        </p:txBody>
      </p:sp>
    </p:spTree>
    <p:extLst>
      <p:ext uri="{BB962C8B-B14F-4D97-AF65-F5344CB8AC3E}">
        <p14:creationId xmlns:p14="http://schemas.microsoft.com/office/powerpoint/2010/main" val="421935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0"/>
                                  </p:stCondLst>
                                  <p:childTnLst>
                                    <p:set>
                                      <p:cBhvr>
                                        <p:cTn id="9" dur="1" fill="hold">
                                          <p:stCondLst>
                                            <p:cond delay="0"/>
                                          </p:stCondLst>
                                        </p:cTn>
                                        <p:tgtEl>
                                          <p:spTgt spid="1027"/>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1023"/>
                                        </p:tgtEl>
                                        <p:attrNameLst>
                                          <p:attrName>style.visibility</p:attrName>
                                        </p:attrNameLst>
                                      </p:cBhvr>
                                      <p:to>
                                        <p:strVal val="visible"/>
                                      </p:to>
                                    </p:set>
                                  </p:childTnLst>
                                </p:cTn>
                              </p:par>
                            </p:childTnLst>
                          </p:cTn>
                        </p:par>
                        <p:par>
                          <p:cTn id="13" fill="hold">
                            <p:stCondLst>
                              <p:cond delay="3000"/>
                            </p:stCondLst>
                            <p:childTnLst>
                              <p:par>
                                <p:cTn id="14" presetID="1" presetClass="entr" presetSubtype="0" fill="hold" nodeType="afterEffect">
                                  <p:stCondLst>
                                    <p:cond delay="0"/>
                                  </p:stCondLst>
                                  <p:childTnLst>
                                    <p:set>
                                      <p:cBhvr>
                                        <p:cTn id="15" dur="1" fill="hold">
                                          <p:stCondLst>
                                            <p:cond delay="0"/>
                                          </p:stCondLst>
                                        </p:cTn>
                                        <p:tgtEl>
                                          <p:spTgt spid="1024"/>
                                        </p:tgtEl>
                                        <p:attrNameLst>
                                          <p:attrName>style.visibility</p:attrName>
                                        </p:attrNameLst>
                                      </p:cBhvr>
                                      <p:to>
                                        <p:strVal val="visible"/>
                                      </p:to>
                                    </p:set>
                                  </p:childTnLst>
                                </p:cTn>
                              </p:par>
                            </p:childTnLst>
                          </p:cTn>
                        </p:par>
                        <p:par>
                          <p:cTn id="16" fill="hold">
                            <p:stCondLst>
                              <p:cond delay="4000"/>
                            </p:stCondLst>
                            <p:childTnLst>
                              <p:par>
                                <p:cTn id="17" presetID="1" presetClass="entr" presetSubtype="0" fill="hold" nodeType="after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par>
                          <p:cTn id="19" fill="hold">
                            <p:stCondLst>
                              <p:cond delay="4000"/>
                            </p:stCondLst>
                            <p:childTnLst>
                              <p:par>
                                <p:cTn id="20" presetID="10" presetClass="entr" presetSubtype="0" fill="hold" nodeType="afterEffect">
                                  <p:stCondLst>
                                    <p:cond delay="0"/>
                                  </p:stCondLst>
                                  <p:childTnLst>
                                    <p:set>
                                      <p:cBhvr>
                                        <p:cTn id="21" dur="1" fill="hold">
                                          <p:stCondLst>
                                            <p:cond delay="0"/>
                                          </p:stCondLst>
                                        </p:cTn>
                                        <p:tgtEl>
                                          <p:spTgt spid="1025"/>
                                        </p:tgtEl>
                                        <p:attrNameLst>
                                          <p:attrName>style.visibility</p:attrName>
                                        </p:attrNameLst>
                                      </p:cBhvr>
                                      <p:to>
                                        <p:strVal val="visible"/>
                                      </p:to>
                                    </p:set>
                                    <p:animEffect transition="in" filter="fade">
                                      <p:cBhvr>
                                        <p:cTn id="22" dur="1000"/>
                                        <p:tgtEl>
                                          <p:spTgt spid="1025"/>
                                        </p:tgtEl>
                                      </p:cBhvr>
                                    </p:animEffect>
                                  </p:childTnLst>
                                </p:cTn>
                              </p:par>
                            </p:childTnLst>
                          </p:cTn>
                        </p:par>
                        <p:par>
                          <p:cTn id="23" fill="hold">
                            <p:stCondLst>
                              <p:cond delay="5000"/>
                            </p:stCondLst>
                            <p:childTnLst>
                              <p:par>
                                <p:cTn id="24" presetID="1" presetClass="exit" presetSubtype="0" fill="hold" grpId="0" nodeType="afterEffect">
                                  <p:stCondLst>
                                    <p:cond delay="0"/>
                                  </p:stCondLst>
                                  <p:childTnLst>
                                    <p:set>
                                      <p:cBhvr>
                                        <p:cTn id="25" dur="1" fill="hold">
                                          <p:stCondLst>
                                            <p:cond delay="0"/>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20">
          <a:extLst>
            <a:ext uri="{FF2B5EF4-FFF2-40B4-BE49-F238E27FC236}">
              <a16:creationId xmlns:a16="http://schemas.microsoft.com/office/drawing/2014/main" id="{871806DF-5B23-9196-A885-D989CEF0AF1A}"/>
            </a:ext>
          </a:extLst>
        </p:cNvPr>
        <p:cNvGrpSpPr/>
        <p:nvPr/>
      </p:nvGrpSpPr>
      <p:grpSpPr>
        <a:xfrm>
          <a:off x="0" y="0"/>
          <a:ext cx="0" cy="0"/>
          <a:chOff x="0" y="0"/>
          <a:chExt cx="0" cy="0"/>
        </a:xfrm>
      </p:grpSpPr>
      <p:sp>
        <p:nvSpPr>
          <p:cNvPr id="1023" name="Google Shape;1023;p59">
            <a:extLst>
              <a:ext uri="{FF2B5EF4-FFF2-40B4-BE49-F238E27FC236}">
                <a16:creationId xmlns:a16="http://schemas.microsoft.com/office/drawing/2014/main" id="{432CE94B-8C96-3804-B061-CBF14CB16D26}"/>
              </a:ext>
            </a:extLst>
          </p:cNvPr>
          <p:cNvSpPr/>
          <p:nvPr/>
        </p:nvSpPr>
        <p:spPr>
          <a:xfrm>
            <a:off x="7923528" y="592650"/>
            <a:ext cx="624000" cy="624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4" name="Google Shape;1024;p59">
            <a:extLst>
              <a:ext uri="{FF2B5EF4-FFF2-40B4-BE49-F238E27FC236}">
                <a16:creationId xmlns:a16="http://schemas.microsoft.com/office/drawing/2014/main" id="{1E92C24A-2BC2-F680-9679-AB274A10D9DF}"/>
              </a:ext>
            </a:extLst>
          </p:cNvPr>
          <p:cNvSpPr/>
          <p:nvPr/>
        </p:nvSpPr>
        <p:spPr>
          <a:xfrm>
            <a:off x="6466977" y="4300616"/>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5" name="Google Shape;1025;p59">
            <a:extLst>
              <a:ext uri="{FF2B5EF4-FFF2-40B4-BE49-F238E27FC236}">
                <a16:creationId xmlns:a16="http://schemas.microsoft.com/office/drawing/2014/main" id="{A7B4AC6F-289C-47F3-BC3E-A49CE416285E}"/>
              </a:ext>
            </a:extLst>
          </p:cNvPr>
          <p:cNvSpPr/>
          <p:nvPr/>
        </p:nvSpPr>
        <p:spPr>
          <a:xfrm>
            <a:off x="1126861" y="2208696"/>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6" name="Google Shape;1026;p59">
            <a:extLst>
              <a:ext uri="{FF2B5EF4-FFF2-40B4-BE49-F238E27FC236}">
                <a16:creationId xmlns:a16="http://schemas.microsoft.com/office/drawing/2014/main" id="{7051F79E-1DF5-5E0B-B9F6-6554AFC30C73}"/>
              </a:ext>
            </a:extLst>
          </p:cNvPr>
          <p:cNvSpPr/>
          <p:nvPr/>
        </p:nvSpPr>
        <p:spPr>
          <a:xfrm>
            <a:off x="1157504" y="843644"/>
            <a:ext cx="624000" cy="6240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7" name="Google Shape;1027;p59">
            <a:extLst>
              <a:ext uri="{FF2B5EF4-FFF2-40B4-BE49-F238E27FC236}">
                <a16:creationId xmlns:a16="http://schemas.microsoft.com/office/drawing/2014/main" id="{24DE0DC6-935F-6AE1-4576-BC1DB8DEE024}"/>
              </a:ext>
            </a:extLst>
          </p:cNvPr>
          <p:cNvSpPr/>
          <p:nvPr/>
        </p:nvSpPr>
        <p:spPr>
          <a:xfrm>
            <a:off x="7767228" y="2879017"/>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28" name="Google Shape;1028;p59">
            <a:extLst>
              <a:ext uri="{FF2B5EF4-FFF2-40B4-BE49-F238E27FC236}">
                <a16:creationId xmlns:a16="http://schemas.microsoft.com/office/drawing/2014/main" id="{C834444A-0C4D-3870-4A4B-CC9601052898}"/>
              </a:ext>
            </a:extLst>
          </p:cNvPr>
          <p:cNvSpPr/>
          <p:nvPr/>
        </p:nvSpPr>
        <p:spPr>
          <a:xfrm>
            <a:off x="2208125" y="4192193"/>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12" name="Google Shape;1516;p76">
            <a:extLst>
              <a:ext uri="{FF2B5EF4-FFF2-40B4-BE49-F238E27FC236}">
                <a16:creationId xmlns:a16="http://schemas.microsoft.com/office/drawing/2014/main" id="{5236B30A-2335-929D-AC80-4A3B57D6FD7C}"/>
              </a:ext>
            </a:extLst>
          </p:cNvPr>
          <p:cNvGrpSpPr/>
          <p:nvPr/>
        </p:nvGrpSpPr>
        <p:grpSpPr>
          <a:xfrm>
            <a:off x="2630875" y="-2461877"/>
            <a:ext cx="577250" cy="2424927"/>
            <a:chOff x="3444546" y="238154"/>
            <a:chExt cx="679197" cy="2855879"/>
          </a:xfrm>
        </p:grpSpPr>
        <p:sp>
          <p:nvSpPr>
            <p:cNvPr id="13" name="Google Shape;1517;p76">
              <a:extLst>
                <a:ext uri="{FF2B5EF4-FFF2-40B4-BE49-F238E27FC236}">
                  <a16:creationId xmlns:a16="http://schemas.microsoft.com/office/drawing/2014/main" id="{C7F49135-E31A-A51D-1F1C-5934E9A449FE}"/>
                </a:ext>
              </a:extLst>
            </p:cNvPr>
            <p:cNvSpPr/>
            <p:nvPr/>
          </p:nvSpPr>
          <p:spPr>
            <a:xfrm>
              <a:off x="3523030" y="2245511"/>
              <a:ext cx="547901" cy="848522"/>
            </a:xfrm>
            <a:custGeom>
              <a:avLst/>
              <a:gdLst/>
              <a:ahLst/>
              <a:cxnLst/>
              <a:rect l="l" t="t" r="r" b="b"/>
              <a:pathLst>
                <a:path w="30968" h="47885" extrusionOk="0">
                  <a:moveTo>
                    <a:pt x="15730" y="0"/>
                  </a:moveTo>
                  <a:cubicBezTo>
                    <a:pt x="15472" y="0"/>
                    <a:pt x="15210" y="5"/>
                    <a:pt x="14945" y="16"/>
                  </a:cubicBezTo>
                  <a:cubicBezTo>
                    <a:pt x="1" y="670"/>
                    <a:pt x="374" y="18697"/>
                    <a:pt x="5418" y="29625"/>
                  </a:cubicBezTo>
                  <a:cubicBezTo>
                    <a:pt x="5567" y="29959"/>
                    <a:pt x="5856" y="30109"/>
                    <a:pt x="6145" y="30109"/>
                  </a:cubicBezTo>
                  <a:cubicBezTo>
                    <a:pt x="6581" y="30109"/>
                    <a:pt x="7016" y="29767"/>
                    <a:pt x="6959" y="29205"/>
                  </a:cubicBezTo>
                  <a:cubicBezTo>
                    <a:pt x="6866" y="28084"/>
                    <a:pt x="6866" y="26916"/>
                    <a:pt x="6959" y="25749"/>
                  </a:cubicBezTo>
                  <a:cubicBezTo>
                    <a:pt x="7006" y="25422"/>
                    <a:pt x="7240" y="25141"/>
                    <a:pt x="7613" y="25048"/>
                  </a:cubicBezTo>
                  <a:cubicBezTo>
                    <a:pt x="7645" y="25044"/>
                    <a:pt x="7677" y="25042"/>
                    <a:pt x="7709" y="25042"/>
                  </a:cubicBezTo>
                  <a:cubicBezTo>
                    <a:pt x="8056" y="25042"/>
                    <a:pt x="8419" y="25270"/>
                    <a:pt x="8547" y="25655"/>
                  </a:cubicBezTo>
                  <a:cubicBezTo>
                    <a:pt x="10182" y="33221"/>
                    <a:pt x="17047" y="42001"/>
                    <a:pt x="19382" y="47418"/>
                  </a:cubicBezTo>
                  <a:cubicBezTo>
                    <a:pt x="19475" y="47605"/>
                    <a:pt x="19662" y="47745"/>
                    <a:pt x="19849" y="47838"/>
                  </a:cubicBezTo>
                  <a:cubicBezTo>
                    <a:pt x="19942" y="47869"/>
                    <a:pt x="20035" y="47884"/>
                    <a:pt x="20125" y="47884"/>
                  </a:cubicBezTo>
                  <a:cubicBezTo>
                    <a:pt x="20442" y="47884"/>
                    <a:pt x="20721" y="47699"/>
                    <a:pt x="20830" y="47371"/>
                  </a:cubicBezTo>
                  <a:cubicBezTo>
                    <a:pt x="22698" y="42468"/>
                    <a:pt x="22371" y="37097"/>
                    <a:pt x="21717" y="33361"/>
                  </a:cubicBezTo>
                  <a:cubicBezTo>
                    <a:pt x="21670" y="33081"/>
                    <a:pt x="21764" y="32754"/>
                    <a:pt x="21997" y="32614"/>
                  </a:cubicBezTo>
                  <a:cubicBezTo>
                    <a:pt x="22153" y="32516"/>
                    <a:pt x="22325" y="32468"/>
                    <a:pt x="22493" y="32468"/>
                  </a:cubicBezTo>
                  <a:cubicBezTo>
                    <a:pt x="22728" y="32468"/>
                    <a:pt x="22955" y="32563"/>
                    <a:pt x="23118" y="32754"/>
                  </a:cubicBezTo>
                  <a:cubicBezTo>
                    <a:pt x="23772" y="33641"/>
                    <a:pt x="24426" y="34482"/>
                    <a:pt x="25173" y="35276"/>
                  </a:cubicBezTo>
                  <a:cubicBezTo>
                    <a:pt x="25311" y="35449"/>
                    <a:pt x="25527" y="35545"/>
                    <a:pt x="25744" y="35545"/>
                  </a:cubicBezTo>
                  <a:cubicBezTo>
                    <a:pt x="25819" y="35545"/>
                    <a:pt x="25894" y="35533"/>
                    <a:pt x="25967" y="35509"/>
                  </a:cubicBezTo>
                  <a:cubicBezTo>
                    <a:pt x="26387" y="35369"/>
                    <a:pt x="26621" y="34949"/>
                    <a:pt x="26527" y="34529"/>
                  </a:cubicBezTo>
                  <a:cubicBezTo>
                    <a:pt x="25033" y="30139"/>
                    <a:pt x="24332" y="23927"/>
                    <a:pt x="27088" y="18090"/>
                  </a:cubicBezTo>
                  <a:cubicBezTo>
                    <a:pt x="30967" y="9692"/>
                    <a:pt x="26818" y="0"/>
                    <a:pt x="157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 name="Google Shape;1518;p76">
              <a:extLst>
                <a:ext uri="{FF2B5EF4-FFF2-40B4-BE49-F238E27FC236}">
                  <a16:creationId xmlns:a16="http://schemas.microsoft.com/office/drawing/2014/main" id="{5174A509-3FE9-EFC3-205E-FFAFD35723DD}"/>
                </a:ext>
              </a:extLst>
            </p:cNvPr>
            <p:cNvSpPr/>
            <p:nvPr/>
          </p:nvSpPr>
          <p:spPr>
            <a:xfrm flipH="1">
              <a:off x="3493289" y="2137383"/>
              <a:ext cx="577572" cy="368275"/>
            </a:xfrm>
            <a:custGeom>
              <a:avLst/>
              <a:gdLst/>
              <a:ahLst/>
              <a:cxnLst/>
              <a:rect l="l" t="t" r="r" b="b"/>
              <a:pathLst>
                <a:path w="32645" h="20783" extrusionOk="0">
                  <a:moveTo>
                    <a:pt x="4904" y="0"/>
                  </a:moveTo>
                  <a:cubicBezTo>
                    <a:pt x="4343" y="0"/>
                    <a:pt x="3923" y="374"/>
                    <a:pt x="3783" y="887"/>
                  </a:cubicBezTo>
                  <a:lnTo>
                    <a:pt x="0" y="19521"/>
                  </a:lnTo>
                  <a:lnTo>
                    <a:pt x="0" y="19662"/>
                  </a:lnTo>
                  <a:cubicBezTo>
                    <a:pt x="0" y="20269"/>
                    <a:pt x="467" y="20782"/>
                    <a:pt x="1121" y="20782"/>
                  </a:cubicBezTo>
                  <a:lnTo>
                    <a:pt x="31617" y="20782"/>
                  </a:lnTo>
                  <a:cubicBezTo>
                    <a:pt x="32224" y="20689"/>
                    <a:pt x="32644" y="20129"/>
                    <a:pt x="32551" y="19521"/>
                  </a:cubicBezTo>
                  <a:lnTo>
                    <a:pt x="28768" y="887"/>
                  </a:lnTo>
                  <a:cubicBezTo>
                    <a:pt x="28675" y="374"/>
                    <a:pt x="28208" y="0"/>
                    <a:pt x="277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 name="Google Shape;1519;p76">
              <a:extLst>
                <a:ext uri="{FF2B5EF4-FFF2-40B4-BE49-F238E27FC236}">
                  <a16:creationId xmlns:a16="http://schemas.microsoft.com/office/drawing/2014/main" id="{50BE172F-85BF-0F36-51E4-3BFEBABB4AE3}"/>
                </a:ext>
              </a:extLst>
            </p:cNvPr>
            <p:cNvSpPr/>
            <p:nvPr/>
          </p:nvSpPr>
          <p:spPr>
            <a:xfrm flipH="1">
              <a:off x="3602363" y="2136497"/>
              <a:ext cx="362749" cy="422941"/>
            </a:xfrm>
            <a:custGeom>
              <a:avLst/>
              <a:gdLst/>
              <a:ahLst/>
              <a:cxnLst/>
              <a:rect l="l" t="t" r="r" b="b"/>
              <a:pathLst>
                <a:path w="20503" h="23868" extrusionOk="0">
                  <a:moveTo>
                    <a:pt x="3426" y="0"/>
                  </a:moveTo>
                  <a:cubicBezTo>
                    <a:pt x="2901" y="0"/>
                    <a:pt x="2474" y="450"/>
                    <a:pt x="2429" y="984"/>
                  </a:cubicBezTo>
                  <a:lnTo>
                    <a:pt x="1" y="22654"/>
                  </a:lnTo>
                  <a:lnTo>
                    <a:pt x="1" y="22747"/>
                  </a:lnTo>
                  <a:cubicBezTo>
                    <a:pt x="48" y="23354"/>
                    <a:pt x="515" y="23821"/>
                    <a:pt x="1122" y="23868"/>
                  </a:cubicBezTo>
                  <a:lnTo>
                    <a:pt x="19522" y="23868"/>
                  </a:lnTo>
                  <a:cubicBezTo>
                    <a:pt x="20129" y="23775"/>
                    <a:pt x="20503" y="23214"/>
                    <a:pt x="20456" y="22654"/>
                  </a:cubicBezTo>
                  <a:lnTo>
                    <a:pt x="18074" y="984"/>
                  </a:lnTo>
                  <a:cubicBezTo>
                    <a:pt x="18030" y="450"/>
                    <a:pt x="17561" y="0"/>
                    <a:pt x="17031" y="0"/>
                  </a:cubicBezTo>
                  <a:cubicBezTo>
                    <a:pt x="17005" y="0"/>
                    <a:pt x="16979" y="1"/>
                    <a:pt x="16953" y="3"/>
                  </a:cubicBezTo>
                  <a:lnTo>
                    <a:pt x="3503" y="3"/>
                  </a:lnTo>
                  <a:cubicBezTo>
                    <a:pt x="3477" y="1"/>
                    <a:pt x="3452" y="0"/>
                    <a:pt x="34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 name="Google Shape;1520;p76">
              <a:extLst>
                <a:ext uri="{FF2B5EF4-FFF2-40B4-BE49-F238E27FC236}">
                  <a16:creationId xmlns:a16="http://schemas.microsoft.com/office/drawing/2014/main" id="{9D936738-D6C0-21DD-DE3C-7EC9BE2FED0A}"/>
                </a:ext>
              </a:extLst>
            </p:cNvPr>
            <p:cNvSpPr/>
            <p:nvPr/>
          </p:nvSpPr>
          <p:spPr>
            <a:xfrm flipH="1">
              <a:off x="3447854" y="896044"/>
              <a:ext cx="16542" cy="205251"/>
            </a:xfrm>
            <a:custGeom>
              <a:avLst/>
              <a:gdLst/>
              <a:ahLst/>
              <a:cxnLst/>
              <a:rect l="l" t="t" r="r" b="b"/>
              <a:pathLst>
                <a:path w="935" h="11583" extrusionOk="0">
                  <a:moveTo>
                    <a:pt x="608" y="1"/>
                  </a:moveTo>
                  <a:lnTo>
                    <a:pt x="1" y="47"/>
                  </a:lnTo>
                  <a:lnTo>
                    <a:pt x="375" y="11583"/>
                  </a:lnTo>
                  <a:lnTo>
                    <a:pt x="935" y="11583"/>
                  </a:lnTo>
                  <a:lnTo>
                    <a:pt x="6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 name="Google Shape;1521;p76">
              <a:extLst>
                <a:ext uri="{FF2B5EF4-FFF2-40B4-BE49-F238E27FC236}">
                  <a16:creationId xmlns:a16="http://schemas.microsoft.com/office/drawing/2014/main" id="{075F3CCA-BA3B-FC4F-158A-D109968BB89E}"/>
                </a:ext>
              </a:extLst>
            </p:cNvPr>
            <p:cNvSpPr/>
            <p:nvPr/>
          </p:nvSpPr>
          <p:spPr>
            <a:xfrm flipH="1">
              <a:off x="3444546" y="1154242"/>
              <a:ext cx="11589" cy="60425"/>
            </a:xfrm>
            <a:custGeom>
              <a:avLst/>
              <a:gdLst/>
              <a:ahLst/>
              <a:cxnLst/>
              <a:rect l="l" t="t" r="r" b="b"/>
              <a:pathLst>
                <a:path w="655" h="3410" extrusionOk="0">
                  <a:moveTo>
                    <a:pt x="1" y="1"/>
                  </a:moveTo>
                  <a:lnTo>
                    <a:pt x="94" y="3410"/>
                  </a:lnTo>
                  <a:lnTo>
                    <a:pt x="655" y="3363"/>
                  </a:lnTo>
                  <a:lnTo>
                    <a:pt x="56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 name="Google Shape;1522;p76">
              <a:extLst>
                <a:ext uri="{FF2B5EF4-FFF2-40B4-BE49-F238E27FC236}">
                  <a16:creationId xmlns:a16="http://schemas.microsoft.com/office/drawing/2014/main" id="{3B2C96F5-F961-26FB-AC4A-E00ECDF859E8}"/>
                </a:ext>
              </a:extLst>
            </p:cNvPr>
            <p:cNvSpPr/>
            <p:nvPr/>
          </p:nvSpPr>
          <p:spPr>
            <a:xfrm flipH="1">
              <a:off x="3447023" y="238154"/>
              <a:ext cx="676720" cy="2082135"/>
            </a:xfrm>
            <a:custGeom>
              <a:avLst/>
              <a:gdLst/>
              <a:ahLst/>
              <a:cxnLst/>
              <a:rect l="l" t="t" r="r" b="b"/>
              <a:pathLst>
                <a:path w="38249" h="117502" extrusionOk="0">
                  <a:moveTo>
                    <a:pt x="19194" y="0"/>
                  </a:moveTo>
                  <a:cubicBezTo>
                    <a:pt x="19194" y="0"/>
                    <a:pt x="2615" y="13684"/>
                    <a:pt x="2615" y="36381"/>
                  </a:cubicBezTo>
                  <a:lnTo>
                    <a:pt x="187" y="107460"/>
                  </a:lnTo>
                  <a:cubicBezTo>
                    <a:pt x="0" y="112831"/>
                    <a:pt x="4157" y="117314"/>
                    <a:pt x="9527" y="117501"/>
                  </a:cubicBezTo>
                  <a:lnTo>
                    <a:pt x="28535" y="117501"/>
                  </a:lnTo>
                  <a:cubicBezTo>
                    <a:pt x="28563" y="117501"/>
                    <a:pt x="28591" y="117502"/>
                    <a:pt x="28620" y="117502"/>
                  </a:cubicBezTo>
                  <a:cubicBezTo>
                    <a:pt x="33951" y="117502"/>
                    <a:pt x="38249" y="113130"/>
                    <a:pt x="38249" y="107834"/>
                  </a:cubicBezTo>
                  <a:lnTo>
                    <a:pt x="38249" y="107460"/>
                  </a:lnTo>
                  <a:lnTo>
                    <a:pt x="35774" y="36381"/>
                  </a:lnTo>
                  <a:cubicBezTo>
                    <a:pt x="35867" y="13730"/>
                    <a:pt x="19194" y="0"/>
                    <a:pt x="191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 name="Google Shape;1523;p76">
              <a:extLst>
                <a:ext uri="{FF2B5EF4-FFF2-40B4-BE49-F238E27FC236}">
                  <a16:creationId xmlns:a16="http://schemas.microsoft.com/office/drawing/2014/main" id="{02ECB4A1-0F65-27AA-6B64-B4872A128C49}"/>
                </a:ext>
              </a:extLst>
            </p:cNvPr>
            <p:cNvSpPr/>
            <p:nvPr/>
          </p:nvSpPr>
          <p:spPr>
            <a:xfrm flipH="1">
              <a:off x="3569313" y="238154"/>
              <a:ext cx="418923" cy="360815"/>
            </a:xfrm>
            <a:custGeom>
              <a:avLst/>
              <a:gdLst/>
              <a:ahLst/>
              <a:cxnLst/>
              <a:rect l="l" t="t" r="r" b="b"/>
              <a:pathLst>
                <a:path w="23678" h="20362" extrusionOk="0">
                  <a:moveTo>
                    <a:pt x="11535" y="0"/>
                  </a:moveTo>
                  <a:cubicBezTo>
                    <a:pt x="7052" y="4063"/>
                    <a:pt x="3316" y="8873"/>
                    <a:pt x="467" y="14197"/>
                  </a:cubicBezTo>
                  <a:cubicBezTo>
                    <a:pt x="140" y="14804"/>
                    <a:pt x="0" y="15505"/>
                    <a:pt x="0" y="16159"/>
                  </a:cubicBezTo>
                  <a:cubicBezTo>
                    <a:pt x="0" y="18494"/>
                    <a:pt x="1868" y="20362"/>
                    <a:pt x="4203" y="20362"/>
                  </a:cubicBezTo>
                  <a:lnTo>
                    <a:pt x="18774" y="20362"/>
                  </a:lnTo>
                  <a:cubicBezTo>
                    <a:pt x="19475" y="20362"/>
                    <a:pt x="20175" y="20222"/>
                    <a:pt x="20782" y="19895"/>
                  </a:cubicBezTo>
                  <a:cubicBezTo>
                    <a:pt x="22837" y="18867"/>
                    <a:pt x="23678" y="16299"/>
                    <a:pt x="22557" y="14244"/>
                  </a:cubicBezTo>
                  <a:cubicBezTo>
                    <a:pt x="19802" y="8873"/>
                    <a:pt x="16066" y="4063"/>
                    <a:pt x="115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 name="Google Shape;1524;p76">
              <a:extLst>
                <a:ext uri="{FF2B5EF4-FFF2-40B4-BE49-F238E27FC236}">
                  <a16:creationId xmlns:a16="http://schemas.microsoft.com/office/drawing/2014/main" id="{2B0DD286-BDD7-D60F-C7AC-03632732CC0E}"/>
                </a:ext>
              </a:extLst>
            </p:cNvPr>
            <p:cNvSpPr/>
            <p:nvPr/>
          </p:nvSpPr>
          <p:spPr>
            <a:xfrm flipH="1">
              <a:off x="3570127" y="910114"/>
              <a:ext cx="428035" cy="428700"/>
            </a:xfrm>
            <a:custGeom>
              <a:avLst/>
              <a:gdLst/>
              <a:ahLst/>
              <a:cxnLst/>
              <a:rect l="l" t="t" r="r" b="b"/>
              <a:pathLst>
                <a:path w="24193" h="24193" extrusionOk="0">
                  <a:moveTo>
                    <a:pt x="12096" y="1"/>
                  </a:moveTo>
                  <a:cubicBezTo>
                    <a:pt x="5418" y="1"/>
                    <a:pt x="1" y="5418"/>
                    <a:pt x="1" y="12096"/>
                  </a:cubicBezTo>
                  <a:cubicBezTo>
                    <a:pt x="1" y="18775"/>
                    <a:pt x="5418" y="24192"/>
                    <a:pt x="12096" y="24192"/>
                  </a:cubicBezTo>
                  <a:cubicBezTo>
                    <a:pt x="18775" y="24192"/>
                    <a:pt x="24192" y="18775"/>
                    <a:pt x="24192" y="12096"/>
                  </a:cubicBezTo>
                  <a:cubicBezTo>
                    <a:pt x="24192" y="5418"/>
                    <a:pt x="18775" y="1"/>
                    <a:pt x="12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 name="Google Shape;1525;p76">
              <a:extLst>
                <a:ext uri="{FF2B5EF4-FFF2-40B4-BE49-F238E27FC236}">
                  <a16:creationId xmlns:a16="http://schemas.microsoft.com/office/drawing/2014/main" id="{D2E0A690-6715-D520-C1F0-9138B95D348A}"/>
                </a:ext>
              </a:extLst>
            </p:cNvPr>
            <p:cNvSpPr/>
            <p:nvPr/>
          </p:nvSpPr>
          <p:spPr>
            <a:xfrm flipH="1">
              <a:off x="3639535" y="978797"/>
              <a:ext cx="288388" cy="288836"/>
            </a:xfrm>
            <a:custGeom>
              <a:avLst/>
              <a:gdLst/>
              <a:ahLst/>
              <a:cxnLst/>
              <a:rect l="l" t="t" r="r" b="b"/>
              <a:pathLst>
                <a:path w="16300" h="16300" extrusionOk="0">
                  <a:moveTo>
                    <a:pt x="8267" y="1"/>
                  </a:moveTo>
                  <a:cubicBezTo>
                    <a:pt x="4063" y="94"/>
                    <a:pt x="608" y="3363"/>
                    <a:pt x="281" y="7567"/>
                  </a:cubicBezTo>
                  <a:cubicBezTo>
                    <a:pt x="0" y="11770"/>
                    <a:pt x="2943" y="15506"/>
                    <a:pt x="7099" y="16253"/>
                  </a:cubicBezTo>
                  <a:cubicBezTo>
                    <a:pt x="7473" y="16253"/>
                    <a:pt x="7846" y="16300"/>
                    <a:pt x="8267" y="16300"/>
                  </a:cubicBezTo>
                  <a:cubicBezTo>
                    <a:pt x="11676" y="16300"/>
                    <a:pt x="14711" y="14151"/>
                    <a:pt x="15926" y="10976"/>
                  </a:cubicBezTo>
                  <a:lnTo>
                    <a:pt x="16019" y="10649"/>
                  </a:lnTo>
                  <a:cubicBezTo>
                    <a:pt x="16019" y="10462"/>
                    <a:pt x="16159" y="10275"/>
                    <a:pt x="16159" y="10088"/>
                  </a:cubicBezTo>
                  <a:cubicBezTo>
                    <a:pt x="16253" y="9621"/>
                    <a:pt x="16299" y="9108"/>
                    <a:pt x="16299" y="8594"/>
                  </a:cubicBezTo>
                  <a:lnTo>
                    <a:pt x="16299" y="8220"/>
                  </a:lnTo>
                  <a:cubicBezTo>
                    <a:pt x="16299" y="4391"/>
                    <a:pt x="13591" y="1075"/>
                    <a:pt x="9808" y="234"/>
                  </a:cubicBezTo>
                  <a:cubicBezTo>
                    <a:pt x="9294" y="141"/>
                    <a:pt x="8734" y="48"/>
                    <a:pt x="82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3" name="Textfeld 2">
            <a:extLst>
              <a:ext uri="{FF2B5EF4-FFF2-40B4-BE49-F238E27FC236}">
                <a16:creationId xmlns:a16="http://schemas.microsoft.com/office/drawing/2014/main" id="{B93FF3CF-22C9-363D-8974-02E4E0DBF88C}"/>
              </a:ext>
            </a:extLst>
          </p:cNvPr>
          <p:cNvSpPr txBox="1"/>
          <p:nvPr/>
        </p:nvSpPr>
        <p:spPr>
          <a:xfrm>
            <a:off x="1685427" y="2011053"/>
            <a:ext cx="5773145" cy="707886"/>
          </a:xfrm>
          <a:prstGeom prst="rect">
            <a:avLst/>
          </a:prstGeom>
          <a:noFill/>
        </p:spPr>
        <p:txBody>
          <a:bodyPr wrap="square">
            <a:spAutoFit/>
          </a:bodyPr>
          <a:lstStyle/>
          <a:p>
            <a:pPr algn="ctr"/>
            <a:r>
              <a:rPr lang="de-DE" sz="4000" b="1" i="1" u="none" strike="noStrike" noProof="1">
                <a:solidFill>
                  <a:schemeClr val="tx1"/>
                </a:solidFill>
                <a:effectLst/>
                <a:latin typeface="Titillium Web" pitchFamily="2" charset="77"/>
              </a:rPr>
              <a:t>Warum</a:t>
            </a:r>
            <a:r>
              <a:rPr lang="de-DE" sz="4000" b="1" i="0" u="none" strike="noStrike" noProof="1">
                <a:solidFill>
                  <a:schemeClr val="tx1"/>
                </a:solidFill>
                <a:effectLst/>
                <a:latin typeface="Titillium Web" pitchFamily="2" charset="77"/>
              </a:rPr>
              <a:t> unsere Lösung? </a:t>
            </a:r>
            <a:endParaRPr lang="de-DE" sz="4000" b="1" noProof="1">
              <a:solidFill>
                <a:schemeClr val="tx1"/>
              </a:solidFill>
              <a:latin typeface="Titillium Web" pitchFamily="2" charset="77"/>
            </a:endParaRPr>
          </a:p>
        </p:txBody>
      </p:sp>
    </p:spTree>
    <p:extLst>
      <p:ext uri="{BB962C8B-B14F-4D97-AF65-F5344CB8AC3E}">
        <p14:creationId xmlns:p14="http://schemas.microsoft.com/office/powerpoint/2010/main" val="3562432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0"/>
                                  </p:stCondLst>
                                  <p:childTnLst>
                                    <p:set>
                                      <p:cBhvr>
                                        <p:cTn id="9" dur="1" fill="hold">
                                          <p:stCondLst>
                                            <p:cond delay="0"/>
                                          </p:stCondLst>
                                        </p:cTn>
                                        <p:tgtEl>
                                          <p:spTgt spid="1027"/>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1023"/>
                                        </p:tgtEl>
                                        <p:attrNameLst>
                                          <p:attrName>style.visibility</p:attrName>
                                        </p:attrNameLst>
                                      </p:cBhvr>
                                      <p:to>
                                        <p:strVal val="visible"/>
                                      </p:to>
                                    </p:set>
                                  </p:childTnLst>
                                </p:cTn>
                              </p:par>
                            </p:childTnLst>
                          </p:cTn>
                        </p:par>
                        <p:par>
                          <p:cTn id="13" fill="hold">
                            <p:stCondLst>
                              <p:cond delay="3000"/>
                            </p:stCondLst>
                            <p:childTnLst>
                              <p:par>
                                <p:cTn id="14" presetID="1" presetClass="entr" presetSubtype="0" fill="hold" nodeType="afterEffect">
                                  <p:stCondLst>
                                    <p:cond delay="0"/>
                                  </p:stCondLst>
                                  <p:childTnLst>
                                    <p:set>
                                      <p:cBhvr>
                                        <p:cTn id="15" dur="1" fill="hold">
                                          <p:stCondLst>
                                            <p:cond delay="0"/>
                                          </p:stCondLst>
                                        </p:cTn>
                                        <p:tgtEl>
                                          <p:spTgt spid="1024"/>
                                        </p:tgtEl>
                                        <p:attrNameLst>
                                          <p:attrName>style.visibility</p:attrName>
                                        </p:attrNameLst>
                                      </p:cBhvr>
                                      <p:to>
                                        <p:strVal val="visible"/>
                                      </p:to>
                                    </p:set>
                                  </p:childTnLst>
                                </p:cTn>
                              </p:par>
                            </p:childTnLst>
                          </p:cTn>
                        </p:par>
                        <p:par>
                          <p:cTn id="16" fill="hold">
                            <p:stCondLst>
                              <p:cond delay="4000"/>
                            </p:stCondLst>
                            <p:childTnLst>
                              <p:par>
                                <p:cTn id="17" presetID="1" presetClass="entr" presetSubtype="0" fill="hold" nodeType="after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par>
                          <p:cTn id="19" fill="hold">
                            <p:stCondLst>
                              <p:cond delay="4000"/>
                            </p:stCondLst>
                            <p:childTnLst>
                              <p:par>
                                <p:cTn id="20" presetID="10" presetClass="entr" presetSubtype="0" fill="hold" nodeType="afterEffect">
                                  <p:stCondLst>
                                    <p:cond delay="0"/>
                                  </p:stCondLst>
                                  <p:childTnLst>
                                    <p:set>
                                      <p:cBhvr>
                                        <p:cTn id="21" dur="1" fill="hold">
                                          <p:stCondLst>
                                            <p:cond delay="0"/>
                                          </p:stCondLst>
                                        </p:cTn>
                                        <p:tgtEl>
                                          <p:spTgt spid="1025"/>
                                        </p:tgtEl>
                                        <p:attrNameLst>
                                          <p:attrName>style.visibility</p:attrName>
                                        </p:attrNameLst>
                                      </p:cBhvr>
                                      <p:to>
                                        <p:strVal val="visible"/>
                                      </p:to>
                                    </p:set>
                                    <p:animEffect transition="in" filter="fade">
                                      <p:cBhvr>
                                        <p:cTn id="22" dur="1000"/>
                                        <p:tgtEl>
                                          <p:spTgt spid="1025"/>
                                        </p:tgtEl>
                                      </p:cBhvr>
                                    </p:animEffect>
                                  </p:childTnLst>
                                </p:cTn>
                              </p:par>
                            </p:childTnLst>
                          </p:cTn>
                        </p:par>
                        <p:par>
                          <p:cTn id="23" fill="hold">
                            <p:stCondLst>
                              <p:cond delay="5000"/>
                            </p:stCondLst>
                            <p:childTnLst>
                              <p:par>
                                <p:cTn id="24" presetID="1" presetClass="exit" presetSubtype="0" fill="hold" grpId="0" nodeType="afterEffect">
                                  <p:stCondLst>
                                    <p:cond delay="0"/>
                                  </p:stCondLst>
                                  <p:childTnLst>
                                    <p:set>
                                      <p:cBhvr>
                                        <p:cTn id="25" dur="1" fill="hold">
                                          <p:stCondLst>
                                            <p:cond delay="0"/>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3">
          <a:extLst>
            <a:ext uri="{FF2B5EF4-FFF2-40B4-BE49-F238E27FC236}">
              <a16:creationId xmlns:a16="http://schemas.microsoft.com/office/drawing/2014/main" id="{A8A6E925-FF04-BA2E-1C13-7D13B3E07C8E}"/>
            </a:ext>
          </a:extLst>
        </p:cNvPr>
        <p:cNvGrpSpPr/>
        <p:nvPr/>
      </p:nvGrpSpPr>
      <p:grpSpPr>
        <a:xfrm>
          <a:off x="0" y="0"/>
          <a:ext cx="0" cy="0"/>
          <a:chOff x="0" y="0"/>
          <a:chExt cx="0" cy="0"/>
        </a:xfrm>
      </p:grpSpPr>
      <p:sp>
        <p:nvSpPr>
          <p:cNvPr id="3404" name="Google Shape;3404;p113">
            <a:extLst>
              <a:ext uri="{FF2B5EF4-FFF2-40B4-BE49-F238E27FC236}">
                <a16:creationId xmlns:a16="http://schemas.microsoft.com/office/drawing/2014/main" id="{DD3C4B8F-3732-CF53-409C-6BC95D8AC380}"/>
              </a:ext>
            </a:extLst>
          </p:cNvPr>
          <p:cNvSpPr txBox="1">
            <a:spLocks noGrp="1"/>
          </p:cNvSpPr>
          <p:nvPr>
            <p:ph type="body" idx="4294967295"/>
          </p:nvPr>
        </p:nvSpPr>
        <p:spPr>
          <a:xfrm>
            <a:off x="440942" y="3135425"/>
            <a:ext cx="4178207" cy="345000"/>
          </a:xfrm>
          <a:prstGeom prst="rect">
            <a:avLst/>
          </a:prstGeom>
        </p:spPr>
        <p:txBody>
          <a:bodyPr spcFirstLastPara="1" wrap="square" lIns="91425" tIns="91425" rIns="91425" bIns="91425" anchor="t" anchorCtr="0">
            <a:noAutofit/>
          </a:bodyPr>
          <a:lstStyle/>
          <a:p>
            <a:pPr marL="0" lvl="0" indent="0">
              <a:lnSpc>
                <a:spcPct val="100000"/>
              </a:lnSpc>
              <a:buClr>
                <a:schemeClr val="dk1"/>
              </a:buClr>
              <a:buSzPts val="1100"/>
              <a:buNone/>
            </a:pPr>
            <a:r>
              <a:rPr lang="en-GB" sz="1000" err="1"/>
              <a:t>Reparaturaufgaben</a:t>
            </a:r>
            <a:r>
              <a:rPr lang="en-GB" sz="1000"/>
              <a:t> </a:t>
            </a:r>
            <a:r>
              <a:rPr lang="en-GB" sz="1000" err="1"/>
              <a:t>werden</a:t>
            </a:r>
            <a:r>
              <a:rPr lang="en-GB" sz="1000"/>
              <a:t> </a:t>
            </a:r>
            <a:r>
              <a:rPr lang="en-GB" sz="1000" err="1"/>
              <a:t>automatisch</a:t>
            </a:r>
            <a:r>
              <a:rPr lang="en-GB" sz="1000"/>
              <a:t> </a:t>
            </a:r>
            <a:r>
              <a:rPr lang="en-GB" sz="1000" err="1"/>
              <a:t>aus</a:t>
            </a:r>
            <a:r>
              <a:rPr lang="en-GB" sz="1000"/>
              <a:t> </a:t>
            </a:r>
            <a:r>
              <a:rPr lang="en-GB" sz="1000" err="1"/>
              <a:t>Sensordaten</a:t>
            </a:r>
            <a:r>
              <a:rPr lang="en-GB" sz="1000"/>
              <a:t> </a:t>
            </a:r>
            <a:r>
              <a:rPr lang="en-GB" sz="1000" err="1"/>
              <a:t>generiert</a:t>
            </a:r>
            <a:r>
              <a:rPr lang="en-GB" sz="1000"/>
              <a:t>, </a:t>
            </a:r>
            <a:r>
              <a:rPr lang="en-GB" sz="1000" err="1"/>
              <a:t>Teile</a:t>
            </a:r>
            <a:r>
              <a:rPr lang="en-GB" sz="1000"/>
              <a:t> </a:t>
            </a:r>
            <a:r>
              <a:rPr lang="en-GB" sz="1000" err="1"/>
              <a:t>werden</a:t>
            </a:r>
            <a:r>
              <a:rPr lang="en-GB" sz="1000"/>
              <a:t> </a:t>
            </a:r>
            <a:r>
              <a:rPr lang="en-GB" sz="1000" err="1"/>
              <a:t>automatisch</a:t>
            </a:r>
            <a:r>
              <a:rPr lang="en-GB" sz="1000"/>
              <a:t> </a:t>
            </a:r>
            <a:r>
              <a:rPr lang="en-GB" sz="1000" err="1"/>
              <a:t>nachbestellt</a:t>
            </a:r>
            <a:r>
              <a:rPr lang="en-GB" sz="1000"/>
              <a:t>. Kein </a:t>
            </a:r>
            <a:r>
              <a:rPr lang="en-GB" sz="1000" err="1"/>
              <a:t>manuelles</a:t>
            </a:r>
            <a:r>
              <a:rPr lang="en-GB" sz="1000"/>
              <a:t> </a:t>
            </a:r>
            <a:r>
              <a:rPr lang="en-GB" sz="1000" err="1"/>
              <a:t>Koordinieren</a:t>
            </a:r>
            <a:r>
              <a:rPr lang="en-GB" sz="1000"/>
              <a:t> </a:t>
            </a:r>
            <a:r>
              <a:rPr lang="en-GB" sz="1000" err="1"/>
              <a:t>mehr</a:t>
            </a:r>
            <a:endParaRPr lang="de-DE" sz="1000" noProof="1"/>
          </a:p>
        </p:txBody>
      </p:sp>
      <p:sp>
        <p:nvSpPr>
          <p:cNvPr id="3405" name="Google Shape;3405;p113">
            <a:extLst>
              <a:ext uri="{FF2B5EF4-FFF2-40B4-BE49-F238E27FC236}">
                <a16:creationId xmlns:a16="http://schemas.microsoft.com/office/drawing/2014/main" id="{C94B8134-CC70-8D39-3CF6-7FD7B75045CF}"/>
              </a:ext>
            </a:extLst>
          </p:cNvPr>
          <p:cNvSpPr txBox="1">
            <a:spLocks noGrp="1"/>
          </p:cNvSpPr>
          <p:nvPr>
            <p:ph type="body" idx="4294967295"/>
          </p:nvPr>
        </p:nvSpPr>
        <p:spPr>
          <a:xfrm>
            <a:off x="504603" y="2037950"/>
            <a:ext cx="4178208" cy="345000"/>
          </a:xfrm>
          <a:prstGeom prst="rect">
            <a:avLst/>
          </a:prstGeom>
        </p:spPr>
        <p:txBody>
          <a:bodyPr spcFirstLastPara="1" wrap="square" lIns="91425" tIns="91425" rIns="91425" bIns="91425" anchor="t" anchorCtr="0">
            <a:noAutofit/>
          </a:bodyPr>
          <a:lstStyle/>
          <a:p>
            <a:pPr marL="0" lvl="0" indent="0">
              <a:lnSpc>
                <a:spcPct val="100000"/>
              </a:lnSpc>
              <a:buNone/>
            </a:pPr>
            <a:r>
              <a:rPr lang="en-GB" sz="1000" err="1"/>
              <a:t>Unstrukturierte</a:t>
            </a:r>
            <a:r>
              <a:rPr lang="en-GB" sz="1000"/>
              <a:t> </a:t>
            </a:r>
            <a:r>
              <a:rPr lang="en-GB" sz="1000" err="1"/>
              <a:t>Übergaben</a:t>
            </a:r>
            <a:r>
              <a:rPr lang="en-GB" sz="1000"/>
              <a:t> </a:t>
            </a:r>
            <a:r>
              <a:rPr lang="en-GB" sz="1000" err="1"/>
              <a:t>bei</a:t>
            </a:r>
            <a:r>
              <a:rPr lang="en-GB" sz="1000"/>
              <a:t> Shuttles </a:t>
            </a:r>
            <a:r>
              <a:rPr lang="en-GB" sz="1000" err="1"/>
              <a:t>sind</a:t>
            </a:r>
            <a:r>
              <a:rPr lang="en-GB" sz="1000"/>
              <a:t> </a:t>
            </a:r>
            <a:r>
              <a:rPr lang="en-GB" sz="1000" err="1"/>
              <a:t>ein</a:t>
            </a:r>
            <a:r>
              <a:rPr lang="en-GB" sz="1000"/>
              <a:t> </a:t>
            </a:r>
            <a:r>
              <a:rPr lang="en-GB" sz="1000" err="1"/>
              <a:t>Sicherheitsrisiko</a:t>
            </a:r>
            <a:r>
              <a:rPr lang="en-GB" sz="1000"/>
              <a:t>. </a:t>
            </a:r>
          </a:p>
          <a:p>
            <a:pPr marL="0" lvl="0" indent="0">
              <a:lnSpc>
                <a:spcPct val="100000"/>
              </a:lnSpc>
              <a:buNone/>
            </a:pPr>
            <a:r>
              <a:rPr lang="en-GB" sz="1000"/>
              <a:t>Die App </a:t>
            </a:r>
            <a:r>
              <a:rPr lang="en-GB" sz="1000" err="1"/>
              <a:t>macht</a:t>
            </a:r>
            <a:r>
              <a:rPr lang="en-GB" sz="1000"/>
              <a:t> den </a:t>
            </a:r>
            <a:r>
              <a:rPr lang="en-GB" sz="1000" err="1"/>
              <a:t>gesamten</a:t>
            </a:r>
            <a:r>
              <a:rPr lang="en-GB" sz="1000"/>
              <a:t> Takeover-</a:t>
            </a:r>
            <a:r>
              <a:rPr lang="en-GB" sz="1000" err="1"/>
              <a:t>Prozess</a:t>
            </a:r>
            <a:r>
              <a:rPr lang="en-GB" sz="1000"/>
              <a:t> </a:t>
            </a:r>
            <a:r>
              <a:rPr lang="en-GB" sz="1000" err="1"/>
              <a:t>nachvollziehbar</a:t>
            </a:r>
            <a:r>
              <a:rPr lang="en-GB" sz="1000"/>
              <a:t> und </a:t>
            </a:r>
            <a:r>
              <a:rPr lang="en-GB" sz="1000" err="1"/>
              <a:t>lückenlos</a:t>
            </a:r>
            <a:r>
              <a:rPr lang="en-GB" sz="1000"/>
              <a:t> </a:t>
            </a:r>
            <a:r>
              <a:rPr lang="en-GB" sz="1000" err="1"/>
              <a:t>dokumentiert</a:t>
            </a:r>
            <a:endParaRPr lang="de-DE" sz="1000" noProof="1"/>
          </a:p>
        </p:txBody>
      </p:sp>
      <p:sp>
        <p:nvSpPr>
          <p:cNvPr id="3406" name="Google Shape;3406;p113">
            <a:extLst>
              <a:ext uri="{FF2B5EF4-FFF2-40B4-BE49-F238E27FC236}">
                <a16:creationId xmlns:a16="http://schemas.microsoft.com/office/drawing/2014/main" id="{FD899A09-C685-CFE4-9CB3-B497F4E462D3}"/>
              </a:ext>
            </a:extLst>
          </p:cNvPr>
          <p:cNvSpPr txBox="1">
            <a:spLocks noGrp="1"/>
          </p:cNvSpPr>
          <p:nvPr>
            <p:ph type="body" idx="4294967295"/>
          </p:nvPr>
        </p:nvSpPr>
        <p:spPr>
          <a:xfrm>
            <a:off x="440942" y="4051196"/>
            <a:ext cx="3967646" cy="1004974"/>
          </a:xfrm>
          <a:prstGeom prst="rect">
            <a:avLst/>
          </a:prstGeom>
        </p:spPr>
        <p:txBody>
          <a:bodyPr spcFirstLastPara="1" wrap="square" lIns="91425" tIns="91425" rIns="91425" bIns="91425" anchor="t" anchorCtr="0">
            <a:noAutofit/>
          </a:bodyPr>
          <a:lstStyle/>
          <a:p>
            <a:pPr marL="0" lvl="0" indent="0">
              <a:lnSpc>
                <a:spcPct val="100000"/>
              </a:lnSpc>
              <a:buNone/>
            </a:pPr>
            <a:r>
              <a:rPr lang="en-GB" sz="1000"/>
              <a:t>Sensor-Status, </a:t>
            </a:r>
            <a:r>
              <a:rPr lang="en-GB" sz="1000" err="1"/>
              <a:t>Lagerbestand</a:t>
            </a:r>
            <a:r>
              <a:rPr lang="en-GB" sz="1000"/>
              <a:t>, </a:t>
            </a:r>
            <a:r>
              <a:rPr lang="en-GB" sz="1000" err="1"/>
              <a:t>Teamauslastung</a:t>
            </a:r>
            <a:r>
              <a:rPr lang="en-GB" sz="1000"/>
              <a:t> und </a:t>
            </a:r>
            <a:r>
              <a:rPr lang="en-GB" sz="1000" err="1"/>
              <a:t>Zeitplan</a:t>
            </a:r>
            <a:r>
              <a:rPr lang="en-GB" sz="1000"/>
              <a:t> auf </a:t>
            </a:r>
            <a:r>
              <a:rPr lang="en-GB" sz="1000" err="1"/>
              <a:t>einem</a:t>
            </a:r>
            <a:r>
              <a:rPr lang="en-GB" sz="1000"/>
              <a:t> </a:t>
            </a:r>
            <a:r>
              <a:rPr lang="en-GB" sz="1000" err="1"/>
              <a:t>Bildschirm</a:t>
            </a:r>
            <a:r>
              <a:rPr lang="en-GB" sz="1000"/>
              <a:t>. Für alle Rollen </a:t>
            </a:r>
            <a:r>
              <a:rPr lang="en-GB" sz="1000" err="1"/>
              <a:t>gleichzeitig</a:t>
            </a:r>
            <a:r>
              <a:rPr lang="en-GB" sz="1000"/>
              <a:t> </a:t>
            </a:r>
            <a:r>
              <a:rPr lang="en-GB" sz="1000" err="1"/>
              <a:t>sichtbar</a:t>
            </a:r>
            <a:endParaRPr lang="de-DE" sz="1000" noProof="1"/>
          </a:p>
        </p:txBody>
      </p:sp>
      <p:sp>
        <p:nvSpPr>
          <p:cNvPr id="3407" name="Google Shape;3407;p113">
            <a:extLst>
              <a:ext uri="{FF2B5EF4-FFF2-40B4-BE49-F238E27FC236}">
                <a16:creationId xmlns:a16="http://schemas.microsoft.com/office/drawing/2014/main" id="{2E66715D-AF3D-BE9F-F230-7F8340A369A6}"/>
              </a:ext>
            </a:extLst>
          </p:cNvPr>
          <p:cNvSpPr txBox="1">
            <a:spLocks noGrp="1"/>
          </p:cNvSpPr>
          <p:nvPr>
            <p:ph type="title"/>
          </p:nvPr>
        </p:nvSpPr>
        <p:spPr>
          <a:xfrm>
            <a:off x="1371600" y="540000"/>
            <a:ext cx="6400800" cy="89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noProof="1"/>
              <a:t>Der Mehrwert des Produkts</a:t>
            </a:r>
          </a:p>
        </p:txBody>
      </p:sp>
      <p:sp>
        <p:nvSpPr>
          <p:cNvPr id="3409" name="Google Shape;3409;p113">
            <a:extLst>
              <a:ext uri="{FF2B5EF4-FFF2-40B4-BE49-F238E27FC236}">
                <a16:creationId xmlns:a16="http://schemas.microsoft.com/office/drawing/2014/main" id="{3B93951B-DAAD-5236-1020-8B3E98DE063B}"/>
              </a:ext>
            </a:extLst>
          </p:cNvPr>
          <p:cNvSpPr txBox="1"/>
          <p:nvPr/>
        </p:nvSpPr>
        <p:spPr>
          <a:xfrm>
            <a:off x="573437" y="1554527"/>
            <a:ext cx="3913219" cy="547200"/>
          </a:xfrm>
          <a:prstGeom prst="rect">
            <a:avLst/>
          </a:prstGeom>
          <a:noFill/>
          <a:ln>
            <a:noFill/>
          </a:ln>
        </p:spPr>
        <p:txBody>
          <a:bodyPr spcFirstLastPara="1" wrap="square" lIns="91425" tIns="91425" rIns="91425" bIns="91425" anchor="t" anchorCtr="0">
            <a:noAutofit/>
          </a:bodyPr>
          <a:lstStyle/>
          <a:p>
            <a:pPr lvl="0"/>
            <a:r>
              <a:rPr lang="en-GB" sz="2000" b="1">
                <a:solidFill>
                  <a:schemeClr val="tx1"/>
                </a:solidFill>
                <a:latin typeface="Titillium Web" pitchFamily="2" charset="77"/>
              </a:rPr>
              <a:t>Fehler </a:t>
            </a:r>
            <a:r>
              <a:rPr lang="en-GB" sz="2000" b="1" err="1">
                <a:solidFill>
                  <a:schemeClr val="tx1"/>
                </a:solidFill>
                <a:latin typeface="Titillium Web" pitchFamily="2" charset="77"/>
              </a:rPr>
              <a:t>kosten</a:t>
            </a:r>
            <a:r>
              <a:rPr lang="en-GB" sz="2000" b="1">
                <a:solidFill>
                  <a:schemeClr val="tx1"/>
                </a:solidFill>
                <a:latin typeface="Titillium Web" pitchFamily="2" charset="77"/>
              </a:rPr>
              <a:t> Leben</a:t>
            </a:r>
            <a:endParaRPr lang="de-DE" sz="1800" b="1" noProof="1">
              <a:solidFill>
                <a:schemeClr val="tx1"/>
              </a:solidFill>
              <a:latin typeface="Titillium Web" pitchFamily="2" charset="77"/>
              <a:ea typeface="Titillium Web"/>
              <a:cs typeface="Titillium Web"/>
              <a:sym typeface="Titillium Web"/>
            </a:endParaRPr>
          </a:p>
        </p:txBody>
      </p:sp>
      <p:sp>
        <p:nvSpPr>
          <p:cNvPr id="3410" name="Google Shape;3410;p113">
            <a:extLst>
              <a:ext uri="{FF2B5EF4-FFF2-40B4-BE49-F238E27FC236}">
                <a16:creationId xmlns:a16="http://schemas.microsoft.com/office/drawing/2014/main" id="{60C1DE53-6D97-5C1F-D0DC-7555F2704F7C}"/>
              </a:ext>
            </a:extLst>
          </p:cNvPr>
          <p:cNvSpPr txBox="1"/>
          <p:nvPr/>
        </p:nvSpPr>
        <p:spPr>
          <a:xfrm>
            <a:off x="362543" y="2597067"/>
            <a:ext cx="4273014" cy="547200"/>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0"/>
              </a:spcBef>
              <a:spcAft>
                <a:spcPts val="0"/>
              </a:spcAft>
              <a:buNone/>
            </a:pPr>
            <a:r>
              <a:rPr lang="de-DE" sz="2000" b="1" noProof="1">
                <a:solidFill>
                  <a:schemeClr val="dk1"/>
                </a:solidFill>
                <a:latin typeface="Titillium Web"/>
                <a:ea typeface="Titillium Web"/>
                <a:cs typeface="Titillium Web"/>
                <a:sym typeface="Titillium Web"/>
              </a:rPr>
              <a:t>Zeitersparnis durch Automatisierung</a:t>
            </a:r>
          </a:p>
        </p:txBody>
      </p:sp>
      <p:sp>
        <p:nvSpPr>
          <p:cNvPr id="3411" name="Google Shape;3411;p113">
            <a:extLst>
              <a:ext uri="{FF2B5EF4-FFF2-40B4-BE49-F238E27FC236}">
                <a16:creationId xmlns:a16="http://schemas.microsoft.com/office/drawing/2014/main" id="{F6C86AE3-219B-85F8-23CF-ACC60D744F4D}"/>
              </a:ext>
            </a:extLst>
          </p:cNvPr>
          <p:cNvSpPr txBox="1"/>
          <p:nvPr/>
        </p:nvSpPr>
        <p:spPr>
          <a:xfrm>
            <a:off x="1268737" y="3617975"/>
            <a:ext cx="3219299" cy="547200"/>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0"/>
              </a:spcBef>
              <a:spcAft>
                <a:spcPts val="0"/>
              </a:spcAft>
              <a:buNone/>
            </a:pPr>
            <a:r>
              <a:rPr lang="de-DE" sz="2000" b="1" noProof="1">
                <a:solidFill>
                  <a:schemeClr val="dk1"/>
                </a:solidFill>
                <a:latin typeface="Titillium Web"/>
                <a:ea typeface="Titillium Web"/>
                <a:cs typeface="Titillium Web"/>
                <a:sym typeface="Titillium Web"/>
              </a:rPr>
              <a:t>Echtzeit</a:t>
            </a:r>
            <a:r>
              <a:rPr lang="de-DE" sz="2000" noProof="1">
                <a:solidFill>
                  <a:schemeClr val="dk1"/>
                </a:solidFill>
                <a:latin typeface="Titillium Web"/>
                <a:ea typeface="Titillium Web"/>
                <a:cs typeface="Titillium Web"/>
                <a:sym typeface="Titillium Web"/>
              </a:rPr>
              <a:t> </a:t>
            </a:r>
            <a:r>
              <a:rPr lang="de-DE" sz="2000" b="1" noProof="1">
                <a:solidFill>
                  <a:schemeClr val="dk1"/>
                </a:solidFill>
                <a:latin typeface="Titillium Web"/>
                <a:ea typeface="Titillium Web"/>
                <a:cs typeface="Titillium Web"/>
                <a:sym typeface="Titillium Web"/>
              </a:rPr>
              <a:t>statt</a:t>
            </a:r>
            <a:r>
              <a:rPr lang="de-DE" sz="2000" noProof="1">
                <a:solidFill>
                  <a:schemeClr val="dk1"/>
                </a:solidFill>
                <a:latin typeface="Titillium Web"/>
                <a:ea typeface="Titillium Web"/>
                <a:cs typeface="Titillium Web"/>
                <a:sym typeface="Titillium Web"/>
              </a:rPr>
              <a:t> </a:t>
            </a:r>
            <a:r>
              <a:rPr lang="de-DE" sz="2000" b="1" noProof="1">
                <a:solidFill>
                  <a:schemeClr val="dk1"/>
                </a:solidFill>
                <a:latin typeface="Titillium Web"/>
                <a:ea typeface="Titillium Web"/>
                <a:cs typeface="Titillium Web"/>
                <a:sym typeface="Titillium Web"/>
              </a:rPr>
              <a:t>Papierchaos</a:t>
            </a:r>
          </a:p>
        </p:txBody>
      </p:sp>
      <p:grpSp>
        <p:nvGrpSpPr>
          <p:cNvPr id="3412" name="Google Shape;3412;p113">
            <a:extLst>
              <a:ext uri="{FF2B5EF4-FFF2-40B4-BE49-F238E27FC236}">
                <a16:creationId xmlns:a16="http://schemas.microsoft.com/office/drawing/2014/main" id="{FDC0B384-786A-15CA-BC32-2452889567C6}"/>
              </a:ext>
            </a:extLst>
          </p:cNvPr>
          <p:cNvGrpSpPr/>
          <p:nvPr/>
        </p:nvGrpSpPr>
        <p:grpSpPr>
          <a:xfrm>
            <a:off x="4182934" y="1457362"/>
            <a:ext cx="3619386" cy="3227949"/>
            <a:chOff x="4487734" y="1457362"/>
            <a:chExt cx="3619386" cy="3227949"/>
          </a:xfrm>
        </p:grpSpPr>
        <p:sp>
          <p:nvSpPr>
            <p:cNvPr id="3413" name="Google Shape;3413;p113">
              <a:extLst>
                <a:ext uri="{FF2B5EF4-FFF2-40B4-BE49-F238E27FC236}">
                  <a16:creationId xmlns:a16="http://schemas.microsoft.com/office/drawing/2014/main" id="{99D1D346-84DE-9011-D397-B94ADDE15309}"/>
                </a:ext>
              </a:extLst>
            </p:cNvPr>
            <p:cNvSpPr/>
            <p:nvPr/>
          </p:nvSpPr>
          <p:spPr>
            <a:xfrm>
              <a:off x="4874939" y="1457362"/>
              <a:ext cx="3232182" cy="2312419"/>
            </a:xfrm>
            <a:custGeom>
              <a:avLst/>
              <a:gdLst/>
              <a:ahLst/>
              <a:cxnLst/>
              <a:rect l="l" t="t" r="r" b="b"/>
              <a:pathLst>
                <a:path w="145071" h="103789" extrusionOk="0">
                  <a:moveTo>
                    <a:pt x="27028" y="0"/>
                  </a:moveTo>
                  <a:cubicBezTo>
                    <a:pt x="22413" y="0"/>
                    <a:pt x="17975" y="909"/>
                    <a:pt x="15045" y="3346"/>
                  </a:cubicBezTo>
                  <a:cubicBezTo>
                    <a:pt x="6772" y="10218"/>
                    <a:pt x="6505" y="21593"/>
                    <a:pt x="13210" y="28998"/>
                  </a:cubicBezTo>
                  <a:cubicBezTo>
                    <a:pt x="18747" y="35102"/>
                    <a:pt x="30556" y="34802"/>
                    <a:pt x="27720" y="43875"/>
                  </a:cubicBezTo>
                  <a:cubicBezTo>
                    <a:pt x="23350" y="58019"/>
                    <a:pt x="0" y="78634"/>
                    <a:pt x="21149" y="88340"/>
                  </a:cubicBezTo>
                  <a:cubicBezTo>
                    <a:pt x="24746" y="89989"/>
                    <a:pt x="28068" y="90675"/>
                    <a:pt x="31202" y="90675"/>
                  </a:cubicBezTo>
                  <a:cubicBezTo>
                    <a:pt x="46578" y="90675"/>
                    <a:pt x="57422" y="74174"/>
                    <a:pt x="74020" y="74064"/>
                  </a:cubicBezTo>
                  <a:cubicBezTo>
                    <a:pt x="74070" y="74063"/>
                    <a:pt x="74119" y="74063"/>
                    <a:pt x="74169" y="74063"/>
                  </a:cubicBezTo>
                  <a:cubicBezTo>
                    <a:pt x="95433" y="74063"/>
                    <a:pt x="87770" y="95493"/>
                    <a:pt x="105009" y="101717"/>
                  </a:cubicBezTo>
                  <a:cubicBezTo>
                    <a:pt x="108910" y="103134"/>
                    <a:pt x="112670" y="103788"/>
                    <a:pt x="116211" y="103788"/>
                  </a:cubicBezTo>
                  <a:cubicBezTo>
                    <a:pt x="131257" y="103788"/>
                    <a:pt x="142342" y="91970"/>
                    <a:pt x="143503" y="76632"/>
                  </a:cubicBezTo>
                  <a:cubicBezTo>
                    <a:pt x="145071" y="55951"/>
                    <a:pt x="124756" y="45510"/>
                    <a:pt x="105843" y="40073"/>
                  </a:cubicBezTo>
                  <a:cubicBezTo>
                    <a:pt x="96603" y="37404"/>
                    <a:pt x="87029" y="37471"/>
                    <a:pt x="77589" y="35736"/>
                  </a:cubicBezTo>
                  <a:cubicBezTo>
                    <a:pt x="66882" y="33735"/>
                    <a:pt x="63613" y="28898"/>
                    <a:pt x="58742" y="20325"/>
                  </a:cubicBezTo>
                  <a:cubicBezTo>
                    <a:pt x="54873" y="13554"/>
                    <a:pt x="50203" y="6348"/>
                    <a:pt x="42397" y="2979"/>
                  </a:cubicBezTo>
                  <a:cubicBezTo>
                    <a:pt x="38661" y="1378"/>
                    <a:pt x="32710" y="0"/>
                    <a:pt x="270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4" name="Google Shape;3414;p113">
              <a:extLst>
                <a:ext uri="{FF2B5EF4-FFF2-40B4-BE49-F238E27FC236}">
                  <a16:creationId xmlns:a16="http://schemas.microsoft.com/office/drawing/2014/main" id="{93EA6CCA-2894-21B9-AFB4-7BA39CE4FA88}"/>
                </a:ext>
              </a:extLst>
            </p:cNvPr>
            <p:cNvSpPr/>
            <p:nvPr/>
          </p:nvSpPr>
          <p:spPr>
            <a:xfrm>
              <a:off x="4487734" y="4474965"/>
              <a:ext cx="3603032" cy="210345"/>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5" name="Google Shape;3415;p113">
              <a:extLst>
                <a:ext uri="{FF2B5EF4-FFF2-40B4-BE49-F238E27FC236}">
                  <a16:creationId xmlns:a16="http://schemas.microsoft.com/office/drawing/2014/main" id="{6172FEBE-5C97-2B96-6531-604CC3AD546C}"/>
                </a:ext>
              </a:extLst>
            </p:cNvPr>
            <p:cNvSpPr/>
            <p:nvPr/>
          </p:nvSpPr>
          <p:spPr>
            <a:xfrm>
              <a:off x="5143970" y="2898655"/>
              <a:ext cx="433301" cy="1646202"/>
            </a:xfrm>
            <a:custGeom>
              <a:avLst/>
              <a:gdLst/>
              <a:ahLst/>
              <a:cxnLst/>
              <a:rect l="l" t="t" r="r" b="b"/>
              <a:pathLst>
                <a:path w="19448" h="73887" extrusionOk="0">
                  <a:moveTo>
                    <a:pt x="18514" y="0"/>
                  </a:moveTo>
                  <a:lnTo>
                    <a:pt x="1" y="73886"/>
                  </a:lnTo>
                  <a:lnTo>
                    <a:pt x="935" y="73886"/>
                  </a:lnTo>
                  <a:lnTo>
                    <a:pt x="194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6" name="Google Shape;3416;p113">
              <a:extLst>
                <a:ext uri="{FF2B5EF4-FFF2-40B4-BE49-F238E27FC236}">
                  <a16:creationId xmlns:a16="http://schemas.microsoft.com/office/drawing/2014/main" id="{2400FDD5-DC73-84CD-3BA2-EBC80222B65C}"/>
                </a:ext>
              </a:extLst>
            </p:cNvPr>
            <p:cNvSpPr/>
            <p:nvPr/>
          </p:nvSpPr>
          <p:spPr>
            <a:xfrm>
              <a:off x="5614412" y="2898655"/>
              <a:ext cx="434059" cy="1646202"/>
            </a:xfrm>
            <a:custGeom>
              <a:avLst/>
              <a:gdLst/>
              <a:ahLst/>
              <a:cxnLst/>
              <a:rect l="l" t="t" r="r" b="b"/>
              <a:pathLst>
                <a:path w="19482" h="73887" extrusionOk="0">
                  <a:moveTo>
                    <a:pt x="1" y="0"/>
                  </a:moveTo>
                  <a:lnTo>
                    <a:pt x="18547" y="73886"/>
                  </a:lnTo>
                  <a:lnTo>
                    <a:pt x="19481" y="73886"/>
                  </a:lnTo>
                  <a:lnTo>
                    <a:pt x="9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7" name="Google Shape;3417;p113">
              <a:extLst>
                <a:ext uri="{FF2B5EF4-FFF2-40B4-BE49-F238E27FC236}">
                  <a16:creationId xmlns:a16="http://schemas.microsoft.com/office/drawing/2014/main" id="{D8216AAA-C89E-56F3-78E4-5200D43A11D8}"/>
                </a:ext>
              </a:extLst>
            </p:cNvPr>
            <p:cNvSpPr/>
            <p:nvPr/>
          </p:nvSpPr>
          <p:spPr>
            <a:xfrm>
              <a:off x="4839268" y="1974859"/>
              <a:ext cx="1513168" cy="1933815"/>
            </a:xfrm>
            <a:custGeom>
              <a:avLst/>
              <a:gdLst/>
              <a:ahLst/>
              <a:cxnLst/>
              <a:rect l="l" t="t" r="r" b="b"/>
              <a:pathLst>
                <a:path w="67916" h="86796" extrusionOk="0">
                  <a:moveTo>
                    <a:pt x="0" y="0"/>
                  </a:moveTo>
                  <a:lnTo>
                    <a:pt x="0" y="86796"/>
                  </a:lnTo>
                  <a:lnTo>
                    <a:pt x="67915" y="86796"/>
                  </a:lnTo>
                  <a:lnTo>
                    <a:pt x="679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8" name="Google Shape;3418;p113">
              <a:extLst>
                <a:ext uri="{FF2B5EF4-FFF2-40B4-BE49-F238E27FC236}">
                  <a16:creationId xmlns:a16="http://schemas.microsoft.com/office/drawing/2014/main" id="{E07E124F-19E7-01CF-7C1E-931C25DBF27D}"/>
                </a:ext>
              </a:extLst>
            </p:cNvPr>
            <p:cNvSpPr/>
            <p:nvPr/>
          </p:nvSpPr>
          <p:spPr>
            <a:xfrm>
              <a:off x="5023568" y="1916887"/>
              <a:ext cx="179131" cy="8934"/>
            </a:xfrm>
            <a:custGeom>
              <a:avLst/>
              <a:gdLst/>
              <a:ahLst/>
              <a:cxnLst/>
              <a:rect l="l" t="t" r="r" b="b"/>
              <a:pathLst>
                <a:path w="8040" h="401" extrusionOk="0">
                  <a:moveTo>
                    <a:pt x="1" y="0"/>
                  </a:moveTo>
                  <a:lnTo>
                    <a:pt x="1" y="401"/>
                  </a:lnTo>
                  <a:lnTo>
                    <a:pt x="8040" y="401"/>
                  </a:lnTo>
                  <a:lnTo>
                    <a:pt x="8040"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9" name="Google Shape;3419;p113">
              <a:extLst>
                <a:ext uri="{FF2B5EF4-FFF2-40B4-BE49-F238E27FC236}">
                  <a16:creationId xmlns:a16="http://schemas.microsoft.com/office/drawing/2014/main" id="{6C58DC3D-10F2-24C3-D73E-43E43566A8EB}"/>
                </a:ext>
              </a:extLst>
            </p:cNvPr>
            <p:cNvSpPr/>
            <p:nvPr/>
          </p:nvSpPr>
          <p:spPr>
            <a:xfrm>
              <a:off x="4784259" y="1949549"/>
              <a:ext cx="1623165" cy="51333"/>
            </a:xfrm>
            <a:custGeom>
              <a:avLst/>
              <a:gdLst/>
              <a:ahLst/>
              <a:cxnLst/>
              <a:rect l="l" t="t" r="r" b="b"/>
              <a:pathLst>
                <a:path w="72853" h="2304" extrusionOk="0">
                  <a:moveTo>
                    <a:pt x="1112" y="1"/>
                  </a:moveTo>
                  <a:cubicBezTo>
                    <a:pt x="503" y="1"/>
                    <a:pt x="1" y="521"/>
                    <a:pt x="1" y="1136"/>
                  </a:cubicBezTo>
                  <a:cubicBezTo>
                    <a:pt x="1" y="1770"/>
                    <a:pt x="535" y="2304"/>
                    <a:pt x="1168" y="2304"/>
                  </a:cubicBezTo>
                  <a:lnTo>
                    <a:pt x="71685" y="2304"/>
                  </a:lnTo>
                  <a:cubicBezTo>
                    <a:pt x="72319" y="2304"/>
                    <a:pt x="72853" y="1770"/>
                    <a:pt x="72853" y="1136"/>
                  </a:cubicBezTo>
                  <a:cubicBezTo>
                    <a:pt x="72853" y="502"/>
                    <a:pt x="72319" y="2"/>
                    <a:pt x="71685" y="2"/>
                  </a:cubicBezTo>
                  <a:lnTo>
                    <a:pt x="1168" y="2"/>
                  </a:lnTo>
                  <a:cubicBezTo>
                    <a:pt x="1150" y="1"/>
                    <a:pt x="1131" y="1"/>
                    <a:pt x="11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0" name="Google Shape;3420;p113">
              <a:extLst>
                <a:ext uri="{FF2B5EF4-FFF2-40B4-BE49-F238E27FC236}">
                  <a16:creationId xmlns:a16="http://schemas.microsoft.com/office/drawing/2014/main" id="{2206E485-4361-14B8-F283-409112F5469A}"/>
                </a:ext>
              </a:extLst>
            </p:cNvPr>
            <p:cNvSpPr/>
            <p:nvPr/>
          </p:nvSpPr>
          <p:spPr>
            <a:xfrm>
              <a:off x="4784259" y="3883386"/>
              <a:ext cx="1623165" cy="51311"/>
            </a:xfrm>
            <a:custGeom>
              <a:avLst/>
              <a:gdLst/>
              <a:ahLst/>
              <a:cxnLst/>
              <a:rect l="l" t="t" r="r" b="b"/>
              <a:pathLst>
                <a:path w="72853" h="2303" extrusionOk="0">
                  <a:moveTo>
                    <a:pt x="1168" y="1"/>
                  </a:moveTo>
                  <a:cubicBezTo>
                    <a:pt x="535" y="1"/>
                    <a:pt x="1" y="534"/>
                    <a:pt x="1" y="1168"/>
                  </a:cubicBezTo>
                  <a:cubicBezTo>
                    <a:pt x="1" y="1802"/>
                    <a:pt x="535" y="2302"/>
                    <a:pt x="1168" y="2302"/>
                  </a:cubicBezTo>
                  <a:lnTo>
                    <a:pt x="71685" y="2302"/>
                  </a:lnTo>
                  <a:cubicBezTo>
                    <a:pt x="72319" y="2302"/>
                    <a:pt x="72853" y="1802"/>
                    <a:pt x="72853" y="1168"/>
                  </a:cubicBezTo>
                  <a:cubicBezTo>
                    <a:pt x="72853" y="534"/>
                    <a:pt x="72319" y="1"/>
                    <a:pt x="716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1" name="Google Shape;3421;p113">
              <a:extLst>
                <a:ext uri="{FF2B5EF4-FFF2-40B4-BE49-F238E27FC236}">
                  <a16:creationId xmlns:a16="http://schemas.microsoft.com/office/drawing/2014/main" id="{DE37B72A-7102-1284-29E5-F6689851F6D7}"/>
                </a:ext>
              </a:extLst>
            </p:cNvPr>
            <p:cNvSpPr/>
            <p:nvPr/>
          </p:nvSpPr>
          <p:spPr>
            <a:xfrm>
              <a:off x="4902432" y="2072958"/>
              <a:ext cx="1386841" cy="1650658"/>
            </a:xfrm>
            <a:custGeom>
              <a:avLst/>
              <a:gdLst/>
              <a:ahLst/>
              <a:cxnLst/>
              <a:rect l="l" t="t" r="r" b="b"/>
              <a:pathLst>
                <a:path w="62246" h="74087" extrusionOk="0">
                  <a:moveTo>
                    <a:pt x="31123" y="267"/>
                  </a:moveTo>
                  <a:cubicBezTo>
                    <a:pt x="48135" y="267"/>
                    <a:pt x="61978" y="16779"/>
                    <a:pt x="61978" y="37060"/>
                  </a:cubicBezTo>
                  <a:cubicBezTo>
                    <a:pt x="61978" y="57341"/>
                    <a:pt x="48168" y="73853"/>
                    <a:pt x="31123" y="73853"/>
                  </a:cubicBezTo>
                  <a:cubicBezTo>
                    <a:pt x="14111" y="73853"/>
                    <a:pt x="268" y="57341"/>
                    <a:pt x="268" y="37060"/>
                  </a:cubicBezTo>
                  <a:cubicBezTo>
                    <a:pt x="268" y="16779"/>
                    <a:pt x="14111" y="267"/>
                    <a:pt x="31123" y="267"/>
                  </a:cubicBezTo>
                  <a:close/>
                  <a:moveTo>
                    <a:pt x="31123" y="0"/>
                  </a:moveTo>
                  <a:cubicBezTo>
                    <a:pt x="13977" y="0"/>
                    <a:pt x="1" y="16612"/>
                    <a:pt x="1" y="37060"/>
                  </a:cubicBezTo>
                  <a:cubicBezTo>
                    <a:pt x="1" y="57475"/>
                    <a:pt x="13977" y="74087"/>
                    <a:pt x="31123" y="74087"/>
                  </a:cubicBezTo>
                  <a:cubicBezTo>
                    <a:pt x="48302" y="74087"/>
                    <a:pt x="62245" y="57475"/>
                    <a:pt x="62245" y="37060"/>
                  </a:cubicBezTo>
                  <a:cubicBezTo>
                    <a:pt x="62245" y="16612"/>
                    <a:pt x="48302" y="0"/>
                    <a:pt x="31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2" name="Google Shape;3422;p113">
              <a:extLst>
                <a:ext uri="{FF2B5EF4-FFF2-40B4-BE49-F238E27FC236}">
                  <a16:creationId xmlns:a16="http://schemas.microsoft.com/office/drawing/2014/main" id="{6640FBBC-887F-D601-7BD4-C75A89BC27F1}"/>
                </a:ext>
              </a:extLst>
            </p:cNvPr>
            <p:cNvSpPr/>
            <p:nvPr/>
          </p:nvSpPr>
          <p:spPr>
            <a:xfrm>
              <a:off x="5132830" y="2705532"/>
              <a:ext cx="181359" cy="155982"/>
            </a:xfrm>
            <a:custGeom>
              <a:avLst/>
              <a:gdLst/>
              <a:ahLst/>
              <a:cxnLst/>
              <a:rect l="l" t="t" r="r" b="b"/>
              <a:pathLst>
                <a:path w="8140" h="7001" extrusionOk="0">
                  <a:moveTo>
                    <a:pt x="4670" y="262"/>
                  </a:moveTo>
                  <a:cubicBezTo>
                    <a:pt x="6438" y="262"/>
                    <a:pt x="7906" y="1730"/>
                    <a:pt x="7906" y="3498"/>
                  </a:cubicBezTo>
                  <a:cubicBezTo>
                    <a:pt x="7906" y="5461"/>
                    <a:pt x="6303" y="6753"/>
                    <a:pt x="4636" y="6753"/>
                  </a:cubicBezTo>
                  <a:cubicBezTo>
                    <a:pt x="3839" y="6753"/>
                    <a:pt x="3027" y="6458"/>
                    <a:pt x="2369" y="5799"/>
                  </a:cubicBezTo>
                  <a:cubicBezTo>
                    <a:pt x="334" y="3765"/>
                    <a:pt x="1768" y="262"/>
                    <a:pt x="4670" y="262"/>
                  </a:cubicBezTo>
                  <a:close/>
                  <a:moveTo>
                    <a:pt x="4638" y="1"/>
                  </a:moveTo>
                  <a:cubicBezTo>
                    <a:pt x="3784" y="1"/>
                    <a:pt x="2913" y="318"/>
                    <a:pt x="2202" y="1029"/>
                  </a:cubicBezTo>
                  <a:cubicBezTo>
                    <a:pt x="0" y="3231"/>
                    <a:pt x="1535" y="7000"/>
                    <a:pt x="4670" y="7000"/>
                  </a:cubicBezTo>
                  <a:cubicBezTo>
                    <a:pt x="6572" y="7000"/>
                    <a:pt x="8140" y="5433"/>
                    <a:pt x="8140" y="3498"/>
                  </a:cubicBezTo>
                  <a:cubicBezTo>
                    <a:pt x="8140" y="1397"/>
                    <a:pt x="6427" y="1"/>
                    <a:pt x="46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3" name="Google Shape;3423;p113">
              <a:extLst>
                <a:ext uri="{FF2B5EF4-FFF2-40B4-BE49-F238E27FC236}">
                  <a16:creationId xmlns:a16="http://schemas.microsoft.com/office/drawing/2014/main" id="{F1E68706-4005-8E55-F71B-AA49E949AB3C}"/>
                </a:ext>
              </a:extLst>
            </p:cNvPr>
            <p:cNvSpPr/>
            <p:nvPr/>
          </p:nvSpPr>
          <p:spPr>
            <a:xfrm>
              <a:off x="5623346" y="2868287"/>
              <a:ext cx="182094" cy="155982"/>
            </a:xfrm>
            <a:custGeom>
              <a:avLst/>
              <a:gdLst/>
              <a:ahLst/>
              <a:cxnLst/>
              <a:rect l="l" t="t" r="r" b="b"/>
              <a:pathLst>
                <a:path w="8173" h="7001" extrusionOk="0">
                  <a:moveTo>
                    <a:pt x="4670" y="262"/>
                  </a:moveTo>
                  <a:cubicBezTo>
                    <a:pt x="6438" y="262"/>
                    <a:pt x="7906" y="1730"/>
                    <a:pt x="7906" y="3498"/>
                  </a:cubicBezTo>
                  <a:cubicBezTo>
                    <a:pt x="7906" y="5461"/>
                    <a:pt x="6303" y="6753"/>
                    <a:pt x="4635" y="6753"/>
                  </a:cubicBezTo>
                  <a:cubicBezTo>
                    <a:pt x="3838" y="6753"/>
                    <a:pt x="3027" y="6458"/>
                    <a:pt x="2368" y="5800"/>
                  </a:cubicBezTo>
                  <a:cubicBezTo>
                    <a:pt x="334" y="3765"/>
                    <a:pt x="1768" y="262"/>
                    <a:pt x="4670" y="262"/>
                  </a:cubicBezTo>
                  <a:close/>
                  <a:moveTo>
                    <a:pt x="4645" y="1"/>
                  </a:moveTo>
                  <a:cubicBezTo>
                    <a:pt x="3787" y="1"/>
                    <a:pt x="2913" y="319"/>
                    <a:pt x="2202" y="1030"/>
                  </a:cubicBezTo>
                  <a:cubicBezTo>
                    <a:pt x="0" y="3231"/>
                    <a:pt x="1568" y="7001"/>
                    <a:pt x="4670" y="7001"/>
                  </a:cubicBezTo>
                  <a:cubicBezTo>
                    <a:pt x="6605" y="7001"/>
                    <a:pt x="8173" y="5433"/>
                    <a:pt x="8173" y="3498"/>
                  </a:cubicBezTo>
                  <a:cubicBezTo>
                    <a:pt x="8173" y="1398"/>
                    <a:pt x="6445" y="1"/>
                    <a:pt x="46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4" name="Google Shape;3424;p113">
              <a:extLst>
                <a:ext uri="{FF2B5EF4-FFF2-40B4-BE49-F238E27FC236}">
                  <a16:creationId xmlns:a16="http://schemas.microsoft.com/office/drawing/2014/main" id="{3D72F775-2563-BA46-6594-9F76F7DB03C8}"/>
                </a:ext>
              </a:extLst>
            </p:cNvPr>
            <p:cNvSpPr/>
            <p:nvPr/>
          </p:nvSpPr>
          <p:spPr>
            <a:xfrm>
              <a:off x="5388493" y="2097488"/>
              <a:ext cx="415455" cy="556666"/>
            </a:xfrm>
            <a:custGeom>
              <a:avLst/>
              <a:gdLst/>
              <a:ahLst/>
              <a:cxnLst/>
              <a:rect l="l" t="t" r="r" b="b"/>
              <a:pathLst>
                <a:path w="18647" h="24985" extrusionOk="0">
                  <a:moveTo>
                    <a:pt x="9307" y="0"/>
                  </a:moveTo>
                  <a:cubicBezTo>
                    <a:pt x="4170" y="0"/>
                    <a:pt x="0" y="3870"/>
                    <a:pt x="0" y="10708"/>
                  </a:cubicBezTo>
                  <a:cubicBezTo>
                    <a:pt x="0" y="17546"/>
                    <a:pt x="4170" y="24985"/>
                    <a:pt x="9307" y="24985"/>
                  </a:cubicBezTo>
                  <a:cubicBezTo>
                    <a:pt x="14477" y="24985"/>
                    <a:pt x="18647" y="17546"/>
                    <a:pt x="18647" y="10708"/>
                  </a:cubicBezTo>
                  <a:cubicBezTo>
                    <a:pt x="18647" y="3870"/>
                    <a:pt x="14477" y="0"/>
                    <a:pt x="93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5" name="Google Shape;3425;p113">
              <a:extLst>
                <a:ext uri="{FF2B5EF4-FFF2-40B4-BE49-F238E27FC236}">
                  <a16:creationId xmlns:a16="http://schemas.microsoft.com/office/drawing/2014/main" id="{DB232996-B4C8-4BD9-B4C8-D247C28A7A42}"/>
                </a:ext>
              </a:extLst>
            </p:cNvPr>
            <p:cNvSpPr/>
            <p:nvPr/>
          </p:nvSpPr>
          <p:spPr>
            <a:xfrm>
              <a:off x="5361734" y="2316389"/>
              <a:ext cx="205889" cy="145622"/>
            </a:xfrm>
            <a:custGeom>
              <a:avLst/>
              <a:gdLst/>
              <a:ahLst/>
              <a:cxnLst/>
              <a:rect l="l" t="t" r="r" b="b"/>
              <a:pathLst>
                <a:path w="9241" h="6536" extrusionOk="0">
                  <a:moveTo>
                    <a:pt x="3570" y="0"/>
                  </a:moveTo>
                  <a:cubicBezTo>
                    <a:pt x="1690" y="0"/>
                    <a:pt x="0" y="749"/>
                    <a:pt x="0" y="749"/>
                  </a:cubicBezTo>
                  <a:cubicBezTo>
                    <a:pt x="0" y="749"/>
                    <a:pt x="601" y="4585"/>
                    <a:pt x="3169" y="5953"/>
                  </a:cubicBezTo>
                  <a:cubicBezTo>
                    <a:pt x="3952" y="6386"/>
                    <a:pt x="4831" y="6535"/>
                    <a:pt x="5671" y="6535"/>
                  </a:cubicBezTo>
                  <a:cubicBezTo>
                    <a:pt x="7551" y="6535"/>
                    <a:pt x="9240" y="5786"/>
                    <a:pt x="9240" y="5786"/>
                  </a:cubicBezTo>
                  <a:cubicBezTo>
                    <a:pt x="9240" y="5786"/>
                    <a:pt x="8640" y="1950"/>
                    <a:pt x="6071" y="583"/>
                  </a:cubicBezTo>
                  <a:cubicBezTo>
                    <a:pt x="5288" y="150"/>
                    <a:pt x="4410" y="0"/>
                    <a:pt x="35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6" name="Google Shape;3426;p113">
              <a:extLst>
                <a:ext uri="{FF2B5EF4-FFF2-40B4-BE49-F238E27FC236}">
                  <a16:creationId xmlns:a16="http://schemas.microsoft.com/office/drawing/2014/main" id="{40011985-F59A-8A10-6559-2F38D8934B60}"/>
                </a:ext>
              </a:extLst>
            </p:cNvPr>
            <p:cNvSpPr/>
            <p:nvPr/>
          </p:nvSpPr>
          <p:spPr>
            <a:xfrm>
              <a:off x="5624817" y="2316389"/>
              <a:ext cx="205154" cy="145622"/>
            </a:xfrm>
            <a:custGeom>
              <a:avLst/>
              <a:gdLst/>
              <a:ahLst/>
              <a:cxnLst/>
              <a:rect l="l" t="t" r="r" b="b"/>
              <a:pathLst>
                <a:path w="9208" h="6536" extrusionOk="0">
                  <a:moveTo>
                    <a:pt x="5638" y="0"/>
                  </a:moveTo>
                  <a:cubicBezTo>
                    <a:pt x="4798" y="0"/>
                    <a:pt x="3919" y="150"/>
                    <a:pt x="3136" y="583"/>
                  </a:cubicBezTo>
                  <a:cubicBezTo>
                    <a:pt x="601" y="1950"/>
                    <a:pt x="1" y="5786"/>
                    <a:pt x="1" y="5786"/>
                  </a:cubicBezTo>
                  <a:cubicBezTo>
                    <a:pt x="1" y="5786"/>
                    <a:pt x="1674" y="6535"/>
                    <a:pt x="3556" y="6535"/>
                  </a:cubicBezTo>
                  <a:cubicBezTo>
                    <a:pt x="4396" y="6535"/>
                    <a:pt x="5279" y="6386"/>
                    <a:pt x="6072" y="5953"/>
                  </a:cubicBezTo>
                  <a:cubicBezTo>
                    <a:pt x="8607" y="4585"/>
                    <a:pt x="9207" y="749"/>
                    <a:pt x="9207" y="749"/>
                  </a:cubicBezTo>
                  <a:cubicBezTo>
                    <a:pt x="9207" y="749"/>
                    <a:pt x="7518" y="0"/>
                    <a:pt x="5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7" name="Google Shape;3427;p113">
              <a:extLst>
                <a:ext uri="{FF2B5EF4-FFF2-40B4-BE49-F238E27FC236}">
                  <a16:creationId xmlns:a16="http://schemas.microsoft.com/office/drawing/2014/main" id="{7BB44933-C86E-33EC-CE8E-99A23038A725}"/>
                </a:ext>
              </a:extLst>
            </p:cNvPr>
            <p:cNvSpPr/>
            <p:nvPr/>
          </p:nvSpPr>
          <p:spPr>
            <a:xfrm>
              <a:off x="5563881" y="2473530"/>
              <a:ext cx="23060" cy="37185"/>
            </a:xfrm>
            <a:custGeom>
              <a:avLst/>
              <a:gdLst/>
              <a:ahLst/>
              <a:cxnLst/>
              <a:rect l="l" t="t" r="r" b="b"/>
              <a:pathLst>
                <a:path w="1035" h="1669" extrusionOk="0">
                  <a:moveTo>
                    <a:pt x="1" y="1"/>
                  </a:moveTo>
                  <a:lnTo>
                    <a:pt x="1035" y="1669"/>
                  </a:lnTo>
                  <a:cubicBezTo>
                    <a:pt x="1035" y="1669"/>
                    <a:pt x="834" y="435"/>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8" name="Google Shape;3428;p113">
              <a:extLst>
                <a:ext uri="{FF2B5EF4-FFF2-40B4-BE49-F238E27FC236}">
                  <a16:creationId xmlns:a16="http://schemas.microsoft.com/office/drawing/2014/main" id="{CFE31E52-08D1-F887-18B9-A3D9129FA697}"/>
                </a:ext>
              </a:extLst>
            </p:cNvPr>
            <p:cNvSpPr/>
            <p:nvPr/>
          </p:nvSpPr>
          <p:spPr>
            <a:xfrm>
              <a:off x="5605500" y="2473530"/>
              <a:ext cx="22325" cy="37185"/>
            </a:xfrm>
            <a:custGeom>
              <a:avLst/>
              <a:gdLst/>
              <a:ahLst/>
              <a:cxnLst/>
              <a:rect l="l" t="t" r="r" b="b"/>
              <a:pathLst>
                <a:path w="1002" h="1669" extrusionOk="0">
                  <a:moveTo>
                    <a:pt x="1001" y="1"/>
                  </a:moveTo>
                  <a:cubicBezTo>
                    <a:pt x="167" y="435"/>
                    <a:pt x="1" y="1669"/>
                    <a:pt x="1" y="1669"/>
                  </a:cubicBezTo>
                  <a:lnTo>
                    <a:pt x="1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9" name="Google Shape;3429;p113">
              <a:extLst>
                <a:ext uri="{FF2B5EF4-FFF2-40B4-BE49-F238E27FC236}">
                  <a16:creationId xmlns:a16="http://schemas.microsoft.com/office/drawing/2014/main" id="{2D7D127B-F3C4-8569-78F5-D56167DE828D}"/>
                </a:ext>
              </a:extLst>
            </p:cNvPr>
            <p:cNvSpPr/>
            <p:nvPr/>
          </p:nvSpPr>
          <p:spPr>
            <a:xfrm>
              <a:off x="5567601" y="2602108"/>
              <a:ext cx="57237" cy="132321"/>
            </a:xfrm>
            <a:custGeom>
              <a:avLst/>
              <a:gdLst/>
              <a:ahLst/>
              <a:cxnLst/>
              <a:rect l="l" t="t" r="r" b="b"/>
              <a:pathLst>
                <a:path w="2569" h="5939" extrusionOk="0">
                  <a:moveTo>
                    <a:pt x="301" y="1"/>
                  </a:moveTo>
                  <a:lnTo>
                    <a:pt x="0" y="5938"/>
                  </a:lnTo>
                  <a:lnTo>
                    <a:pt x="2569" y="5938"/>
                  </a:lnTo>
                  <a:lnTo>
                    <a:pt x="2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0" name="Google Shape;3430;p113">
              <a:extLst>
                <a:ext uri="{FF2B5EF4-FFF2-40B4-BE49-F238E27FC236}">
                  <a16:creationId xmlns:a16="http://schemas.microsoft.com/office/drawing/2014/main" id="{8FCFA56D-F53C-3188-E3FB-B70DAA0810C1}"/>
                </a:ext>
              </a:extLst>
            </p:cNvPr>
            <p:cNvSpPr/>
            <p:nvPr/>
          </p:nvSpPr>
          <p:spPr>
            <a:xfrm>
              <a:off x="5480643" y="2706913"/>
              <a:ext cx="230420" cy="427353"/>
            </a:xfrm>
            <a:custGeom>
              <a:avLst/>
              <a:gdLst/>
              <a:ahLst/>
              <a:cxnLst/>
              <a:rect l="l" t="t" r="r" b="b"/>
              <a:pathLst>
                <a:path w="10342" h="19181" extrusionOk="0">
                  <a:moveTo>
                    <a:pt x="2269" y="0"/>
                  </a:moveTo>
                  <a:cubicBezTo>
                    <a:pt x="1001" y="0"/>
                    <a:pt x="1" y="1067"/>
                    <a:pt x="101" y="2335"/>
                  </a:cubicBezTo>
                  <a:lnTo>
                    <a:pt x="568" y="9473"/>
                  </a:lnTo>
                  <a:lnTo>
                    <a:pt x="568" y="9707"/>
                  </a:lnTo>
                  <a:lnTo>
                    <a:pt x="334" y="16879"/>
                  </a:lnTo>
                  <a:cubicBezTo>
                    <a:pt x="301" y="18146"/>
                    <a:pt x="1301" y="19147"/>
                    <a:pt x="2536" y="19180"/>
                  </a:cubicBezTo>
                  <a:lnTo>
                    <a:pt x="7806" y="19180"/>
                  </a:lnTo>
                  <a:cubicBezTo>
                    <a:pt x="9074" y="19180"/>
                    <a:pt x="10074" y="18146"/>
                    <a:pt x="10008" y="16879"/>
                  </a:cubicBezTo>
                  <a:lnTo>
                    <a:pt x="9808" y="9707"/>
                  </a:lnTo>
                  <a:lnTo>
                    <a:pt x="9808" y="9473"/>
                  </a:lnTo>
                  <a:lnTo>
                    <a:pt x="10275" y="2335"/>
                  </a:lnTo>
                  <a:cubicBezTo>
                    <a:pt x="10341" y="1067"/>
                    <a:pt x="9341" y="0"/>
                    <a:pt x="8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1" name="Google Shape;3431;p113">
              <a:extLst>
                <a:ext uri="{FF2B5EF4-FFF2-40B4-BE49-F238E27FC236}">
                  <a16:creationId xmlns:a16="http://schemas.microsoft.com/office/drawing/2014/main" id="{F0D00D38-537D-E165-56F8-D50C982F79D3}"/>
                </a:ext>
              </a:extLst>
            </p:cNvPr>
            <p:cNvSpPr/>
            <p:nvPr/>
          </p:nvSpPr>
          <p:spPr>
            <a:xfrm>
              <a:off x="5488084" y="3088169"/>
              <a:ext cx="98856" cy="279458"/>
            </a:xfrm>
            <a:custGeom>
              <a:avLst/>
              <a:gdLst/>
              <a:ahLst/>
              <a:cxnLst/>
              <a:rect l="l" t="t" r="r" b="b"/>
              <a:pathLst>
                <a:path w="4437" h="12543" extrusionOk="0">
                  <a:moveTo>
                    <a:pt x="0" y="0"/>
                  </a:moveTo>
                  <a:lnTo>
                    <a:pt x="0" y="0"/>
                  </a:lnTo>
                  <a:cubicBezTo>
                    <a:pt x="300" y="3936"/>
                    <a:pt x="867" y="7873"/>
                    <a:pt x="1635" y="11742"/>
                  </a:cubicBezTo>
                  <a:cubicBezTo>
                    <a:pt x="1701" y="12209"/>
                    <a:pt x="2102" y="12543"/>
                    <a:pt x="2569" y="12543"/>
                  </a:cubicBezTo>
                  <a:lnTo>
                    <a:pt x="3002" y="12543"/>
                  </a:lnTo>
                  <a:cubicBezTo>
                    <a:pt x="3503" y="12543"/>
                    <a:pt x="3936" y="12109"/>
                    <a:pt x="3970" y="11609"/>
                  </a:cubicBezTo>
                  <a:lnTo>
                    <a:pt x="4437" y="76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2" name="Google Shape;3432;p113">
              <a:extLst>
                <a:ext uri="{FF2B5EF4-FFF2-40B4-BE49-F238E27FC236}">
                  <a16:creationId xmlns:a16="http://schemas.microsoft.com/office/drawing/2014/main" id="{CEDCCB3D-A721-0348-F778-D8193D9AA3CF}"/>
                </a:ext>
              </a:extLst>
            </p:cNvPr>
            <p:cNvSpPr/>
            <p:nvPr/>
          </p:nvSpPr>
          <p:spPr>
            <a:xfrm>
              <a:off x="5519276" y="3332625"/>
              <a:ext cx="65436" cy="255039"/>
            </a:xfrm>
            <a:custGeom>
              <a:avLst/>
              <a:gdLst/>
              <a:ahLst/>
              <a:cxnLst/>
              <a:rect l="l" t="t" r="r" b="b"/>
              <a:pathLst>
                <a:path w="2937" h="11447" extrusionOk="0">
                  <a:moveTo>
                    <a:pt x="1242" y="0"/>
                  </a:moveTo>
                  <a:cubicBezTo>
                    <a:pt x="621" y="0"/>
                    <a:pt x="1" y="878"/>
                    <a:pt x="235" y="1837"/>
                  </a:cubicBezTo>
                  <a:cubicBezTo>
                    <a:pt x="568" y="3205"/>
                    <a:pt x="835" y="11411"/>
                    <a:pt x="835" y="11411"/>
                  </a:cubicBezTo>
                  <a:cubicBezTo>
                    <a:pt x="835" y="11411"/>
                    <a:pt x="986" y="11446"/>
                    <a:pt x="1179" y="11446"/>
                  </a:cubicBezTo>
                  <a:cubicBezTo>
                    <a:pt x="1482" y="11446"/>
                    <a:pt x="1888" y="11359"/>
                    <a:pt x="1969" y="10911"/>
                  </a:cubicBezTo>
                  <a:cubicBezTo>
                    <a:pt x="2136" y="10177"/>
                    <a:pt x="2503" y="5940"/>
                    <a:pt x="2670" y="4473"/>
                  </a:cubicBezTo>
                  <a:cubicBezTo>
                    <a:pt x="2937" y="2071"/>
                    <a:pt x="2203" y="903"/>
                    <a:pt x="1969" y="537"/>
                  </a:cubicBezTo>
                  <a:cubicBezTo>
                    <a:pt x="1770" y="159"/>
                    <a:pt x="1506" y="0"/>
                    <a:pt x="1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3" name="Google Shape;3433;p113">
              <a:extLst>
                <a:ext uri="{FF2B5EF4-FFF2-40B4-BE49-F238E27FC236}">
                  <a16:creationId xmlns:a16="http://schemas.microsoft.com/office/drawing/2014/main" id="{8D0A295E-1120-1AB5-7389-E0369D239567}"/>
                </a:ext>
              </a:extLst>
            </p:cNvPr>
            <p:cNvSpPr/>
            <p:nvPr/>
          </p:nvSpPr>
          <p:spPr>
            <a:xfrm>
              <a:off x="5437442" y="3563913"/>
              <a:ext cx="137601" cy="131898"/>
            </a:xfrm>
            <a:custGeom>
              <a:avLst/>
              <a:gdLst/>
              <a:ahLst/>
              <a:cxnLst/>
              <a:rect l="l" t="t" r="r" b="b"/>
              <a:pathLst>
                <a:path w="6176" h="5920" extrusionOk="0">
                  <a:moveTo>
                    <a:pt x="5136" y="1"/>
                  </a:moveTo>
                  <a:cubicBezTo>
                    <a:pt x="4773" y="1"/>
                    <a:pt x="4608" y="496"/>
                    <a:pt x="4608" y="496"/>
                  </a:cubicBezTo>
                  <a:cubicBezTo>
                    <a:pt x="4508" y="997"/>
                    <a:pt x="2840" y="3365"/>
                    <a:pt x="1339" y="4132"/>
                  </a:cubicBezTo>
                  <a:cubicBezTo>
                    <a:pt x="0" y="4787"/>
                    <a:pt x="864" y="5919"/>
                    <a:pt x="2464" y="5919"/>
                  </a:cubicBezTo>
                  <a:cubicBezTo>
                    <a:pt x="2657" y="5919"/>
                    <a:pt x="2861" y="5903"/>
                    <a:pt x="3074" y="5867"/>
                  </a:cubicBezTo>
                  <a:cubicBezTo>
                    <a:pt x="5075" y="5533"/>
                    <a:pt x="4575" y="3532"/>
                    <a:pt x="5375" y="2664"/>
                  </a:cubicBezTo>
                  <a:cubicBezTo>
                    <a:pt x="6176" y="1797"/>
                    <a:pt x="6109" y="596"/>
                    <a:pt x="5475" y="129"/>
                  </a:cubicBezTo>
                  <a:cubicBezTo>
                    <a:pt x="5347" y="37"/>
                    <a:pt x="5235" y="1"/>
                    <a:pt x="5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4" name="Google Shape;3434;p113">
              <a:extLst>
                <a:ext uri="{FF2B5EF4-FFF2-40B4-BE49-F238E27FC236}">
                  <a16:creationId xmlns:a16="http://schemas.microsoft.com/office/drawing/2014/main" id="{A52434BA-A2D8-5F20-DD06-C4BA8A15887E}"/>
                </a:ext>
              </a:extLst>
            </p:cNvPr>
            <p:cNvSpPr/>
            <p:nvPr/>
          </p:nvSpPr>
          <p:spPr>
            <a:xfrm>
              <a:off x="5511122" y="3321507"/>
              <a:ext cx="61693" cy="74393"/>
            </a:xfrm>
            <a:custGeom>
              <a:avLst/>
              <a:gdLst/>
              <a:ahLst/>
              <a:cxnLst/>
              <a:rect l="l" t="t" r="r" b="b"/>
              <a:pathLst>
                <a:path w="2769" h="3339" extrusionOk="0">
                  <a:moveTo>
                    <a:pt x="1286" y="0"/>
                  </a:moveTo>
                  <a:cubicBezTo>
                    <a:pt x="575" y="0"/>
                    <a:pt x="1" y="722"/>
                    <a:pt x="34" y="1603"/>
                  </a:cubicBezTo>
                  <a:cubicBezTo>
                    <a:pt x="34" y="2503"/>
                    <a:pt x="667" y="3304"/>
                    <a:pt x="1401" y="3337"/>
                  </a:cubicBezTo>
                  <a:cubicBezTo>
                    <a:pt x="1419" y="3338"/>
                    <a:pt x="1436" y="3338"/>
                    <a:pt x="1454" y="3338"/>
                  </a:cubicBezTo>
                  <a:cubicBezTo>
                    <a:pt x="2196" y="3338"/>
                    <a:pt x="2768" y="2649"/>
                    <a:pt x="2735" y="1736"/>
                  </a:cubicBezTo>
                  <a:cubicBezTo>
                    <a:pt x="2702" y="835"/>
                    <a:pt x="2068" y="35"/>
                    <a:pt x="1334" y="1"/>
                  </a:cubicBezTo>
                  <a:cubicBezTo>
                    <a:pt x="1318" y="1"/>
                    <a:pt x="1302" y="0"/>
                    <a:pt x="12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5" name="Google Shape;3435;p113">
              <a:extLst>
                <a:ext uri="{FF2B5EF4-FFF2-40B4-BE49-F238E27FC236}">
                  <a16:creationId xmlns:a16="http://schemas.microsoft.com/office/drawing/2014/main" id="{71053B3E-1F4B-1AFD-BEA7-4FE1C805CFDD}"/>
                </a:ext>
              </a:extLst>
            </p:cNvPr>
            <p:cNvSpPr/>
            <p:nvPr/>
          </p:nvSpPr>
          <p:spPr>
            <a:xfrm>
              <a:off x="5392949" y="3031689"/>
              <a:ext cx="194727" cy="271460"/>
            </a:xfrm>
            <a:custGeom>
              <a:avLst/>
              <a:gdLst/>
              <a:ahLst/>
              <a:cxnLst/>
              <a:rect l="l" t="t" r="r" b="b"/>
              <a:pathLst>
                <a:path w="8740" h="12184" extrusionOk="0">
                  <a:moveTo>
                    <a:pt x="5538" y="0"/>
                  </a:moveTo>
                  <a:cubicBezTo>
                    <a:pt x="3570" y="3436"/>
                    <a:pt x="1768" y="6938"/>
                    <a:pt x="201" y="10574"/>
                  </a:cubicBezTo>
                  <a:cubicBezTo>
                    <a:pt x="0" y="11008"/>
                    <a:pt x="167" y="11508"/>
                    <a:pt x="534" y="11775"/>
                  </a:cubicBezTo>
                  <a:lnTo>
                    <a:pt x="868" y="12009"/>
                  </a:lnTo>
                  <a:cubicBezTo>
                    <a:pt x="1039" y="12127"/>
                    <a:pt x="1236" y="12183"/>
                    <a:pt x="1430" y="12183"/>
                  </a:cubicBezTo>
                  <a:cubicBezTo>
                    <a:pt x="1728" y="12183"/>
                    <a:pt x="2020" y="12051"/>
                    <a:pt x="2202" y="11809"/>
                  </a:cubicBezTo>
                  <a:lnTo>
                    <a:pt x="8740" y="3169"/>
                  </a:lnTo>
                  <a:lnTo>
                    <a:pt x="5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6" name="Google Shape;3436;p113">
              <a:extLst>
                <a:ext uri="{FF2B5EF4-FFF2-40B4-BE49-F238E27FC236}">
                  <a16:creationId xmlns:a16="http://schemas.microsoft.com/office/drawing/2014/main" id="{67222022-03FA-4F18-7D09-A14B5BEF5814}"/>
                </a:ext>
              </a:extLst>
            </p:cNvPr>
            <p:cNvSpPr/>
            <p:nvPr/>
          </p:nvSpPr>
          <p:spPr>
            <a:xfrm>
              <a:off x="5274040" y="3263245"/>
              <a:ext cx="160104" cy="216361"/>
            </a:xfrm>
            <a:custGeom>
              <a:avLst/>
              <a:gdLst/>
              <a:ahLst/>
              <a:cxnLst/>
              <a:rect l="l" t="t" r="r" b="b"/>
              <a:pathLst>
                <a:path w="7186" h="9711" extrusionOk="0">
                  <a:moveTo>
                    <a:pt x="6336" y="0"/>
                  </a:moveTo>
                  <a:cubicBezTo>
                    <a:pt x="5822" y="0"/>
                    <a:pt x="5198" y="370"/>
                    <a:pt x="4937" y="1049"/>
                  </a:cubicBezTo>
                  <a:cubicBezTo>
                    <a:pt x="4437" y="2383"/>
                    <a:pt x="0" y="9288"/>
                    <a:pt x="0" y="9288"/>
                  </a:cubicBezTo>
                  <a:cubicBezTo>
                    <a:pt x="0" y="9288"/>
                    <a:pt x="367" y="9710"/>
                    <a:pt x="775" y="9710"/>
                  </a:cubicBezTo>
                  <a:cubicBezTo>
                    <a:pt x="917" y="9710"/>
                    <a:pt x="1063" y="9659"/>
                    <a:pt x="1201" y="9521"/>
                  </a:cubicBezTo>
                  <a:cubicBezTo>
                    <a:pt x="1735" y="9021"/>
                    <a:pt x="4470" y="5719"/>
                    <a:pt x="5437" y="4618"/>
                  </a:cubicBezTo>
                  <a:cubicBezTo>
                    <a:pt x="7039" y="2817"/>
                    <a:pt x="7072" y="1416"/>
                    <a:pt x="7105" y="982"/>
                  </a:cubicBezTo>
                  <a:cubicBezTo>
                    <a:pt x="7185" y="312"/>
                    <a:pt x="6807" y="0"/>
                    <a:pt x="6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7" name="Google Shape;3437;p113">
              <a:extLst>
                <a:ext uri="{FF2B5EF4-FFF2-40B4-BE49-F238E27FC236}">
                  <a16:creationId xmlns:a16="http://schemas.microsoft.com/office/drawing/2014/main" id="{BAA03D44-3C8C-9C49-3743-82B1996CF100}"/>
                </a:ext>
              </a:extLst>
            </p:cNvPr>
            <p:cNvSpPr/>
            <p:nvPr/>
          </p:nvSpPr>
          <p:spPr>
            <a:xfrm>
              <a:off x="5141207" y="3457081"/>
              <a:ext cx="167791" cy="88608"/>
            </a:xfrm>
            <a:custGeom>
              <a:avLst/>
              <a:gdLst/>
              <a:ahLst/>
              <a:cxnLst/>
              <a:rect l="l" t="t" r="r" b="b"/>
              <a:pathLst>
                <a:path w="7531" h="3977" extrusionOk="0">
                  <a:moveTo>
                    <a:pt x="6843" y="0"/>
                  </a:moveTo>
                  <a:cubicBezTo>
                    <a:pt x="6597" y="0"/>
                    <a:pt x="6363" y="188"/>
                    <a:pt x="6363" y="188"/>
                  </a:cubicBezTo>
                  <a:cubicBezTo>
                    <a:pt x="6033" y="517"/>
                    <a:pt x="3796" y="1357"/>
                    <a:pt x="2136" y="1357"/>
                  </a:cubicBezTo>
                  <a:cubicBezTo>
                    <a:pt x="1946" y="1357"/>
                    <a:pt x="1763" y="1346"/>
                    <a:pt x="1592" y="1322"/>
                  </a:cubicBezTo>
                  <a:cubicBezTo>
                    <a:pt x="1483" y="1304"/>
                    <a:pt x="1383" y="1296"/>
                    <a:pt x="1290" y="1296"/>
                  </a:cubicBezTo>
                  <a:cubicBezTo>
                    <a:pt x="1" y="1296"/>
                    <a:pt x="347" y="2947"/>
                    <a:pt x="2059" y="3757"/>
                  </a:cubicBezTo>
                  <a:cubicBezTo>
                    <a:pt x="2381" y="3912"/>
                    <a:pt x="2669" y="3976"/>
                    <a:pt x="2931" y="3976"/>
                  </a:cubicBezTo>
                  <a:cubicBezTo>
                    <a:pt x="4136" y="3976"/>
                    <a:pt x="4797" y="2614"/>
                    <a:pt x="5729" y="2423"/>
                  </a:cubicBezTo>
                  <a:cubicBezTo>
                    <a:pt x="6896" y="2156"/>
                    <a:pt x="7530" y="1122"/>
                    <a:pt x="7297" y="388"/>
                  </a:cubicBezTo>
                  <a:cubicBezTo>
                    <a:pt x="7188" y="89"/>
                    <a:pt x="7013" y="0"/>
                    <a:pt x="6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8" name="Google Shape;3438;p113">
              <a:extLst>
                <a:ext uri="{FF2B5EF4-FFF2-40B4-BE49-F238E27FC236}">
                  <a16:creationId xmlns:a16="http://schemas.microsoft.com/office/drawing/2014/main" id="{FB089E00-F995-925A-54AA-671A1FED1B1C}"/>
                </a:ext>
              </a:extLst>
            </p:cNvPr>
            <p:cNvSpPr/>
            <p:nvPr/>
          </p:nvSpPr>
          <p:spPr>
            <a:xfrm>
              <a:off x="5371404" y="3248740"/>
              <a:ext cx="70605" cy="72009"/>
            </a:xfrm>
            <a:custGeom>
              <a:avLst/>
              <a:gdLst/>
              <a:ahLst/>
              <a:cxnLst/>
              <a:rect l="l" t="t" r="r" b="b"/>
              <a:pathLst>
                <a:path w="3169" h="3232" extrusionOk="0">
                  <a:moveTo>
                    <a:pt x="1829" y="1"/>
                  </a:moveTo>
                  <a:cubicBezTo>
                    <a:pt x="1356" y="1"/>
                    <a:pt x="855" y="290"/>
                    <a:pt x="500" y="799"/>
                  </a:cubicBezTo>
                  <a:cubicBezTo>
                    <a:pt x="0" y="1566"/>
                    <a:pt x="100" y="2534"/>
                    <a:pt x="667" y="3001"/>
                  </a:cubicBezTo>
                  <a:cubicBezTo>
                    <a:pt x="869" y="3158"/>
                    <a:pt x="1105" y="3232"/>
                    <a:pt x="1348" y="3232"/>
                  </a:cubicBezTo>
                  <a:cubicBezTo>
                    <a:pt x="1828" y="3232"/>
                    <a:pt x="2336" y="2943"/>
                    <a:pt x="2669" y="2434"/>
                  </a:cubicBezTo>
                  <a:cubicBezTo>
                    <a:pt x="3169" y="1666"/>
                    <a:pt x="3102" y="699"/>
                    <a:pt x="2502" y="232"/>
                  </a:cubicBezTo>
                  <a:cubicBezTo>
                    <a:pt x="2300" y="75"/>
                    <a:pt x="2068" y="1"/>
                    <a:pt x="18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9" name="Google Shape;3439;p113">
              <a:extLst>
                <a:ext uri="{FF2B5EF4-FFF2-40B4-BE49-F238E27FC236}">
                  <a16:creationId xmlns:a16="http://schemas.microsoft.com/office/drawing/2014/main" id="{333A3BE4-6461-4417-3223-EDF4B0A983CC}"/>
                </a:ext>
              </a:extLst>
            </p:cNvPr>
            <p:cNvSpPr/>
            <p:nvPr/>
          </p:nvSpPr>
          <p:spPr>
            <a:xfrm>
              <a:off x="5604007" y="3031689"/>
              <a:ext cx="194749" cy="271460"/>
            </a:xfrm>
            <a:custGeom>
              <a:avLst/>
              <a:gdLst/>
              <a:ahLst/>
              <a:cxnLst/>
              <a:rect l="l" t="t" r="r" b="b"/>
              <a:pathLst>
                <a:path w="8741" h="12184" extrusionOk="0">
                  <a:moveTo>
                    <a:pt x="3203" y="0"/>
                  </a:moveTo>
                  <a:lnTo>
                    <a:pt x="1" y="3169"/>
                  </a:lnTo>
                  <a:lnTo>
                    <a:pt x="6539" y="11809"/>
                  </a:lnTo>
                  <a:cubicBezTo>
                    <a:pt x="6741" y="12051"/>
                    <a:pt x="7028" y="12183"/>
                    <a:pt x="7320" y="12183"/>
                  </a:cubicBezTo>
                  <a:cubicBezTo>
                    <a:pt x="7510" y="12183"/>
                    <a:pt x="7702" y="12127"/>
                    <a:pt x="7873" y="12009"/>
                  </a:cubicBezTo>
                  <a:lnTo>
                    <a:pt x="8207" y="11775"/>
                  </a:lnTo>
                  <a:cubicBezTo>
                    <a:pt x="8607" y="11508"/>
                    <a:pt x="8740" y="11008"/>
                    <a:pt x="8574" y="10574"/>
                  </a:cubicBezTo>
                  <a:cubicBezTo>
                    <a:pt x="6972" y="6938"/>
                    <a:pt x="5205" y="3403"/>
                    <a:pt x="3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0" name="Google Shape;3440;p113">
              <a:extLst>
                <a:ext uri="{FF2B5EF4-FFF2-40B4-BE49-F238E27FC236}">
                  <a16:creationId xmlns:a16="http://schemas.microsoft.com/office/drawing/2014/main" id="{728C582E-673B-816A-563D-395C6EF8E145}"/>
                </a:ext>
              </a:extLst>
            </p:cNvPr>
            <p:cNvSpPr/>
            <p:nvPr/>
          </p:nvSpPr>
          <p:spPr>
            <a:xfrm>
              <a:off x="5758318" y="3263312"/>
              <a:ext cx="160082" cy="216294"/>
            </a:xfrm>
            <a:custGeom>
              <a:avLst/>
              <a:gdLst/>
              <a:ahLst/>
              <a:cxnLst/>
              <a:rect l="l" t="t" r="r" b="b"/>
              <a:pathLst>
                <a:path w="7185" h="9708" extrusionOk="0">
                  <a:moveTo>
                    <a:pt x="838" y="1"/>
                  </a:moveTo>
                  <a:cubicBezTo>
                    <a:pt x="374" y="1"/>
                    <a:pt x="0" y="313"/>
                    <a:pt x="80" y="979"/>
                  </a:cubicBezTo>
                  <a:cubicBezTo>
                    <a:pt x="113" y="1413"/>
                    <a:pt x="147" y="2814"/>
                    <a:pt x="1748" y="4615"/>
                  </a:cubicBezTo>
                  <a:cubicBezTo>
                    <a:pt x="2715" y="5716"/>
                    <a:pt x="5450" y="9018"/>
                    <a:pt x="5984" y="9518"/>
                  </a:cubicBezTo>
                  <a:cubicBezTo>
                    <a:pt x="6122" y="9656"/>
                    <a:pt x="6268" y="9707"/>
                    <a:pt x="6410" y="9707"/>
                  </a:cubicBezTo>
                  <a:cubicBezTo>
                    <a:pt x="6818" y="9707"/>
                    <a:pt x="7185" y="9285"/>
                    <a:pt x="7185" y="9285"/>
                  </a:cubicBezTo>
                  <a:cubicBezTo>
                    <a:pt x="7185" y="9285"/>
                    <a:pt x="2715" y="2380"/>
                    <a:pt x="2215" y="1079"/>
                  </a:cubicBezTo>
                  <a:cubicBezTo>
                    <a:pt x="1970" y="379"/>
                    <a:pt x="1349"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1" name="Google Shape;3441;p113">
              <a:extLst>
                <a:ext uri="{FF2B5EF4-FFF2-40B4-BE49-F238E27FC236}">
                  <a16:creationId xmlns:a16="http://schemas.microsoft.com/office/drawing/2014/main" id="{1F20FE7C-D2AB-93DD-96BC-51877C6A7CB5}"/>
                </a:ext>
              </a:extLst>
            </p:cNvPr>
            <p:cNvSpPr/>
            <p:nvPr/>
          </p:nvSpPr>
          <p:spPr>
            <a:xfrm>
              <a:off x="5883465" y="3457081"/>
              <a:ext cx="167768" cy="88608"/>
            </a:xfrm>
            <a:custGeom>
              <a:avLst/>
              <a:gdLst/>
              <a:ahLst/>
              <a:cxnLst/>
              <a:rect l="l" t="t" r="r" b="b"/>
              <a:pathLst>
                <a:path w="7530" h="3977" extrusionOk="0">
                  <a:moveTo>
                    <a:pt x="673" y="0"/>
                  </a:moveTo>
                  <a:cubicBezTo>
                    <a:pt x="501" y="0"/>
                    <a:pt x="329" y="89"/>
                    <a:pt x="234" y="388"/>
                  </a:cubicBezTo>
                  <a:cubicBezTo>
                    <a:pt x="0" y="1122"/>
                    <a:pt x="601" y="2156"/>
                    <a:pt x="1768" y="2423"/>
                  </a:cubicBezTo>
                  <a:cubicBezTo>
                    <a:pt x="2727" y="2614"/>
                    <a:pt x="3371" y="3976"/>
                    <a:pt x="4587" y="3976"/>
                  </a:cubicBezTo>
                  <a:cubicBezTo>
                    <a:pt x="4851" y="3976"/>
                    <a:pt x="5143" y="3912"/>
                    <a:pt x="5471" y="3757"/>
                  </a:cubicBezTo>
                  <a:cubicBezTo>
                    <a:pt x="7183" y="2947"/>
                    <a:pt x="7530" y="1296"/>
                    <a:pt x="6213" y="1296"/>
                  </a:cubicBezTo>
                  <a:cubicBezTo>
                    <a:pt x="6118" y="1296"/>
                    <a:pt x="6016" y="1304"/>
                    <a:pt x="5904" y="1322"/>
                  </a:cubicBezTo>
                  <a:cubicBezTo>
                    <a:pt x="5737" y="1346"/>
                    <a:pt x="5557" y="1357"/>
                    <a:pt x="5370" y="1357"/>
                  </a:cubicBezTo>
                  <a:cubicBezTo>
                    <a:pt x="3734" y="1357"/>
                    <a:pt x="1497" y="517"/>
                    <a:pt x="1168" y="188"/>
                  </a:cubicBezTo>
                  <a:cubicBezTo>
                    <a:pt x="1168" y="188"/>
                    <a:pt x="922" y="0"/>
                    <a:pt x="6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2" name="Google Shape;3442;p113">
              <a:extLst>
                <a:ext uri="{FF2B5EF4-FFF2-40B4-BE49-F238E27FC236}">
                  <a16:creationId xmlns:a16="http://schemas.microsoft.com/office/drawing/2014/main" id="{4B06563A-52F2-BFFD-7AC8-EE6AF90A9FE9}"/>
                </a:ext>
              </a:extLst>
            </p:cNvPr>
            <p:cNvSpPr/>
            <p:nvPr/>
          </p:nvSpPr>
          <p:spPr>
            <a:xfrm>
              <a:off x="5750431" y="3248740"/>
              <a:ext cx="69870" cy="72009"/>
            </a:xfrm>
            <a:custGeom>
              <a:avLst/>
              <a:gdLst/>
              <a:ahLst/>
              <a:cxnLst/>
              <a:rect l="l" t="t" r="r" b="b"/>
              <a:pathLst>
                <a:path w="3136" h="3232" extrusionOk="0">
                  <a:moveTo>
                    <a:pt x="1315" y="1"/>
                  </a:moveTo>
                  <a:cubicBezTo>
                    <a:pt x="1072" y="1"/>
                    <a:pt x="836" y="75"/>
                    <a:pt x="634" y="232"/>
                  </a:cubicBezTo>
                  <a:cubicBezTo>
                    <a:pt x="67" y="699"/>
                    <a:pt x="0" y="1666"/>
                    <a:pt x="501" y="2434"/>
                  </a:cubicBezTo>
                  <a:cubicBezTo>
                    <a:pt x="833" y="2943"/>
                    <a:pt x="1327" y="3232"/>
                    <a:pt x="1797" y="3232"/>
                  </a:cubicBezTo>
                  <a:cubicBezTo>
                    <a:pt x="2035" y="3232"/>
                    <a:pt x="2267" y="3158"/>
                    <a:pt x="2469" y="3001"/>
                  </a:cubicBezTo>
                  <a:cubicBezTo>
                    <a:pt x="3069" y="2534"/>
                    <a:pt x="3136" y="1566"/>
                    <a:pt x="2635" y="799"/>
                  </a:cubicBezTo>
                  <a:cubicBezTo>
                    <a:pt x="2303" y="290"/>
                    <a:pt x="1795" y="1"/>
                    <a:pt x="13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3" name="Google Shape;3443;p113">
              <a:extLst>
                <a:ext uri="{FF2B5EF4-FFF2-40B4-BE49-F238E27FC236}">
                  <a16:creationId xmlns:a16="http://schemas.microsoft.com/office/drawing/2014/main" id="{7E47E418-3237-7417-A28B-F919E0617C5C}"/>
                </a:ext>
              </a:extLst>
            </p:cNvPr>
            <p:cNvSpPr/>
            <p:nvPr/>
          </p:nvSpPr>
          <p:spPr>
            <a:xfrm>
              <a:off x="5605500" y="3088169"/>
              <a:ext cx="98879" cy="279458"/>
            </a:xfrm>
            <a:custGeom>
              <a:avLst/>
              <a:gdLst/>
              <a:ahLst/>
              <a:cxnLst/>
              <a:rect l="l" t="t" r="r" b="b"/>
              <a:pathLst>
                <a:path w="4438" h="12543" extrusionOk="0">
                  <a:moveTo>
                    <a:pt x="4437" y="0"/>
                  </a:moveTo>
                  <a:lnTo>
                    <a:pt x="1" y="768"/>
                  </a:lnTo>
                  <a:lnTo>
                    <a:pt x="468" y="11609"/>
                  </a:lnTo>
                  <a:cubicBezTo>
                    <a:pt x="468" y="12109"/>
                    <a:pt x="901" y="12543"/>
                    <a:pt x="1435" y="12543"/>
                  </a:cubicBezTo>
                  <a:lnTo>
                    <a:pt x="1869" y="12543"/>
                  </a:lnTo>
                  <a:cubicBezTo>
                    <a:pt x="2302" y="12543"/>
                    <a:pt x="2702" y="12209"/>
                    <a:pt x="2803" y="11742"/>
                  </a:cubicBezTo>
                  <a:cubicBezTo>
                    <a:pt x="3570" y="7873"/>
                    <a:pt x="4103" y="3936"/>
                    <a:pt x="44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4" name="Google Shape;3444;p113">
              <a:extLst>
                <a:ext uri="{FF2B5EF4-FFF2-40B4-BE49-F238E27FC236}">
                  <a16:creationId xmlns:a16="http://schemas.microsoft.com/office/drawing/2014/main" id="{CC6EBAC0-4458-C15C-799F-1BAB93F65EE8}"/>
                </a:ext>
              </a:extLst>
            </p:cNvPr>
            <p:cNvSpPr/>
            <p:nvPr/>
          </p:nvSpPr>
          <p:spPr>
            <a:xfrm>
              <a:off x="5606993" y="3332625"/>
              <a:ext cx="66172" cy="255039"/>
            </a:xfrm>
            <a:custGeom>
              <a:avLst/>
              <a:gdLst/>
              <a:ahLst/>
              <a:cxnLst/>
              <a:rect l="l" t="t" r="r" b="b"/>
              <a:pathLst>
                <a:path w="2970" h="11447" extrusionOk="0">
                  <a:moveTo>
                    <a:pt x="1717" y="0"/>
                  </a:moveTo>
                  <a:cubicBezTo>
                    <a:pt x="1448" y="0"/>
                    <a:pt x="1177" y="159"/>
                    <a:pt x="968" y="537"/>
                  </a:cubicBezTo>
                  <a:cubicBezTo>
                    <a:pt x="767" y="903"/>
                    <a:pt x="0" y="2071"/>
                    <a:pt x="300" y="4473"/>
                  </a:cubicBezTo>
                  <a:cubicBezTo>
                    <a:pt x="467" y="5940"/>
                    <a:pt x="834" y="10177"/>
                    <a:pt x="968" y="10911"/>
                  </a:cubicBezTo>
                  <a:cubicBezTo>
                    <a:pt x="1070" y="11359"/>
                    <a:pt x="1483" y="11446"/>
                    <a:pt x="1789" y="11446"/>
                  </a:cubicBezTo>
                  <a:cubicBezTo>
                    <a:pt x="1984" y="11446"/>
                    <a:pt x="2135" y="11411"/>
                    <a:pt x="2135" y="11411"/>
                  </a:cubicBezTo>
                  <a:cubicBezTo>
                    <a:pt x="2135" y="11411"/>
                    <a:pt x="2369" y="3205"/>
                    <a:pt x="2736" y="1837"/>
                  </a:cubicBezTo>
                  <a:cubicBezTo>
                    <a:pt x="2970" y="878"/>
                    <a:pt x="2349" y="0"/>
                    <a:pt x="17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5" name="Google Shape;3445;p113">
              <a:extLst>
                <a:ext uri="{FF2B5EF4-FFF2-40B4-BE49-F238E27FC236}">
                  <a16:creationId xmlns:a16="http://schemas.microsoft.com/office/drawing/2014/main" id="{77440C3D-715D-8D9B-7197-5C472600843F}"/>
                </a:ext>
              </a:extLst>
            </p:cNvPr>
            <p:cNvSpPr/>
            <p:nvPr/>
          </p:nvSpPr>
          <p:spPr>
            <a:xfrm>
              <a:off x="5616640" y="3563913"/>
              <a:ext cx="137713" cy="131898"/>
            </a:xfrm>
            <a:custGeom>
              <a:avLst/>
              <a:gdLst/>
              <a:ahLst/>
              <a:cxnLst/>
              <a:rect l="l" t="t" r="r" b="b"/>
              <a:pathLst>
                <a:path w="6181" h="5920" extrusionOk="0">
                  <a:moveTo>
                    <a:pt x="1054" y="1"/>
                  </a:moveTo>
                  <a:cubicBezTo>
                    <a:pt x="953" y="1"/>
                    <a:pt x="836" y="37"/>
                    <a:pt x="701" y="129"/>
                  </a:cubicBezTo>
                  <a:cubicBezTo>
                    <a:pt x="101" y="596"/>
                    <a:pt x="1" y="1797"/>
                    <a:pt x="801" y="2664"/>
                  </a:cubicBezTo>
                  <a:cubicBezTo>
                    <a:pt x="1635" y="3532"/>
                    <a:pt x="1102" y="5533"/>
                    <a:pt x="3103" y="5867"/>
                  </a:cubicBezTo>
                  <a:cubicBezTo>
                    <a:pt x="3319" y="5903"/>
                    <a:pt x="3526" y="5919"/>
                    <a:pt x="3722" y="5919"/>
                  </a:cubicBezTo>
                  <a:cubicBezTo>
                    <a:pt x="5339" y="5919"/>
                    <a:pt x="6180" y="4787"/>
                    <a:pt x="4871" y="4132"/>
                  </a:cubicBezTo>
                  <a:cubicBezTo>
                    <a:pt x="3370" y="3365"/>
                    <a:pt x="1669" y="997"/>
                    <a:pt x="1569" y="496"/>
                  </a:cubicBezTo>
                  <a:cubicBezTo>
                    <a:pt x="1569" y="496"/>
                    <a:pt x="1424" y="1"/>
                    <a:pt x="10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6" name="Google Shape;3446;p113">
              <a:extLst>
                <a:ext uri="{FF2B5EF4-FFF2-40B4-BE49-F238E27FC236}">
                  <a16:creationId xmlns:a16="http://schemas.microsoft.com/office/drawing/2014/main" id="{781A32F1-EE1A-06E6-D988-3A9505325FB5}"/>
                </a:ext>
              </a:extLst>
            </p:cNvPr>
            <p:cNvSpPr/>
            <p:nvPr/>
          </p:nvSpPr>
          <p:spPr>
            <a:xfrm>
              <a:off x="5619648" y="3321507"/>
              <a:ext cx="61671" cy="74393"/>
            </a:xfrm>
            <a:custGeom>
              <a:avLst/>
              <a:gdLst/>
              <a:ahLst/>
              <a:cxnLst/>
              <a:rect l="l" t="t" r="r" b="b"/>
              <a:pathLst>
                <a:path w="2768" h="3339" extrusionOk="0">
                  <a:moveTo>
                    <a:pt x="1482" y="0"/>
                  </a:moveTo>
                  <a:cubicBezTo>
                    <a:pt x="1466" y="0"/>
                    <a:pt x="1450" y="1"/>
                    <a:pt x="1434" y="1"/>
                  </a:cubicBezTo>
                  <a:cubicBezTo>
                    <a:pt x="666" y="35"/>
                    <a:pt x="33" y="835"/>
                    <a:pt x="33" y="1736"/>
                  </a:cubicBezTo>
                  <a:cubicBezTo>
                    <a:pt x="0" y="2649"/>
                    <a:pt x="573" y="3338"/>
                    <a:pt x="1315" y="3338"/>
                  </a:cubicBezTo>
                  <a:cubicBezTo>
                    <a:pt x="1332" y="3338"/>
                    <a:pt x="1349" y="3338"/>
                    <a:pt x="1367" y="3337"/>
                  </a:cubicBezTo>
                  <a:cubicBezTo>
                    <a:pt x="2101" y="3304"/>
                    <a:pt x="2735" y="2503"/>
                    <a:pt x="2735" y="1603"/>
                  </a:cubicBezTo>
                  <a:cubicBezTo>
                    <a:pt x="2767" y="722"/>
                    <a:pt x="2194" y="0"/>
                    <a:pt x="14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7" name="Google Shape;3447;p113">
              <a:extLst>
                <a:ext uri="{FF2B5EF4-FFF2-40B4-BE49-F238E27FC236}">
                  <a16:creationId xmlns:a16="http://schemas.microsoft.com/office/drawing/2014/main" id="{32DD3FF5-117A-4CFD-A38D-7A5F49171609}"/>
                </a:ext>
              </a:extLst>
            </p:cNvPr>
            <p:cNvSpPr/>
            <p:nvPr/>
          </p:nvSpPr>
          <p:spPr>
            <a:xfrm>
              <a:off x="5655652" y="2708985"/>
              <a:ext cx="311073" cy="98856"/>
            </a:xfrm>
            <a:custGeom>
              <a:avLst/>
              <a:gdLst/>
              <a:ahLst/>
              <a:cxnLst/>
              <a:rect l="l" t="t" r="r" b="b"/>
              <a:pathLst>
                <a:path w="13962" h="4437" extrusionOk="0">
                  <a:moveTo>
                    <a:pt x="1152" y="0"/>
                  </a:moveTo>
                  <a:cubicBezTo>
                    <a:pt x="499" y="0"/>
                    <a:pt x="1" y="334"/>
                    <a:pt x="85" y="808"/>
                  </a:cubicBezTo>
                  <a:lnTo>
                    <a:pt x="285" y="1942"/>
                  </a:lnTo>
                  <a:cubicBezTo>
                    <a:pt x="351" y="2342"/>
                    <a:pt x="818" y="2709"/>
                    <a:pt x="1452" y="2809"/>
                  </a:cubicBezTo>
                  <a:lnTo>
                    <a:pt x="12727" y="4410"/>
                  </a:lnTo>
                  <a:cubicBezTo>
                    <a:pt x="12832" y="4428"/>
                    <a:pt x="12934" y="4436"/>
                    <a:pt x="13031" y="4436"/>
                  </a:cubicBezTo>
                  <a:cubicBezTo>
                    <a:pt x="13489" y="4436"/>
                    <a:pt x="13839" y="4252"/>
                    <a:pt x="13894" y="3977"/>
                  </a:cubicBezTo>
                  <a:lnTo>
                    <a:pt x="13928" y="3710"/>
                  </a:lnTo>
                  <a:cubicBezTo>
                    <a:pt x="13961" y="3410"/>
                    <a:pt x="13628" y="3109"/>
                    <a:pt x="13127" y="2943"/>
                  </a:cubicBezTo>
                  <a:cubicBezTo>
                    <a:pt x="11259" y="2442"/>
                    <a:pt x="6689" y="1175"/>
                    <a:pt x="1552" y="40"/>
                  </a:cubicBezTo>
                  <a:cubicBezTo>
                    <a:pt x="1415" y="13"/>
                    <a:pt x="1280" y="0"/>
                    <a:pt x="11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8" name="Google Shape;3448;p113">
              <a:extLst>
                <a:ext uri="{FF2B5EF4-FFF2-40B4-BE49-F238E27FC236}">
                  <a16:creationId xmlns:a16="http://schemas.microsoft.com/office/drawing/2014/main" id="{4F4AD923-A600-CF86-21C3-F05C835DE50A}"/>
                </a:ext>
              </a:extLst>
            </p:cNvPr>
            <p:cNvSpPr/>
            <p:nvPr/>
          </p:nvSpPr>
          <p:spPr>
            <a:xfrm>
              <a:off x="5915771" y="2775959"/>
              <a:ext cx="304033" cy="67041"/>
            </a:xfrm>
            <a:custGeom>
              <a:avLst/>
              <a:gdLst/>
              <a:ahLst/>
              <a:cxnLst/>
              <a:rect l="l" t="t" r="r" b="b"/>
              <a:pathLst>
                <a:path w="13646" h="3009" extrusionOk="0">
                  <a:moveTo>
                    <a:pt x="1627" y="0"/>
                  </a:moveTo>
                  <a:cubicBezTo>
                    <a:pt x="613" y="0"/>
                    <a:pt x="1" y="528"/>
                    <a:pt x="1019" y="1037"/>
                  </a:cubicBezTo>
                  <a:cubicBezTo>
                    <a:pt x="1419" y="1237"/>
                    <a:pt x="2686" y="1938"/>
                    <a:pt x="5422" y="2238"/>
                  </a:cubicBezTo>
                  <a:cubicBezTo>
                    <a:pt x="7123" y="2405"/>
                    <a:pt x="11960" y="2972"/>
                    <a:pt x="12827" y="3005"/>
                  </a:cubicBezTo>
                  <a:cubicBezTo>
                    <a:pt x="12855" y="3008"/>
                    <a:pt x="12881" y="3009"/>
                    <a:pt x="12907" y="3009"/>
                  </a:cubicBezTo>
                  <a:cubicBezTo>
                    <a:pt x="13646" y="3009"/>
                    <a:pt x="13427" y="2105"/>
                    <a:pt x="13427" y="2105"/>
                  </a:cubicBezTo>
                  <a:cubicBezTo>
                    <a:pt x="13427" y="2105"/>
                    <a:pt x="4154" y="637"/>
                    <a:pt x="2653" y="170"/>
                  </a:cubicBezTo>
                  <a:cubicBezTo>
                    <a:pt x="2297" y="51"/>
                    <a:pt x="1943" y="0"/>
                    <a:pt x="16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9" name="Google Shape;3449;p113">
              <a:extLst>
                <a:ext uri="{FF2B5EF4-FFF2-40B4-BE49-F238E27FC236}">
                  <a16:creationId xmlns:a16="http://schemas.microsoft.com/office/drawing/2014/main" id="{E5CD705C-AD5C-0E4C-A67B-944FDC5F08A8}"/>
                </a:ext>
              </a:extLst>
            </p:cNvPr>
            <p:cNvSpPr/>
            <p:nvPr/>
          </p:nvSpPr>
          <p:spPr>
            <a:xfrm>
              <a:off x="5928047" y="2773709"/>
              <a:ext cx="55009" cy="40616"/>
            </a:xfrm>
            <a:custGeom>
              <a:avLst/>
              <a:gdLst/>
              <a:ahLst/>
              <a:cxnLst/>
              <a:rect l="l" t="t" r="r" b="b"/>
              <a:pathLst>
                <a:path w="2469" h="1823" extrusionOk="0">
                  <a:moveTo>
                    <a:pt x="1002" y="1"/>
                  </a:moveTo>
                  <a:cubicBezTo>
                    <a:pt x="529" y="1"/>
                    <a:pt x="122" y="231"/>
                    <a:pt x="67" y="638"/>
                  </a:cubicBezTo>
                  <a:cubicBezTo>
                    <a:pt x="1" y="1105"/>
                    <a:pt x="468" y="1605"/>
                    <a:pt x="1101" y="1772"/>
                  </a:cubicBezTo>
                  <a:cubicBezTo>
                    <a:pt x="1230" y="1806"/>
                    <a:pt x="1358" y="1822"/>
                    <a:pt x="1480" y="1822"/>
                  </a:cubicBezTo>
                  <a:cubicBezTo>
                    <a:pt x="1957" y="1822"/>
                    <a:pt x="2349" y="1577"/>
                    <a:pt x="2402" y="1205"/>
                  </a:cubicBezTo>
                  <a:cubicBezTo>
                    <a:pt x="2469" y="705"/>
                    <a:pt x="1969" y="204"/>
                    <a:pt x="1335" y="38"/>
                  </a:cubicBezTo>
                  <a:cubicBezTo>
                    <a:pt x="1223" y="13"/>
                    <a:pt x="1111" y="1"/>
                    <a:pt x="10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0" name="Google Shape;3450;p113">
              <a:extLst>
                <a:ext uri="{FF2B5EF4-FFF2-40B4-BE49-F238E27FC236}">
                  <a16:creationId xmlns:a16="http://schemas.microsoft.com/office/drawing/2014/main" id="{83073015-7C5F-B975-8ADD-379B62A35C99}"/>
                </a:ext>
              </a:extLst>
            </p:cNvPr>
            <p:cNvSpPr/>
            <p:nvPr/>
          </p:nvSpPr>
          <p:spPr>
            <a:xfrm>
              <a:off x="6171724" y="2815394"/>
              <a:ext cx="112336" cy="65548"/>
            </a:xfrm>
            <a:custGeom>
              <a:avLst/>
              <a:gdLst/>
              <a:ahLst/>
              <a:cxnLst/>
              <a:rect l="l" t="t" r="r" b="b"/>
              <a:pathLst>
                <a:path w="5042" h="2942" extrusionOk="0">
                  <a:moveTo>
                    <a:pt x="1737" y="1"/>
                  </a:moveTo>
                  <a:cubicBezTo>
                    <a:pt x="1399" y="1"/>
                    <a:pt x="1132" y="121"/>
                    <a:pt x="839" y="502"/>
                  </a:cubicBezTo>
                  <a:cubicBezTo>
                    <a:pt x="0" y="1566"/>
                    <a:pt x="2186" y="2942"/>
                    <a:pt x="3537" y="2942"/>
                  </a:cubicBezTo>
                  <a:cubicBezTo>
                    <a:pt x="3584" y="2942"/>
                    <a:pt x="3630" y="2940"/>
                    <a:pt x="3674" y="2937"/>
                  </a:cubicBezTo>
                  <a:cubicBezTo>
                    <a:pt x="5042" y="2803"/>
                    <a:pt x="4841" y="1869"/>
                    <a:pt x="4808" y="1235"/>
                  </a:cubicBezTo>
                  <a:cubicBezTo>
                    <a:pt x="4808" y="568"/>
                    <a:pt x="3974" y="401"/>
                    <a:pt x="2940" y="201"/>
                  </a:cubicBezTo>
                  <a:cubicBezTo>
                    <a:pt x="2426" y="105"/>
                    <a:pt x="2051" y="1"/>
                    <a:pt x="17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1" name="Google Shape;3451;p113">
              <a:extLst>
                <a:ext uri="{FF2B5EF4-FFF2-40B4-BE49-F238E27FC236}">
                  <a16:creationId xmlns:a16="http://schemas.microsoft.com/office/drawing/2014/main" id="{84EC4039-0887-0DE8-A10F-1768484BB765}"/>
                </a:ext>
              </a:extLst>
            </p:cNvPr>
            <p:cNvSpPr/>
            <p:nvPr/>
          </p:nvSpPr>
          <p:spPr>
            <a:xfrm>
              <a:off x="6188166" y="2798439"/>
              <a:ext cx="70694" cy="43691"/>
            </a:xfrm>
            <a:custGeom>
              <a:avLst/>
              <a:gdLst/>
              <a:ahLst/>
              <a:cxnLst/>
              <a:rect l="l" t="t" r="r" b="b"/>
              <a:pathLst>
                <a:path w="3173" h="1961" extrusionOk="0">
                  <a:moveTo>
                    <a:pt x="2891" y="1"/>
                  </a:moveTo>
                  <a:cubicBezTo>
                    <a:pt x="2829" y="1"/>
                    <a:pt x="2735" y="29"/>
                    <a:pt x="2602" y="95"/>
                  </a:cubicBezTo>
                  <a:cubicBezTo>
                    <a:pt x="1902" y="462"/>
                    <a:pt x="1" y="695"/>
                    <a:pt x="234" y="1096"/>
                  </a:cubicBezTo>
                  <a:cubicBezTo>
                    <a:pt x="599" y="1737"/>
                    <a:pt x="869" y="1961"/>
                    <a:pt x="1090" y="1961"/>
                  </a:cubicBezTo>
                  <a:cubicBezTo>
                    <a:pt x="1537" y="1961"/>
                    <a:pt x="1789" y="1052"/>
                    <a:pt x="2235" y="829"/>
                  </a:cubicBezTo>
                  <a:cubicBezTo>
                    <a:pt x="2782" y="583"/>
                    <a:pt x="3172" y="1"/>
                    <a:pt x="28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2" name="Google Shape;3452;p113">
              <a:extLst>
                <a:ext uri="{FF2B5EF4-FFF2-40B4-BE49-F238E27FC236}">
                  <a16:creationId xmlns:a16="http://schemas.microsoft.com/office/drawing/2014/main" id="{AD0B4D08-4A79-4608-A548-5DA4B2A7C009}"/>
                </a:ext>
              </a:extLst>
            </p:cNvPr>
            <p:cNvSpPr/>
            <p:nvPr/>
          </p:nvSpPr>
          <p:spPr>
            <a:xfrm>
              <a:off x="5627045" y="2531837"/>
              <a:ext cx="225964" cy="244969"/>
            </a:xfrm>
            <a:custGeom>
              <a:avLst/>
              <a:gdLst/>
              <a:ahLst/>
              <a:cxnLst/>
              <a:rect l="l" t="t" r="r" b="b"/>
              <a:pathLst>
                <a:path w="10142" h="10995" extrusionOk="0">
                  <a:moveTo>
                    <a:pt x="9425" y="0"/>
                  </a:moveTo>
                  <a:cubicBezTo>
                    <a:pt x="9193" y="0"/>
                    <a:pt x="8900" y="160"/>
                    <a:pt x="8640" y="419"/>
                  </a:cubicBezTo>
                  <a:cubicBezTo>
                    <a:pt x="7273" y="1754"/>
                    <a:pt x="4004" y="5089"/>
                    <a:pt x="568" y="8959"/>
                  </a:cubicBezTo>
                  <a:cubicBezTo>
                    <a:pt x="34" y="9593"/>
                    <a:pt x="1" y="10393"/>
                    <a:pt x="535" y="10593"/>
                  </a:cubicBezTo>
                  <a:lnTo>
                    <a:pt x="1602" y="10960"/>
                  </a:lnTo>
                  <a:cubicBezTo>
                    <a:pt x="1672" y="10984"/>
                    <a:pt x="1747" y="10995"/>
                    <a:pt x="1825" y="10995"/>
                  </a:cubicBezTo>
                  <a:cubicBezTo>
                    <a:pt x="2194" y="10995"/>
                    <a:pt x="2633" y="10745"/>
                    <a:pt x="2936" y="10360"/>
                  </a:cubicBezTo>
                  <a:lnTo>
                    <a:pt x="9708" y="1420"/>
                  </a:lnTo>
                  <a:cubicBezTo>
                    <a:pt x="10075" y="953"/>
                    <a:pt x="10141" y="419"/>
                    <a:pt x="9875" y="219"/>
                  </a:cubicBezTo>
                  <a:lnTo>
                    <a:pt x="9674" y="86"/>
                  </a:lnTo>
                  <a:cubicBezTo>
                    <a:pt x="9606" y="27"/>
                    <a:pt x="9521" y="0"/>
                    <a:pt x="94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3" name="Google Shape;3453;p113">
              <a:extLst>
                <a:ext uri="{FF2B5EF4-FFF2-40B4-BE49-F238E27FC236}">
                  <a16:creationId xmlns:a16="http://schemas.microsoft.com/office/drawing/2014/main" id="{DD25E33A-EE74-D4F2-1DEB-D0B016CD3C15}"/>
                </a:ext>
              </a:extLst>
            </p:cNvPr>
            <p:cNvSpPr/>
            <p:nvPr/>
          </p:nvSpPr>
          <p:spPr>
            <a:xfrm>
              <a:off x="5809741" y="2334570"/>
              <a:ext cx="199339" cy="231467"/>
            </a:xfrm>
            <a:custGeom>
              <a:avLst/>
              <a:gdLst/>
              <a:ahLst/>
              <a:cxnLst/>
              <a:rect l="l" t="t" r="r" b="b"/>
              <a:pathLst>
                <a:path w="8947" h="10389" extrusionOk="0">
                  <a:moveTo>
                    <a:pt x="8012" y="0"/>
                  </a:moveTo>
                  <a:cubicBezTo>
                    <a:pt x="8012" y="0"/>
                    <a:pt x="2308" y="7272"/>
                    <a:pt x="1174" y="8339"/>
                  </a:cubicBezTo>
                  <a:cubicBezTo>
                    <a:pt x="267" y="9193"/>
                    <a:pt x="0" y="10389"/>
                    <a:pt x="562" y="10389"/>
                  </a:cubicBezTo>
                  <a:cubicBezTo>
                    <a:pt x="702" y="10389"/>
                    <a:pt x="894" y="10314"/>
                    <a:pt x="1141" y="10141"/>
                  </a:cubicBezTo>
                  <a:cubicBezTo>
                    <a:pt x="1541" y="9874"/>
                    <a:pt x="2742" y="9140"/>
                    <a:pt x="4276" y="6938"/>
                  </a:cubicBezTo>
                  <a:cubicBezTo>
                    <a:pt x="5244" y="5571"/>
                    <a:pt x="8079" y="1635"/>
                    <a:pt x="8513" y="934"/>
                  </a:cubicBezTo>
                  <a:cubicBezTo>
                    <a:pt x="8946" y="234"/>
                    <a:pt x="8012" y="0"/>
                    <a:pt x="80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4" name="Google Shape;3454;p113">
              <a:extLst>
                <a:ext uri="{FF2B5EF4-FFF2-40B4-BE49-F238E27FC236}">
                  <a16:creationId xmlns:a16="http://schemas.microsoft.com/office/drawing/2014/main" id="{40A3176F-9A6C-A69A-5DAA-1D0845A5721F}"/>
                </a:ext>
              </a:extLst>
            </p:cNvPr>
            <p:cNvSpPr/>
            <p:nvPr/>
          </p:nvSpPr>
          <p:spPr>
            <a:xfrm>
              <a:off x="5812102" y="2521298"/>
              <a:ext cx="53539" cy="44582"/>
            </a:xfrm>
            <a:custGeom>
              <a:avLst/>
              <a:gdLst/>
              <a:ahLst/>
              <a:cxnLst/>
              <a:rect l="l" t="t" r="r" b="b"/>
              <a:pathLst>
                <a:path w="2403" h="2001" extrusionOk="0">
                  <a:moveTo>
                    <a:pt x="1544" y="1"/>
                  </a:moveTo>
                  <a:cubicBezTo>
                    <a:pt x="1264" y="1"/>
                    <a:pt x="945" y="118"/>
                    <a:pt x="668" y="359"/>
                  </a:cubicBezTo>
                  <a:cubicBezTo>
                    <a:pt x="168" y="759"/>
                    <a:pt x="1" y="1393"/>
                    <a:pt x="301" y="1760"/>
                  </a:cubicBezTo>
                  <a:cubicBezTo>
                    <a:pt x="435" y="1923"/>
                    <a:pt x="642" y="2001"/>
                    <a:pt x="874" y="2001"/>
                  </a:cubicBezTo>
                  <a:cubicBezTo>
                    <a:pt x="1163" y="2001"/>
                    <a:pt x="1492" y="1881"/>
                    <a:pt x="1769" y="1660"/>
                  </a:cubicBezTo>
                  <a:cubicBezTo>
                    <a:pt x="2269" y="1226"/>
                    <a:pt x="2403" y="592"/>
                    <a:pt x="2102" y="225"/>
                  </a:cubicBezTo>
                  <a:cubicBezTo>
                    <a:pt x="1969" y="77"/>
                    <a:pt x="1769" y="1"/>
                    <a:pt x="1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5" name="Google Shape;3455;p113">
              <a:extLst>
                <a:ext uri="{FF2B5EF4-FFF2-40B4-BE49-F238E27FC236}">
                  <a16:creationId xmlns:a16="http://schemas.microsoft.com/office/drawing/2014/main" id="{65696C53-A5E6-1D06-AED0-CDF5A99A967F}"/>
                </a:ext>
              </a:extLst>
            </p:cNvPr>
            <p:cNvSpPr/>
            <p:nvPr/>
          </p:nvSpPr>
          <p:spPr>
            <a:xfrm>
              <a:off x="5971894" y="2286846"/>
              <a:ext cx="97386" cy="81456"/>
            </a:xfrm>
            <a:custGeom>
              <a:avLst/>
              <a:gdLst/>
              <a:ahLst/>
              <a:cxnLst/>
              <a:rect l="l" t="t" r="r" b="b"/>
              <a:pathLst>
                <a:path w="4371" h="3656" extrusionOk="0">
                  <a:moveTo>
                    <a:pt x="2587" y="1"/>
                  </a:moveTo>
                  <a:cubicBezTo>
                    <a:pt x="2120" y="1"/>
                    <a:pt x="1657" y="575"/>
                    <a:pt x="1101" y="1241"/>
                  </a:cubicBezTo>
                  <a:cubicBezTo>
                    <a:pt x="434" y="2009"/>
                    <a:pt x="1" y="2309"/>
                    <a:pt x="368" y="3143"/>
                  </a:cubicBezTo>
                  <a:cubicBezTo>
                    <a:pt x="521" y="3506"/>
                    <a:pt x="822" y="3656"/>
                    <a:pt x="1187" y="3656"/>
                  </a:cubicBezTo>
                  <a:cubicBezTo>
                    <a:pt x="2095" y="3656"/>
                    <a:pt x="3399" y="2732"/>
                    <a:pt x="3803" y="1875"/>
                  </a:cubicBezTo>
                  <a:cubicBezTo>
                    <a:pt x="4370" y="641"/>
                    <a:pt x="3436" y="374"/>
                    <a:pt x="2869" y="74"/>
                  </a:cubicBezTo>
                  <a:cubicBezTo>
                    <a:pt x="2774" y="24"/>
                    <a:pt x="2681" y="1"/>
                    <a:pt x="25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6" name="Google Shape;3456;p113">
              <a:extLst>
                <a:ext uri="{FF2B5EF4-FFF2-40B4-BE49-F238E27FC236}">
                  <a16:creationId xmlns:a16="http://schemas.microsoft.com/office/drawing/2014/main" id="{C16C3848-EE26-EA36-5F4A-29BCE55AB15B}"/>
                </a:ext>
              </a:extLst>
            </p:cNvPr>
            <p:cNvSpPr/>
            <p:nvPr/>
          </p:nvSpPr>
          <p:spPr>
            <a:xfrm>
              <a:off x="5967438" y="2288896"/>
              <a:ext cx="60223" cy="63520"/>
            </a:xfrm>
            <a:custGeom>
              <a:avLst/>
              <a:gdLst/>
              <a:ahLst/>
              <a:cxnLst/>
              <a:rect l="l" t="t" r="r" b="b"/>
              <a:pathLst>
                <a:path w="2703" h="2851" extrusionOk="0">
                  <a:moveTo>
                    <a:pt x="853" y="1"/>
                  </a:moveTo>
                  <a:cubicBezTo>
                    <a:pt x="785" y="1"/>
                    <a:pt x="734" y="102"/>
                    <a:pt x="734" y="349"/>
                  </a:cubicBezTo>
                  <a:cubicBezTo>
                    <a:pt x="701" y="1149"/>
                    <a:pt x="0" y="2851"/>
                    <a:pt x="467" y="2851"/>
                  </a:cubicBezTo>
                  <a:cubicBezTo>
                    <a:pt x="2702" y="2851"/>
                    <a:pt x="1135" y="1750"/>
                    <a:pt x="1201" y="1016"/>
                  </a:cubicBezTo>
                  <a:cubicBezTo>
                    <a:pt x="1247" y="508"/>
                    <a:pt x="1006" y="1"/>
                    <a:pt x="8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7" name="Google Shape;3457;p113">
              <a:extLst>
                <a:ext uri="{FF2B5EF4-FFF2-40B4-BE49-F238E27FC236}">
                  <a16:creationId xmlns:a16="http://schemas.microsoft.com/office/drawing/2014/main" id="{AC981493-2298-9714-80C2-AAF4A385AA51}"/>
                </a:ext>
              </a:extLst>
            </p:cNvPr>
            <p:cNvSpPr/>
            <p:nvPr/>
          </p:nvSpPr>
          <p:spPr>
            <a:xfrm>
              <a:off x="5224980" y="2708985"/>
              <a:ext cx="311051" cy="98856"/>
            </a:xfrm>
            <a:custGeom>
              <a:avLst/>
              <a:gdLst/>
              <a:ahLst/>
              <a:cxnLst/>
              <a:rect l="l" t="t" r="r" b="b"/>
              <a:pathLst>
                <a:path w="13961" h="4437" extrusionOk="0">
                  <a:moveTo>
                    <a:pt x="12810" y="0"/>
                  </a:moveTo>
                  <a:cubicBezTo>
                    <a:pt x="12682" y="0"/>
                    <a:pt x="12547" y="13"/>
                    <a:pt x="12410" y="40"/>
                  </a:cubicBezTo>
                  <a:cubicBezTo>
                    <a:pt x="7273" y="1175"/>
                    <a:pt x="2703" y="2442"/>
                    <a:pt x="835" y="2943"/>
                  </a:cubicBezTo>
                  <a:cubicBezTo>
                    <a:pt x="334" y="3109"/>
                    <a:pt x="1" y="3410"/>
                    <a:pt x="34" y="3710"/>
                  </a:cubicBezTo>
                  <a:lnTo>
                    <a:pt x="67" y="3977"/>
                  </a:lnTo>
                  <a:cubicBezTo>
                    <a:pt x="122" y="4252"/>
                    <a:pt x="472" y="4436"/>
                    <a:pt x="930" y="4436"/>
                  </a:cubicBezTo>
                  <a:cubicBezTo>
                    <a:pt x="1028" y="4436"/>
                    <a:pt x="1130" y="4428"/>
                    <a:pt x="1235" y="4410"/>
                  </a:cubicBezTo>
                  <a:lnTo>
                    <a:pt x="12510" y="2809"/>
                  </a:lnTo>
                  <a:cubicBezTo>
                    <a:pt x="13143" y="2709"/>
                    <a:pt x="13644" y="2342"/>
                    <a:pt x="13710" y="1942"/>
                  </a:cubicBezTo>
                  <a:lnTo>
                    <a:pt x="13877" y="808"/>
                  </a:lnTo>
                  <a:cubicBezTo>
                    <a:pt x="13961" y="334"/>
                    <a:pt x="13463" y="0"/>
                    <a:pt x="128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8" name="Google Shape;3458;p113">
              <a:extLst>
                <a:ext uri="{FF2B5EF4-FFF2-40B4-BE49-F238E27FC236}">
                  <a16:creationId xmlns:a16="http://schemas.microsoft.com/office/drawing/2014/main" id="{39322952-23ED-F34C-C1AB-B361C6F6D891}"/>
                </a:ext>
              </a:extLst>
            </p:cNvPr>
            <p:cNvSpPr/>
            <p:nvPr/>
          </p:nvSpPr>
          <p:spPr>
            <a:xfrm>
              <a:off x="4972636" y="2775959"/>
              <a:ext cx="304033" cy="67041"/>
            </a:xfrm>
            <a:custGeom>
              <a:avLst/>
              <a:gdLst/>
              <a:ahLst/>
              <a:cxnLst/>
              <a:rect l="l" t="t" r="r" b="b"/>
              <a:pathLst>
                <a:path w="13646" h="3009" extrusionOk="0">
                  <a:moveTo>
                    <a:pt x="12019" y="0"/>
                  </a:moveTo>
                  <a:cubicBezTo>
                    <a:pt x="11704" y="0"/>
                    <a:pt x="11349" y="51"/>
                    <a:pt x="10993" y="170"/>
                  </a:cubicBezTo>
                  <a:cubicBezTo>
                    <a:pt x="9459" y="637"/>
                    <a:pt x="219" y="2105"/>
                    <a:pt x="219" y="2105"/>
                  </a:cubicBezTo>
                  <a:cubicBezTo>
                    <a:pt x="219" y="2105"/>
                    <a:pt x="1" y="3009"/>
                    <a:pt x="739" y="3009"/>
                  </a:cubicBezTo>
                  <a:cubicBezTo>
                    <a:pt x="765" y="3009"/>
                    <a:pt x="791" y="3008"/>
                    <a:pt x="819" y="3005"/>
                  </a:cubicBezTo>
                  <a:cubicBezTo>
                    <a:pt x="1653" y="2972"/>
                    <a:pt x="6557" y="2405"/>
                    <a:pt x="8224" y="2238"/>
                  </a:cubicBezTo>
                  <a:cubicBezTo>
                    <a:pt x="10960" y="1938"/>
                    <a:pt x="12194" y="1237"/>
                    <a:pt x="12628" y="1037"/>
                  </a:cubicBezTo>
                  <a:cubicBezTo>
                    <a:pt x="13645" y="528"/>
                    <a:pt x="13033" y="0"/>
                    <a:pt x="120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9" name="Google Shape;3459;p113">
              <a:extLst>
                <a:ext uri="{FF2B5EF4-FFF2-40B4-BE49-F238E27FC236}">
                  <a16:creationId xmlns:a16="http://schemas.microsoft.com/office/drawing/2014/main" id="{EEDDDB8F-4009-D89D-EDCA-387CF35D971D}"/>
                </a:ext>
              </a:extLst>
            </p:cNvPr>
            <p:cNvSpPr/>
            <p:nvPr/>
          </p:nvSpPr>
          <p:spPr>
            <a:xfrm>
              <a:off x="5209384" y="2773709"/>
              <a:ext cx="55009" cy="40616"/>
            </a:xfrm>
            <a:custGeom>
              <a:avLst/>
              <a:gdLst/>
              <a:ahLst/>
              <a:cxnLst/>
              <a:rect l="l" t="t" r="r" b="b"/>
              <a:pathLst>
                <a:path w="2469" h="1823" extrusionOk="0">
                  <a:moveTo>
                    <a:pt x="1449" y="1"/>
                  </a:moveTo>
                  <a:cubicBezTo>
                    <a:pt x="1336" y="1"/>
                    <a:pt x="1219" y="13"/>
                    <a:pt x="1101" y="38"/>
                  </a:cubicBezTo>
                  <a:cubicBezTo>
                    <a:pt x="501" y="204"/>
                    <a:pt x="0" y="705"/>
                    <a:pt x="67" y="1205"/>
                  </a:cubicBezTo>
                  <a:cubicBezTo>
                    <a:pt x="120" y="1577"/>
                    <a:pt x="491" y="1822"/>
                    <a:pt x="976" y="1822"/>
                  </a:cubicBezTo>
                  <a:cubicBezTo>
                    <a:pt x="1100" y="1822"/>
                    <a:pt x="1232" y="1806"/>
                    <a:pt x="1368" y="1772"/>
                  </a:cubicBezTo>
                  <a:cubicBezTo>
                    <a:pt x="1968" y="1605"/>
                    <a:pt x="2469" y="1105"/>
                    <a:pt x="2402" y="638"/>
                  </a:cubicBezTo>
                  <a:cubicBezTo>
                    <a:pt x="2348" y="231"/>
                    <a:pt x="1940" y="1"/>
                    <a:pt x="14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0" name="Google Shape;3460;p113">
              <a:extLst>
                <a:ext uri="{FF2B5EF4-FFF2-40B4-BE49-F238E27FC236}">
                  <a16:creationId xmlns:a16="http://schemas.microsoft.com/office/drawing/2014/main" id="{BC8C47B4-A930-2BFD-BBC8-155A89298A91}"/>
                </a:ext>
              </a:extLst>
            </p:cNvPr>
            <p:cNvSpPr/>
            <p:nvPr/>
          </p:nvSpPr>
          <p:spPr>
            <a:xfrm>
              <a:off x="4908381" y="2815394"/>
              <a:ext cx="111601" cy="65548"/>
            </a:xfrm>
            <a:custGeom>
              <a:avLst/>
              <a:gdLst/>
              <a:ahLst/>
              <a:cxnLst/>
              <a:rect l="l" t="t" r="r" b="b"/>
              <a:pathLst>
                <a:path w="5009" h="2942" extrusionOk="0">
                  <a:moveTo>
                    <a:pt x="3276" y="1"/>
                  </a:moveTo>
                  <a:cubicBezTo>
                    <a:pt x="2967" y="1"/>
                    <a:pt x="2600" y="105"/>
                    <a:pt x="2102" y="201"/>
                  </a:cubicBezTo>
                  <a:cubicBezTo>
                    <a:pt x="1035" y="401"/>
                    <a:pt x="234" y="568"/>
                    <a:pt x="201" y="1235"/>
                  </a:cubicBezTo>
                  <a:cubicBezTo>
                    <a:pt x="167" y="1869"/>
                    <a:pt x="1" y="2803"/>
                    <a:pt x="1335" y="2937"/>
                  </a:cubicBezTo>
                  <a:cubicBezTo>
                    <a:pt x="1380" y="2940"/>
                    <a:pt x="1427" y="2942"/>
                    <a:pt x="1474" y="2942"/>
                  </a:cubicBezTo>
                  <a:cubicBezTo>
                    <a:pt x="2854" y="2942"/>
                    <a:pt x="5009" y="1566"/>
                    <a:pt x="4170" y="502"/>
                  </a:cubicBezTo>
                  <a:cubicBezTo>
                    <a:pt x="3876" y="121"/>
                    <a:pt x="3609" y="1"/>
                    <a:pt x="32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1" name="Google Shape;3461;p113">
              <a:extLst>
                <a:ext uri="{FF2B5EF4-FFF2-40B4-BE49-F238E27FC236}">
                  <a16:creationId xmlns:a16="http://schemas.microsoft.com/office/drawing/2014/main" id="{E52B4DC7-4CA2-9397-1FB1-89D12D4F95F6}"/>
                </a:ext>
              </a:extLst>
            </p:cNvPr>
            <p:cNvSpPr/>
            <p:nvPr/>
          </p:nvSpPr>
          <p:spPr>
            <a:xfrm>
              <a:off x="4932844" y="2798439"/>
              <a:ext cx="70694" cy="43691"/>
            </a:xfrm>
            <a:custGeom>
              <a:avLst/>
              <a:gdLst/>
              <a:ahLst/>
              <a:cxnLst/>
              <a:rect l="l" t="t" r="r" b="b"/>
              <a:pathLst>
                <a:path w="3173" h="1961" extrusionOk="0">
                  <a:moveTo>
                    <a:pt x="282" y="1"/>
                  </a:moveTo>
                  <a:cubicBezTo>
                    <a:pt x="1" y="1"/>
                    <a:pt x="391" y="583"/>
                    <a:pt x="937" y="829"/>
                  </a:cubicBezTo>
                  <a:cubicBezTo>
                    <a:pt x="1383" y="1052"/>
                    <a:pt x="1635" y="1961"/>
                    <a:pt x="2083" y="1961"/>
                  </a:cubicBezTo>
                  <a:cubicBezTo>
                    <a:pt x="2304" y="1961"/>
                    <a:pt x="2574" y="1737"/>
                    <a:pt x="2939" y="1096"/>
                  </a:cubicBezTo>
                  <a:cubicBezTo>
                    <a:pt x="3172" y="695"/>
                    <a:pt x="1271" y="462"/>
                    <a:pt x="570" y="95"/>
                  </a:cubicBezTo>
                  <a:cubicBezTo>
                    <a:pt x="438" y="29"/>
                    <a:pt x="344" y="1"/>
                    <a:pt x="2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2" name="Google Shape;3462;p113">
              <a:extLst>
                <a:ext uri="{FF2B5EF4-FFF2-40B4-BE49-F238E27FC236}">
                  <a16:creationId xmlns:a16="http://schemas.microsoft.com/office/drawing/2014/main" id="{92B11093-26CF-3AA7-FD3E-8BDD90FEF583}"/>
                </a:ext>
              </a:extLst>
            </p:cNvPr>
            <p:cNvSpPr/>
            <p:nvPr/>
          </p:nvSpPr>
          <p:spPr>
            <a:xfrm>
              <a:off x="5338697" y="2531837"/>
              <a:ext cx="226699" cy="244969"/>
            </a:xfrm>
            <a:custGeom>
              <a:avLst/>
              <a:gdLst/>
              <a:ahLst/>
              <a:cxnLst/>
              <a:rect l="l" t="t" r="r" b="b"/>
              <a:pathLst>
                <a:path w="10175" h="10995" extrusionOk="0">
                  <a:moveTo>
                    <a:pt x="738" y="0"/>
                  </a:moveTo>
                  <a:cubicBezTo>
                    <a:pt x="637" y="0"/>
                    <a:pt x="545" y="27"/>
                    <a:pt x="467" y="86"/>
                  </a:cubicBezTo>
                  <a:lnTo>
                    <a:pt x="267" y="219"/>
                  </a:lnTo>
                  <a:cubicBezTo>
                    <a:pt x="0" y="419"/>
                    <a:pt x="67" y="953"/>
                    <a:pt x="434" y="1420"/>
                  </a:cubicBezTo>
                  <a:lnTo>
                    <a:pt x="7239" y="10360"/>
                  </a:lnTo>
                  <a:cubicBezTo>
                    <a:pt x="7542" y="10745"/>
                    <a:pt x="7959" y="10995"/>
                    <a:pt x="8320" y="10995"/>
                  </a:cubicBezTo>
                  <a:cubicBezTo>
                    <a:pt x="8396" y="10995"/>
                    <a:pt x="8470" y="10984"/>
                    <a:pt x="8540" y="10960"/>
                  </a:cubicBezTo>
                  <a:lnTo>
                    <a:pt x="9641" y="10593"/>
                  </a:lnTo>
                  <a:cubicBezTo>
                    <a:pt x="10174" y="10393"/>
                    <a:pt x="10141" y="9593"/>
                    <a:pt x="9574" y="8959"/>
                  </a:cubicBezTo>
                  <a:cubicBezTo>
                    <a:pt x="6171" y="5089"/>
                    <a:pt x="2869" y="1754"/>
                    <a:pt x="1535" y="419"/>
                  </a:cubicBezTo>
                  <a:cubicBezTo>
                    <a:pt x="1275" y="160"/>
                    <a:pt x="982" y="0"/>
                    <a:pt x="7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3" name="Google Shape;3463;p113">
              <a:extLst>
                <a:ext uri="{FF2B5EF4-FFF2-40B4-BE49-F238E27FC236}">
                  <a16:creationId xmlns:a16="http://schemas.microsoft.com/office/drawing/2014/main" id="{2668A702-4293-E9B4-C56A-2253CCC98211}"/>
                </a:ext>
              </a:extLst>
            </p:cNvPr>
            <p:cNvSpPr/>
            <p:nvPr/>
          </p:nvSpPr>
          <p:spPr>
            <a:xfrm>
              <a:off x="5182625" y="2334570"/>
              <a:ext cx="199607" cy="231467"/>
            </a:xfrm>
            <a:custGeom>
              <a:avLst/>
              <a:gdLst/>
              <a:ahLst/>
              <a:cxnLst/>
              <a:rect l="l" t="t" r="r" b="b"/>
              <a:pathLst>
                <a:path w="8959" h="10389" extrusionOk="0">
                  <a:moveTo>
                    <a:pt x="968" y="0"/>
                  </a:moveTo>
                  <a:cubicBezTo>
                    <a:pt x="968" y="0"/>
                    <a:pt x="0" y="234"/>
                    <a:pt x="467" y="934"/>
                  </a:cubicBezTo>
                  <a:cubicBezTo>
                    <a:pt x="901" y="1635"/>
                    <a:pt x="3703" y="5571"/>
                    <a:pt x="4670" y="6938"/>
                  </a:cubicBezTo>
                  <a:cubicBezTo>
                    <a:pt x="6238" y="9140"/>
                    <a:pt x="7439" y="9874"/>
                    <a:pt x="7806" y="10141"/>
                  </a:cubicBezTo>
                  <a:cubicBezTo>
                    <a:pt x="8053" y="10314"/>
                    <a:pt x="8246" y="10389"/>
                    <a:pt x="8389" y="10389"/>
                  </a:cubicBezTo>
                  <a:cubicBezTo>
                    <a:pt x="8959" y="10389"/>
                    <a:pt x="8713" y="9193"/>
                    <a:pt x="7806" y="8339"/>
                  </a:cubicBezTo>
                  <a:cubicBezTo>
                    <a:pt x="6638" y="7272"/>
                    <a:pt x="968" y="0"/>
                    <a:pt x="9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4" name="Google Shape;3464;p113">
              <a:extLst>
                <a:ext uri="{FF2B5EF4-FFF2-40B4-BE49-F238E27FC236}">
                  <a16:creationId xmlns:a16="http://schemas.microsoft.com/office/drawing/2014/main" id="{14D18976-D670-9402-FB38-596231AE10C6}"/>
                </a:ext>
              </a:extLst>
            </p:cNvPr>
            <p:cNvSpPr/>
            <p:nvPr/>
          </p:nvSpPr>
          <p:spPr>
            <a:xfrm>
              <a:off x="5326799" y="2521232"/>
              <a:ext cx="52781" cy="44515"/>
            </a:xfrm>
            <a:custGeom>
              <a:avLst/>
              <a:gdLst/>
              <a:ahLst/>
              <a:cxnLst/>
              <a:rect l="l" t="t" r="r" b="b"/>
              <a:pathLst>
                <a:path w="2369" h="1998" extrusionOk="0">
                  <a:moveTo>
                    <a:pt x="823" y="1"/>
                  </a:moveTo>
                  <a:cubicBezTo>
                    <a:pt x="655" y="1"/>
                    <a:pt x="497" y="42"/>
                    <a:pt x="368" y="128"/>
                  </a:cubicBezTo>
                  <a:cubicBezTo>
                    <a:pt x="1" y="428"/>
                    <a:pt x="34" y="1029"/>
                    <a:pt x="468" y="1496"/>
                  </a:cubicBezTo>
                  <a:cubicBezTo>
                    <a:pt x="777" y="1827"/>
                    <a:pt x="1174" y="1997"/>
                    <a:pt x="1513" y="1997"/>
                  </a:cubicBezTo>
                  <a:cubicBezTo>
                    <a:pt x="1686" y="1997"/>
                    <a:pt x="1845" y="1953"/>
                    <a:pt x="1969" y="1863"/>
                  </a:cubicBezTo>
                  <a:cubicBezTo>
                    <a:pt x="2369" y="1596"/>
                    <a:pt x="2302" y="962"/>
                    <a:pt x="1869" y="495"/>
                  </a:cubicBezTo>
                  <a:cubicBezTo>
                    <a:pt x="1575" y="179"/>
                    <a:pt x="1175" y="1"/>
                    <a:pt x="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5" name="Google Shape;3465;p113">
              <a:extLst>
                <a:ext uri="{FF2B5EF4-FFF2-40B4-BE49-F238E27FC236}">
                  <a16:creationId xmlns:a16="http://schemas.microsoft.com/office/drawing/2014/main" id="{7B8BB590-6858-A819-A3D5-DB1D15420B42}"/>
                </a:ext>
              </a:extLst>
            </p:cNvPr>
            <p:cNvSpPr/>
            <p:nvPr/>
          </p:nvSpPr>
          <p:spPr>
            <a:xfrm>
              <a:off x="5123160" y="2286846"/>
              <a:ext cx="97386" cy="81456"/>
            </a:xfrm>
            <a:custGeom>
              <a:avLst/>
              <a:gdLst/>
              <a:ahLst/>
              <a:cxnLst/>
              <a:rect l="l" t="t" r="r" b="b"/>
              <a:pathLst>
                <a:path w="4371" h="3656" extrusionOk="0">
                  <a:moveTo>
                    <a:pt x="1765" y="1"/>
                  </a:moveTo>
                  <a:cubicBezTo>
                    <a:pt x="1667" y="1"/>
                    <a:pt x="1569" y="24"/>
                    <a:pt x="1468" y="74"/>
                  </a:cubicBezTo>
                  <a:cubicBezTo>
                    <a:pt x="901" y="374"/>
                    <a:pt x="1" y="641"/>
                    <a:pt x="534" y="1875"/>
                  </a:cubicBezTo>
                  <a:cubicBezTo>
                    <a:pt x="939" y="2732"/>
                    <a:pt x="2259" y="3656"/>
                    <a:pt x="3177" y="3656"/>
                  </a:cubicBezTo>
                  <a:cubicBezTo>
                    <a:pt x="3546" y="3656"/>
                    <a:pt x="3851" y="3506"/>
                    <a:pt x="4004" y="3143"/>
                  </a:cubicBezTo>
                  <a:cubicBezTo>
                    <a:pt x="4371" y="2309"/>
                    <a:pt x="3937" y="2009"/>
                    <a:pt x="3270" y="1241"/>
                  </a:cubicBezTo>
                  <a:cubicBezTo>
                    <a:pt x="2714" y="575"/>
                    <a:pt x="2251" y="1"/>
                    <a:pt x="1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6" name="Google Shape;3466;p113">
              <a:extLst>
                <a:ext uri="{FF2B5EF4-FFF2-40B4-BE49-F238E27FC236}">
                  <a16:creationId xmlns:a16="http://schemas.microsoft.com/office/drawing/2014/main" id="{ABAFCA31-8487-42BD-93A1-641B4F917FA5}"/>
                </a:ext>
              </a:extLst>
            </p:cNvPr>
            <p:cNvSpPr/>
            <p:nvPr/>
          </p:nvSpPr>
          <p:spPr>
            <a:xfrm>
              <a:off x="5165537" y="2288896"/>
              <a:ext cx="59465" cy="63520"/>
            </a:xfrm>
            <a:custGeom>
              <a:avLst/>
              <a:gdLst/>
              <a:ahLst/>
              <a:cxnLst/>
              <a:rect l="l" t="t" r="r" b="b"/>
              <a:pathLst>
                <a:path w="2669" h="2851" extrusionOk="0">
                  <a:moveTo>
                    <a:pt x="1801" y="1"/>
                  </a:moveTo>
                  <a:cubicBezTo>
                    <a:pt x="1647" y="1"/>
                    <a:pt x="1422" y="508"/>
                    <a:pt x="1468" y="1016"/>
                  </a:cubicBezTo>
                  <a:cubicBezTo>
                    <a:pt x="1535" y="1750"/>
                    <a:pt x="0" y="2851"/>
                    <a:pt x="2168" y="2851"/>
                  </a:cubicBezTo>
                  <a:cubicBezTo>
                    <a:pt x="2669" y="2851"/>
                    <a:pt x="1935" y="1149"/>
                    <a:pt x="1935" y="349"/>
                  </a:cubicBezTo>
                  <a:cubicBezTo>
                    <a:pt x="1925" y="102"/>
                    <a:pt x="1870" y="1"/>
                    <a:pt x="18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3467" name="Google Shape;3467;p113">
              <a:extLst>
                <a:ext uri="{FF2B5EF4-FFF2-40B4-BE49-F238E27FC236}">
                  <a16:creationId xmlns:a16="http://schemas.microsoft.com/office/drawing/2014/main" id="{3287BAFA-3B26-565F-0B76-4D478CE9251C}"/>
                </a:ext>
              </a:extLst>
            </p:cNvPr>
            <p:cNvGrpSpPr/>
            <p:nvPr/>
          </p:nvGrpSpPr>
          <p:grpSpPr>
            <a:xfrm>
              <a:off x="4902432" y="3771162"/>
              <a:ext cx="1386841" cy="41641"/>
              <a:chOff x="4902432" y="3771162"/>
              <a:chExt cx="1386841" cy="41641"/>
            </a:xfrm>
          </p:grpSpPr>
          <p:sp>
            <p:nvSpPr>
              <p:cNvPr id="3468" name="Google Shape;3468;p113">
                <a:extLst>
                  <a:ext uri="{FF2B5EF4-FFF2-40B4-BE49-F238E27FC236}">
                    <a16:creationId xmlns:a16="http://schemas.microsoft.com/office/drawing/2014/main" id="{9D256DEF-059C-9EB5-0992-D75CDF90CF97}"/>
                  </a:ext>
                </a:extLst>
              </p:cNvPr>
              <p:cNvSpPr/>
              <p:nvPr/>
            </p:nvSpPr>
            <p:spPr>
              <a:xfrm>
                <a:off x="4902432" y="3794199"/>
                <a:ext cx="1386841" cy="5971"/>
              </a:xfrm>
              <a:custGeom>
                <a:avLst/>
                <a:gdLst/>
                <a:ahLst/>
                <a:cxnLst/>
                <a:rect l="l" t="t" r="r" b="b"/>
                <a:pathLst>
                  <a:path w="62246" h="268" extrusionOk="0">
                    <a:moveTo>
                      <a:pt x="134" y="1"/>
                    </a:moveTo>
                    <a:cubicBezTo>
                      <a:pt x="34" y="1"/>
                      <a:pt x="1" y="67"/>
                      <a:pt x="1" y="134"/>
                    </a:cubicBezTo>
                    <a:cubicBezTo>
                      <a:pt x="1" y="201"/>
                      <a:pt x="34" y="268"/>
                      <a:pt x="134" y="268"/>
                    </a:cubicBezTo>
                    <a:lnTo>
                      <a:pt x="62112" y="268"/>
                    </a:lnTo>
                    <a:cubicBezTo>
                      <a:pt x="62178" y="268"/>
                      <a:pt x="62245" y="201"/>
                      <a:pt x="62245" y="134"/>
                    </a:cubicBezTo>
                    <a:cubicBezTo>
                      <a:pt x="62245" y="67"/>
                      <a:pt x="62178" y="1"/>
                      <a:pt x="621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9" name="Google Shape;3469;p113">
                <a:extLst>
                  <a:ext uri="{FF2B5EF4-FFF2-40B4-BE49-F238E27FC236}">
                    <a16:creationId xmlns:a16="http://schemas.microsoft.com/office/drawing/2014/main" id="{3EF1E352-10F3-830B-D109-8ED5A8116357}"/>
                  </a:ext>
                </a:extLst>
              </p:cNvPr>
              <p:cNvSpPr/>
              <p:nvPr/>
            </p:nvSpPr>
            <p:spPr>
              <a:xfrm>
                <a:off x="4902432" y="3771162"/>
                <a:ext cx="5236" cy="41641"/>
              </a:xfrm>
              <a:custGeom>
                <a:avLst/>
                <a:gdLst/>
                <a:ahLst/>
                <a:cxnLst/>
                <a:rect l="l" t="t" r="r" b="b"/>
                <a:pathLst>
                  <a:path w="235" h="1869" extrusionOk="0">
                    <a:moveTo>
                      <a:pt x="134" y="1"/>
                    </a:moveTo>
                    <a:cubicBezTo>
                      <a:pt x="34" y="1"/>
                      <a:pt x="1" y="67"/>
                      <a:pt x="1" y="134"/>
                    </a:cubicBezTo>
                    <a:lnTo>
                      <a:pt x="1" y="1769"/>
                    </a:lnTo>
                    <a:cubicBezTo>
                      <a:pt x="1" y="1835"/>
                      <a:pt x="34"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0" name="Google Shape;3470;p113">
                <a:extLst>
                  <a:ext uri="{FF2B5EF4-FFF2-40B4-BE49-F238E27FC236}">
                    <a16:creationId xmlns:a16="http://schemas.microsoft.com/office/drawing/2014/main" id="{45A2BC52-43EF-D8D3-A1F8-1B344EBEFE91}"/>
                  </a:ext>
                </a:extLst>
              </p:cNvPr>
              <p:cNvSpPr/>
              <p:nvPr/>
            </p:nvSpPr>
            <p:spPr>
              <a:xfrm>
                <a:off x="4965618" y="3771162"/>
                <a:ext cx="5214" cy="41641"/>
              </a:xfrm>
              <a:custGeom>
                <a:avLst/>
                <a:gdLst/>
                <a:ahLst/>
                <a:cxnLst/>
                <a:rect l="l" t="t" r="r" b="b"/>
                <a:pathLst>
                  <a:path w="234" h="1869" extrusionOk="0">
                    <a:moveTo>
                      <a:pt x="100" y="1"/>
                    </a:moveTo>
                    <a:cubicBezTo>
                      <a:pt x="33" y="1"/>
                      <a:pt x="0" y="67"/>
                      <a:pt x="0" y="134"/>
                    </a:cubicBezTo>
                    <a:lnTo>
                      <a:pt x="0" y="1769"/>
                    </a:lnTo>
                    <a:cubicBezTo>
                      <a:pt x="0" y="1835"/>
                      <a:pt x="33" y="1869"/>
                      <a:pt x="100" y="1869"/>
                    </a:cubicBezTo>
                    <a:cubicBezTo>
                      <a:pt x="167" y="1869"/>
                      <a:pt x="234" y="1835"/>
                      <a:pt x="234" y="1769"/>
                    </a:cubicBezTo>
                    <a:lnTo>
                      <a:pt x="234" y="134"/>
                    </a:lnTo>
                    <a:cubicBezTo>
                      <a:pt x="234" y="67"/>
                      <a:pt x="167" y="1"/>
                      <a:pt x="1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1" name="Google Shape;3471;p113">
                <a:extLst>
                  <a:ext uri="{FF2B5EF4-FFF2-40B4-BE49-F238E27FC236}">
                    <a16:creationId xmlns:a16="http://schemas.microsoft.com/office/drawing/2014/main" id="{200443BF-1279-C991-245E-A6C2507D2D31}"/>
                  </a:ext>
                </a:extLst>
              </p:cNvPr>
              <p:cNvSpPr/>
              <p:nvPr/>
            </p:nvSpPr>
            <p:spPr>
              <a:xfrm>
                <a:off x="5028047" y="3771340"/>
                <a:ext cx="5949" cy="41463"/>
              </a:xfrm>
              <a:custGeom>
                <a:avLst/>
                <a:gdLst/>
                <a:ahLst/>
                <a:cxnLst/>
                <a:rect l="l" t="t" r="r" b="b"/>
                <a:pathLst>
                  <a:path w="267" h="1861" extrusionOk="0">
                    <a:moveTo>
                      <a:pt x="133" y="1"/>
                    </a:moveTo>
                    <a:cubicBezTo>
                      <a:pt x="67" y="1"/>
                      <a:pt x="0" y="43"/>
                      <a:pt x="0" y="126"/>
                    </a:cubicBezTo>
                    <a:lnTo>
                      <a:pt x="0" y="1761"/>
                    </a:lnTo>
                    <a:cubicBezTo>
                      <a:pt x="0" y="1827"/>
                      <a:pt x="67" y="1861"/>
                      <a:pt x="133" y="1861"/>
                    </a:cubicBezTo>
                    <a:cubicBezTo>
                      <a:pt x="200" y="1861"/>
                      <a:pt x="267" y="1827"/>
                      <a:pt x="267" y="1761"/>
                    </a:cubicBezTo>
                    <a:lnTo>
                      <a:pt x="267" y="126"/>
                    </a:lnTo>
                    <a:cubicBezTo>
                      <a:pt x="267" y="43"/>
                      <a:pt x="200" y="1"/>
                      <a:pt x="1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2" name="Google Shape;3472;p113">
                <a:extLst>
                  <a:ext uri="{FF2B5EF4-FFF2-40B4-BE49-F238E27FC236}">
                    <a16:creationId xmlns:a16="http://schemas.microsoft.com/office/drawing/2014/main" id="{DA1459EB-C906-CDD2-D362-7CCCB9830EDD}"/>
                  </a:ext>
                </a:extLst>
              </p:cNvPr>
              <p:cNvSpPr/>
              <p:nvPr/>
            </p:nvSpPr>
            <p:spPr>
              <a:xfrm>
                <a:off x="5090475" y="3771162"/>
                <a:ext cx="5949" cy="41641"/>
              </a:xfrm>
              <a:custGeom>
                <a:avLst/>
                <a:gdLst/>
                <a:ahLst/>
                <a:cxnLst/>
                <a:rect l="l" t="t" r="r" b="b"/>
                <a:pathLst>
                  <a:path w="267" h="1869" extrusionOk="0">
                    <a:moveTo>
                      <a:pt x="133" y="1"/>
                    </a:moveTo>
                    <a:cubicBezTo>
                      <a:pt x="67" y="1"/>
                      <a:pt x="0" y="67"/>
                      <a:pt x="33" y="134"/>
                    </a:cubicBezTo>
                    <a:lnTo>
                      <a:pt x="33" y="1769"/>
                    </a:lnTo>
                    <a:cubicBezTo>
                      <a:pt x="0" y="1835"/>
                      <a:pt x="67" y="1869"/>
                      <a:pt x="133" y="1869"/>
                    </a:cubicBezTo>
                    <a:cubicBezTo>
                      <a:pt x="200" y="1869"/>
                      <a:pt x="267" y="1835"/>
                      <a:pt x="267" y="1769"/>
                    </a:cubicBezTo>
                    <a:lnTo>
                      <a:pt x="267" y="134"/>
                    </a:lnTo>
                    <a:cubicBezTo>
                      <a:pt x="267" y="67"/>
                      <a:pt x="200" y="1"/>
                      <a:pt x="1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3" name="Google Shape;3473;p113">
                <a:extLst>
                  <a:ext uri="{FF2B5EF4-FFF2-40B4-BE49-F238E27FC236}">
                    <a16:creationId xmlns:a16="http://schemas.microsoft.com/office/drawing/2014/main" id="{673D8189-3829-3C72-E7ED-DB5CEB9D06CE}"/>
                  </a:ext>
                </a:extLst>
              </p:cNvPr>
              <p:cNvSpPr/>
              <p:nvPr/>
            </p:nvSpPr>
            <p:spPr>
              <a:xfrm>
                <a:off x="5153639" y="3771162"/>
                <a:ext cx="5971" cy="41641"/>
              </a:xfrm>
              <a:custGeom>
                <a:avLst/>
                <a:gdLst/>
                <a:ahLst/>
                <a:cxnLst/>
                <a:rect l="l" t="t" r="r" b="b"/>
                <a:pathLst>
                  <a:path w="268" h="1869" extrusionOk="0">
                    <a:moveTo>
                      <a:pt x="134" y="1"/>
                    </a:moveTo>
                    <a:cubicBezTo>
                      <a:pt x="67" y="1"/>
                      <a:pt x="0" y="67"/>
                      <a:pt x="0" y="134"/>
                    </a:cubicBezTo>
                    <a:lnTo>
                      <a:pt x="0" y="1769"/>
                    </a:lnTo>
                    <a:cubicBezTo>
                      <a:pt x="0" y="1835"/>
                      <a:pt x="67" y="1869"/>
                      <a:pt x="134" y="1869"/>
                    </a:cubicBezTo>
                    <a:cubicBezTo>
                      <a:pt x="201" y="1869"/>
                      <a:pt x="267" y="1835"/>
                      <a:pt x="267" y="1769"/>
                    </a:cubicBezTo>
                    <a:lnTo>
                      <a:pt x="267"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4" name="Google Shape;3474;p113">
                <a:extLst>
                  <a:ext uri="{FF2B5EF4-FFF2-40B4-BE49-F238E27FC236}">
                    <a16:creationId xmlns:a16="http://schemas.microsoft.com/office/drawing/2014/main" id="{508277E2-8C64-35C4-303A-8076C4235DA5}"/>
                  </a:ext>
                </a:extLst>
              </p:cNvPr>
              <p:cNvSpPr/>
              <p:nvPr/>
            </p:nvSpPr>
            <p:spPr>
              <a:xfrm>
                <a:off x="5216068" y="3771162"/>
                <a:ext cx="5971" cy="41641"/>
              </a:xfrm>
              <a:custGeom>
                <a:avLst/>
                <a:gdLst/>
                <a:ahLst/>
                <a:cxnLst/>
                <a:rect l="l" t="t" r="r" b="b"/>
                <a:pathLst>
                  <a:path w="268" h="1869" extrusionOk="0">
                    <a:moveTo>
                      <a:pt x="134" y="1"/>
                    </a:moveTo>
                    <a:cubicBezTo>
                      <a:pt x="67" y="1"/>
                      <a:pt x="0" y="67"/>
                      <a:pt x="0" y="134"/>
                    </a:cubicBezTo>
                    <a:lnTo>
                      <a:pt x="0" y="1769"/>
                    </a:lnTo>
                    <a:cubicBezTo>
                      <a:pt x="0" y="1835"/>
                      <a:pt x="67" y="1869"/>
                      <a:pt x="134" y="1869"/>
                    </a:cubicBezTo>
                    <a:cubicBezTo>
                      <a:pt x="201" y="1869"/>
                      <a:pt x="267" y="1835"/>
                      <a:pt x="267" y="1769"/>
                    </a:cubicBezTo>
                    <a:lnTo>
                      <a:pt x="267" y="134"/>
                    </a:lnTo>
                    <a:cubicBezTo>
                      <a:pt x="267"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5" name="Google Shape;3475;p113">
                <a:extLst>
                  <a:ext uri="{FF2B5EF4-FFF2-40B4-BE49-F238E27FC236}">
                    <a16:creationId xmlns:a16="http://schemas.microsoft.com/office/drawing/2014/main" id="{D8991230-9470-79F1-BAEA-AD2EE985D8D6}"/>
                  </a:ext>
                </a:extLst>
              </p:cNvPr>
              <p:cNvSpPr/>
              <p:nvPr/>
            </p:nvSpPr>
            <p:spPr>
              <a:xfrm>
                <a:off x="5279231" y="3771162"/>
                <a:ext cx="5236" cy="41641"/>
              </a:xfrm>
              <a:custGeom>
                <a:avLst/>
                <a:gdLst/>
                <a:ahLst/>
                <a:cxnLst/>
                <a:rect l="l" t="t" r="r" b="b"/>
                <a:pathLst>
                  <a:path w="235" h="1869" extrusionOk="0">
                    <a:moveTo>
                      <a:pt x="134" y="1"/>
                    </a:moveTo>
                    <a:cubicBezTo>
                      <a:pt x="67" y="1"/>
                      <a:pt x="1" y="67"/>
                      <a:pt x="1" y="134"/>
                    </a:cubicBezTo>
                    <a:lnTo>
                      <a:pt x="1" y="1769"/>
                    </a:lnTo>
                    <a:cubicBezTo>
                      <a:pt x="1" y="1835"/>
                      <a:pt x="67"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6" name="Google Shape;3476;p113">
                <a:extLst>
                  <a:ext uri="{FF2B5EF4-FFF2-40B4-BE49-F238E27FC236}">
                    <a16:creationId xmlns:a16="http://schemas.microsoft.com/office/drawing/2014/main" id="{799FCB74-3474-3F20-B9D9-4AC03D5FE75C}"/>
                  </a:ext>
                </a:extLst>
              </p:cNvPr>
              <p:cNvSpPr/>
              <p:nvPr/>
            </p:nvSpPr>
            <p:spPr>
              <a:xfrm>
                <a:off x="5341660" y="3771162"/>
                <a:ext cx="5971" cy="41641"/>
              </a:xfrm>
              <a:custGeom>
                <a:avLst/>
                <a:gdLst/>
                <a:ahLst/>
                <a:cxnLst/>
                <a:rect l="l" t="t" r="r" b="b"/>
                <a:pathLst>
                  <a:path w="268" h="1869" extrusionOk="0">
                    <a:moveTo>
                      <a:pt x="134" y="1"/>
                    </a:moveTo>
                    <a:cubicBezTo>
                      <a:pt x="67" y="1"/>
                      <a:pt x="1" y="67"/>
                      <a:pt x="1" y="134"/>
                    </a:cubicBezTo>
                    <a:lnTo>
                      <a:pt x="1" y="1769"/>
                    </a:lnTo>
                    <a:cubicBezTo>
                      <a:pt x="1" y="1835"/>
                      <a:pt x="67" y="1869"/>
                      <a:pt x="134" y="1869"/>
                    </a:cubicBezTo>
                    <a:cubicBezTo>
                      <a:pt x="201" y="1869"/>
                      <a:pt x="268" y="1835"/>
                      <a:pt x="268" y="1769"/>
                    </a:cubicBezTo>
                    <a:lnTo>
                      <a:pt x="268" y="134"/>
                    </a:lnTo>
                    <a:cubicBezTo>
                      <a:pt x="268"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7" name="Google Shape;3477;p113">
                <a:extLst>
                  <a:ext uri="{FF2B5EF4-FFF2-40B4-BE49-F238E27FC236}">
                    <a16:creationId xmlns:a16="http://schemas.microsoft.com/office/drawing/2014/main" id="{D02FA1F0-0AD0-C2E0-F4A6-4C921BE1B558}"/>
                  </a:ext>
                </a:extLst>
              </p:cNvPr>
              <p:cNvSpPr/>
              <p:nvPr/>
            </p:nvSpPr>
            <p:spPr>
              <a:xfrm>
                <a:off x="5404846" y="3771340"/>
                <a:ext cx="5214" cy="41463"/>
              </a:xfrm>
              <a:custGeom>
                <a:avLst/>
                <a:gdLst/>
                <a:ahLst/>
                <a:cxnLst/>
                <a:rect l="l" t="t" r="r" b="b"/>
                <a:pathLst>
                  <a:path w="234" h="1861" extrusionOk="0">
                    <a:moveTo>
                      <a:pt x="117" y="1"/>
                    </a:moveTo>
                    <a:cubicBezTo>
                      <a:pt x="58" y="1"/>
                      <a:pt x="0" y="43"/>
                      <a:pt x="0" y="126"/>
                    </a:cubicBezTo>
                    <a:lnTo>
                      <a:pt x="0" y="1761"/>
                    </a:lnTo>
                    <a:cubicBezTo>
                      <a:pt x="0" y="1827"/>
                      <a:pt x="67" y="1861"/>
                      <a:pt x="134" y="1861"/>
                    </a:cubicBezTo>
                    <a:cubicBezTo>
                      <a:pt x="200" y="1861"/>
                      <a:pt x="234" y="1827"/>
                      <a:pt x="234" y="1761"/>
                    </a:cubicBezTo>
                    <a:lnTo>
                      <a:pt x="234" y="126"/>
                    </a:lnTo>
                    <a:cubicBezTo>
                      <a:pt x="234" y="43"/>
                      <a:pt x="175" y="1"/>
                      <a:pt x="1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8" name="Google Shape;3478;p113">
                <a:extLst>
                  <a:ext uri="{FF2B5EF4-FFF2-40B4-BE49-F238E27FC236}">
                    <a16:creationId xmlns:a16="http://schemas.microsoft.com/office/drawing/2014/main" id="{9829C74A-840F-3D46-21DB-3CC5500B694C}"/>
                  </a:ext>
                </a:extLst>
              </p:cNvPr>
              <p:cNvSpPr/>
              <p:nvPr/>
            </p:nvSpPr>
            <p:spPr>
              <a:xfrm>
                <a:off x="5467275" y="3771340"/>
                <a:ext cx="5949" cy="41463"/>
              </a:xfrm>
              <a:custGeom>
                <a:avLst/>
                <a:gdLst/>
                <a:ahLst/>
                <a:cxnLst/>
                <a:rect l="l" t="t" r="r" b="b"/>
                <a:pathLst>
                  <a:path w="267" h="1861" extrusionOk="0">
                    <a:moveTo>
                      <a:pt x="134" y="1"/>
                    </a:moveTo>
                    <a:cubicBezTo>
                      <a:pt x="67" y="1"/>
                      <a:pt x="0" y="43"/>
                      <a:pt x="0" y="126"/>
                    </a:cubicBezTo>
                    <a:lnTo>
                      <a:pt x="0" y="1761"/>
                    </a:lnTo>
                    <a:cubicBezTo>
                      <a:pt x="0" y="1827"/>
                      <a:pt x="67" y="1861"/>
                      <a:pt x="134" y="1861"/>
                    </a:cubicBezTo>
                    <a:cubicBezTo>
                      <a:pt x="200" y="1861"/>
                      <a:pt x="267" y="1827"/>
                      <a:pt x="267" y="1761"/>
                    </a:cubicBezTo>
                    <a:lnTo>
                      <a:pt x="267" y="126"/>
                    </a:lnTo>
                    <a:cubicBezTo>
                      <a:pt x="267" y="43"/>
                      <a:pt x="200"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9" name="Google Shape;3479;p113">
                <a:extLst>
                  <a:ext uri="{FF2B5EF4-FFF2-40B4-BE49-F238E27FC236}">
                    <a16:creationId xmlns:a16="http://schemas.microsoft.com/office/drawing/2014/main" id="{F6B5A52D-EC0F-4DE1-8DB1-7C46DB8401E4}"/>
                  </a:ext>
                </a:extLst>
              </p:cNvPr>
              <p:cNvSpPr/>
              <p:nvPr/>
            </p:nvSpPr>
            <p:spPr>
              <a:xfrm>
                <a:off x="5530438" y="3771162"/>
                <a:ext cx="5214" cy="41641"/>
              </a:xfrm>
              <a:custGeom>
                <a:avLst/>
                <a:gdLst/>
                <a:ahLst/>
                <a:cxnLst/>
                <a:rect l="l" t="t" r="r" b="b"/>
                <a:pathLst>
                  <a:path w="234" h="1869" extrusionOk="0">
                    <a:moveTo>
                      <a:pt x="134" y="1"/>
                    </a:moveTo>
                    <a:cubicBezTo>
                      <a:pt x="67" y="1"/>
                      <a:pt x="0" y="67"/>
                      <a:pt x="0" y="134"/>
                    </a:cubicBezTo>
                    <a:lnTo>
                      <a:pt x="0" y="1769"/>
                    </a:lnTo>
                    <a:cubicBezTo>
                      <a:pt x="0" y="1835"/>
                      <a:pt x="67"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0" name="Google Shape;3480;p113">
                <a:extLst>
                  <a:ext uri="{FF2B5EF4-FFF2-40B4-BE49-F238E27FC236}">
                    <a16:creationId xmlns:a16="http://schemas.microsoft.com/office/drawing/2014/main" id="{AEF3A364-3843-0E36-2393-5EE61F29A020}"/>
                  </a:ext>
                </a:extLst>
              </p:cNvPr>
              <p:cNvSpPr/>
              <p:nvPr/>
            </p:nvSpPr>
            <p:spPr>
              <a:xfrm>
                <a:off x="5592867" y="3771162"/>
                <a:ext cx="5971" cy="41641"/>
              </a:xfrm>
              <a:custGeom>
                <a:avLst/>
                <a:gdLst/>
                <a:ahLst/>
                <a:cxnLst/>
                <a:rect l="l" t="t" r="r" b="b"/>
                <a:pathLst>
                  <a:path w="268" h="1869" extrusionOk="0">
                    <a:moveTo>
                      <a:pt x="134" y="1"/>
                    </a:moveTo>
                    <a:cubicBezTo>
                      <a:pt x="67" y="1"/>
                      <a:pt x="0" y="67"/>
                      <a:pt x="0" y="134"/>
                    </a:cubicBezTo>
                    <a:lnTo>
                      <a:pt x="0" y="1769"/>
                    </a:lnTo>
                    <a:cubicBezTo>
                      <a:pt x="0" y="1835"/>
                      <a:pt x="67" y="1869"/>
                      <a:pt x="134" y="1869"/>
                    </a:cubicBezTo>
                    <a:cubicBezTo>
                      <a:pt x="201" y="1869"/>
                      <a:pt x="267" y="1835"/>
                      <a:pt x="267" y="1769"/>
                    </a:cubicBezTo>
                    <a:lnTo>
                      <a:pt x="267" y="134"/>
                    </a:lnTo>
                    <a:cubicBezTo>
                      <a:pt x="267"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1" name="Google Shape;3481;p113">
                <a:extLst>
                  <a:ext uri="{FF2B5EF4-FFF2-40B4-BE49-F238E27FC236}">
                    <a16:creationId xmlns:a16="http://schemas.microsoft.com/office/drawing/2014/main" id="{4A6757FC-8C62-C83A-0047-815CCDBDFB0A}"/>
                  </a:ext>
                </a:extLst>
              </p:cNvPr>
              <p:cNvSpPr/>
              <p:nvPr/>
            </p:nvSpPr>
            <p:spPr>
              <a:xfrm>
                <a:off x="5656031" y="3771162"/>
                <a:ext cx="5236" cy="41641"/>
              </a:xfrm>
              <a:custGeom>
                <a:avLst/>
                <a:gdLst/>
                <a:ahLst/>
                <a:cxnLst/>
                <a:rect l="l" t="t" r="r" b="b"/>
                <a:pathLst>
                  <a:path w="235" h="1869" extrusionOk="0">
                    <a:moveTo>
                      <a:pt x="134" y="1"/>
                    </a:moveTo>
                    <a:cubicBezTo>
                      <a:pt x="34" y="1"/>
                      <a:pt x="1" y="67"/>
                      <a:pt x="1" y="134"/>
                    </a:cubicBezTo>
                    <a:lnTo>
                      <a:pt x="1" y="1769"/>
                    </a:lnTo>
                    <a:cubicBezTo>
                      <a:pt x="1" y="1835"/>
                      <a:pt x="34"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2" name="Google Shape;3482;p113">
                <a:extLst>
                  <a:ext uri="{FF2B5EF4-FFF2-40B4-BE49-F238E27FC236}">
                    <a16:creationId xmlns:a16="http://schemas.microsoft.com/office/drawing/2014/main" id="{B3884B03-B40F-EA2F-0156-E785D62C4CFC}"/>
                  </a:ext>
                </a:extLst>
              </p:cNvPr>
              <p:cNvSpPr/>
              <p:nvPr/>
            </p:nvSpPr>
            <p:spPr>
              <a:xfrm>
                <a:off x="5718459" y="3771162"/>
                <a:ext cx="5971" cy="41641"/>
              </a:xfrm>
              <a:custGeom>
                <a:avLst/>
                <a:gdLst/>
                <a:ahLst/>
                <a:cxnLst/>
                <a:rect l="l" t="t" r="r" b="b"/>
                <a:pathLst>
                  <a:path w="268" h="1869" extrusionOk="0">
                    <a:moveTo>
                      <a:pt x="134" y="1"/>
                    </a:moveTo>
                    <a:cubicBezTo>
                      <a:pt x="68" y="1"/>
                      <a:pt x="1" y="67"/>
                      <a:pt x="1" y="134"/>
                    </a:cubicBezTo>
                    <a:lnTo>
                      <a:pt x="1" y="1769"/>
                    </a:lnTo>
                    <a:cubicBezTo>
                      <a:pt x="1" y="1835"/>
                      <a:pt x="68" y="1869"/>
                      <a:pt x="134" y="1869"/>
                    </a:cubicBezTo>
                    <a:cubicBezTo>
                      <a:pt x="201" y="1869"/>
                      <a:pt x="268" y="1835"/>
                      <a:pt x="268" y="1769"/>
                    </a:cubicBezTo>
                    <a:lnTo>
                      <a:pt x="268" y="134"/>
                    </a:lnTo>
                    <a:cubicBezTo>
                      <a:pt x="268"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3" name="Google Shape;3483;p113">
                <a:extLst>
                  <a:ext uri="{FF2B5EF4-FFF2-40B4-BE49-F238E27FC236}">
                    <a16:creationId xmlns:a16="http://schemas.microsoft.com/office/drawing/2014/main" id="{180F850D-ACD1-D497-FC19-C62987DA0AB8}"/>
                  </a:ext>
                </a:extLst>
              </p:cNvPr>
              <p:cNvSpPr/>
              <p:nvPr/>
            </p:nvSpPr>
            <p:spPr>
              <a:xfrm>
                <a:off x="5781645" y="3771340"/>
                <a:ext cx="5214" cy="41463"/>
              </a:xfrm>
              <a:custGeom>
                <a:avLst/>
                <a:gdLst/>
                <a:ahLst/>
                <a:cxnLst/>
                <a:rect l="l" t="t" r="r" b="b"/>
                <a:pathLst>
                  <a:path w="234" h="1861" extrusionOk="0">
                    <a:moveTo>
                      <a:pt x="117" y="1"/>
                    </a:moveTo>
                    <a:cubicBezTo>
                      <a:pt x="59" y="1"/>
                      <a:pt x="0" y="43"/>
                      <a:pt x="0" y="126"/>
                    </a:cubicBezTo>
                    <a:lnTo>
                      <a:pt x="0" y="1761"/>
                    </a:lnTo>
                    <a:cubicBezTo>
                      <a:pt x="0" y="1827"/>
                      <a:pt x="34" y="1861"/>
                      <a:pt x="134" y="1861"/>
                    </a:cubicBezTo>
                    <a:cubicBezTo>
                      <a:pt x="200" y="1861"/>
                      <a:pt x="234" y="1827"/>
                      <a:pt x="234" y="1761"/>
                    </a:cubicBezTo>
                    <a:lnTo>
                      <a:pt x="234" y="126"/>
                    </a:lnTo>
                    <a:cubicBezTo>
                      <a:pt x="234" y="43"/>
                      <a:pt x="175" y="1"/>
                      <a:pt x="1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4" name="Google Shape;3484;p113">
                <a:extLst>
                  <a:ext uri="{FF2B5EF4-FFF2-40B4-BE49-F238E27FC236}">
                    <a16:creationId xmlns:a16="http://schemas.microsoft.com/office/drawing/2014/main" id="{703A58B3-BAC1-4C96-FC56-E4BBE1DB504F}"/>
                  </a:ext>
                </a:extLst>
              </p:cNvPr>
              <p:cNvSpPr/>
              <p:nvPr/>
            </p:nvSpPr>
            <p:spPr>
              <a:xfrm>
                <a:off x="5844074" y="3771340"/>
                <a:ext cx="5971" cy="41463"/>
              </a:xfrm>
              <a:custGeom>
                <a:avLst/>
                <a:gdLst/>
                <a:ahLst/>
                <a:cxnLst/>
                <a:rect l="l" t="t" r="r" b="b"/>
                <a:pathLst>
                  <a:path w="268" h="1861" extrusionOk="0">
                    <a:moveTo>
                      <a:pt x="134" y="1"/>
                    </a:moveTo>
                    <a:cubicBezTo>
                      <a:pt x="67" y="1"/>
                      <a:pt x="0" y="43"/>
                      <a:pt x="0" y="126"/>
                    </a:cubicBezTo>
                    <a:lnTo>
                      <a:pt x="0" y="1761"/>
                    </a:lnTo>
                    <a:cubicBezTo>
                      <a:pt x="0" y="1827"/>
                      <a:pt x="67" y="1861"/>
                      <a:pt x="134" y="1861"/>
                    </a:cubicBezTo>
                    <a:cubicBezTo>
                      <a:pt x="200" y="1861"/>
                      <a:pt x="267" y="1827"/>
                      <a:pt x="267" y="1761"/>
                    </a:cubicBezTo>
                    <a:lnTo>
                      <a:pt x="267" y="126"/>
                    </a:lnTo>
                    <a:cubicBezTo>
                      <a:pt x="267" y="43"/>
                      <a:pt x="200"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5" name="Google Shape;3485;p113">
                <a:extLst>
                  <a:ext uri="{FF2B5EF4-FFF2-40B4-BE49-F238E27FC236}">
                    <a16:creationId xmlns:a16="http://schemas.microsoft.com/office/drawing/2014/main" id="{26A47154-3DF8-CB97-60E0-5E8803483914}"/>
                  </a:ext>
                </a:extLst>
              </p:cNvPr>
              <p:cNvSpPr/>
              <p:nvPr/>
            </p:nvSpPr>
            <p:spPr>
              <a:xfrm>
                <a:off x="5907238" y="3771162"/>
                <a:ext cx="5236" cy="41641"/>
              </a:xfrm>
              <a:custGeom>
                <a:avLst/>
                <a:gdLst/>
                <a:ahLst/>
                <a:cxnLst/>
                <a:rect l="l" t="t" r="r" b="b"/>
                <a:pathLst>
                  <a:path w="235" h="1869" extrusionOk="0">
                    <a:moveTo>
                      <a:pt x="134" y="1"/>
                    </a:moveTo>
                    <a:cubicBezTo>
                      <a:pt x="34" y="1"/>
                      <a:pt x="1" y="67"/>
                      <a:pt x="1" y="134"/>
                    </a:cubicBezTo>
                    <a:lnTo>
                      <a:pt x="1" y="1769"/>
                    </a:lnTo>
                    <a:cubicBezTo>
                      <a:pt x="1" y="1835"/>
                      <a:pt x="34"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6" name="Google Shape;3486;p113">
                <a:extLst>
                  <a:ext uri="{FF2B5EF4-FFF2-40B4-BE49-F238E27FC236}">
                    <a16:creationId xmlns:a16="http://schemas.microsoft.com/office/drawing/2014/main" id="{50CF9D53-D104-4178-721A-739DDEA0B1EA}"/>
                  </a:ext>
                </a:extLst>
              </p:cNvPr>
              <p:cNvSpPr/>
              <p:nvPr/>
            </p:nvSpPr>
            <p:spPr>
              <a:xfrm>
                <a:off x="5969666" y="3771162"/>
                <a:ext cx="5971" cy="41641"/>
              </a:xfrm>
              <a:custGeom>
                <a:avLst/>
                <a:gdLst/>
                <a:ahLst/>
                <a:cxnLst/>
                <a:rect l="l" t="t" r="r" b="b"/>
                <a:pathLst>
                  <a:path w="268" h="1869" extrusionOk="0">
                    <a:moveTo>
                      <a:pt x="134" y="1"/>
                    </a:moveTo>
                    <a:cubicBezTo>
                      <a:pt x="67" y="1"/>
                      <a:pt x="1" y="67"/>
                      <a:pt x="1" y="134"/>
                    </a:cubicBezTo>
                    <a:lnTo>
                      <a:pt x="1" y="1769"/>
                    </a:lnTo>
                    <a:cubicBezTo>
                      <a:pt x="1" y="1835"/>
                      <a:pt x="67" y="1869"/>
                      <a:pt x="134" y="1869"/>
                    </a:cubicBezTo>
                    <a:cubicBezTo>
                      <a:pt x="201" y="1869"/>
                      <a:pt x="267" y="1835"/>
                      <a:pt x="267" y="1769"/>
                    </a:cubicBezTo>
                    <a:lnTo>
                      <a:pt x="267" y="134"/>
                    </a:lnTo>
                    <a:cubicBezTo>
                      <a:pt x="267"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7" name="Google Shape;3487;p113">
                <a:extLst>
                  <a:ext uri="{FF2B5EF4-FFF2-40B4-BE49-F238E27FC236}">
                    <a16:creationId xmlns:a16="http://schemas.microsoft.com/office/drawing/2014/main" id="{A184707B-508D-C908-3B13-7AF9E3FE7D81}"/>
                  </a:ext>
                </a:extLst>
              </p:cNvPr>
              <p:cNvSpPr/>
              <p:nvPr/>
            </p:nvSpPr>
            <p:spPr>
              <a:xfrm>
                <a:off x="6032474" y="3771897"/>
                <a:ext cx="5971" cy="40906"/>
              </a:xfrm>
              <a:custGeom>
                <a:avLst/>
                <a:gdLst/>
                <a:ahLst/>
                <a:cxnLst/>
                <a:rect l="l" t="t" r="r" b="b"/>
                <a:pathLst>
                  <a:path w="268" h="1836" extrusionOk="0">
                    <a:moveTo>
                      <a:pt x="134" y="1"/>
                    </a:moveTo>
                    <a:cubicBezTo>
                      <a:pt x="67" y="1"/>
                      <a:pt x="0" y="34"/>
                      <a:pt x="17" y="101"/>
                    </a:cubicBezTo>
                    <a:lnTo>
                      <a:pt x="17" y="1736"/>
                    </a:lnTo>
                    <a:cubicBezTo>
                      <a:pt x="17" y="1802"/>
                      <a:pt x="50" y="1836"/>
                      <a:pt x="117" y="1836"/>
                    </a:cubicBezTo>
                    <a:cubicBezTo>
                      <a:pt x="184" y="1836"/>
                      <a:pt x="250" y="1802"/>
                      <a:pt x="250" y="1736"/>
                    </a:cubicBezTo>
                    <a:lnTo>
                      <a:pt x="250" y="101"/>
                    </a:lnTo>
                    <a:cubicBezTo>
                      <a:pt x="267" y="34"/>
                      <a:pt x="200"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8" name="Google Shape;3488;p113">
                <a:extLst>
                  <a:ext uri="{FF2B5EF4-FFF2-40B4-BE49-F238E27FC236}">
                    <a16:creationId xmlns:a16="http://schemas.microsoft.com/office/drawing/2014/main" id="{0FC642FF-5AF3-DA04-6606-3CB7C9F67436}"/>
                  </a:ext>
                </a:extLst>
              </p:cNvPr>
              <p:cNvSpPr/>
              <p:nvPr/>
            </p:nvSpPr>
            <p:spPr>
              <a:xfrm>
                <a:off x="6095259" y="3771162"/>
                <a:ext cx="5971" cy="41641"/>
              </a:xfrm>
              <a:custGeom>
                <a:avLst/>
                <a:gdLst/>
                <a:ahLst/>
                <a:cxnLst/>
                <a:rect l="l" t="t" r="r" b="b"/>
                <a:pathLst>
                  <a:path w="268" h="1869" extrusionOk="0">
                    <a:moveTo>
                      <a:pt x="134" y="1"/>
                    </a:moveTo>
                    <a:cubicBezTo>
                      <a:pt x="68" y="1"/>
                      <a:pt x="1" y="67"/>
                      <a:pt x="1" y="134"/>
                    </a:cubicBezTo>
                    <a:lnTo>
                      <a:pt x="1" y="1769"/>
                    </a:lnTo>
                    <a:cubicBezTo>
                      <a:pt x="1" y="1835"/>
                      <a:pt x="68" y="1869"/>
                      <a:pt x="134" y="1869"/>
                    </a:cubicBezTo>
                    <a:cubicBezTo>
                      <a:pt x="201" y="1869"/>
                      <a:pt x="268" y="1835"/>
                      <a:pt x="268" y="1769"/>
                    </a:cubicBezTo>
                    <a:lnTo>
                      <a:pt x="268" y="134"/>
                    </a:lnTo>
                    <a:cubicBezTo>
                      <a:pt x="268"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9" name="Google Shape;3489;p113">
                <a:extLst>
                  <a:ext uri="{FF2B5EF4-FFF2-40B4-BE49-F238E27FC236}">
                    <a16:creationId xmlns:a16="http://schemas.microsoft.com/office/drawing/2014/main" id="{4F663781-DC55-2C5C-0D13-A24036E70409}"/>
                  </a:ext>
                </a:extLst>
              </p:cNvPr>
              <p:cNvSpPr/>
              <p:nvPr/>
            </p:nvSpPr>
            <p:spPr>
              <a:xfrm>
                <a:off x="6158445" y="3771162"/>
                <a:ext cx="5214" cy="41641"/>
              </a:xfrm>
              <a:custGeom>
                <a:avLst/>
                <a:gdLst/>
                <a:ahLst/>
                <a:cxnLst/>
                <a:rect l="l" t="t" r="r" b="b"/>
                <a:pathLst>
                  <a:path w="234" h="1869" extrusionOk="0">
                    <a:moveTo>
                      <a:pt x="100" y="1"/>
                    </a:moveTo>
                    <a:cubicBezTo>
                      <a:pt x="34" y="1"/>
                      <a:pt x="0" y="67"/>
                      <a:pt x="0" y="134"/>
                    </a:cubicBezTo>
                    <a:lnTo>
                      <a:pt x="0" y="1769"/>
                    </a:lnTo>
                    <a:cubicBezTo>
                      <a:pt x="0" y="1835"/>
                      <a:pt x="34" y="1869"/>
                      <a:pt x="100" y="1869"/>
                    </a:cubicBezTo>
                    <a:cubicBezTo>
                      <a:pt x="167" y="1869"/>
                      <a:pt x="234" y="1835"/>
                      <a:pt x="234" y="1769"/>
                    </a:cubicBezTo>
                    <a:lnTo>
                      <a:pt x="234" y="134"/>
                    </a:lnTo>
                    <a:cubicBezTo>
                      <a:pt x="234" y="67"/>
                      <a:pt x="167" y="1"/>
                      <a:pt x="1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0" name="Google Shape;3490;p113">
                <a:extLst>
                  <a:ext uri="{FF2B5EF4-FFF2-40B4-BE49-F238E27FC236}">
                    <a16:creationId xmlns:a16="http://schemas.microsoft.com/office/drawing/2014/main" id="{EEB7B2ED-FB22-9D93-22EE-7AAF2522057F}"/>
                  </a:ext>
                </a:extLst>
              </p:cNvPr>
              <p:cNvSpPr/>
              <p:nvPr/>
            </p:nvSpPr>
            <p:spPr>
              <a:xfrm>
                <a:off x="6221609" y="3771340"/>
                <a:ext cx="5236" cy="41463"/>
              </a:xfrm>
              <a:custGeom>
                <a:avLst/>
                <a:gdLst/>
                <a:ahLst/>
                <a:cxnLst/>
                <a:rect l="l" t="t" r="r" b="b"/>
                <a:pathLst>
                  <a:path w="235" h="1861" extrusionOk="0">
                    <a:moveTo>
                      <a:pt x="117" y="1"/>
                    </a:moveTo>
                    <a:cubicBezTo>
                      <a:pt x="59" y="1"/>
                      <a:pt x="1" y="43"/>
                      <a:pt x="1" y="126"/>
                    </a:cubicBezTo>
                    <a:lnTo>
                      <a:pt x="1" y="1761"/>
                    </a:lnTo>
                    <a:cubicBezTo>
                      <a:pt x="1" y="1827"/>
                      <a:pt x="34" y="1861"/>
                      <a:pt x="134" y="1861"/>
                    </a:cubicBezTo>
                    <a:cubicBezTo>
                      <a:pt x="201" y="1861"/>
                      <a:pt x="234" y="1827"/>
                      <a:pt x="234" y="1761"/>
                    </a:cubicBezTo>
                    <a:lnTo>
                      <a:pt x="234" y="126"/>
                    </a:lnTo>
                    <a:cubicBezTo>
                      <a:pt x="234" y="43"/>
                      <a:pt x="176" y="1"/>
                      <a:pt x="1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3491" name="Google Shape;3491;p113">
              <a:extLst>
                <a:ext uri="{FF2B5EF4-FFF2-40B4-BE49-F238E27FC236}">
                  <a16:creationId xmlns:a16="http://schemas.microsoft.com/office/drawing/2014/main" id="{A9061311-130B-6C92-AACC-DD715EC9F21C}"/>
                </a:ext>
              </a:extLst>
            </p:cNvPr>
            <p:cNvSpPr/>
            <p:nvPr/>
          </p:nvSpPr>
          <p:spPr>
            <a:xfrm>
              <a:off x="6284037" y="3771162"/>
              <a:ext cx="5236" cy="41641"/>
            </a:xfrm>
            <a:custGeom>
              <a:avLst/>
              <a:gdLst/>
              <a:ahLst/>
              <a:cxnLst/>
              <a:rect l="l" t="t" r="r" b="b"/>
              <a:pathLst>
                <a:path w="235" h="1869" extrusionOk="0">
                  <a:moveTo>
                    <a:pt x="101" y="1"/>
                  </a:moveTo>
                  <a:cubicBezTo>
                    <a:pt x="34" y="1"/>
                    <a:pt x="1" y="67"/>
                    <a:pt x="1" y="134"/>
                  </a:cubicBezTo>
                  <a:lnTo>
                    <a:pt x="1" y="1769"/>
                  </a:lnTo>
                  <a:cubicBezTo>
                    <a:pt x="1" y="1835"/>
                    <a:pt x="34" y="1869"/>
                    <a:pt x="101" y="1869"/>
                  </a:cubicBezTo>
                  <a:cubicBezTo>
                    <a:pt x="167" y="1869"/>
                    <a:pt x="234" y="1835"/>
                    <a:pt x="234" y="1769"/>
                  </a:cubicBezTo>
                  <a:lnTo>
                    <a:pt x="234" y="134"/>
                  </a:lnTo>
                  <a:cubicBezTo>
                    <a:pt x="234" y="67"/>
                    <a:pt x="167" y="1"/>
                    <a:pt x="101"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2" name="Google Shape;3492;p113">
              <a:extLst>
                <a:ext uri="{FF2B5EF4-FFF2-40B4-BE49-F238E27FC236}">
                  <a16:creationId xmlns:a16="http://schemas.microsoft.com/office/drawing/2014/main" id="{E7682F91-3BAA-D111-75EF-64EEF75C7E7F}"/>
                </a:ext>
              </a:extLst>
            </p:cNvPr>
            <p:cNvSpPr/>
            <p:nvPr/>
          </p:nvSpPr>
          <p:spPr>
            <a:xfrm>
              <a:off x="6502225" y="2223370"/>
              <a:ext cx="590442" cy="485147"/>
            </a:xfrm>
            <a:custGeom>
              <a:avLst/>
              <a:gdLst/>
              <a:ahLst/>
              <a:cxnLst/>
              <a:rect l="l" t="t" r="r" b="b"/>
              <a:pathLst>
                <a:path w="26501" h="21775" extrusionOk="0">
                  <a:moveTo>
                    <a:pt x="23191" y="1"/>
                  </a:moveTo>
                  <a:cubicBezTo>
                    <a:pt x="21993" y="1"/>
                    <a:pt x="20869" y="724"/>
                    <a:pt x="20429" y="1889"/>
                  </a:cubicBezTo>
                  <a:lnTo>
                    <a:pt x="20429" y="1956"/>
                  </a:lnTo>
                  <a:cubicBezTo>
                    <a:pt x="20262" y="2456"/>
                    <a:pt x="19996" y="3056"/>
                    <a:pt x="19762" y="3590"/>
                  </a:cubicBezTo>
                  <a:lnTo>
                    <a:pt x="19062" y="5258"/>
                  </a:lnTo>
                  <a:cubicBezTo>
                    <a:pt x="18561" y="6359"/>
                    <a:pt x="18061" y="7460"/>
                    <a:pt x="17527" y="8527"/>
                  </a:cubicBezTo>
                  <a:cubicBezTo>
                    <a:pt x="17027" y="9628"/>
                    <a:pt x="16460" y="10662"/>
                    <a:pt x="15859" y="11663"/>
                  </a:cubicBezTo>
                  <a:cubicBezTo>
                    <a:pt x="15326" y="12597"/>
                    <a:pt x="14692" y="13531"/>
                    <a:pt x="13991" y="14398"/>
                  </a:cubicBezTo>
                  <a:cubicBezTo>
                    <a:pt x="13691" y="14798"/>
                    <a:pt x="13357" y="15132"/>
                    <a:pt x="12991" y="15465"/>
                  </a:cubicBezTo>
                  <a:cubicBezTo>
                    <a:pt x="12657" y="15765"/>
                    <a:pt x="12323" y="16032"/>
                    <a:pt x="11956" y="16232"/>
                  </a:cubicBezTo>
                  <a:cubicBezTo>
                    <a:pt x="11089" y="16733"/>
                    <a:pt x="10122" y="17066"/>
                    <a:pt x="9154" y="17233"/>
                  </a:cubicBezTo>
                  <a:cubicBezTo>
                    <a:pt x="8621" y="17333"/>
                    <a:pt x="8087" y="17400"/>
                    <a:pt x="7520" y="17467"/>
                  </a:cubicBezTo>
                  <a:cubicBezTo>
                    <a:pt x="6986" y="17500"/>
                    <a:pt x="6386" y="17533"/>
                    <a:pt x="5819" y="17533"/>
                  </a:cubicBezTo>
                  <a:cubicBezTo>
                    <a:pt x="5252" y="17533"/>
                    <a:pt x="4651" y="17500"/>
                    <a:pt x="4051" y="17467"/>
                  </a:cubicBezTo>
                  <a:cubicBezTo>
                    <a:pt x="3784" y="17433"/>
                    <a:pt x="3484" y="17433"/>
                    <a:pt x="3184" y="17400"/>
                  </a:cubicBezTo>
                  <a:lnTo>
                    <a:pt x="2350" y="17300"/>
                  </a:lnTo>
                  <a:lnTo>
                    <a:pt x="2216" y="17300"/>
                  </a:lnTo>
                  <a:cubicBezTo>
                    <a:pt x="2159" y="17294"/>
                    <a:pt x="2102" y="17291"/>
                    <a:pt x="2047" y="17291"/>
                  </a:cubicBezTo>
                  <a:cubicBezTo>
                    <a:pt x="540" y="17291"/>
                    <a:pt x="1" y="19425"/>
                    <a:pt x="1449" y="20069"/>
                  </a:cubicBezTo>
                  <a:cubicBezTo>
                    <a:pt x="2083" y="20369"/>
                    <a:pt x="2750" y="20602"/>
                    <a:pt x="3417" y="20836"/>
                  </a:cubicBezTo>
                  <a:cubicBezTo>
                    <a:pt x="4051" y="21036"/>
                    <a:pt x="4718" y="21203"/>
                    <a:pt x="5385" y="21369"/>
                  </a:cubicBezTo>
                  <a:cubicBezTo>
                    <a:pt x="6646" y="21640"/>
                    <a:pt x="7907" y="21775"/>
                    <a:pt x="9192" y="21775"/>
                  </a:cubicBezTo>
                  <a:cubicBezTo>
                    <a:pt x="9335" y="21775"/>
                    <a:pt x="9478" y="21773"/>
                    <a:pt x="9621" y="21770"/>
                  </a:cubicBezTo>
                  <a:cubicBezTo>
                    <a:pt x="11156" y="21736"/>
                    <a:pt x="12690" y="21436"/>
                    <a:pt x="14125" y="20869"/>
                  </a:cubicBezTo>
                  <a:cubicBezTo>
                    <a:pt x="14892" y="20536"/>
                    <a:pt x="15626" y="20102"/>
                    <a:pt x="16293" y="19602"/>
                  </a:cubicBezTo>
                  <a:cubicBezTo>
                    <a:pt x="16893" y="19135"/>
                    <a:pt x="17494" y="18601"/>
                    <a:pt x="18027" y="18067"/>
                  </a:cubicBezTo>
                  <a:cubicBezTo>
                    <a:pt x="19862" y="15999"/>
                    <a:pt x="21463" y="13697"/>
                    <a:pt x="22697" y="11229"/>
                  </a:cubicBezTo>
                  <a:cubicBezTo>
                    <a:pt x="23331" y="10061"/>
                    <a:pt x="23932" y="8861"/>
                    <a:pt x="24465" y="7660"/>
                  </a:cubicBezTo>
                  <a:cubicBezTo>
                    <a:pt x="24732" y="7059"/>
                    <a:pt x="24966" y="6492"/>
                    <a:pt x="25233" y="5858"/>
                  </a:cubicBezTo>
                  <a:cubicBezTo>
                    <a:pt x="25466" y="5225"/>
                    <a:pt x="25700" y="4624"/>
                    <a:pt x="25933" y="3957"/>
                  </a:cubicBezTo>
                  <a:cubicBezTo>
                    <a:pt x="26500" y="2456"/>
                    <a:pt x="25733" y="755"/>
                    <a:pt x="24232" y="188"/>
                  </a:cubicBezTo>
                  <a:cubicBezTo>
                    <a:pt x="23889" y="61"/>
                    <a:pt x="23537" y="1"/>
                    <a:pt x="231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3" name="Google Shape;3493;p113">
              <a:extLst>
                <a:ext uri="{FF2B5EF4-FFF2-40B4-BE49-F238E27FC236}">
                  <a16:creationId xmlns:a16="http://schemas.microsoft.com/office/drawing/2014/main" id="{88BC6658-C7A8-B904-E92F-BA50D26CD61A}"/>
                </a:ext>
              </a:extLst>
            </p:cNvPr>
            <p:cNvSpPr/>
            <p:nvPr/>
          </p:nvSpPr>
          <p:spPr>
            <a:xfrm>
              <a:off x="7178847" y="2234132"/>
              <a:ext cx="314393" cy="557045"/>
            </a:xfrm>
            <a:custGeom>
              <a:avLst/>
              <a:gdLst/>
              <a:ahLst/>
              <a:cxnLst/>
              <a:rect l="l" t="t" r="r" b="b"/>
              <a:pathLst>
                <a:path w="14111" h="25002" extrusionOk="0">
                  <a:moveTo>
                    <a:pt x="7832" y="0"/>
                  </a:moveTo>
                  <a:cubicBezTo>
                    <a:pt x="7479" y="0"/>
                    <a:pt x="7120" y="66"/>
                    <a:pt x="6772" y="205"/>
                  </a:cubicBezTo>
                  <a:cubicBezTo>
                    <a:pt x="5271" y="772"/>
                    <a:pt x="4504" y="2473"/>
                    <a:pt x="5071" y="3974"/>
                  </a:cubicBezTo>
                  <a:cubicBezTo>
                    <a:pt x="5438" y="4942"/>
                    <a:pt x="5838" y="5976"/>
                    <a:pt x="6172" y="6977"/>
                  </a:cubicBezTo>
                  <a:cubicBezTo>
                    <a:pt x="6505" y="8011"/>
                    <a:pt x="6839" y="9045"/>
                    <a:pt x="7139" y="10079"/>
                  </a:cubicBezTo>
                  <a:cubicBezTo>
                    <a:pt x="7739" y="12080"/>
                    <a:pt x="8240" y="14148"/>
                    <a:pt x="8607" y="16250"/>
                  </a:cubicBezTo>
                  <a:cubicBezTo>
                    <a:pt x="8673" y="16750"/>
                    <a:pt x="8740" y="17251"/>
                    <a:pt x="8807" y="17751"/>
                  </a:cubicBezTo>
                  <a:cubicBezTo>
                    <a:pt x="8840" y="17984"/>
                    <a:pt x="8840" y="18218"/>
                    <a:pt x="8874" y="18451"/>
                  </a:cubicBezTo>
                  <a:cubicBezTo>
                    <a:pt x="8874" y="18485"/>
                    <a:pt x="8874" y="18518"/>
                    <a:pt x="8874" y="18585"/>
                  </a:cubicBezTo>
                  <a:cubicBezTo>
                    <a:pt x="8673" y="18685"/>
                    <a:pt x="8440" y="18785"/>
                    <a:pt x="8206" y="18885"/>
                  </a:cubicBezTo>
                  <a:cubicBezTo>
                    <a:pt x="6338" y="19552"/>
                    <a:pt x="4370" y="19986"/>
                    <a:pt x="2402" y="20153"/>
                  </a:cubicBezTo>
                  <a:lnTo>
                    <a:pt x="2336" y="20153"/>
                  </a:lnTo>
                  <a:cubicBezTo>
                    <a:pt x="1001" y="20253"/>
                    <a:pt x="1" y="21420"/>
                    <a:pt x="134" y="22788"/>
                  </a:cubicBezTo>
                  <a:cubicBezTo>
                    <a:pt x="228" y="24042"/>
                    <a:pt x="1295" y="25001"/>
                    <a:pt x="2530" y="25001"/>
                  </a:cubicBezTo>
                  <a:cubicBezTo>
                    <a:pt x="2609" y="25001"/>
                    <a:pt x="2689" y="24997"/>
                    <a:pt x="2769" y="24989"/>
                  </a:cubicBezTo>
                  <a:cubicBezTo>
                    <a:pt x="3403" y="24956"/>
                    <a:pt x="3970" y="24889"/>
                    <a:pt x="4571" y="24789"/>
                  </a:cubicBezTo>
                  <a:cubicBezTo>
                    <a:pt x="5171" y="24723"/>
                    <a:pt x="5738" y="24622"/>
                    <a:pt x="6338" y="24522"/>
                  </a:cubicBezTo>
                  <a:cubicBezTo>
                    <a:pt x="7573" y="24322"/>
                    <a:pt x="8807" y="24022"/>
                    <a:pt x="9974" y="23622"/>
                  </a:cubicBezTo>
                  <a:cubicBezTo>
                    <a:pt x="10708" y="23355"/>
                    <a:pt x="11409" y="23021"/>
                    <a:pt x="12043" y="22588"/>
                  </a:cubicBezTo>
                  <a:cubicBezTo>
                    <a:pt x="12510" y="22287"/>
                    <a:pt x="12910" y="21921"/>
                    <a:pt x="13243" y="21487"/>
                  </a:cubicBezTo>
                  <a:cubicBezTo>
                    <a:pt x="13444" y="21187"/>
                    <a:pt x="13644" y="20886"/>
                    <a:pt x="13777" y="20553"/>
                  </a:cubicBezTo>
                  <a:cubicBezTo>
                    <a:pt x="13944" y="20153"/>
                    <a:pt x="14044" y="19752"/>
                    <a:pt x="14077" y="19319"/>
                  </a:cubicBezTo>
                  <a:lnTo>
                    <a:pt x="14077" y="19185"/>
                  </a:lnTo>
                  <a:lnTo>
                    <a:pt x="14077" y="18952"/>
                  </a:lnTo>
                  <a:lnTo>
                    <a:pt x="14111" y="18952"/>
                  </a:lnTo>
                  <a:lnTo>
                    <a:pt x="14111" y="18718"/>
                  </a:lnTo>
                  <a:lnTo>
                    <a:pt x="14111" y="18218"/>
                  </a:lnTo>
                  <a:cubicBezTo>
                    <a:pt x="14111" y="17918"/>
                    <a:pt x="14077" y="17617"/>
                    <a:pt x="14044" y="17284"/>
                  </a:cubicBezTo>
                  <a:cubicBezTo>
                    <a:pt x="14011" y="16683"/>
                    <a:pt x="13944" y="16083"/>
                    <a:pt x="13877" y="15483"/>
                  </a:cubicBezTo>
                  <a:cubicBezTo>
                    <a:pt x="13544" y="13181"/>
                    <a:pt x="13077" y="10879"/>
                    <a:pt x="12510" y="8644"/>
                  </a:cubicBezTo>
                  <a:cubicBezTo>
                    <a:pt x="12209" y="7510"/>
                    <a:pt x="11909" y="6409"/>
                    <a:pt x="11609" y="5309"/>
                  </a:cubicBezTo>
                  <a:cubicBezTo>
                    <a:pt x="11275" y="4208"/>
                    <a:pt x="10975" y="3140"/>
                    <a:pt x="10575" y="2006"/>
                  </a:cubicBezTo>
                  <a:cubicBezTo>
                    <a:pt x="10575" y="1973"/>
                    <a:pt x="10541" y="1906"/>
                    <a:pt x="10541" y="1873"/>
                  </a:cubicBezTo>
                  <a:cubicBezTo>
                    <a:pt x="10106" y="720"/>
                    <a:pt x="9001" y="0"/>
                    <a:pt x="78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4" name="Google Shape;3494;p113">
              <a:extLst>
                <a:ext uri="{FF2B5EF4-FFF2-40B4-BE49-F238E27FC236}">
                  <a16:creationId xmlns:a16="http://schemas.microsoft.com/office/drawing/2014/main" id="{7C0EC09D-72C7-A6FE-AA11-663EC5E2AB6E}"/>
                </a:ext>
              </a:extLst>
            </p:cNvPr>
            <p:cNvSpPr/>
            <p:nvPr/>
          </p:nvSpPr>
          <p:spPr>
            <a:xfrm>
              <a:off x="6489169" y="2613270"/>
              <a:ext cx="90680" cy="79540"/>
            </a:xfrm>
            <a:custGeom>
              <a:avLst/>
              <a:gdLst/>
              <a:ahLst/>
              <a:cxnLst/>
              <a:rect l="l" t="t" r="r" b="b"/>
              <a:pathLst>
                <a:path w="4070" h="3570" extrusionOk="0">
                  <a:moveTo>
                    <a:pt x="0" y="0"/>
                  </a:moveTo>
                  <a:lnTo>
                    <a:pt x="867" y="3569"/>
                  </a:lnTo>
                  <a:lnTo>
                    <a:pt x="1168" y="3569"/>
                  </a:lnTo>
                  <a:cubicBezTo>
                    <a:pt x="2902" y="3536"/>
                    <a:pt x="4070" y="1768"/>
                    <a:pt x="3403" y="167"/>
                  </a:cubicBezTo>
                  <a:lnTo>
                    <a:pt x="0"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5" name="Google Shape;3495;p113">
              <a:extLst>
                <a:ext uri="{FF2B5EF4-FFF2-40B4-BE49-F238E27FC236}">
                  <a16:creationId xmlns:a16="http://schemas.microsoft.com/office/drawing/2014/main" id="{88ACBE54-DC4C-9E14-985D-8A096E61E433}"/>
                </a:ext>
              </a:extLst>
            </p:cNvPr>
            <p:cNvSpPr/>
            <p:nvPr/>
          </p:nvSpPr>
          <p:spPr>
            <a:xfrm>
              <a:off x="6421527" y="2613270"/>
              <a:ext cx="87716" cy="92172"/>
            </a:xfrm>
            <a:custGeom>
              <a:avLst/>
              <a:gdLst/>
              <a:ahLst/>
              <a:cxnLst/>
              <a:rect l="l" t="t" r="r" b="b"/>
              <a:pathLst>
                <a:path w="3937" h="4137" extrusionOk="0">
                  <a:moveTo>
                    <a:pt x="3036" y="0"/>
                  </a:moveTo>
                  <a:lnTo>
                    <a:pt x="1" y="1868"/>
                  </a:lnTo>
                  <a:lnTo>
                    <a:pt x="2202" y="4136"/>
                  </a:lnTo>
                  <a:lnTo>
                    <a:pt x="3937" y="3569"/>
                  </a:lnTo>
                  <a:lnTo>
                    <a:pt x="3036"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6" name="Google Shape;3496;p113">
              <a:extLst>
                <a:ext uri="{FF2B5EF4-FFF2-40B4-BE49-F238E27FC236}">
                  <a16:creationId xmlns:a16="http://schemas.microsoft.com/office/drawing/2014/main" id="{B5CB28CD-D2E4-0B4B-D908-F18C5DB2C492}"/>
                </a:ext>
              </a:extLst>
            </p:cNvPr>
            <p:cNvSpPr/>
            <p:nvPr/>
          </p:nvSpPr>
          <p:spPr>
            <a:xfrm>
              <a:off x="5860428" y="2307054"/>
              <a:ext cx="698612" cy="403580"/>
            </a:xfrm>
            <a:custGeom>
              <a:avLst/>
              <a:gdLst/>
              <a:ahLst/>
              <a:cxnLst/>
              <a:rect l="l" t="t" r="r" b="b"/>
              <a:pathLst>
                <a:path w="31356" h="18114" extrusionOk="0">
                  <a:moveTo>
                    <a:pt x="167" y="1"/>
                  </a:moveTo>
                  <a:lnTo>
                    <a:pt x="0" y="268"/>
                  </a:lnTo>
                  <a:lnTo>
                    <a:pt x="31156" y="18114"/>
                  </a:lnTo>
                  <a:lnTo>
                    <a:pt x="31356" y="17780"/>
                  </a:lnTo>
                  <a:lnTo>
                    <a:pt x="16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7" name="Google Shape;3497;p113">
              <a:extLst>
                <a:ext uri="{FF2B5EF4-FFF2-40B4-BE49-F238E27FC236}">
                  <a16:creationId xmlns:a16="http://schemas.microsoft.com/office/drawing/2014/main" id="{49BB111C-0056-C4C1-AB65-5883038013B2}"/>
                </a:ext>
              </a:extLst>
            </p:cNvPr>
            <p:cNvSpPr/>
            <p:nvPr/>
          </p:nvSpPr>
          <p:spPr>
            <a:xfrm>
              <a:off x="6928397" y="2212676"/>
              <a:ext cx="468972" cy="662964"/>
            </a:xfrm>
            <a:custGeom>
              <a:avLst/>
              <a:gdLst/>
              <a:ahLst/>
              <a:cxnLst/>
              <a:rect l="l" t="t" r="r" b="b"/>
              <a:pathLst>
                <a:path w="21049" h="29756" extrusionOk="0">
                  <a:moveTo>
                    <a:pt x="7372" y="0"/>
                  </a:moveTo>
                  <a:cubicBezTo>
                    <a:pt x="6738" y="0"/>
                    <a:pt x="6138" y="34"/>
                    <a:pt x="5604" y="101"/>
                  </a:cubicBezTo>
                  <a:cubicBezTo>
                    <a:pt x="4137" y="234"/>
                    <a:pt x="2902" y="1301"/>
                    <a:pt x="2569" y="2736"/>
                  </a:cubicBezTo>
                  <a:cubicBezTo>
                    <a:pt x="1601" y="6605"/>
                    <a:pt x="0" y="15311"/>
                    <a:pt x="367" y="28821"/>
                  </a:cubicBezTo>
                  <a:lnTo>
                    <a:pt x="17813" y="29755"/>
                  </a:lnTo>
                  <a:cubicBezTo>
                    <a:pt x="17946" y="21516"/>
                    <a:pt x="18914" y="13277"/>
                    <a:pt x="20648" y="5238"/>
                  </a:cubicBezTo>
                  <a:cubicBezTo>
                    <a:pt x="21049" y="3370"/>
                    <a:pt x="19881" y="1502"/>
                    <a:pt x="18013" y="1101"/>
                  </a:cubicBezTo>
                  <a:cubicBezTo>
                    <a:pt x="17713" y="1035"/>
                    <a:pt x="17379" y="968"/>
                    <a:pt x="17079" y="901"/>
                  </a:cubicBezTo>
                  <a:cubicBezTo>
                    <a:pt x="16612" y="834"/>
                    <a:pt x="16145" y="734"/>
                    <a:pt x="15678" y="668"/>
                  </a:cubicBezTo>
                  <a:cubicBezTo>
                    <a:pt x="13210" y="301"/>
                    <a:pt x="10741" y="67"/>
                    <a:pt x="82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8" name="Google Shape;3498;p113">
              <a:extLst>
                <a:ext uri="{FF2B5EF4-FFF2-40B4-BE49-F238E27FC236}">
                  <a16:creationId xmlns:a16="http://schemas.microsoft.com/office/drawing/2014/main" id="{894EE297-ED6C-5A69-12AC-F2ADE027E4A9}"/>
                </a:ext>
              </a:extLst>
            </p:cNvPr>
            <p:cNvSpPr/>
            <p:nvPr/>
          </p:nvSpPr>
          <p:spPr>
            <a:xfrm>
              <a:off x="7100822" y="2040986"/>
              <a:ext cx="177638" cy="227969"/>
            </a:xfrm>
            <a:custGeom>
              <a:avLst/>
              <a:gdLst/>
              <a:ahLst/>
              <a:cxnLst/>
              <a:rect l="l" t="t" r="r" b="b"/>
              <a:pathLst>
                <a:path w="7973" h="10232" extrusionOk="0">
                  <a:moveTo>
                    <a:pt x="7972" y="1"/>
                  </a:moveTo>
                  <a:lnTo>
                    <a:pt x="3069" y="3437"/>
                  </a:lnTo>
                  <a:cubicBezTo>
                    <a:pt x="3369" y="5305"/>
                    <a:pt x="3269" y="7306"/>
                    <a:pt x="534" y="7673"/>
                  </a:cubicBezTo>
                  <a:cubicBezTo>
                    <a:pt x="0" y="8440"/>
                    <a:pt x="934" y="9941"/>
                    <a:pt x="2969" y="10175"/>
                  </a:cubicBezTo>
                  <a:cubicBezTo>
                    <a:pt x="3311" y="10213"/>
                    <a:pt x="3626" y="10232"/>
                    <a:pt x="3916" y="10232"/>
                  </a:cubicBezTo>
                  <a:cubicBezTo>
                    <a:pt x="5892" y="10232"/>
                    <a:pt x="6776" y="9391"/>
                    <a:pt x="7939" y="8374"/>
                  </a:cubicBezTo>
                  <a:cubicBezTo>
                    <a:pt x="6405" y="6639"/>
                    <a:pt x="7305" y="2336"/>
                    <a:pt x="7972"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9" name="Google Shape;3499;p113">
              <a:extLst>
                <a:ext uri="{FF2B5EF4-FFF2-40B4-BE49-F238E27FC236}">
                  <a16:creationId xmlns:a16="http://schemas.microsoft.com/office/drawing/2014/main" id="{A2622EED-932A-B09C-388B-6AE58E838817}"/>
                </a:ext>
              </a:extLst>
            </p:cNvPr>
            <p:cNvSpPr/>
            <p:nvPr/>
          </p:nvSpPr>
          <p:spPr>
            <a:xfrm>
              <a:off x="7144669" y="2252802"/>
              <a:ext cx="57995" cy="42399"/>
            </a:xfrm>
            <a:custGeom>
              <a:avLst/>
              <a:gdLst/>
              <a:ahLst/>
              <a:cxnLst/>
              <a:rect l="l" t="t" r="r" b="b"/>
              <a:pathLst>
                <a:path w="2603" h="1903" extrusionOk="0">
                  <a:moveTo>
                    <a:pt x="1435" y="1"/>
                  </a:moveTo>
                  <a:lnTo>
                    <a:pt x="0" y="635"/>
                  </a:lnTo>
                  <a:lnTo>
                    <a:pt x="467" y="1569"/>
                  </a:lnTo>
                  <a:cubicBezTo>
                    <a:pt x="501" y="1702"/>
                    <a:pt x="634" y="1769"/>
                    <a:pt x="767" y="1802"/>
                  </a:cubicBezTo>
                  <a:lnTo>
                    <a:pt x="1535" y="1902"/>
                  </a:lnTo>
                  <a:cubicBezTo>
                    <a:pt x="1668" y="1902"/>
                    <a:pt x="1768" y="1869"/>
                    <a:pt x="1868" y="1802"/>
                  </a:cubicBezTo>
                  <a:lnTo>
                    <a:pt x="2602" y="1102"/>
                  </a:lnTo>
                  <a:lnTo>
                    <a:pt x="143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0" name="Google Shape;3500;p113">
              <a:extLst>
                <a:ext uri="{FF2B5EF4-FFF2-40B4-BE49-F238E27FC236}">
                  <a16:creationId xmlns:a16="http://schemas.microsoft.com/office/drawing/2014/main" id="{916DBCCA-F32D-A850-6901-1A1125A152A6}"/>
                </a:ext>
              </a:extLst>
            </p:cNvPr>
            <p:cNvSpPr/>
            <p:nvPr/>
          </p:nvSpPr>
          <p:spPr>
            <a:xfrm>
              <a:off x="7176619" y="2211941"/>
              <a:ext cx="119688" cy="94400"/>
            </a:xfrm>
            <a:custGeom>
              <a:avLst/>
              <a:gdLst/>
              <a:ahLst/>
              <a:cxnLst/>
              <a:rect l="l" t="t" r="r" b="b"/>
              <a:pathLst>
                <a:path w="5372" h="4237" extrusionOk="0">
                  <a:moveTo>
                    <a:pt x="4304" y="0"/>
                  </a:moveTo>
                  <a:cubicBezTo>
                    <a:pt x="3036" y="934"/>
                    <a:pt x="1568" y="1568"/>
                    <a:pt x="1" y="1835"/>
                  </a:cubicBezTo>
                  <a:cubicBezTo>
                    <a:pt x="1" y="1835"/>
                    <a:pt x="1368" y="2869"/>
                    <a:pt x="1402" y="4237"/>
                  </a:cubicBezTo>
                  <a:cubicBezTo>
                    <a:pt x="2903" y="3536"/>
                    <a:pt x="4237" y="2535"/>
                    <a:pt x="5371" y="1334"/>
                  </a:cubicBezTo>
                  <a:lnTo>
                    <a:pt x="43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1" name="Google Shape;3501;p113">
              <a:extLst>
                <a:ext uri="{FF2B5EF4-FFF2-40B4-BE49-F238E27FC236}">
                  <a16:creationId xmlns:a16="http://schemas.microsoft.com/office/drawing/2014/main" id="{2555BB0F-1C71-C0E3-201D-063A78FA1C48}"/>
                </a:ext>
              </a:extLst>
            </p:cNvPr>
            <p:cNvSpPr/>
            <p:nvPr/>
          </p:nvSpPr>
          <p:spPr>
            <a:xfrm>
              <a:off x="7093380" y="2203764"/>
              <a:ext cx="83260" cy="97364"/>
            </a:xfrm>
            <a:custGeom>
              <a:avLst/>
              <a:gdLst/>
              <a:ahLst/>
              <a:cxnLst/>
              <a:rect l="l" t="t" r="r" b="b"/>
              <a:pathLst>
                <a:path w="3737" h="4370" extrusionOk="0">
                  <a:moveTo>
                    <a:pt x="1668" y="0"/>
                  </a:moveTo>
                  <a:lnTo>
                    <a:pt x="1" y="467"/>
                  </a:lnTo>
                  <a:cubicBezTo>
                    <a:pt x="101" y="1668"/>
                    <a:pt x="367" y="3803"/>
                    <a:pt x="1802" y="4370"/>
                  </a:cubicBezTo>
                  <a:cubicBezTo>
                    <a:pt x="1835" y="3002"/>
                    <a:pt x="3737" y="2202"/>
                    <a:pt x="3737" y="2202"/>
                  </a:cubicBezTo>
                  <a:cubicBezTo>
                    <a:pt x="2269" y="1835"/>
                    <a:pt x="1602" y="1001"/>
                    <a:pt x="1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2" name="Google Shape;3502;p113">
              <a:extLst>
                <a:ext uri="{FF2B5EF4-FFF2-40B4-BE49-F238E27FC236}">
                  <a16:creationId xmlns:a16="http://schemas.microsoft.com/office/drawing/2014/main" id="{6A994F4F-B048-CBEF-9534-8FDC807A3189}"/>
                </a:ext>
              </a:extLst>
            </p:cNvPr>
            <p:cNvSpPr/>
            <p:nvPr/>
          </p:nvSpPr>
          <p:spPr>
            <a:xfrm>
              <a:off x="7169177" y="2072201"/>
              <a:ext cx="66172" cy="75106"/>
            </a:xfrm>
            <a:custGeom>
              <a:avLst/>
              <a:gdLst/>
              <a:ahLst/>
              <a:cxnLst/>
              <a:rect l="l" t="t" r="r" b="b"/>
              <a:pathLst>
                <a:path w="2970" h="3371" extrusionOk="0">
                  <a:moveTo>
                    <a:pt x="2903" y="1"/>
                  </a:moveTo>
                  <a:lnTo>
                    <a:pt x="1" y="2036"/>
                  </a:lnTo>
                  <a:cubicBezTo>
                    <a:pt x="101" y="2469"/>
                    <a:pt x="134" y="2936"/>
                    <a:pt x="134" y="3370"/>
                  </a:cubicBezTo>
                  <a:cubicBezTo>
                    <a:pt x="1135" y="3303"/>
                    <a:pt x="2636" y="2336"/>
                    <a:pt x="2836" y="1302"/>
                  </a:cubicBezTo>
                  <a:cubicBezTo>
                    <a:pt x="2936" y="868"/>
                    <a:pt x="2970" y="435"/>
                    <a:pt x="29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3" name="Google Shape;3503;p113">
              <a:extLst>
                <a:ext uri="{FF2B5EF4-FFF2-40B4-BE49-F238E27FC236}">
                  <a16:creationId xmlns:a16="http://schemas.microsoft.com/office/drawing/2014/main" id="{5921F329-9275-B172-18C2-68E835856066}"/>
                </a:ext>
              </a:extLst>
            </p:cNvPr>
            <p:cNvSpPr/>
            <p:nvPr/>
          </p:nvSpPr>
          <p:spPr>
            <a:xfrm>
              <a:off x="7080748" y="1879724"/>
              <a:ext cx="55767" cy="120423"/>
            </a:xfrm>
            <a:custGeom>
              <a:avLst/>
              <a:gdLst/>
              <a:ahLst/>
              <a:cxnLst/>
              <a:rect l="l" t="t" r="r" b="b"/>
              <a:pathLst>
                <a:path w="2503" h="5405" extrusionOk="0">
                  <a:moveTo>
                    <a:pt x="1268" y="0"/>
                  </a:moveTo>
                  <a:cubicBezTo>
                    <a:pt x="568" y="0"/>
                    <a:pt x="0" y="1201"/>
                    <a:pt x="0" y="2702"/>
                  </a:cubicBezTo>
                  <a:cubicBezTo>
                    <a:pt x="0" y="4203"/>
                    <a:pt x="568" y="5404"/>
                    <a:pt x="1268" y="5404"/>
                  </a:cubicBezTo>
                  <a:cubicBezTo>
                    <a:pt x="1935" y="5404"/>
                    <a:pt x="2502" y="4203"/>
                    <a:pt x="2502" y="2702"/>
                  </a:cubicBezTo>
                  <a:cubicBezTo>
                    <a:pt x="2502" y="1235"/>
                    <a:pt x="1935" y="0"/>
                    <a:pt x="126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4" name="Google Shape;3504;p113">
              <a:extLst>
                <a:ext uri="{FF2B5EF4-FFF2-40B4-BE49-F238E27FC236}">
                  <a16:creationId xmlns:a16="http://schemas.microsoft.com/office/drawing/2014/main" id="{E6878C4B-0322-C0AB-7BF3-8F5E1F1505CD}"/>
                </a:ext>
              </a:extLst>
            </p:cNvPr>
            <p:cNvSpPr/>
            <p:nvPr/>
          </p:nvSpPr>
          <p:spPr>
            <a:xfrm>
              <a:off x="7059203" y="1962650"/>
              <a:ext cx="73591" cy="89031"/>
            </a:xfrm>
            <a:custGeom>
              <a:avLst/>
              <a:gdLst/>
              <a:ahLst/>
              <a:cxnLst/>
              <a:rect l="l" t="t" r="r" b="b"/>
              <a:pathLst>
                <a:path w="3303" h="3996" extrusionOk="0">
                  <a:moveTo>
                    <a:pt x="1648" y="1"/>
                  </a:moveTo>
                  <a:cubicBezTo>
                    <a:pt x="1349" y="1"/>
                    <a:pt x="1042" y="107"/>
                    <a:pt x="767" y="348"/>
                  </a:cubicBezTo>
                  <a:cubicBezTo>
                    <a:pt x="0" y="1082"/>
                    <a:pt x="367" y="2516"/>
                    <a:pt x="901" y="3283"/>
                  </a:cubicBezTo>
                  <a:cubicBezTo>
                    <a:pt x="1205" y="3731"/>
                    <a:pt x="1644" y="3996"/>
                    <a:pt x="2052" y="3996"/>
                  </a:cubicBezTo>
                  <a:cubicBezTo>
                    <a:pt x="2405" y="3996"/>
                    <a:pt x="2735" y="3798"/>
                    <a:pt x="2936" y="3350"/>
                  </a:cubicBezTo>
                  <a:cubicBezTo>
                    <a:pt x="3269" y="2616"/>
                    <a:pt x="3302" y="1749"/>
                    <a:pt x="3002" y="982"/>
                  </a:cubicBezTo>
                  <a:cubicBezTo>
                    <a:pt x="2761" y="391"/>
                    <a:pt x="2219" y="1"/>
                    <a:pt x="1648"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5" name="Google Shape;3505;p113">
              <a:extLst>
                <a:ext uri="{FF2B5EF4-FFF2-40B4-BE49-F238E27FC236}">
                  <a16:creationId xmlns:a16="http://schemas.microsoft.com/office/drawing/2014/main" id="{EDA83C27-8F18-C9EC-8A3C-018C25B0E4CD}"/>
                </a:ext>
              </a:extLst>
            </p:cNvPr>
            <p:cNvSpPr/>
            <p:nvPr/>
          </p:nvSpPr>
          <p:spPr>
            <a:xfrm>
              <a:off x="7059203" y="1962650"/>
              <a:ext cx="73591" cy="89031"/>
            </a:xfrm>
            <a:custGeom>
              <a:avLst/>
              <a:gdLst/>
              <a:ahLst/>
              <a:cxnLst/>
              <a:rect l="l" t="t" r="r" b="b"/>
              <a:pathLst>
                <a:path w="3303" h="3996" extrusionOk="0">
                  <a:moveTo>
                    <a:pt x="1648" y="1"/>
                  </a:moveTo>
                  <a:cubicBezTo>
                    <a:pt x="1349" y="1"/>
                    <a:pt x="1042" y="107"/>
                    <a:pt x="767" y="348"/>
                  </a:cubicBezTo>
                  <a:cubicBezTo>
                    <a:pt x="0" y="1082"/>
                    <a:pt x="367" y="2516"/>
                    <a:pt x="901" y="3283"/>
                  </a:cubicBezTo>
                  <a:cubicBezTo>
                    <a:pt x="1205" y="3731"/>
                    <a:pt x="1644" y="3996"/>
                    <a:pt x="2052" y="3996"/>
                  </a:cubicBezTo>
                  <a:cubicBezTo>
                    <a:pt x="2405" y="3996"/>
                    <a:pt x="2735" y="3798"/>
                    <a:pt x="2936" y="3350"/>
                  </a:cubicBezTo>
                  <a:cubicBezTo>
                    <a:pt x="3269" y="2616"/>
                    <a:pt x="3302" y="1749"/>
                    <a:pt x="3002" y="982"/>
                  </a:cubicBezTo>
                  <a:cubicBezTo>
                    <a:pt x="2761" y="391"/>
                    <a:pt x="2219" y="1"/>
                    <a:pt x="16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6" name="Google Shape;3506;p113">
              <a:extLst>
                <a:ext uri="{FF2B5EF4-FFF2-40B4-BE49-F238E27FC236}">
                  <a16:creationId xmlns:a16="http://schemas.microsoft.com/office/drawing/2014/main" id="{FEA323FB-453E-111A-5001-92E34E69B4E4}"/>
                </a:ext>
              </a:extLst>
            </p:cNvPr>
            <p:cNvSpPr/>
            <p:nvPr/>
          </p:nvSpPr>
          <p:spPr>
            <a:xfrm>
              <a:off x="7074064" y="1846994"/>
              <a:ext cx="228726" cy="284048"/>
            </a:xfrm>
            <a:custGeom>
              <a:avLst/>
              <a:gdLst/>
              <a:ahLst/>
              <a:cxnLst/>
              <a:rect l="l" t="t" r="r" b="b"/>
              <a:pathLst>
                <a:path w="10266" h="12749" extrusionOk="0">
                  <a:moveTo>
                    <a:pt x="5485" y="1"/>
                  </a:moveTo>
                  <a:cubicBezTo>
                    <a:pt x="5055" y="1"/>
                    <a:pt x="4614" y="65"/>
                    <a:pt x="4170" y="202"/>
                  </a:cubicBezTo>
                  <a:cubicBezTo>
                    <a:pt x="901" y="1169"/>
                    <a:pt x="0" y="5939"/>
                    <a:pt x="434" y="8875"/>
                  </a:cubicBezTo>
                  <a:cubicBezTo>
                    <a:pt x="758" y="11165"/>
                    <a:pt x="2701" y="12749"/>
                    <a:pt x="4752" y="12749"/>
                  </a:cubicBezTo>
                  <a:cubicBezTo>
                    <a:pt x="5659" y="12749"/>
                    <a:pt x="6587" y="12439"/>
                    <a:pt x="7406" y="11743"/>
                  </a:cubicBezTo>
                  <a:cubicBezTo>
                    <a:pt x="9173" y="10242"/>
                    <a:pt x="9307" y="8341"/>
                    <a:pt x="9807" y="5139"/>
                  </a:cubicBezTo>
                  <a:cubicBezTo>
                    <a:pt x="10265" y="2361"/>
                    <a:pt x="8093" y="1"/>
                    <a:pt x="5485"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7" name="Google Shape;3507;p113">
              <a:extLst>
                <a:ext uri="{FF2B5EF4-FFF2-40B4-BE49-F238E27FC236}">
                  <a16:creationId xmlns:a16="http://schemas.microsoft.com/office/drawing/2014/main" id="{E443B07B-84D7-C8E2-19BE-98AA413AAF20}"/>
                </a:ext>
              </a:extLst>
            </p:cNvPr>
            <p:cNvSpPr/>
            <p:nvPr/>
          </p:nvSpPr>
          <p:spPr>
            <a:xfrm>
              <a:off x="7221201" y="1875602"/>
              <a:ext cx="139228" cy="162443"/>
            </a:xfrm>
            <a:custGeom>
              <a:avLst/>
              <a:gdLst/>
              <a:ahLst/>
              <a:cxnLst/>
              <a:rect l="l" t="t" r="r" b="b"/>
              <a:pathLst>
                <a:path w="6249" h="7291" extrusionOk="0">
                  <a:moveTo>
                    <a:pt x="3639" y="0"/>
                  </a:moveTo>
                  <a:cubicBezTo>
                    <a:pt x="3254" y="0"/>
                    <a:pt x="2820" y="97"/>
                    <a:pt x="2336" y="319"/>
                  </a:cubicBezTo>
                  <a:cubicBezTo>
                    <a:pt x="902" y="953"/>
                    <a:pt x="1" y="2587"/>
                    <a:pt x="935" y="3921"/>
                  </a:cubicBezTo>
                  <a:cubicBezTo>
                    <a:pt x="1869" y="5256"/>
                    <a:pt x="701" y="6423"/>
                    <a:pt x="701" y="6423"/>
                  </a:cubicBezTo>
                  <a:lnTo>
                    <a:pt x="2169" y="7291"/>
                  </a:lnTo>
                  <a:cubicBezTo>
                    <a:pt x="2169" y="7291"/>
                    <a:pt x="5638" y="5189"/>
                    <a:pt x="5972" y="3588"/>
                  </a:cubicBezTo>
                  <a:cubicBezTo>
                    <a:pt x="6249" y="2288"/>
                    <a:pt x="5516" y="0"/>
                    <a:pt x="363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8" name="Google Shape;3508;p113">
              <a:extLst>
                <a:ext uri="{FF2B5EF4-FFF2-40B4-BE49-F238E27FC236}">
                  <a16:creationId xmlns:a16="http://schemas.microsoft.com/office/drawing/2014/main" id="{8BEF744A-B3AC-80D0-FE9F-818A12B25807}"/>
                </a:ext>
              </a:extLst>
            </p:cNvPr>
            <p:cNvSpPr/>
            <p:nvPr/>
          </p:nvSpPr>
          <p:spPr>
            <a:xfrm>
              <a:off x="7307424" y="1872505"/>
              <a:ext cx="60223" cy="20609"/>
            </a:xfrm>
            <a:custGeom>
              <a:avLst/>
              <a:gdLst/>
              <a:ahLst/>
              <a:cxnLst/>
              <a:rect l="l" t="t" r="r" b="b"/>
              <a:pathLst>
                <a:path w="2703" h="925" extrusionOk="0">
                  <a:moveTo>
                    <a:pt x="996" y="0"/>
                  </a:moveTo>
                  <a:cubicBezTo>
                    <a:pt x="600" y="0"/>
                    <a:pt x="234" y="95"/>
                    <a:pt x="0" y="224"/>
                  </a:cubicBezTo>
                  <a:lnTo>
                    <a:pt x="367" y="591"/>
                  </a:lnTo>
                  <a:cubicBezTo>
                    <a:pt x="656" y="453"/>
                    <a:pt x="963" y="386"/>
                    <a:pt x="1270" y="386"/>
                  </a:cubicBezTo>
                  <a:cubicBezTo>
                    <a:pt x="1779" y="386"/>
                    <a:pt x="2286" y="571"/>
                    <a:pt x="2702" y="925"/>
                  </a:cubicBezTo>
                  <a:cubicBezTo>
                    <a:pt x="2315" y="232"/>
                    <a:pt x="1617" y="0"/>
                    <a:pt x="9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9" name="Google Shape;3509;p113">
              <a:extLst>
                <a:ext uri="{FF2B5EF4-FFF2-40B4-BE49-F238E27FC236}">
                  <a16:creationId xmlns:a16="http://schemas.microsoft.com/office/drawing/2014/main" id="{676CC8AC-9693-25F0-CD58-3CD890E12787}"/>
                </a:ext>
              </a:extLst>
            </p:cNvPr>
            <p:cNvSpPr/>
            <p:nvPr/>
          </p:nvSpPr>
          <p:spPr>
            <a:xfrm>
              <a:off x="7058780" y="1789868"/>
              <a:ext cx="274668" cy="122741"/>
            </a:xfrm>
            <a:custGeom>
              <a:avLst/>
              <a:gdLst/>
              <a:ahLst/>
              <a:cxnLst/>
              <a:rect l="l" t="t" r="r" b="b"/>
              <a:pathLst>
                <a:path w="12328" h="5509" extrusionOk="0">
                  <a:moveTo>
                    <a:pt x="5112" y="1"/>
                  </a:moveTo>
                  <a:cubicBezTo>
                    <a:pt x="5045" y="1"/>
                    <a:pt x="4971" y="10"/>
                    <a:pt x="4889" y="31"/>
                  </a:cubicBezTo>
                  <a:cubicBezTo>
                    <a:pt x="5283" y="115"/>
                    <a:pt x="5321" y="1076"/>
                    <a:pt x="4224" y="1076"/>
                  </a:cubicBezTo>
                  <a:cubicBezTo>
                    <a:pt x="4020" y="1076"/>
                    <a:pt x="3776" y="1043"/>
                    <a:pt x="3488" y="965"/>
                  </a:cubicBezTo>
                  <a:cubicBezTo>
                    <a:pt x="3307" y="916"/>
                    <a:pt x="3126" y="893"/>
                    <a:pt x="2949" y="893"/>
                  </a:cubicBezTo>
                  <a:cubicBezTo>
                    <a:pt x="1305" y="893"/>
                    <a:pt x="0" y="2864"/>
                    <a:pt x="1687" y="4400"/>
                  </a:cubicBezTo>
                  <a:cubicBezTo>
                    <a:pt x="2601" y="5214"/>
                    <a:pt x="4241" y="5508"/>
                    <a:pt x="5921" y="5508"/>
                  </a:cubicBezTo>
                  <a:cubicBezTo>
                    <a:pt x="8167" y="5508"/>
                    <a:pt x="10483" y="4982"/>
                    <a:pt x="11227" y="4467"/>
                  </a:cubicBezTo>
                  <a:cubicBezTo>
                    <a:pt x="12328" y="3700"/>
                    <a:pt x="12061" y="1999"/>
                    <a:pt x="10593" y="1565"/>
                  </a:cubicBezTo>
                  <a:cubicBezTo>
                    <a:pt x="10225" y="1449"/>
                    <a:pt x="9766" y="1397"/>
                    <a:pt x="9270" y="1397"/>
                  </a:cubicBezTo>
                  <a:cubicBezTo>
                    <a:pt x="8193" y="1397"/>
                    <a:pt x="6936" y="1644"/>
                    <a:pt x="6023" y="2032"/>
                  </a:cubicBezTo>
                  <a:cubicBezTo>
                    <a:pt x="5837" y="2112"/>
                    <a:pt x="5705" y="2145"/>
                    <a:pt x="5614" y="2145"/>
                  </a:cubicBezTo>
                  <a:cubicBezTo>
                    <a:pt x="5250" y="2145"/>
                    <a:pt x="5543" y="1612"/>
                    <a:pt x="5623" y="1398"/>
                  </a:cubicBezTo>
                  <a:cubicBezTo>
                    <a:pt x="5775" y="1033"/>
                    <a:pt x="5816" y="1"/>
                    <a:pt x="51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0" name="Google Shape;3510;p113">
              <a:extLst>
                <a:ext uri="{FF2B5EF4-FFF2-40B4-BE49-F238E27FC236}">
                  <a16:creationId xmlns:a16="http://schemas.microsoft.com/office/drawing/2014/main" id="{EFC42730-2233-3859-0A7F-9C6E1C073224}"/>
                </a:ext>
              </a:extLst>
            </p:cNvPr>
            <p:cNvSpPr/>
            <p:nvPr/>
          </p:nvSpPr>
          <p:spPr>
            <a:xfrm>
              <a:off x="7240384" y="1993017"/>
              <a:ext cx="91593" cy="77245"/>
            </a:xfrm>
            <a:custGeom>
              <a:avLst/>
              <a:gdLst/>
              <a:ahLst/>
              <a:cxnLst/>
              <a:rect l="l" t="t" r="r" b="b"/>
              <a:pathLst>
                <a:path w="4111" h="3467" extrusionOk="0">
                  <a:moveTo>
                    <a:pt x="2455" y="1"/>
                  </a:moveTo>
                  <a:cubicBezTo>
                    <a:pt x="1574" y="1"/>
                    <a:pt x="731" y="918"/>
                    <a:pt x="408" y="1654"/>
                  </a:cubicBezTo>
                  <a:cubicBezTo>
                    <a:pt x="0" y="2531"/>
                    <a:pt x="299" y="3467"/>
                    <a:pt x="1221" y="3467"/>
                  </a:cubicBezTo>
                  <a:cubicBezTo>
                    <a:pt x="1281" y="3467"/>
                    <a:pt x="1343" y="3463"/>
                    <a:pt x="1408" y="3455"/>
                  </a:cubicBezTo>
                  <a:cubicBezTo>
                    <a:pt x="2209" y="3355"/>
                    <a:pt x="2943" y="2921"/>
                    <a:pt x="3443" y="2287"/>
                  </a:cubicBezTo>
                  <a:cubicBezTo>
                    <a:pt x="4110" y="1520"/>
                    <a:pt x="3777" y="353"/>
                    <a:pt x="2809" y="52"/>
                  </a:cubicBezTo>
                  <a:cubicBezTo>
                    <a:pt x="2691" y="17"/>
                    <a:pt x="2573" y="1"/>
                    <a:pt x="2455"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1" name="Google Shape;3511;p113">
              <a:extLst>
                <a:ext uri="{FF2B5EF4-FFF2-40B4-BE49-F238E27FC236}">
                  <a16:creationId xmlns:a16="http://schemas.microsoft.com/office/drawing/2014/main" id="{8E80AE3E-8C50-34BE-DAF2-CCEB67764D9D}"/>
                </a:ext>
              </a:extLst>
            </p:cNvPr>
            <p:cNvSpPr/>
            <p:nvPr/>
          </p:nvSpPr>
          <p:spPr>
            <a:xfrm>
              <a:off x="7166949" y="1959998"/>
              <a:ext cx="14905" cy="21656"/>
            </a:xfrm>
            <a:custGeom>
              <a:avLst/>
              <a:gdLst/>
              <a:ahLst/>
              <a:cxnLst/>
              <a:rect l="l" t="t" r="r" b="b"/>
              <a:pathLst>
                <a:path w="669" h="972" extrusionOk="0">
                  <a:moveTo>
                    <a:pt x="401" y="0"/>
                  </a:moveTo>
                  <a:cubicBezTo>
                    <a:pt x="234" y="0"/>
                    <a:pt x="68" y="200"/>
                    <a:pt x="34" y="467"/>
                  </a:cubicBezTo>
                  <a:cubicBezTo>
                    <a:pt x="1" y="734"/>
                    <a:pt x="134" y="934"/>
                    <a:pt x="301" y="967"/>
                  </a:cubicBezTo>
                  <a:cubicBezTo>
                    <a:pt x="313" y="970"/>
                    <a:pt x="326" y="971"/>
                    <a:pt x="338" y="971"/>
                  </a:cubicBezTo>
                  <a:cubicBezTo>
                    <a:pt x="492" y="971"/>
                    <a:pt x="637" y="781"/>
                    <a:pt x="668" y="534"/>
                  </a:cubicBezTo>
                  <a:cubicBezTo>
                    <a:pt x="668" y="267"/>
                    <a:pt x="568" y="33"/>
                    <a:pt x="4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2" name="Google Shape;3512;p113">
              <a:extLst>
                <a:ext uri="{FF2B5EF4-FFF2-40B4-BE49-F238E27FC236}">
                  <a16:creationId xmlns:a16="http://schemas.microsoft.com/office/drawing/2014/main" id="{57BB96F0-DE53-D2D3-B12E-F6B4D4D0FCC8}"/>
                </a:ext>
              </a:extLst>
            </p:cNvPr>
            <p:cNvSpPr/>
            <p:nvPr/>
          </p:nvSpPr>
          <p:spPr>
            <a:xfrm>
              <a:off x="7101557" y="1954050"/>
              <a:ext cx="14883" cy="21567"/>
            </a:xfrm>
            <a:custGeom>
              <a:avLst/>
              <a:gdLst/>
              <a:ahLst/>
              <a:cxnLst/>
              <a:rect l="l" t="t" r="r" b="b"/>
              <a:pathLst>
                <a:path w="668" h="968" extrusionOk="0">
                  <a:moveTo>
                    <a:pt x="367" y="0"/>
                  </a:moveTo>
                  <a:cubicBezTo>
                    <a:pt x="201" y="0"/>
                    <a:pt x="34" y="200"/>
                    <a:pt x="0" y="467"/>
                  </a:cubicBezTo>
                  <a:cubicBezTo>
                    <a:pt x="0" y="701"/>
                    <a:pt x="101" y="934"/>
                    <a:pt x="267" y="968"/>
                  </a:cubicBezTo>
                  <a:cubicBezTo>
                    <a:pt x="434" y="968"/>
                    <a:pt x="601" y="767"/>
                    <a:pt x="634" y="501"/>
                  </a:cubicBezTo>
                  <a:cubicBezTo>
                    <a:pt x="668" y="267"/>
                    <a:pt x="534" y="34"/>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3" name="Google Shape;3513;p113">
              <a:extLst>
                <a:ext uri="{FF2B5EF4-FFF2-40B4-BE49-F238E27FC236}">
                  <a16:creationId xmlns:a16="http://schemas.microsoft.com/office/drawing/2014/main" id="{7599949D-6525-8B4A-D67A-748741278CC9}"/>
                </a:ext>
              </a:extLst>
            </p:cNvPr>
            <p:cNvSpPr/>
            <p:nvPr/>
          </p:nvSpPr>
          <p:spPr>
            <a:xfrm>
              <a:off x="7103785" y="1970403"/>
              <a:ext cx="32729" cy="55388"/>
            </a:xfrm>
            <a:custGeom>
              <a:avLst/>
              <a:gdLst/>
              <a:ahLst/>
              <a:cxnLst/>
              <a:rect l="l" t="t" r="r" b="b"/>
              <a:pathLst>
                <a:path w="1469" h="2486" extrusionOk="0">
                  <a:moveTo>
                    <a:pt x="1468" y="0"/>
                  </a:moveTo>
                  <a:cubicBezTo>
                    <a:pt x="1068" y="767"/>
                    <a:pt x="568" y="1501"/>
                    <a:pt x="1" y="2135"/>
                  </a:cubicBezTo>
                  <a:cubicBezTo>
                    <a:pt x="277" y="2356"/>
                    <a:pt x="645" y="2485"/>
                    <a:pt x="1009" y="2485"/>
                  </a:cubicBezTo>
                  <a:cubicBezTo>
                    <a:pt x="1085" y="2485"/>
                    <a:pt x="1160" y="2480"/>
                    <a:pt x="1235" y="2468"/>
                  </a:cubicBezTo>
                  <a:lnTo>
                    <a:pt x="1468" y="0"/>
                  </a:lnTo>
                  <a:close/>
                </a:path>
              </a:pathLst>
            </a:custGeom>
            <a:solidFill>
              <a:srgbClr val="ED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4" name="Google Shape;3514;p113">
              <a:extLst>
                <a:ext uri="{FF2B5EF4-FFF2-40B4-BE49-F238E27FC236}">
                  <a16:creationId xmlns:a16="http://schemas.microsoft.com/office/drawing/2014/main" id="{08A55521-BE89-BFBC-F2B2-72C7FDD0E43F}"/>
                </a:ext>
              </a:extLst>
            </p:cNvPr>
            <p:cNvSpPr/>
            <p:nvPr/>
          </p:nvSpPr>
          <p:spPr>
            <a:xfrm>
              <a:off x="7144669" y="2024900"/>
              <a:ext cx="45184" cy="18359"/>
            </a:xfrm>
            <a:custGeom>
              <a:avLst/>
              <a:gdLst/>
              <a:ahLst/>
              <a:cxnLst/>
              <a:rect l="l" t="t" r="r" b="b"/>
              <a:pathLst>
                <a:path w="2028" h="824" extrusionOk="0">
                  <a:moveTo>
                    <a:pt x="1918" y="0"/>
                  </a:moveTo>
                  <a:cubicBezTo>
                    <a:pt x="1901" y="0"/>
                    <a:pt x="1884" y="7"/>
                    <a:pt x="1868" y="22"/>
                  </a:cubicBezTo>
                  <a:cubicBezTo>
                    <a:pt x="1483" y="467"/>
                    <a:pt x="914" y="701"/>
                    <a:pt x="324" y="701"/>
                  </a:cubicBezTo>
                  <a:cubicBezTo>
                    <a:pt x="249" y="701"/>
                    <a:pt x="175" y="697"/>
                    <a:pt x="100" y="690"/>
                  </a:cubicBezTo>
                  <a:cubicBezTo>
                    <a:pt x="67" y="690"/>
                    <a:pt x="34" y="690"/>
                    <a:pt x="34" y="756"/>
                  </a:cubicBezTo>
                  <a:cubicBezTo>
                    <a:pt x="0" y="790"/>
                    <a:pt x="34" y="823"/>
                    <a:pt x="100" y="823"/>
                  </a:cubicBezTo>
                  <a:lnTo>
                    <a:pt x="434" y="823"/>
                  </a:lnTo>
                  <a:cubicBezTo>
                    <a:pt x="1034" y="823"/>
                    <a:pt x="1601" y="556"/>
                    <a:pt x="2002" y="123"/>
                  </a:cubicBezTo>
                  <a:cubicBezTo>
                    <a:pt x="2027" y="71"/>
                    <a:pt x="1974" y="0"/>
                    <a:pt x="19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5" name="Google Shape;3515;p113">
              <a:extLst>
                <a:ext uri="{FF2B5EF4-FFF2-40B4-BE49-F238E27FC236}">
                  <a16:creationId xmlns:a16="http://schemas.microsoft.com/office/drawing/2014/main" id="{A2B42352-60C7-9EDD-27CD-02655DEBB238}"/>
                </a:ext>
              </a:extLst>
            </p:cNvPr>
            <p:cNvSpPr/>
            <p:nvPr/>
          </p:nvSpPr>
          <p:spPr>
            <a:xfrm>
              <a:off x="7176619" y="1930255"/>
              <a:ext cx="31237" cy="22325"/>
            </a:xfrm>
            <a:custGeom>
              <a:avLst/>
              <a:gdLst/>
              <a:ahLst/>
              <a:cxnLst/>
              <a:rect l="l" t="t" r="r" b="b"/>
              <a:pathLst>
                <a:path w="1402" h="1002" extrusionOk="0">
                  <a:moveTo>
                    <a:pt x="167" y="1"/>
                  </a:moveTo>
                  <a:cubicBezTo>
                    <a:pt x="67" y="1"/>
                    <a:pt x="1" y="67"/>
                    <a:pt x="1" y="134"/>
                  </a:cubicBezTo>
                  <a:cubicBezTo>
                    <a:pt x="1" y="234"/>
                    <a:pt x="67" y="301"/>
                    <a:pt x="134" y="301"/>
                  </a:cubicBezTo>
                  <a:cubicBezTo>
                    <a:pt x="534" y="334"/>
                    <a:pt x="901" y="568"/>
                    <a:pt x="1101" y="901"/>
                  </a:cubicBezTo>
                  <a:cubicBezTo>
                    <a:pt x="1101" y="968"/>
                    <a:pt x="1168" y="1001"/>
                    <a:pt x="1235" y="1001"/>
                  </a:cubicBezTo>
                  <a:cubicBezTo>
                    <a:pt x="1235" y="968"/>
                    <a:pt x="1268" y="968"/>
                    <a:pt x="1301" y="968"/>
                  </a:cubicBezTo>
                  <a:cubicBezTo>
                    <a:pt x="1368" y="935"/>
                    <a:pt x="1402" y="835"/>
                    <a:pt x="1335" y="768"/>
                  </a:cubicBezTo>
                  <a:cubicBezTo>
                    <a:pt x="1101" y="334"/>
                    <a:pt x="668" y="34"/>
                    <a:pt x="16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6" name="Google Shape;3516;p113">
              <a:extLst>
                <a:ext uri="{FF2B5EF4-FFF2-40B4-BE49-F238E27FC236}">
                  <a16:creationId xmlns:a16="http://schemas.microsoft.com/office/drawing/2014/main" id="{64DA1DD6-FE01-7B5E-3F4B-1B3EA03D5E6C}"/>
                </a:ext>
              </a:extLst>
            </p:cNvPr>
            <p:cNvSpPr/>
            <p:nvPr/>
          </p:nvSpPr>
          <p:spPr>
            <a:xfrm>
              <a:off x="7085204" y="1917622"/>
              <a:ext cx="31237" cy="22325"/>
            </a:xfrm>
            <a:custGeom>
              <a:avLst/>
              <a:gdLst/>
              <a:ahLst/>
              <a:cxnLst/>
              <a:rect l="l" t="t" r="r" b="b"/>
              <a:pathLst>
                <a:path w="1402" h="1002" extrusionOk="0">
                  <a:moveTo>
                    <a:pt x="1235" y="1"/>
                  </a:moveTo>
                  <a:cubicBezTo>
                    <a:pt x="734" y="67"/>
                    <a:pt x="301" y="334"/>
                    <a:pt x="34" y="768"/>
                  </a:cubicBezTo>
                  <a:cubicBezTo>
                    <a:pt x="1" y="835"/>
                    <a:pt x="34" y="935"/>
                    <a:pt x="101" y="968"/>
                  </a:cubicBezTo>
                  <a:cubicBezTo>
                    <a:pt x="134" y="1001"/>
                    <a:pt x="134" y="1001"/>
                    <a:pt x="167" y="1001"/>
                  </a:cubicBezTo>
                  <a:cubicBezTo>
                    <a:pt x="234" y="1001"/>
                    <a:pt x="267" y="968"/>
                    <a:pt x="301" y="935"/>
                  </a:cubicBezTo>
                  <a:cubicBezTo>
                    <a:pt x="501" y="568"/>
                    <a:pt x="835" y="368"/>
                    <a:pt x="1235" y="301"/>
                  </a:cubicBezTo>
                  <a:cubicBezTo>
                    <a:pt x="1335" y="301"/>
                    <a:pt x="1402" y="234"/>
                    <a:pt x="1402" y="167"/>
                  </a:cubicBezTo>
                  <a:cubicBezTo>
                    <a:pt x="1402" y="67"/>
                    <a:pt x="1302" y="1"/>
                    <a:pt x="12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7" name="Google Shape;3517;p113">
              <a:extLst>
                <a:ext uri="{FF2B5EF4-FFF2-40B4-BE49-F238E27FC236}">
                  <a16:creationId xmlns:a16="http://schemas.microsoft.com/office/drawing/2014/main" id="{64074B3B-CEA1-9DE2-6B18-27EBAF6BA499}"/>
                </a:ext>
              </a:extLst>
            </p:cNvPr>
            <p:cNvSpPr/>
            <p:nvPr/>
          </p:nvSpPr>
          <p:spPr>
            <a:xfrm>
              <a:off x="6793870" y="4340460"/>
              <a:ext cx="98121" cy="183587"/>
            </a:xfrm>
            <a:custGeom>
              <a:avLst/>
              <a:gdLst/>
              <a:ahLst/>
              <a:cxnLst/>
              <a:rect l="l" t="t" r="r" b="b"/>
              <a:pathLst>
                <a:path w="4404" h="8240" extrusionOk="0">
                  <a:moveTo>
                    <a:pt x="1368" y="0"/>
                  </a:moveTo>
                  <a:lnTo>
                    <a:pt x="1" y="8006"/>
                  </a:lnTo>
                  <a:lnTo>
                    <a:pt x="3036" y="8239"/>
                  </a:lnTo>
                  <a:lnTo>
                    <a:pt x="4404" y="234"/>
                  </a:lnTo>
                  <a:lnTo>
                    <a:pt x="1368"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8" name="Google Shape;3518;p113">
              <a:extLst>
                <a:ext uri="{FF2B5EF4-FFF2-40B4-BE49-F238E27FC236}">
                  <a16:creationId xmlns:a16="http://schemas.microsoft.com/office/drawing/2014/main" id="{C15907CE-F611-EBC5-0163-E5F1287BDC77}"/>
                </a:ext>
              </a:extLst>
            </p:cNvPr>
            <p:cNvSpPr/>
            <p:nvPr/>
          </p:nvSpPr>
          <p:spPr>
            <a:xfrm>
              <a:off x="6631850" y="4481381"/>
              <a:ext cx="246016" cy="96250"/>
            </a:xfrm>
            <a:custGeom>
              <a:avLst/>
              <a:gdLst/>
              <a:ahLst/>
              <a:cxnLst/>
              <a:rect l="l" t="t" r="r" b="b"/>
              <a:pathLst>
                <a:path w="11042" h="4320" extrusionOk="0">
                  <a:moveTo>
                    <a:pt x="6784" y="1"/>
                  </a:moveTo>
                  <a:cubicBezTo>
                    <a:pt x="6624" y="1"/>
                    <a:pt x="6455" y="38"/>
                    <a:pt x="6305" y="113"/>
                  </a:cubicBezTo>
                  <a:cubicBezTo>
                    <a:pt x="5238" y="647"/>
                    <a:pt x="3703" y="1147"/>
                    <a:pt x="1001" y="1214"/>
                  </a:cubicBezTo>
                  <a:cubicBezTo>
                    <a:pt x="401" y="1214"/>
                    <a:pt x="1" y="2515"/>
                    <a:pt x="1335" y="2748"/>
                  </a:cubicBezTo>
                  <a:cubicBezTo>
                    <a:pt x="2703" y="3015"/>
                    <a:pt x="5004" y="3349"/>
                    <a:pt x="5972" y="3516"/>
                  </a:cubicBezTo>
                  <a:cubicBezTo>
                    <a:pt x="7573" y="3816"/>
                    <a:pt x="8440" y="4049"/>
                    <a:pt x="9708" y="4316"/>
                  </a:cubicBezTo>
                  <a:cubicBezTo>
                    <a:pt x="9730" y="4319"/>
                    <a:pt x="9752" y="4320"/>
                    <a:pt x="9774" y="4320"/>
                  </a:cubicBezTo>
                  <a:cubicBezTo>
                    <a:pt x="10055" y="4320"/>
                    <a:pt x="10346" y="4127"/>
                    <a:pt x="10408" y="3849"/>
                  </a:cubicBezTo>
                  <a:lnTo>
                    <a:pt x="11009" y="1014"/>
                  </a:lnTo>
                  <a:cubicBezTo>
                    <a:pt x="11042" y="880"/>
                    <a:pt x="10975" y="747"/>
                    <a:pt x="10842" y="747"/>
                  </a:cubicBezTo>
                  <a:lnTo>
                    <a:pt x="6939" y="13"/>
                  </a:lnTo>
                  <a:cubicBezTo>
                    <a:pt x="6889" y="5"/>
                    <a:pt x="6837" y="1"/>
                    <a:pt x="67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9" name="Google Shape;3519;p113">
              <a:extLst>
                <a:ext uri="{FF2B5EF4-FFF2-40B4-BE49-F238E27FC236}">
                  <a16:creationId xmlns:a16="http://schemas.microsoft.com/office/drawing/2014/main" id="{ED53B2F6-898F-7065-7FC8-05C4A291000F}"/>
                </a:ext>
              </a:extLst>
            </p:cNvPr>
            <p:cNvSpPr/>
            <p:nvPr/>
          </p:nvSpPr>
          <p:spPr>
            <a:xfrm>
              <a:off x="6808731" y="4340460"/>
              <a:ext cx="83260" cy="97364"/>
            </a:xfrm>
            <a:custGeom>
              <a:avLst/>
              <a:gdLst/>
              <a:ahLst/>
              <a:cxnLst/>
              <a:rect l="l" t="t" r="r" b="b"/>
              <a:pathLst>
                <a:path w="3737" h="4370" extrusionOk="0">
                  <a:moveTo>
                    <a:pt x="701" y="0"/>
                  </a:moveTo>
                  <a:lnTo>
                    <a:pt x="1" y="4136"/>
                  </a:lnTo>
                  <a:lnTo>
                    <a:pt x="3036" y="4370"/>
                  </a:lnTo>
                  <a:lnTo>
                    <a:pt x="3737" y="234"/>
                  </a:lnTo>
                  <a:lnTo>
                    <a:pt x="7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0" name="Google Shape;3520;p113">
              <a:extLst>
                <a:ext uri="{FF2B5EF4-FFF2-40B4-BE49-F238E27FC236}">
                  <a16:creationId xmlns:a16="http://schemas.microsoft.com/office/drawing/2014/main" id="{255782E1-0823-0A18-BAC6-6F7F22A86D98}"/>
                </a:ext>
              </a:extLst>
            </p:cNvPr>
            <p:cNvSpPr/>
            <p:nvPr/>
          </p:nvSpPr>
          <p:spPr>
            <a:xfrm>
              <a:off x="6794606" y="2855543"/>
              <a:ext cx="393175" cy="1530257"/>
            </a:xfrm>
            <a:custGeom>
              <a:avLst/>
              <a:gdLst/>
              <a:ahLst/>
              <a:cxnLst/>
              <a:rect l="l" t="t" r="r" b="b"/>
              <a:pathLst>
                <a:path w="17647" h="68683" extrusionOk="0">
                  <a:moveTo>
                    <a:pt x="6372" y="0"/>
                  </a:moveTo>
                  <a:cubicBezTo>
                    <a:pt x="6372" y="0"/>
                    <a:pt x="3770" y="26753"/>
                    <a:pt x="2670" y="36226"/>
                  </a:cubicBezTo>
                  <a:cubicBezTo>
                    <a:pt x="1469" y="46667"/>
                    <a:pt x="1" y="68483"/>
                    <a:pt x="1" y="68483"/>
                  </a:cubicBezTo>
                  <a:lnTo>
                    <a:pt x="5071" y="68683"/>
                  </a:lnTo>
                  <a:cubicBezTo>
                    <a:pt x="5071" y="68683"/>
                    <a:pt x="8540" y="48469"/>
                    <a:pt x="10275" y="38395"/>
                  </a:cubicBezTo>
                  <a:cubicBezTo>
                    <a:pt x="12210" y="26953"/>
                    <a:pt x="17647" y="601"/>
                    <a:pt x="17647" y="601"/>
                  </a:cubicBezTo>
                  <a:lnTo>
                    <a:pt x="63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1" name="Google Shape;3521;p113">
              <a:extLst>
                <a:ext uri="{FF2B5EF4-FFF2-40B4-BE49-F238E27FC236}">
                  <a16:creationId xmlns:a16="http://schemas.microsoft.com/office/drawing/2014/main" id="{F72864CC-E30B-6BC6-8ABC-CB4D9C12A969}"/>
                </a:ext>
              </a:extLst>
            </p:cNvPr>
            <p:cNvSpPr/>
            <p:nvPr/>
          </p:nvSpPr>
          <p:spPr>
            <a:xfrm>
              <a:off x="7039864" y="3112699"/>
              <a:ext cx="85488" cy="441478"/>
            </a:xfrm>
            <a:custGeom>
              <a:avLst/>
              <a:gdLst/>
              <a:ahLst/>
              <a:cxnLst/>
              <a:rect l="l" t="t" r="r" b="b"/>
              <a:pathLst>
                <a:path w="3837" h="19815" extrusionOk="0">
                  <a:moveTo>
                    <a:pt x="2769" y="0"/>
                  </a:moveTo>
                  <a:cubicBezTo>
                    <a:pt x="301" y="3169"/>
                    <a:pt x="1" y="13677"/>
                    <a:pt x="535" y="19814"/>
                  </a:cubicBezTo>
                  <a:cubicBezTo>
                    <a:pt x="1535" y="14544"/>
                    <a:pt x="2736" y="8373"/>
                    <a:pt x="3837" y="2936"/>
                  </a:cubicBezTo>
                  <a:lnTo>
                    <a:pt x="276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2" name="Google Shape;3522;p113">
              <a:extLst>
                <a:ext uri="{FF2B5EF4-FFF2-40B4-BE49-F238E27FC236}">
                  <a16:creationId xmlns:a16="http://schemas.microsoft.com/office/drawing/2014/main" id="{EB259235-D387-228A-3640-C0AAD440384F}"/>
                </a:ext>
              </a:extLst>
            </p:cNvPr>
            <p:cNvSpPr/>
            <p:nvPr/>
          </p:nvSpPr>
          <p:spPr>
            <a:xfrm>
              <a:off x="6776046" y="4353828"/>
              <a:ext cx="145689" cy="63186"/>
            </a:xfrm>
            <a:custGeom>
              <a:avLst/>
              <a:gdLst/>
              <a:ahLst/>
              <a:cxnLst/>
              <a:rect l="l" t="t" r="r" b="b"/>
              <a:pathLst>
                <a:path w="6539" h="2836" extrusionOk="0">
                  <a:moveTo>
                    <a:pt x="267" y="1"/>
                  </a:moveTo>
                  <a:lnTo>
                    <a:pt x="0" y="2236"/>
                  </a:lnTo>
                  <a:lnTo>
                    <a:pt x="5904" y="2836"/>
                  </a:lnTo>
                  <a:lnTo>
                    <a:pt x="6538" y="768"/>
                  </a:lnTo>
                  <a:lnTo>
                    <a:pt x="2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3" name="Google Shape;3523;p113">
              <a:extLst>
                <a:ext uri="{FF2B5EF4-FFF2-40B4-BE49-F238E27FC236}">
                  <a16:creationId xmlns:a16="http://schemas.microsoft.com/office/drawing/2014/main" id="{36C7522E-DBCE-34C3-0C02-211FCC2AAE2A}"/>
                </a:ext>
              </a:extLst>
            </p:cNvPr>
            <p:cNvSpPr/>
            <p:nvPr/>
          </p:nvSpPr>
          <p:spPr>
            <a:xfrm>
              <a:off x="6751516" y="4471690"/>
              <a:ext cx="37921" cy="21144"/>
            </a:xfrm>
            <a:custGeom>
              <a:avLst/>
              <a:gdLst/>
              <a:ahLst/>
              <a:cxnLst/>
              <a:rect l="l" t="t" r="r" b="b"/>
              <a:pathLst>
                <a:path w="1702" h="949" extrusionOk="0">
                  <a:moveTo>
                    <a:pt x="317" y="123"/>
                  </a:moveTo>
                  <a:cubicBezTo>
                    <a:pt x="334" y="123"/>
                    <a:pt x="351" y="131"/>
                    <a:pt x="367" y="148"/>
                  </a:cubicBezTo>
                  <a:cubicBezTo>
                    <a:pt x="767" y="281"/>
                    <a:pt x="1101" y="515"/>
                    <a:pt x="1401" y="782"/>
                  </a:cubicBezTo>
                  <a:cubicBezTo>
                    <a:pt x="1320" y="795"/>
                    <a:pt x="1238" y="802"/>
                    <a:pt x="1157" y="802"/>
                  </a:cubicBezTo>
                  <a:cubicBezTo>
                    <a:pt x="840" y="802"/>
                    <a:pt x="533" y="701"/>
                    <a:pt x="267" y="515"/>
                  </a:cubicBezTo>
                  <a:cubicBezTo>
                    <a:pt x="200" y="415"/>
                    <a:pt x="167" y="315"/>
                    <a:pt x="200" y="215"/>
                  </a:cubicBezTo>
                  <a:cubicBezTo>
                    <a:pt x="200" y="181"/>
                    <a:pt x="234" y="148"/>
                    <a:pt x="267" y="148"/>
                  </a:cubicBezTo>
                  <a:cubicBezTo>
                    <a:pt x="284" y="131"/>
                    <a:pt x="300" y="123"/>
                    <a:pt x="317" y="123"/>
                  </a:cubicBezTo>
                  <a:close/>
                  <a:moveTo>
                    <a:pt x="324" y="0"/>
                  </a:moveTo>
                  <a:cubicBezTo>
                    <a:pt x="291" y="0"/>
                    <a:pt x="261" y="5"/>
                    <a:pt x="234" y="14"/>
                  </a:cubicBezTo>
                  <a:cubicBezTo>
                    <a:pt x="134" y="14"/>
                    <a:pt x="67" y="114"/>
                    <a:pt x="67" y="181"/>
                  </a:cubicBezTo>
                  <a:cubicBezTo>
                    <a:pt x="0" y="348"/>
                    <a:pt x="34" y="481"/>
                    <a:pt x="134" y="615"/>
                  </a:cubicBezTo>
                  <a:cubicBezTo>
                    <a:pt x="300" y="748"/>
                    <a:pt x="501" y="848"/>
                    <a:pt x="734" y="882"/>
                  </a:cubicBezTo>
                  <a:cubicBezTo>
                    <a:pt x="1001" y="948"/>
                    <a:pt x="1301" y="948"/>
                    <a:pt x="1601" y="948"/>
                  </a:cubicBezTo>
                  <a:cubicBezTo>
                    <a:pt x="1668" y="948"/>
                    <a:pt x="1701" y="848"/>
                    <a:pt x="1635" y="815"/>
                  </a:cubicBezTo>
                  <a:cubicBezTo>
                    <a:pt x="1542" y="722"/>
                    <a:pt x="734" y="0"/>
                    <a:pt x="3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4" name="Google Shape;3524;p113">
              <a:extLst>
                <a:ext uri="{FF2B5EF4-FFF2-40B4-BE49-F238E27FC236}">
                  <a16:creationId xmlns:a16="http://schemas.microsoft.com/office/drawing/2014/main" id="{2BA1AB04-9A2D-7D20-A04C-21D5885CBEE4}"/>
                </a:ext>
              </a:extLst>
            </p:cNvPr>
            <p:cNvSpPr/>
            <p:nvPr/>
          </p:nvSpPr>
          <p:spPr>
            <a:xfrm>
              <a:off x="6767870" y="4457141"/>
              <a:ext cx="23060" cy="35693"/>
            </a:xfrm>
            <a:custGeom>
              <a:avLst/>
              <a:gdLst/>
              <a:ahLst/>
              <a:cxnLst/>
              <a:rect l="l" t="t" r="r" b="b"/>
              <a:pathLst>
                <a:path w="1035" h="1602" extrusionOk="0">
                  <a:moveTo>
                    <a:pt x="434" y="167"/>
                  </a:moveTo>
                  <a:cubicBezTo>
                    <a:pt x="500" y="167"/>
                    <a:pt x="534" y="200"/>
                    <a:pt x="601" y="267"/>
                  </a:cubicBezTo>
                  <a:cubicBezTo>
                    <a:pt x="767" y="601"/>
                    <a:pt x="834" y="968"/>
                    <a:pt x="767" y="1335"/>
                  </a:cubicBezTo>
                  <a:cubicBezTo>
                    <a:pt x="500" y="1034"/>
                    <a:pt x="167" y="401"/>
                    <a:pt x="267" y="200"/>
                  </a:cubicBezTo>
                  <a:cubicBezTo>
                    <a:pt x="267" y="200"/>
                    <a:pt x="300" y="167"/>
                    <a:pt x="400" y="167"/>
                  </a:cubicBezTo>
                  <a:close/>
                  <a:moveTo>
                    <a:pt x="400" y="0"/>
                  </a:moveTo>
                  <a:cubicBezTo>
                    <a:pt x="300" y="0"/>
                    <a:pt x="167" y="67"/>
                    <a:pt x="134" y="167"/>
                  </a:cubicBezTo>
                  <a:cubicBezTo>
                    <a:pt x="0" y="501"/>
                    <a:pt x="500" y="1335"/>
                    <a:pt x="801" y="1568"/>
                  </a:cubicBezTo>
                  <a:lnTo>
                    <a:pt x="834" y="1568"/>
                  </a:lnTo>
                  <a:lnTo>
                    <a:pt x="867" y="1601"/>
                  </a:lnTo>
                  <a:cubicBezTo>
                    <a:pt x="901" y="1568"/>
                    <a:pt x="934" y="1535"/>
                    <a:pt x="934" y="1535"/>
                  </a:cubicBezTo>
                  <a:cubicBezTo>
                    <a:pt x="934" y="1501"/>
                    <a:pt x="1034" y="534"/>
                    <a:pt x="701" y="167"/>
                  </a:cubicBezTo>
                  <a:cubicBezTo>
                    <a:pt x="634" y="67"/>
                    <a:pt x="534" y="34"/>
                    <a:pt x="4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5" name="Google Shape;3525;p113">
              <a:extLst>
                <a:ext uri="{FF2B5EF4-FFF2-40B4-BE49-F238E27FC236}">
                  <a16:creationId xmlns:a16="http://schemas.microsoft.com/office/drawing/2014/main" id="{152FA68A-0676-ACE2-1B12-99199D4C1631}"/>
                </a:ext>
              </a:extLst>
            </p:cNvPr>
            <p:cNvSpPr/>
            <p:nvPr/>
          </p:nvSpPr>
          <p:spPr>
            <a:xfrm>
              <a:off x="7251680" y="4347880"/>
              <a:ext cx="86246" cy="168726"/>
            </a:xfrm>
            <a:custGeom>
              <a:avLst/>
              <a:gdLst/>
              <a:ahLst/>
              <a:cxnLst/>
              <a:rect l="l" t="t" r="r" b="b"/>
              <a:pathLst>
                <a:path w="3871" h="7573" extrusionOk="0">
                  <a:moveTo>
                    <a:pt x="1" y="1"/>
                  </a:moveTo>
                  <a:lnTo>
                    <a:pt x="634" y="7573"/>
                  </a:lnTo>
                  <a:lnTo>
                    <a:pt x="3870" y="7573"/>
                  </a:lnTo>
                  <a:lnTo>
                    <a:pt x="3270" y="1"/>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6" name="Google Shape;3526;p113">
              <a:extLst>
                <a:ext uri="{FF2B5EF4-FFF2-40B4-BE49-F238E27FC236}">
                  <a16:creationId xmlns:a16="http://schemas.microsoft.com/office/drawing/2014/main" id="{962E9D65-DC9F-D22A-9ADE-E1C408EE7B1A}"/>
                </a:ext>
              </a:extLst>
            </p:cNvPr>
            <p:cNvSpPr/>
            <p:nvPr/>
          </p:nvSpPr>
          <p:spPr>
            <a:xfrm>
              <a:off x="7127558" y="4498002"/>
              <a:ext cx="239332" cy="82525"/>
            </a:xfrm>
            <a:custGeom>
              <a:avLst/>
              <a:gdLst/>
              <a:ahLst/>
              <a:cxnLst/>
              <a:rect l="l" t="t" r="r" b="b"/>
              <a:pathLst>
                <a:path w="10742" h="3704" extrusionOk="0">
                  <a:moveTo>
                    <a:pt x="5772" y="1"/>
                  </a:moveTo>
                  <a:cubicBezTo>
                    <a:pt x="5572" y="1"/>
                    <a:pt x="5405" y="68"/>
                    <a:pt x="5238" y="201"/>
                  </a:cubicBezTo>
                  <a:cubicBezTo>
                    <a:pt x="4437" y="935"/>
                    <a:pt x="3070" y="1702"/>
                    <a:pt x="568" y="2236"/>
                  </a:cubicBezTo>
                  <a:cubicBezTo>
                    <a:pt x="1" y="2369"/>
                    <a:pt x="168" y="3704"/>
                    <a:pt x="1535" y="3704"/>
                  </a:cubicBezTo>
                  <a:cubicBezTo>
                    <a:pt x="2903" y="3704"/>
                    <a:pt x="5371" y="3604"/>
                    <a:pt x="6372" y="3604"/>
                  </a:cubicBezTo>
                  <a:cubicBezTo>
                    <a:pt x="7973" y="3604"/>
                    <a:pt x="8907" y="3704"/>
                    <a:pt x="10208" y="3704"/>
                  </a:cubicBezTo>
                  <a:cubicBezTo>
                    <a:pt x="10508" y="3704"/>
                    <a:pt x="10742" y="3437"/>
                    <a:pt x="10675" y="3137"/>
                  </a:cubicBezTo>
                  <a:lnTo>
                    <a:pt x="10041" y="201"/>
                  </a:lnTo>
                  <a:cubicBezTo>
                    <a:pt x="10008" y="68"/>
                    <a:pt x="9875" y="1"/>
                    <a:pt x="97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7" name="Google Shape;3527;p113">
              <a:extLst>
                <a:ext uri="{FF2B5EF4-FFF2-40B4-BE49-F238E27FC236}">
                  <a16:creationId xmlns:a16="http://schemas.microsoft.com/office/drawing/2014/main" id="{2F2E477E-DD96-93F8-E965-EFAF8D305C06}"/>
                </a:ext>
              </a:extLst>
            </p:cNvPr>
            <p:cNvSpPr/>
            <p:nvPr/>
          </p:nvSpPr>
          <p:spPr>
            <a:xfrm>
              <a:off x="7251680" y="4347880"/>
              <a:ext cx="79540" cy="86981"/>
            </a:xfrm>
            <a:custGeom>
              <a:avLst/>
              <a:gdLst/>
              <a:ahLst/>
              <a:cxnLst/>
              <a:rect l="l" t="t" r="r" b="b"/>
              <a:pathLst>
                <a:path w="3570" h="3904" extrusionOk="0">
                  <a:moveTo>
                    <a:pt x="1" y="1"/>
                  </a:moveTo>
                  <a:lnTo>
                    <a:pt x="334" y="3904"/>
                  </a:lnTo>
                  <a:lnTo>
                    <a:pt x="3570" y="3904"/>
                  </a:lnTo>
                  <a:lnTo>
                    <a:pt x="327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8" name="Google Shape;3528;p113">
              <a:extLst>
                <a:ext uri="{FF2B5EF4-FFF2-40B4-BE49-F238E27FC236}">
                  <a16:creationId xmlns:a16="http://schemas.microsoft.com/office/drawing/2014/main" id="{E8CDDA78-5DF3-71D8-E1C2-902B0C1D478A}"/>
                </a:ext>
              </a:extLst>
            </p:cNvPr>
            <p:cNvSpPr/>
            <p:nvPr/>
          </p:nvSpPr>
          <p:spPr>
            <a:xfrm>
              <a:off x="7074064" y="2862227"/>
              <a:ext cx="274267" cy="1523573"/>
            </a:xfrm>
            <a:custGeom>
              <a:avLst/>
              <a:gdLst/>
              <a:ahLst/>
              <a:cxnLst/>
              <a:rect l="l" t="t" r="r" b="b"/>
              <a:pathLst>
                <a:path w="12310" h="68383" extrusionOk="0">
                  <a:moveTo>
                    <a:pt x="0" y="1"/>
                  </a:moveTo>
                  <a:lnTo>
                    <a:pt x="0" y="1"/>
                  </a:lnTo>
                  <a:cubicBezTo>
                    <a:pt x="0" y="1"/>
                    <a:pt x="2202" y="27921"/>
                    <a:pt x="3336" y="37394"/>
                  </a:cubicBezTo>
                  <a:cubicBezTo>
                    <a:pt x="4604" y="47802"/>
                    <a:pt x="7239" y="68183"/>
                    <a:pt x="7239" y="68183"/>
                  </a:cubicBezTo>
                  <a:lnTo>
                    <a:pt x="12309" y="68383"/>
                  </a:lnTo>
                  <a:cubicBezTo>
                    <a:pt x="12309" y="68383"/>
                    <a:pt x="11942" y="47902"/>
                    <a:pt x="11242" y="37728"/>
                  </a:cubicBezTo>
                  <a:cubicBezTo>
                    <a:pt x="10441" y="26119"/>
                    <a:pt x="11242" y="601"/>
                    <a:pt x="11242" y="601"/>
                  </a:cubicBez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9" name="Google Shape;3529;p113">
              <a:extLst>
                <a:ext uri="{FF2B5EF4-FFF2-40B4-BE49-F238E27FC236}">
                  <a16:creationId xmlns:a16="http://schemas.microsoft.com/office/drawing/2014/main" id="{A5CF90F0-9661-42FE-E0D2-26E1B3166E95}"/>
                </a:ext>
              </a:extLst>
            </p:cNvPr>
            <p:cNvSpPr/>
            <p:nvPr/>
          </p:nvSpPr>
          <p:spPr>
            <a:xfrm>
              <a:off x="7215274" y="4361270"/>
              <a:ext cx="141211" cy="49818"/>
            </a:xfrm>
            <a:custGeom>
              <a:avLst/>
              <a:gdLst/>
              <a:ahLst/>
              <a:cxnLst/>
              <a:rect l="l" t="t" r="r" b="b"/>
              <a:pathLst>
                <a:path w="6338" h="2236" extrusionOk="0">
                  <a:moveTo>
                    <a:pt x="0" y="0"/>
                  </a:moveTo>
                  <a:lnTo>
                    <a:pt x="634" y="2235"/>
                  </a:lnTo>
                  <a:lnTo>
                    <a:pt x="6338" y="2235"/>
                  </a:lnTo>
                  <a:lnTo>
                    <a:pt x="6338" y="134"/>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0" name="Google Shape;3530;p113">
              <a:extLst>
                <a:ext uri="{FF2B5EF4-FFF2-40B4-BE49-F238E27FC236}">
                  <a16:creationId xmlns:a16="http://schemas.microsoft.com/office/drawing/2014/main" id="{F7DB3D13-A1C8-8D3A-B2C4-B3F7E05C1A19}"/>
                </a:ext>
              </a:extLst>
            </p:cNvPr>
            <p:cNvSpPr/>
            <p:nvPr/>
          </p:nvSpPr>
          <p:spPr>
            <a:xfrm>
              <a:off x="7214517" y="4491987"/>
              <a:ext cx="37921" cy="18671"/>
            </a:xfrm>
            <a:custGeom>
              <a:avLst/>
              <a:gdLst/>
              <a:ahLst/>
              <a:cxnLst/>
              <a:rect l="l" t="t" r="r" b="b"/>
              <a:pathLst>
                <a:path w="1702" h="838" extrusionOk="0">
                  <a:moveTo>
                    <a:pt x="251" y="146"/>
                  </a:moveTo>
                  <a:cubicBezTo>
                    <a:pt x="268" y="146"/>
                    <a:pt x="284" y="154"/>
                    <a:pt x="301" y="171"/>
                  </a:cubicBezTo>
                  <a:cubicBezTo>
                    <a:pt x="701" y="238"/>
                    <a:pt x="1068" y="371"/>
                    <a:pt x="1435" y="604"/>
                  </a:cubicBezTo>
                  <a:cubicBezTo>
                    <a:pt x="1260" y="648"/>
                    <a:pt x="1086" y="673"/>
                    <a:pt x="914" y="673"/>
                  </a:cubicBezTo>
                  <a:cubicBezTo>
                    <a:pt x="692" y="673"/>
                    <a:pt x="474" y="632"/>
                    <a:pt x="268" y="538"/>
                  </a:cubicBezTo>
                  <a:cubicBezTo>
                    <a:pt x="168" y="471"/>
                    <a:pt x="134" y="371"/>
                    <a:pt x="168" y="238"/>
                  </a:cubicBezTo>
                  <a:cubicBezTo>
                    <a:pt x="168" y="204"/>
                    <a:pt x="168" y="171"/>
                    <a:pt x="201" y="171"/>
                  </a:cubicBezTo>
                  <a:cubicBezTo>
                    <a:pt x="218" y="154"/>
                    <a:pt x="234" y="146"/>
                    <a:pt x="251" y="146"/>
                  </a:cubicBezTo>
                  <a:close/>
                  <a:moveTo>
                    <a:pt x="309" y="0"/>
                  </a:moveTo>
                  <a:cubicBezTo>
                    <a:pt x="241" y="0"/>
                    <a:pt x="182" y="11"/>
                    <a:pt x="134" y="37"/>
                  </a:cubicBezTo>
                  <a:cubicBezTo>
                    <a:pt x="67" y="71"/>
                    <a:pt x="1" y="171"/>
                    <a:pt x="1" y="238"/>
                  </a:cubicBezTo>
                  <a:cubicBezTo>
                    <a:pt x="1" y="404"/>
                    <a:pt x="34" y="571"/>
                    <a:pt x="168" y="671"/>
                  </a:cubicBezTo>
                  <a:cubicBezTo>
                    <a:pt x="334" y="805"/>
                    <a:pt x="568" y="838"/>
                    <a:pt x="801" y="838"/>
                  </a:cubicBezTo>
                  <a:cubicBezTo>
                    <a:pt x="1068" y="838"/>
                    <a:pt x="1368" y="771"/>
                    <a:pt x="1635" y="705"/>
                  </a:cubicBezTo>
                  <a:cubicBezTo>
                    <a:pt x="1669" y="705"/>
                    <a:pt x="1702" y="671"/>
                    <a:pt x="1702" y="638"/>
                  </a:cubicBezTo>
                  <a:cubicBezTo>
                    <a:pt x="1702" y="604"/>
                    <a:pt x="1702" y="571"/>
                    <a:pt x="1669" y="571"/>
                  </a:cubicBezTo>
                  <a:cubicBezTo>
                    <a:pt x="1582" y="513"/>
                    <a:pt x="762" y="0"/>
                    <a:pt x="3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1" name="Google Shape;3531;p113">
              <a:extLst>
                <a:ext uri="{FF2B5EF4-FFF2-40B4-BE49-F238E27FC236}">
                  <a16:creationId xmlns:a16="http://schemas.microsoft.com/office/drawing/2014/main" id="{7FE45BD9-461E-E002-630D-D962C1B46830}"/>
                </a:ext>
              </a:extLst>
            </p:cNvPr>
            <p:cNvSpPr/>
            <p:nvPr/>
          </p:nvSpPr>
          <p:spPr>
            <a:xfrm>
              <a:off x="7227907" y="4475433"/>
              <a:ext cx="24530" cy="32997"/>
            </a:xfrm>
            <a:custGeom>
              <a:avLst/>
              <a:gdLst/>
              <a:ahLst/>
              <a:cxnLst/>
              <a:rect l="l" t="t" r="r" b="b"/>
              <a:pathLst>
                <a:path w="1101" h="1481" extrusionOk="0">
                  <a:moveTo>
                    <a:pt x="367" y="147"/>
                  </a:moveTo>
                  <a:cubicBezTo>
                    <a:pt x="434" y="147"/>
                    <a:pt x="501" y="147"/>
                    <a:pt x="534" y="213"/>
                  </a:cubicBezTo>
                  <a:cubicBezTo>
                    <a:pt x="767" y="514"/>
                    <a:pt x="901" y="847"/>
                    <a:pt x="934" y="1214"/>
                  </a:cubicBezTo>
                  <a:cubicBezTo>
                    <a:pt x="601" y="981"/>
                    <a:pt x="167" y="447"/>
                    <a:pt x="234" y="213"/>
                  </a:cubicBezTo>
                  <a:cubicBezTo>
                    <a:pt x="234" y="213"/>
                    <a:pt x="234" y="147"/>
                    <a:pt x="334" y="147"/>
                  </a:cubicBezTo>
                  <a:close/>
                  <a:moveTo>
                    <a:pt x="414" y="1"/>
                  </a:moveTo>
                  <a:cubicBezTo>
                    <a:pt x="386" y="1"/>
                    <a:pt x="359" y="5"/>
                    <a:pt x="334" y="13"/>
                  </a:cubicBezTo>
                  <a:cubicBezTo>
                    <a:pt x="200" y="13"/>
                    <a:pt x="100" y="80"/>
                    <a:pt x="67" y="213"/>
                  </a:cubicBezTo>
                  <a:cubicBezTo>
                    <a:pt x="0" y="547"/>
                    <a:pt x="667" y="1281"/>
                    <a:pt x="1001" y="1448"/>
                  </a:cubicBezTo>
                  <a:lnTo>
                    <a:pt x="1034" y="1448"/>
                  </a:lnTo>
                  <a:cubicBezTo>
                    <a:pt x="1034" y="1481"/>
                    <a:pt x="1068" y="1481"/>
                    <a:pt x="1068" y="1481"/>
                  </a:cubicBezTo>
                  <a:cubicBezTo>
                    <a:pt x="1101" y="1448"/>
                    <a:pt x="1101" y="1414"/>
                    <a:pt x="1101" y="1414"/>
                  </a:cubicBezTo>
                  <a:cubicBezTo>
                    <a:pt x="1101" y="1347"/>
                    <a:pt x="1034" y="413"/>
                    <a:pt x="634" y="113"/>
                  </a:cubicBezTo>
                  <a:cubicBezTo>
                    <a:pt x="584" y="38"/>
                    <a:pt x="496" y="1"/>
                    <a:pt x="4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2" name="Google Shape;3532;p113">
              <a:extLst>
                <a:ext uri="{FF2B5EF4-FFF2-40B4-BE49-F238E27FC236}">
                  <a16:creationId xmlns:a16="http://schemas.microsoft.com/office/drawing/2014/main" id="{20F9869E-B2E7-E3E2-6343-B9F71E5B1308}"/>
                </a:ext>
              </a:extLst>
            </p:cNvPr>
            <p:cNvSpPr/>
            <p:nvPr/>
          </p:nvSpPr>
          <p:spPr>
            <a:xfrm>
              <a:off x="7144669" y="2206727"/>
              <a:ext cx="276495" cy="1356362"/>
            </a:xfrm>
            <a:custGeom>
              <a:avLst/>
              <a:gdLst/>
              <a:ahLst/>
              <a:cxnLst/>
              <a:rect l="l" t="t" r="r" b="b"/>
              <a:pathLst>
                <a:path w="12410" h="60878" extrusionOk="0">
                  <a:moveTo>
                    <a:pt x="5804" y="1"/>
                  </a:moveTo>
                  <a:cubicBezTo>
                    <a:pt x="5804" y="1"/>
                    <a:pt x="3069" y="7773"/>
                    <a:pt x="2068" y="19114"/>
                  </a:cubicBezTo>
                  <a:cubicBezTo>
                    <a:pt x="1034" y="30456"/>
                    <a:pt x="0" y="54039"/>
                    <a:pt x="867" y="60878"/>
                  </a:cubicBezTo>
                  <a:cubicBezTo>
                    <a:pt x="7105" y="59944"/>
                    <a:pt x="10674" y="57842"/>
                    <a:pt x="10674" y="57842"/>
                  </a:cubicBezTo>
                  <a:cubicBezTo>
                    <a:pt x="10674" y="57842"/>
                    <a:pt x="8506" y="29288"/>
                    <a:pt x="9440" y="21649"/>
                  </a:cubicBezTo>
                  <a:cubicBezTo>
                    <a:pt x="10241" y="14878"/>
                    <a:pt x="11575" y="7539"/>
                    <a:pt x="12176" y="4170"/>
                  </a:cubicBezTo>
                  <a:cubicBezTo>
                    <a:pt x="12409" y="2936"/>
                    <a:pt x="11675" y="1735"/>
                    <a:pt x="10474" y="1402"/>
                  </a:cubicBezTo>
                  <a:lnTo>
                    <a:pt x="5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3" name="Google Shape;3533;p113">
              <a:extLst>
                <a:ext uri="{FF2B5EF4-FFF2-40B4-BE49-F238E27FC236}">
                  <a16:creationId xmlns:a16="http://schemas.microsoft.com/office/drawing/2014/main" id="{FEF71BD2-9041-0546-CF3F-0F4E3144BCB0}"/>
                </a:ext>
              </a:extLst>
            </p:cNvPr>
            <p:cNvSpPr/>
            <p:nvPr/>
          </p:nvSpPr>
          <p:spPr>
            <a:xfrm>
              <a:off x="7250187" y="2394770"/>
              <a:ext cx="85488" cy="29744"/>
            </a:xfrm>
            <a:custGeom>
              <a:avLst/>
              <a:gdLst/>
              <a:ahLst/>
              <a:cxnLst/>
              <a:rect l="l" t="t" r="r" b="b"/>
              <a:pathLst>
                <a:path w="3837" h="1335" extrusionOk="0">
                  <a:moveTo>
                    <a:pt x="68" y="0"/>
                  </a:moveTo>
                  <a:lnTo>
                    <a:pt x="1" y="567"/>
                  </a:lnTo>
                  <a:lnTo>
                    <a:pt x="3770" y="1334"/>
                  </a:lnTo>
                  <a:lnTo>
                    <a:pt x="3837" y="767"/>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4" name="Google Shape;3534;p113">
              <a:extLst>
                <a:ext uri="{FF2B5EF4-FFF2-40B4-BE49-F238E27FC236}">
                  <a16:creationId xmlns:a16="http://schemas.microsoft.com/office/drawing/2014/main" id="{2358DAAC-067C-EF3B-887C-F5333C96A5F3}"/>
                </a:ext>
              </a:extLst>
            </p:cNvPr>
            <p:cNvSpPr/>
            <p:nvPr/>
          </p:nvSpPr>
          <p:spPr>
            <a:xfrm>
              <a:off x="6820629" y="2201536"/>
              <a:ext cx="311430" cy="1348920"/>
            </a:xfrm>
            <a:custGeom>
              <a:avLst/>
              <a:gdLst/>
              <a:ahLst/>
              <a:cxnLst/>
              <a:rect l="l" t="t" r="r" b="b"/>
              <a:pathLst>
                <a:path w="13978" h="60544" extrusionOk="0">
                  <a:moveTo>
                    <a:pt x="13977" y="0"/>
                  </a:moveTo>
                  <a:lnTo>
                    <a:pt x="8773" y="500"/>
                  </a:lnTo>
                  <a:cubicBezTo>
                    <a:pt x="7639" y="634"/>
                    <a:pt x="6705" y="1468"/>
                    <a:pt x="6472" y="2569"/>
                  </a:cubicBezTo>
                  <a:cubicBezTo>
                    <a:pt x="5771" y="5938"/>
                    <a:pt x="4270" y="13376"/>
                    <a:pt x="3436" y="20415"/>
                  </a:cubicBezTo>
                  <a:cubicBezTo>
                    <a:pt x="2502" y="28087"/>
                    <a:pt x="0" y="57875"/>
                    <a:pt x="0" y="57875"/>
                  </a:cubicBezTo>
                  <a:cubicBezTo>
                    <a:pt x="0" y="57875"/>
                    <a:pt x="1969" y="60277"/>
                    <a:pt x="6205" y="60543"/>
                  </a:cubicBezTo>
                  <a:cubicBezTo>
                    <a:pt x="7472" y="53739"/>
                    <a:pt x="8640" y="33891"/>
                    <a:pt x="9941" y="22583"/>
                  </a:cubicBezTo>
                  <a:cubicBezTo>
                    <a:pt x="10875" y="14978"/>
                    <a:pt x="12209" y="7439"/>
                    <a:pt x="139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5" name="Google Shape;3535;p113">
              <a:extLst>
                <a:ext uri="{FF2B5EF4-FFF2-40B4-BE49-F238E27FC236}">
                  <a16:creationId xmlns:a16="http://schemas.microsoft.com/office/drawing/2014/main" id="{057FD126-E404-1E0A-F9D4-6B5126769408}"/>
                </a:ext>
              </a:extLst>
            </p:cNvPr>
            <p:cNvSpPr/>
            <p:nvPr/>
          </p:nvSpPr>
          <p:spPr>
            <a:xfrm>
              <a:off x="7085939" y="2272876"/>
              <a:ext cx="92930" cy="477906"/>
            </a:xfrm>
            <a:custGeom>
              <a:avLst/>
              <a:gdLst/>
              <a:ahLst/>
              <a:cxnLst/>
              <a:rect l="l" t="t" r="r" b="b"/>
              <a:pathLst>
                <a:path w="4171" h="21450" extrusionOk="0">
                  <a:moveTo>
                    <a:pt x="3870" y="0"/>
                  </a:moveTo>
                  <a:lnTo>
                    <a:pt x="3370" y="634"/>
                  </a:lnTo>
                  <a:lnTo>
                    <a:pt x="1" y="15912"/>
                  </a:lnTo>
                  <a:cubicBezTo>
                    <a:pt x="268" y="17780"/>
                    <a:pt x="668" y="19648"/>
                    <a:pt x="1168" y="21449"/>
                  </a:cubicBezTo>
                  <a:cubicBezTo>
                    <a:pt x="2503" y="18180"/>
                    <a:pt x="3437" y="16279"/>
                    <a:pt x="3437" y="16279"/>
                  </a:cubicBezTo>
                  <a:lnTo>
                    <a:pt x="4171" y="434"/>
                  </a:lnTo>
                  <a:lnTo>
                    <a:pt x="38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3" name="Rechteck 2">
            <a:extLst>
              <a:ext uri="{FF2B5EF4-FFF2-40B4-BE49-F238E27FC236}">
                <a16:creationId xmlns:a16="http://schemas.microsoft.com/office/drawing/2014/main" id="{C844ED60-8733-AC7D-8D56-2D9BDD5161A2}"/>
              </a:ext>
            </a:extLst>
          </p:cNvPr>
          <p:cNvSpPr/>
          <p:nvPr/>
        </p:nvSpPr>
        <p:spPr>
          <a:xfrm>
            <a:off x="4546649" y="2036793"/>
            <a:ext cx="1475009" cy="177692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2" name="Diagramm 1">
            <a:extLst>
              <a:ext uri="{FF2B5EF4-FFF2-40B4-BE49-F238E27FC236}">
                <a16:creationId xmlns:a16="http://schemas.microsoft.com/office/drawing/2014/main" id="{3D859CA2-7A30-A35F-89EF-CF894E8E6B06}"/>
              </a:ext>
            </a:extLst>
          </p:cNvPr>
          <p:cNvGraphicFramePr/>
          <p:nvPr/>
        </p:nvGraphicFramePr>
        <p:xfrm>
          <a:off x="4591454" y="2104137"/>
          <a:ext cx="1385398" cy="1707934"/>
        </p:xfrm>
        <a:graphic>
          <a:graphicData uri="http://schemas.openxmlformats.org/drawingml/2006/chart">
            <c:chart xmlns:c="http://schemas.openxmlformats.org/drawingml/2006/chart" xmlns:r="http://schemas.openxmlformats.org/officeDocument/2006/relationships" r:id="rId3"/>
          </a:graphicData>
        </a:graphic>
      </p:graphicFrame>
      <p:sp>
        <p:nvSpPr>
          <p:cNvPr id="3539" name="Google Shape;3539;p113">
            <a:extLst>
              <a:ext uri="{FF2B5EF4-FFF2-40B4-BE49-F238E27FC236}">
                <a16:creationId xmlns:a16="http://schemas.microsoft.com/office/drawing/2014/main" id="{F782BFC1-87C9-545E-5752-F943E06725CC}"/>
              </a:ext>
            </a:extLst>
          </p:cNvPr>
          <p:cNvSpPr/>
          <p:nvPr/>
        </p:nvSpPr>
        <p:spPr>
          <a:xfrm>
            <a:off x="4504314" y="2928823"/>
            <a:ext cx="225900" cy="22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cxnSp>
        <p:nvCxnSpPr>
          <p:cNvPr id="3408" name="Google Shape;3408;p113">
            <a:extLst>
              <a:ext uri="{FF2B5EF4-FFF2-40B4-BE49-F238E27FC236}">
                <a16:creationId xmlns:a16="http://schemas.microsoft.com/office/drawing/2014/main" id="{6A856AB7-30F3-F6DE-A275-8D41A125EE88}"/>
              </a:ext>
            </a:extLst>
          </p:cNvPr>
          <p:cNvCxnSpPr/>
          <p:nvPr/>
        </p:nvCxnSpPr>
        <p:spPr>
          <a:xfrm rot="10800000">
            <a:off x="1284776" y="3041773"/>
            <a:ext cx="3219300" cy="0"/>
          </a:xfrm>
          <a:prstGeom prst="straightConnector1">
            <a:avLst/>
          </a:prstGeom>
          <a:noFill/>
          <a:ln w="38100" cap="flat" cmpd="sng">
            <a:solidFill>
              <a:schemeClr val="dk1"/>
            </a:solidFill>
            <a:prstDash val="solid"/>
            <a:round/>
            <a:headEnd type="none" w="med" len="med"/>
            <a:tailEnd type="none" w="med" len="med"/>
          </a:ln>
        </p:spPr>
      </p:cxnSp>
      <p:cxnSp>
        <p:nvCxnSpPr>
          <p:cNvPr id="3536" name="Google Shape;3536;p113">
            <a:extLst>
              <a:ext uri="{FF2B5EF4-FFF2-40B4-BE49-F238E27FC236}">
                <a16:creationId xmlns:a16="http://schemas.microsoft.com/office/drawing/2014/main" id="{250E3D02-AD87-C88A-0F15-544F56AEDC63}"/>
              </a:ext>
            </a:extLst>
          </p:cNvPr>
          <p:cNvCxnSpPr/>
          <p:nvPr/>
        </p:nvCxnSpPr>
        <p:spPr>
          <a:xfrm rot="10800000">
            <a:off x="1104338" y="4052225"/>
            <a:ext cx="4992300" cy="0"/>
          </a:xfrm>
          <a:prstGeom prst="straightConnector1">
            <a:avLst/>
          </a:prstGeom>
          <a:noFill/>
          <a:ln w="38100" cap="flat" cmpd="sng">
            <a:solidFill>
              <a:schemeClr val="dk1"/>
            </a:solidFill>
            <a:prstDash val="solid"/>
            <a:round/>
            <a:headEnd type="none" w="med" len="med"/>
            <a:tailEnd type="none" w="med" len="med"/>
          </a:ln>
        </p:spPr>
      </p:cxnSp>
      <p:cxnSp>
        <p:nvCxnSpPr>
          <p:cNvPr id="3537" name="Google Shape;3537;p113">
            <a:extLst>
              <a:ext uri="{FF2B5EF4-FFF2-40B4-BE49-F238E27FC236}">
                <a16:creationId xmlns:a16="http://schemas.microsoft.com/office/drawing/2014/main" id="{D77A8CAF-08CD-30F7-FB00-E1E4B617A99F}"/>
              </a:ext>
            </a:extLst>
          </p:cNvPr>
          <p:cNvCxnSpPr>
            <a:cxnSpLocks/>
          </p:cNvCxnSpPr>
          <p:nvPr/>
        </p:nvCxnSpPr>
        <p:spPr>
          <a:xfrm flipH="1">
            <a:off x="573437" y="2036794"/>
            <a:ext cx="3851226" cy="10637"/>
          </a:xfrm>
          <a:prstGeom prst="straightConnector1">
            <a:avLst/>
          </a:prstGeom>
          <a:noFill/>
          <a:ln w="38100" cap="flat" cmpd="sng">
            <a:solidFill>
              <a:schemeClr val="dk1"/>
            </a:solidFill>
            <a:prstDash val="solid"/>
            <a:round/>
            <a:headEnd type="none" w="med" len="med"/>
            <a:tailEnd type="none" w="med" len="med"/>
          </a:ln>
        </p:spPr>
      </p:cxnSp>
      <p:sp>
        <p:nvSpPr>
          <p:cNvPr id="3538" name="Google Shape;3538;p113">
            <a:extLst>
              <a:ext uri="{FF2B5EF4-FFF2-40B4-BE49-F238E27FC236}">
                <a16:creationId xmlns:a16="http://schemas.microsoft.com/office/drawing/2014/main" id="{DDA56CE2-A049-2F3A-951D-812846FB113B}"/>
              </a:ext>
            </a:extLst>
          </p:cNvPr>
          <p:cNvSpPr/>
          <p:nvPr/>
        </p:nvSpPr>
        <p:spPr>
          <a:xfrm>
            <a:off x="4342776" y="1911688"/>
            <a:ext cx="225900" cy="22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40" name="Google Shape;3540;p113">
            <a:extLst>
              <a:ext uri="{FF2B5EF4-FFF2-40B4-BE49-F238E27FC236}">
                <a16:creationId xmlns:a16="http://schemas.microsoft.com/office/drawing/2014/main" id="{2860578F-553A-0B04-715C-A2524D4431ED}"/>
              </a:ext>
            </a:extLst>
          </p:cNvPr>
          <p:cNvSpPr/>
          <p:nvPr/>
        </p:nvSpPr>
        <p:spPr>
          <a:xfrm>
            <a:off x="5974156" y="3939275"/>
            <a:ext cx="225900" cy="22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8" name="Google Shape;1721;p80">
            <a:extLst>
              <a:ext uri="{FF2B5EF4-FFF2-40B4-BE49-F238E27FC236}">
                <a16:creationId xmlns:a16="http://schemas.microsoft.com/office/drawing/2014/main" id="{275EF8C1-77DB-C810-BDAF-34B5EDED23CF}"/>
              </a:ext>
            </a:extLst>
          </p:cNvPr>
          <p:cNvGrpSpPr/>
          <p:nvPr/>
        </p:nvGrpSpPr>
        <p:grpSpPr>
          <a:xfrm rot="1873678" flipH="1">
            <a:off x="5871677" y="1939250"/>
            <a:ext cx="255906" cy="870828"/>
            <a:chOff x="3167700" y="238125"/>
            <a:chExt cx="1230625" cy="5172775"/>
          </a:xfrm>
        </p:grpSpPr>
        <p:sp>
          <p:nvSpPr>
            <p:cNvPr id="9" name="Google Shape;1722;p80">
              <a:extLst>
                <a:ext uri="{FF2B5EF4-FFF2-40B4-BE49-F238E27FC236}">
                  <a16:creationId xmlns:a16="http://schemas.microsoft.com/office/drawing/2014/main" id="{A9680703-32A3-032B-C741-B97E3E956FD4}"/>
                </a:ext>
              </a:extLst>
            </p:cNvPr>
            <p:cNvSpPr/>
            <p:nvPr/>
          </p:nvSpPr>
          <p:spPr>
            <a:xfrm>
              <a:off x="3310100" y="3874000"/>
              <a:ext cx="993900" cy="1536900"/>
            </a:xfrm>
            <a:custGeom>
              <a:avLst/>
              <a:gdLst/>
              <a:ahLst/>
              <a:cxnLst/>
              <a:rect l="l" t="t" r="r" b="b"/>
              <a:pathLst>
                <a:path w="39756" h="61476" extrusionOk="0">
                  <a:moveTo>
                    <a:pt x="20193" y="1"/>
                  </a:moveTo>
                  <a:cubicBezTo>
                    <a:pt x="19862" y="1"/>
                    <a:pt x="19527" y="7"/>
                    <a:pt x="19186" y="21"/>
                  </a:cubicBezTo>
                  <a:cubicBezTo>
                    <a:pt x="0" y="860"/>
                    <a:pt x="480" y="24004"/>
                    <a:pt x="7015" y="38034"/>
                  </a:cubicBezTo>
                  <a:cubicBezTo>
                    <a:pt x="7182" y="38463"/>
                    <a:pt x="7539" y="38655"/>
                    <a:pt x="7901" y="38655"/>
                  </a:cubicBezTo>
                  <a:cubicBezTo>
                    <a:pt x="8448" y="38655"/>
                    <a:pt x="9006" y="38216"/>
                    <a:pt x="8934" y="37494"/>
                  </a:cubicBezTo>
                  <a:cubicBezTo>
                    <a:pt x="8814" y="36055"/>
                    <a:pt x="8814" y="34556"/>
                    <a:pt x="8934" y="33057"/>
                  </a:cubicBezTo>
                  <a:cubicBezTo>
                    <a:pt x="8994" y="32638"/>
                    <a:pt x="9353" y="32278"/>
                    <a:pt x="9773" y="32158"/>
                  </a:cubicBezTo>
                  <a:cubicBezTo>
                    <a:pt x="9819" y="32153"/>
                    <a:pt x="9864" y="32150"/>
                    <a:pt x="9910" y="32150"/>
                  </a:cubicBezTo>
                  <a:cubicBezTo>
                    <a:pt x="10401" y="32150"/>
                    <a:pt x="10862" y="32443"/>
                    <a:pt x="10972" y="32937"/>
                  </a:cubicBezTo>
                  <a:cubicBezTo>
                    <a:pt x="13071" y="42650"/>
                    <a:pt x="21884" y="53922"/>
                    <a:pt x="24882" y="60877"/>
                  </a:cubicBezTo>
                  <a:cubicBezTo>
                    <a:pt x="25062" y="61117"/>
                    <a:pt x="25242" y="61297"/>
                    <a:pt x="25482" y="61417"/>
                  </a:cubicBezTo>
                  <a:cubicBezTo>
                    <a:pt x="25601" y="61457"/>
                    <a:pt x="25723" y="61476"/>
                    <a:pt x="25843" y="61476"/>
                  </a:cubicBezTo>
                  <a:cubicBezTo>
                    <a:pt x="26266" y="61476"/>
                    <a:pt x="26660" y="61238"/>
                    <a:pt x="26801" y="60817"/>
                  </a:cubicBezTo>
                  <a:cubicBezTo>
                    <a:pt x="29199" y="54522"/>
                    <a:pt x="28719" y="47627"/>
                    <a:pt x="27880" y="42830"/>
                  </a:cubicBezTo>
                  <a:cubicBezTo>
                    <a:pt x="27820" y="42471"/>
                    <a:pt x="28000" y="42051"/>
                    <a:pt x="28299" y="41871"/>
                  </a:cubicBezTo>
                  <a:cubicBezTo>
                    <a:pt x="28474" y="41746"/>
                    <a:pt x="28691" y="41684"/>
                    <a:pt x="28906" y="41684"/>
                  </a:cubicBezTo>
                  <a:cubicBezTo>
                    <a:pt x="29206" y="41684"/>
                    <a:pt x="29504" y="41806"/>
                    <a:pt x="29678" y="42051"/>
                  </a:cubicBezTo>
                  <a:cubicBezTo>
                    <a:pt x="30518" y="43190"/>
                    <a:pt x="31357" y="44269"/>
                    <a:pt x="32317" y="45288"/>
                  </a:cubicBezTo>
                  <a:cubicBezTo>
                    <a:pt x="32539" y="45511"/>
                    <a:pt x="32794" y="45634"/>
                    <a:pt x="33082" y="45634"/>
                  </a:cubicBezTo>
                  <a:cubicBezTo>
                    <a:pt x="33183" y="45634"/>
                    <a:pt x="33287" y="45619"/>
                    <a:pt x="33396" y="45588"/>
                  </a:cubicBezTo>
                  <a:cubicBezTo>
                    <a:pt x="33875" y="45408"/>
                    <a:pt x="34175" y="44869"/>
                    <a:pt x="34055" y="44329"/>
                  </a:cubicBezTo>
                  <a:cubicBezTo>
                    <a:pt x="32197" y="38693"/>
                    <a:pt x="31297" y="30719"/>
                    <a:pt x="34775" y="23224"/>
                  </a:cubicBezTo>
                  <a:cubicBezTo>
                    <a:pt x="39755" y="12443"/>
                    <a:pt x="34428" y="1"/>
                    <a:pt x="20193" y="1"/>
                  </a:cubicBezTo>
                  <a:close/>
                </a:path>
              </a:pathLst>
            </a:custGeom>
            <a:solidFill>
              <a:srgbClr val="7E57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 name="Google Shape;1723;p80">
              <a:extLst>
                <a:ext uri="{FF2B5EF4-FFF2-40B4-BE49-F238E27FC236}">
                  <a16:creationId xmlns:a16="http://schemas.microsoft.com/office/drawing/2014/main" id="{B0B5681D-DCA1-ADF9-0B01-AA8F4F22BE24}"/>
                </a:ext>
              </a:extLst>
            </p:cNvPr>
            <p:cNvSpPr/>
            <p:nvPr/>
          </p:nvSpPr>
          <p:spPr>
            <a:xfrm>
              <a:off x="3310100" y="3874000"/>
              <a:ext cx="993900" cy="1536900"/>
            </a:xfrm>
            <a:custGeom>
              <a:avLst/>
              <a:gdLst/>
              <a:ahLst/>
              <a:cxnLst/>
              <a:rect l="l" t="t" r="r" b="b"/>
              <a:pathLst>
                <a:path w="39756" h="61476" extrusionOk="0">
                  <a:moveTo>
                    <a:pt x="20193" y="1"/>
                  </a:moveTo>
                  <a:cubicBezTo>
                    <a:pt x="19862" y="1"/>
                    <a:pt x="19527" y="7"/>
                    <a:pt x="19186" y="21"/>
                  </a:cubicBezTo>
                  <a:cubicBezTo>
                    <a:pt x="0" y="860"/>
                    <a:pt x="480" y="24004"/>
                    <a:pt x="7015" y="38034"/>
                  </a:cubicBezTo>
                  <a:cubicBezTo>
                    <a:pt x="7182" y="38463"/>
                    <a:pt x="7539" y="38655"/>
                    <a:pt x="7901" y="38655"/>
                  </a:cubicBezTo>
                  <a:cubicBezTo>
                    <a:pt x="8448" y="38655"/>
                    <a:pt x="9006" y="38216"/>
                    <a:pt x="8934" y="37494"/>
                  </a:cubicBezTo>
                  <a:cubicBezTo>
                    <a:pt x="8814" y="36055"/>
                    <a:pt x="8814" y="34556"/>
                    <a:pt x="8934" y="33057"/>
                  </a:cubicBezTo>
                  <a:cubicBezTo>
                    <a:pt x="8994" y="32638"/>
                    <a:pt x="9353" y="32278"/>
                    <a:pt x="9773" y="32158"/>
                  </a:cubicBezTo>
                  <a:cubicBezTo>
                    <a:pt x="9819" y="32153"/>
                    <a:pt x="9864" y="32150"/>
                    <a:pt x="9910" y="32150"/>
                  </a:cubicBezTo>
                  <a:cubicBezTo>
                    <a:pt x="10401" y="32150"/>
                    <a:pt x="10862" y="32443"/>
                    <a:pt x="10972" y="32937"/>
                  </a:cubicBezTo>
                  <a:cubicBezTo>
                    <a:pt x="13071" y="42650"/>
                    <a:pt x="21884" y="53922"/>
                    <a:pt x="24882" y="60877"/>
                  </a:cubicBezTo>
                  <a:cubicBezTo>
                    <a:pt x="25062" y="61117"/>
                    <a:pt x="25242" y="61297"/>
                    <a:pt x="25482" y="61417"/>
                  </a:cubicBezTo>
                  <a:cubicBezTo>
                    <a:pt x="25601" y="61457"/>
                    <a:pt x="25723" y="61476"/>
                    <a:pt x="25843" y="61476"/>
                  </a:cubicBezTo>
                  <a:cubicBezTo>
                    <a:pt x="26266" y="61476"/>
                    <a:pt x="26660" y="61238"/>
                    <a:pt x="26801" y="60817"/>
                  </a:cubicBezTo>
                  <a:cubicBezTo>
                    <a:pt x="29199" y="54522"/>
                    <a:pt x="28719" y="47627"/>
                    <a:pt x="27880" y="42830"/>
                  </a:cubicBezTo>
                  <a:cubicBezTo>
                    <a:pt x="27820" y="42471"/>
                    <a:pt x="28000" y="42051"/>
                    <a:pt x="28299" y="41871"/>
                  </a:cubicBezTo>
                  <a:cubicBezTo>
                    <a:pt x="28474" y="41746"/>
                    <a:pt x="28691" y="41684"/>
                    <a:pt x="28906" y="41684"/>
                  </a:cubicBezTo>
                  <a:cubicBezTo>
                    <a:pt x="29206" y="41684"/>
                    <a:pt x="29504" y="41806"/>
                    <a:pt x="29678" y="42051"/>
                  </a:cubicBezTo>
                  <a:cubicBezTo>
                    <a:pt x="30518" y="43190"/>
                    <a:pt x="31357" y="44269"/>
                    <a:pt x="32317" y="45288"/>
                  </a:cubicBezTo>
                  <a:cubicBezTo>
                    <a:pt x="32539" y="45511"/>
                    <a:pt x="32794" y="45634"/>
                    <a:pt x="33082" y="45634"/>
                  </a:cubicBezTo>
                  <a:cubicBezTo>
                    <a:pt x="33183" y="45634"/>
                    <a:pt x="33287" y="45619"/>
                    <a:pt x="33396" y="45588"/>
                  </a:cubicBezTo>
                  <a:cubicBezTo>
                    <a:pt x="33875" y="45408"/>
                    <a:pt x="34175" y="44869"/>
                    <a:pt x="34055" y="44329"/>
                  </a:cubicBezTo>
                  <a:cubicBezTo>
                    <a:pt x="32197" y="38693"/>
                    <a:pt x="31297" y="30719"/>
                    <a:pt x="34775" y="23224"/>
                  </a:cubicBezTo>
                  <a:cubicBezTo>
                    <a:pt x="39755" y="12443"/>
                    <a:pt x="34428" y="1"/>
                    <a:pt x="201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 name="Google Shape;1724;p80">
              <a:extLst>
                <a:ext uri="{FF2B5EF4-FFF2-40B4-BE49-F238E27FC236}">
                  <a16:creationId xmlns:a16="http://schemas.microsoft.com/office/drawing/2014/main" id="{DBDDF7F6-C930-8F77-D897-6515EA5B3EAD}"/>
                </a:ext>
              </a:extLst>
            </p:cNvPr>
            <p:cNvSpPr/>
            <p:nvPr/>
          </p:nvSpPr>
          <p:spPr>
            <a:xfrm>
              <a:off x="3263625" y="3678150"/>
              <a:ext cx="1049250" cy="667050"/>
            </a:xfrm>
            <a:custGeom>
              <a:avLst/>
              <a:gdLst/>
              <a:ahLst/>
              <a:cxnLst/>
              <a:rect l="l" t="t" r="r" b="b"/>
              <a:pathLst>
                <a:path w="41970" h="26682" extrusionOk="0">
                  <a:moveTo>
                    <a:pt x="6296" y="1"/>
                  </a:moveTo>
                  <a:cubicBezTo>
                    <a:pt x="5636" y="1"/>
                    <a:pt x="5037" y="480"/>
                    <a:pt x="4857" y="1140"/>
                  </a:cubicBezTo>
                  <a:lnTo>
                    <a:pt x="0" y="25063"/>
                  </a:lnTo>
                  <a:lnTo>
                    <a:pt x="0" y="25242"/>
                  </a:lnTo>
                  <a:cubicBezTo>
                    <a:pt x="0" y="26022"/>
                    <a:pt x="660" y="26681"/>
                    <a:pt x="1439" y="26681"/>
                  </a:cubicBezTo>
                  <a:lnTo>
                    <a:pt x="40651" y="26681"/>
                  </a:lnTo>
                  <a:cubicBezTo>
                    <a:pt x="41430" y="26561"/>
                    <a:pt x="41970" y="25842"/>
                    <a:pt x="41850" y="25063"/>
                  </a:cubicBezTo>
                  <a:lnTo>
                    <a:pt x="36934" y="1140"/>
                  </a:lnTo>
                  <a:cubicBezTo>
                    <a:pt x="36814" y="480"/>
                    <a:pt x="36274" y="1"/>
                    <a:pt x="356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 name="Google Shape;1725;p80">
              <a:extLst>
                <a:ext uri="{FF2B5EF4-FFF2-40B4-BE49-F238E27FC236}">
                  <a16:creationId xmlns:a16="http://schemas.microsoft.com/office/drawing/2014/main" id="{2A656FE1-766B-7AE7-6A0D-2078396373D9}"/>
                </a:ext>
              </a:extLst>
            </p:cNvPr>
            <p:cNvSpPr/>
            <p:nvPr/>
          </p:nvSpPr>
          <p:spPr>
            <a:xfrm>
              <a:off x="3456975" y="3676550"/>
              <a:ext cx="658050" cy="766075"/>
            </a:xfrm>
            <a:custGeom>
              <a:avLst/>
              <a:gdLst/>
              <a:ahLst/>
              <a:cxnLst/>
              <a:rect l="l" t="t" r="r" b="b"/>
              <a:pathLst>
                <a:path w="26322" h="30643" extrusionOk="0">
                  <a:moveTo>
                    <a:pt x="4390" y="0"/>
                  </a:moveTo>
                  <a:cubicBezTo>
                    <a:pt x="3664" y="0"/>
                    <a:pt x="3116" y="578"/>
                    <a:pt x="3059" y="1264"/>
                  </a:cubicBezTo>
                  <a:lnTo>
                    <a:pt x="1" y="29084"/>
                  </a:lnTo>
                  <a:lnTo>
                    <a:pt x="1" y="29204"/>
                  </a:lnTo>
                  <a:cubicBezTo>
                    <a:pt x="1" y="29983"/>
                    <a:pt x="660" y="30583"/>
                    <a:pt x="1440" y="30643"/>
                  </a:cubicBezTo>
                  <a:lnTo>
                    <a:pt x="25003" y="30643"/>
                  </a:lnTo>
                  <a:cubicBezTo>
                    <a:pt x="25782" y="30523"/>
                    <a:pt x="26322" y="29803"/>
                    <a:pt x="26202" y="29084"/>
                  </a:cubicBezTo>
                  <a:lnTo>
                    <a:pt x="23144" y="1264"/>
                  </a:lnTo>
                  <a:cubicBezTo>
                    <a:pt x="23087" y="578"/>
                    <a:pt x="22539" y="0"/>
                    <a:pt x="21812" y="0"/>
                  </a:cubicBezTo>
                  <a:cubicBezTo>
                    <a:pt x="21777" y="0"/>
                    <a:pt x="21741" y="2"/>
                    <a:pt x="21705" y="5"/>
                  </a:cubicBezTo>
                  <a:lnTo>
                    <a:pt x="4498" y="5"/>
                  </a:lnTo>
                  <a:cubicBezTo>
                    <a:pt x="4461" y="2"/>
                    <a:pt x="4426" y="0"/>
                    <a:pt x="439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 name="Google Shape;1726;p80">
              <a:extLst>
                <a:ext uri="{FF2B5EF4-FFF2-40B4-BE49-F238E27FC236}">
                  <a16:creationId xmlns:a16="http://schemas.microsoft.com/office/drawing/2014/main" id="{50863CB6-FBA2-138B-BE14-635AFF6B56F9}"/>
                </a:ext>
              </a:extLst>
            </p:cNvPr>
            <p:cNvSpPr/>
            <p:nvPr/>
          </p:nvSpPr>
          <p:spPr>
            <a:xfrm>
              <a:off x="4362325" y="1410275"/>
              <a:ext cx="30000" cy="371750"/>
            </a:xfrm>
            <a:custGeom>
              <a:avLst/>
              <a:gdLst/>
              <a:ahLst/>
              <a:cxnLst/>
              <a:rect l="l" t="t" r="r" b="b"/>
              <a:pathLst>
                <a:path w="1200" h="14870" extrusionOk="0">
                  <a:moveTo>
                    <a:pt x="720" y="0"/>
                  </a:moveTo>
                  <a:lnTo>
                    <a:pt x="0" y="60"/>
                  </a:lnTo>
                  <a:lnTo>
                    <a:pt x="420" y="14870"/>
                  </a:lnTo>
                  <a:lnTo>
                    <a:pt x="1200" y="14870"/>
                  </a:lnTo>
                  <a:lnTo>
                    <a:pt x="72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 name="Google Shape;1727;p80">
              <a:extLst>
                <a:ext uri="{FF2B5EF4-FFF2-40B4-BE49-F238E27FC236}">
                  <a16:creationId xmlns:a16="http://schemas.microsoft.com/office/drawing/2014/main" id="{13EB96A4-67E9-1A9C-FDEE-0BBDC95355DA}"/>
                </a:ext>
              </a:extLst>
            </p:cNvPr>
            <p:cNvSpPr/>
            <p:nvPr/>
          </p:nvSpPr>
          <p:spPr>
            <a:xfrm>
              <a:off x="4375825" y="1877950"/>
              <a:ext cx="22500" cy="109425"/>
            </a:xfrm>
            <a:custGeom>
              <a:avLst/>
              <a:gdLst/>
              <a:ahLst/>
              <a:cxnLst/>
              <a:rect l="l" t="t" r="r" b="b"/>
              <a:pathLst>
                <a:path w="900" h="4377" extrusionOk="0">
                  <a:moveTo>
                    <a:pt x="0" y="0"/>
                  </a:moveTo>
                  <a:lnTo>
                    <a:pt x="120" y="4377"/>
                  </a:lnTo>
                  <a:lnTo>
                    <a:pt x="899" y="4317"/>
                  </a:lnTo>
                  <a:lnTo>
                    <a:pt x="77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 name="Google Shape;1728;p80">
              <a:extLst>
                <a:ext uri="{FF2B5EF4-FFF2-40B4-BE49-F238E27FC236}">
                  <a16:creationId xmlns:a16="http://schemas.microsoft.com/office/drawing/2014/main" id="{43CDC0DE-DA09-0F6A-6634-B6A396460CBC}"/>
                </a:ext>
              </a:extLst>
            </p:cNvPr>
            <p:cNvSpPr/>
            <p:nvPr/>
          </p:nvSpPr>
          <p:spPr>
            <a:xfrm>
              <a:off x="3167700" y="238125"/>
              <a:ext cx="1227625" cy="3771325"/>
            </a:xfrm>
            <a:custGeom>
              <a:avLst/>
              <a:gdLst/>
              <a:ahLst/>
              <a:cxnLst/>
              <a:rect l="l" t="t" r="r" b="b"/>
              <a:pathLst>
                <a:path w="49105" h="150853" extrusionOk="0">
                  <a:moveTo>
                    <a:pt x="24702" y="0"/>
                  </a:moveTo>
                  <a:cubicBezTo>
                    <a:pt x="24702" y="0"/>
                    <a:pt x="3418" y="17567"/>
                    <a:pt x="3418" y="46707"/>
                  </a:cubicBezTo>
                  <a:lnTo>
                    <a:pt x="240" y="137961"/>
                  </a:lnTo>
                  <a:cubicBezTo>
                    <a:pt x="0" y="144856"/>
                    <a:pt x="5336" y="150612"/>
                    <a:pt x="12231" y="150852"/>
                  </a:cubicBezTo>
                  <a:lnTo>
                    <a:pt x="36694" y="150852"/>
                  </a:lnTo>
                  <a:cubicBezTo>
                    <a:pt x="36730" y="150852"/>
                    <a:pt x="36766" y="150852"/>
                    <a:pt x="36802" y="150852"/>
                  </a:cubicBezTo>
                  <a:cubicBezTo>
                    <a:pt x="43587" y="150852"/>
                    <a:pt x="49104" y="145240"/>
                    <a:pt x="49104" y="138441"/>
                  </a:cubicBezTo>
                  <a:lnTo>
                    <a:pt x="49104" y="137961"/>
                  </a:lnTo>
                  <a:lnTo>
                    <a:pt x="45987" y="46707"/>
                  </a:lnTo>
                  <a:cubicBezTo>
                    <a:pt x="46047" y="17627"/>
                    <a:pt x="24702" y="0"/>
                    <a:pt x="247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 name="Google Shape;1729;p80">
              <a:extLst>
                <a:ext uri="{FF2B5EF4-FFF2-40B4-BE49-F238E27FC236}">
                  <a16:creationId xmlns:a16="http://schemas.microsoft.com/office/drawing/2014/main" id="{CF569C63-A73B-67DB-3B4D-72AC4C63D153}"/>
                </a:ext>
              </a:extLst>
            </p:cNvPr>
            <p:cNvSpPr/>
            <p:nvPr/>
          </p:nvSpPr>
          <p:spPr>
            <a:xfrm>
              <a:off x="3413525" y="238125"/>
              <a:ext cx="759950" cy="653550"/>
            </a:xfrm>
            <a:custGeom>
              <a:avLst/>
              <a:gdLst/>
              <a:ahLst/>
              <a:cxnLst/>
              <a:rect l="l" t="t" r="r" b="b"/>
              <a:pathLst>
                <a:path w="30398" h="26142" extrusionOk="0">
                  <a:moveTo>
                    <a:pt x="14869" y="0"/>
                  </a:moveTo>
                  <a:cubicBezTo>
                    <a:pt x="9113" y="5216"/>
                    <a:pt x="4257" y="11392"/>
                    <a:pt x="600" y="18227"/>
                  </a:cubicBezTo>
                  <a:cubicBezTo>
                    <a:pt x="240" y="19006"/>
                    <a:pt x="0" y="19906"/>
                    <a:pt x="0" y="20745"/>
                  </a:cubicBezTo>
                  <a:cubicBezTo>
                    <a:pt x="0" y="23743"/>
                    <a:pt x="2398" y="26141"/>
                    <a:pt x="5396" y="26141"/>
                  </a:cubicBezTo>
                  <a:lnTo>
                    <a:pt x="24162" y="26141"/>
                  </a:lnTo>
                  <a:cubicBezTo>
                    <a:pt x="25002" y="26141"/>
                    <a:pt x="25901" y="25961"/>
                    <a:pt x="26681" y="25542"/>
                  </a:cubicBezTo>
                  <a:cubicBezTo>
                    <a:pt x="29319" y="24223"/>
                    <a:pt x="30398" y="20925"/>
                    <a:pt x="29019" y="18287"/>
                  </a:cubicBezTo>
                  <a:cubicBezTo>
                    <a:pt x="25422" y="11392"/>
                    <a:pt x="20625" y="5216"/>
                    <a:pt x="148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 name="Google Shape;1730;p80">
              <a:extLst>
                <a:ext uri="{FF2B5EF4-FFF2-40B4-BE49-F238E27FC236}">
                  <a16:creationId xmlns:a16="http://schemas.microsoft.com/office/drawing/2014/main" id="{42B249FC-23B2-5BAF-1D04-20DE2C5B6F8B}"/>
                </a:ext>
              </a:extLst>
            </p:cNvPr>
            <p:cNvSpPr/>
            <p:nvPr/>
          </p:nvSpPr>
          <p:spPr>
            <a:xfrm>
              <a:off x="3397025" y="1455250"/>
              <a:ext cx="774950" cy="776450"/>
            </a:xfrm>
            <a:custGeom>
              <a:avLst/>
              <a:gdLst/>
              <a:ahLst/>
              <a:cxnLst/>
              <a:rect l="l" t="t" r="r" b="b"/>
              <a:pathLst>
                <a:path w="30998" h="31058" extrusionOk="0">
                  <a:moveTo>
                    <a:pt x="15529" y="0"/>
                  </a:moveTo>
                  <a:cubicBezTo>
                    <a:pt x="6955" y="0"/>
                    <a:pt x="1" y="6955"/>
                    <a:pt x="1" y="15529"/>
                  </a:cubicBezTo>
                  <a:cubicBezTo>
                    <a:pt x="1" y="24103"/>
                    <a:pt x="6955" y="31058"/>
                    <a:pt x="15529" y="31058"/>
                  </a:cubicBezTo>
                  <a:cubicBezTo>
                    <a:pt x="24103" y="31058"/>
                    <a:pt x="30998" y="24103"/>
                    <a:pt x="30998" y="15529"/>
                  </a:cubicBezTo>
                  <a:cubicBezTo>
                    <a:pt x="30998" y="6955"/>
                    <a:pt x="24103" y="0"/>
                    <a:pt x="155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 name="Google Shape;1731;p80">
              <a:extLst>
                <a:ext uri="{FF2B5EF4-FFF2-40B4-BE49-F238E27FC236}">
                  <a16:creationId xmlns:a16="http://schemas.microsoft.com/office/drawing/2014/main" id="{EB68A1D0-B243-9A28-14C4-9FB3B32DB8D8}"/>
                </a:ext>
              </a:extLst>
            </p:cNvPr>
            <p:cNvSpPr/>
            <p:nvPr/>
          </p:nvSpPr>
          <p:spPr>
            <a:xfrm>
              <a:off x="3522925" y="1579650"/>
              <a:ext cx="524650" cy="523150"/>
            </a:xfrm>
            <a:custGeom>
              <a:avLst/>
              <a:gdLst/>
              <a:ahLst/>
              <a:cxnLst/>
              <a:rect l="l" t="t" r="r" b="b"/>
              <a:pathLst>
                <a:path w="20986" h="20926" extrusionOk="0">
                  <a:moveTo>
                    <a:pt x="10613" y="1"/>
                  </a:moveTo>
                  <a:cubicBezTo>
                    <a:pt x="5217" y="121"/>
                    <a:pt x="780" y="4318"/>
                    <a:pt x="421" y="9714"/>
                  </a:cubicBezTo>
                  <a:cubicBezTo>
                    <a:pt x="1" y="15110"/>
                    <a:pt x="3778" y="19906"/>
                    <a:pt x="9114" y="20866"/>
                  </a:cubicBezTo>
                  <a:cubicBezTo>
                    <a:pt x="9654" y="20866"/>
                    <a:pt x="10074" y="20926"/>
                    <a:pt x="10613" y="20926"/>
                  </a:cubicBezTo>
                  <a:cubicBezTo>
                    <a:pt x="14990" y="20926"/>
                    <a:pt x="18947" y="18168"/>
                    <a:pt x="20446" y="14091"/>
                  </a:cubicBezTo>
                  <a:lnTo>
                    <a:pt x="20566" y="13671"/>
                  </a:lnTo>
                  <a:cubicBezTo>
                    <a:pt x="20566" y="13431"/>
                    <a:pt x="20746" y="13191"/>
                    <a:pt x="20746" y="12951"/>
                  </a:cubicBezTo>
                  <a:cubicBezTo>
                    <a:pt x="20866" y="12352"/>
                    <a:pt x="20986" y="11692"/>
                    <a:pt x="20986" y="11033"/>
                  </a:cubicBezTo>
                  <a:lnTo>
                    <a:pt x="20986" y="10553"/>
                  </a:lnTo>
                  <a:cubicBezTo>
                    <a:pt x="20926" y="5637"/>
                    <a:pt x="17448" y="1380"/>
                    <a:pt x="12652" y="300"/>
                  </a:cubicBezTo>
                  <a:cubicBezTo>
                    <a:pt x="11992" y="180"/>
                    <a:pt x="11213" y="61"/>
                    <a:pt x="106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cxnSp>
        <p:nvCxnSpPr>
          <p:cNvPr id="6" name="Gerade Verbindung 5">
            <a:extLst>
              <a:ext uri="{FF2B5EF4-FFF2-40B4-BE49-F238E27FC236}">
                <a16:creationId xmlns:a16="http://schemas.microsoft.com/office/drawing/2014/main" id="{BDEB49F3-2127-FAA3-72F4-09432F24C5CC}"/>
              </a:ext>
            </a:extLst>
          </p:cNvPr>
          <p:cNvCxnSpPr>
            <a:cxnSpLocks/>
          </p:cNvCxnSpPr>
          <p:nvPr/>
        </p:nvCxnSpPr>
        <p:spPr>
          <a:xfrm>
            <a:off x="5569527" y="2300628"/>
            <a:ext cx="706742" cy="41589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2282AB60-FEED-3DD0-84D9-2186368B2E78}"/>
              </a:ext>
            </a:extLst>
          </p:cNvPr>
          <p:cNvSpPr/>
          <p:nvPr/>
        </p:nvSpPr>
        <p:spPr>
          <a:xfrm rot="7538605" flipV="1">
            <a:off x="5823615" y="2151170"/>
            <a:ext cx="278781"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8295753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37"/>
                                        </p:tgtEl>
                                        <p:attrNameLst>
                                          <p:attrName>style.visibility</p:attrName>
                                        </p:attrNameLst>
                                      </p:cBhvr>
                                      <p:to>
                                        <p:strVal val="visible"/>
                                      </p:to>
                                    </p:set>
                                    <p:anim calcmode="lin" valueType="num">
                                      <p:cBhvr additive="base">
                                        <p:cTn id="7" dur="1000"/>
                                        <p:tgtEl>
                                          <p:spTgt spid="3537"/>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08"/>
                                        </p:tgtEl>
                                        <p:attrNameLst>
                                          <p:attrName>style.visibility</p:attrName>
                                        </p:attrNameLst>
                                      </p:cBhvr>
                                      <p:to>
                                        <p:strVal val="visible"/>
                                      </p:to>
                                    </p:set>
                                    <p:anim calcmode="lin" valueType="num">
                                      <p:cBhvr additive="base">
                                        <p:cTn id="12" dur="1000"/>
                                        <p:tgtEl>
                                          <p:spTgt spid="340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536"/>
                                        </p:tgtEl>
                                        <p:attrNameLst>
                                          <p:attrName>style.visibility</p:attrName>
                                        </p:attrNameLst>
                                      </p:cBhvr>
                                      <p:to>
                                        <p:strVal val="visible"/>
                                      </p:to>
                                    </p:set>
                                    <p:anim calcmode="lin" valueType="num">
                                      <p:cBhvr additive="base">
                                        <p:cTn id="17" dur="1000"/>
                                        <p:tgtEl>
                                          <p:spTgt spid="353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03">
          <a:extLst>
            <a:ext uri="{FF2B5EF4-FFF2-40B4-BE49-F238E27FC236}">
              <a16:creationId xmlns:a16="http://schemas.microsoft.com/office/drawing/2014/main" id="{AE471A3F-BC13-2069-0C37-BE64B2F6EC0A}"/>
            </a:ext>
          </a:extLst>
        </p:cNvPr>
        <p:cNvGrpSpPr/>
        <p:nvPr/>
      </p:nvGrpSpPr>
      <p:grpSpPr>
        <a:xfrm>
          <a:off x="0" y="0"/>
          <a:ext cx="0" cy="0"/>
          <a:chOff x="0" y="0"/>
          <a:chExt cx="0" cy="0"/>
        </a:xfrm>
      </p:grpSpPr>
      <p:sp>
        <p:nvSpPr>
          <p:cNvPr id="3404" name="Google Shape;3404;p113">
            <a:extLst>
              <a:ext uri="{FF2B5EF4-FFF2-40B4-BE49-F238E27FC236}">
                <a16:creationId xmlns:a16="http://schemas.microsoft.com/office/drawing/2014/main" id="{4BF35CC5-93DF-542D-310A-44669AD0A3E1}"/>
              </a:ext>
            </a:extLst>
          </p:cNvPr>
          <p:cNvSpPr txBox="1">
            <a:spLocks noGrp="1"/>
          </p:cNvSpPr>
          <p:nvPr>
            <p:ph type="body" idx="4294967295"/>
          </p:nvPr>
        </p:nvSpPr>
        <p:spPr>
          <a:xfrm>
            <a:off x="440942" y="3135425"/>
            <a:ext cx="4178207" cy="345000"/>
          </a:xfrm>
          <a:prstGeom prst="rect">
            <a:avLst/>
          </a:prstGeom>
        </p:spPr>
        <p:txBody>
          <a:bodyPr spcFirstLastPara="1" wrap="square" lIns="91425" tIns="91425" rIns="91425" bIns="91425" anchor="t" anchorCtr="0">
            <a:noAutofit/>
          </a:bodyPr>
          <a:lstStyle/>
          <a:p>
            <a:pPr marL="0" lvl="0" indent="0">
              <a:lnSpc>
                <a:spcPct val="100000"/>
              </a:lnSpc>
              <a:buClr>
                <a:schemeClr val="dk1"/>
              </a:buClr>
              <a:buSzPts val="1100"/>
              <a:buNone/>
            </a:pPr>
            <a:r>
              <a:rPr lang="en-GB" sz="1100"/>
              <a:t>Predictive Maintenance </a:t>
            </a:r>
            <a:r>
              <a:rPr lang="en-GB" sz="1100" err="1"/>
              <a:t>erkennt</a:t>
            </a:r>
            <a:r>
              <a:rPr lang="en-GB" sz="1100"/>
              <a:t> </a:t>
            </a:r>
            <a:r>
              <a:rPr lang="en-GB" sz="1100" err="1"/>
              <a:t>kritische</a:t>
            </a:r>
            <a:r>
              <a:rPr lang="en-GB" sz="1100"/>
              <a:t> </a:t>
            </a:r>
            <a:r>
              <a:rPr lang="en-GB" sz="1100" err="1"/>
              <a:t>Sensoren</a:t>
            </a:r>
            <a:r>
              <a:rPr lang="en-GB" sz="1100"/>
              <a:t> </a:t>
            </a:r>
            <a:r>
              <a:rPr lang="en-GB" sz="1100" err="1"/>
              <a:t>frühzeitig</a:t>
            </a:r>
            <a:r>
              <a:rPr lang="en-GB" sz="1100"/>
              <a:t>, bevor </a:t>
            </a:r>
            <a:r>
              <a:rPr lang="en-GB" sz="1100" err="1"/>
              <a:t>ein</a:t>
            </a:r>
            <a:r>
              <a:rPr lang="en-GB" sz="1100"/>
              <a:t> Teil </a:t>
            </a:r>
            <a:r>
              <a:rPr lang="en-GB" sz="1100" err="1"/>
              <a:t>komplett</a:t>
            </a:r>
            <a:r>
              <a:rPr lang="en-GB" sz="1100"/>
              <a:t> </a:t>
            </a:r>
            <a:r>
              <a:rPr lang="en-GB" sz="1100" err="1"/>
              <a:t>ausfällt</a:t>
            </a:r>
            <a:r>
              <a:rPr lang="en-GB" sz="1100"/>
              <a:t> → </a:t>
            </a:r>
            <a:r>
              <a:rPr lang="en-GB" sz="1100" err="1"/>
              <a:t>weniger</a:t>
            </a:r>
            <a:r>
              <a:rPr lang="en-GB" sz="1100"/>
              <a:t> </a:t>
            </a:r>
            <a:r>
              <a:rPr lang="en-GB" sz="1100" err="1"/>
              <a:t>ungeplante</a:t>
            </a:r>
            <a:r>
              <a:rPr lang="en-GB" sz="1100"/>
              <a:t> </a:t>
            </a:r>
            <a:r>
              <a:rPr lang="en-GB" sz="1100" err="1"/>
              <a:t>Stopps</a:t>
            </a:r>
            <a:r>
              <a:rPr lang="en-GB" sz="1100"/>
              <a:t>, </a:t>
            </a:r>
            <a:r>
              <a:rPr lang="en-GB" sz="1100" err="1"/>
              <a:t>mehr</a:t>
            </a:r>
            <a:r>
              <a:rPr lang="en-GB" sz="1100"/>
              <a:t> </a:t>
            </a:r>
            <a:r>
              <a:rPr lang="en-GB" sz="1100" err="1"/>
              <a:t>Flüge</a:t>
            </a:r>
            <a:r>
              <a:rPr lang="en-GB" sz="1100"/>
              <a:t> pro Jahr</a:t>
            </a:r>
            <a:endParaRPr lang="de-DE" sz="800" noProof="1"/>
          </a:p>
        </p:txBody>
      </p:sp>
      <p:sp>
        <p:nvSpPr>
          <p:cNvPr id="3405" name="Google Shape;3405;p113">
            <a:extLst>
              <a:ext uri="{FF2B5EF4-FFF2-40B4-BE49-F238E27FC236}">
                <a16:creationId xmlns:a16="http://schemas.microsoft.com/office/drawing/2014/main" id="{3821011C-424D-B6E8-27F3-0304F76CB099}"/>
              </a:ext>
            </a:extLst>
          </p:cNvPr>
          <p:cNvSpPr txBox="1">
            <a:spLocks noGrp="1"/>
          </p:cNvSpPr>
          <p:nvPr>
            <p:ph type="body" idx="4294967295"/>
          </p:nvPr>
        </p:nvSpPr>
        <p:spPr>
          <a:xfrm>
            <a:off x="504603" y="2037950"/>
            <a:ext cx="4178208" cy="345000"/>
          </a:xfrm>
          <a:prstGeom prst="rect">
            <a:avLst/>
          </a:prstGeom>
        </p:spPr>
        <p:txBody>
          <a:bodyPr spcFirstLastPara="1" wrap="square" lIns="91425" tIns="91425" rIns="91425" bIns="91425" anchor="t" anchorCtr="0">
            <a:noAutofit/>
          </a:bodyPr>
          <a:lstStyle/>
          <a:p>
            <a:pPr marL="0" lvl="0" indent="0">
              <a:lnSpc>
                <a:spcPct val="100000"/>
              </a:lnSpc>
              <a:buNone/>
            </a:pPr>
            <a:r>
              <a:rPr lang="en-GB" sz="1100"/>
              <a:t>Die </a:t>
            </a:r>
            <a:r>
              <a:rPr lang="en-GB" sz="1100" err="1"/>
              <a:t>Architektur</a:t>
            </a:r>
            <a:r>
              <a:rPr lang="en-GB" sz="1100"/>
              <a:t> </a:t>
            </a:r>
            <a:r>
              <a:rPr lang="en-GB" sz="1100" err="1"/>
              <a:t>ist</a:t>
            </a:r>
            <a:r>
              <a:rPr lang="en-GB" sz="1100"/>
              <a:t> </a:t>
            </a:r>
            <a:r>
              <a:rPr lang="en-GB" sz="1100" err="1"/>
              <a:t>rollenbasiert</a:t>
            </a:r>
            <a:r>
              <a:rPr lang="en-GB" sz="1100"/>
              <a:t> und modular. Neue Shuttle-</a:t>
            </a:r>
            <a:r>
              <a:rPr lang="en-GB" sz="1100" err="1"/>
              <a:t>Typen</a:t>
            </a:r>
            <a:r>
              <a:rPr lang="en-GB" sz="1100"/>
              <a:t>, </a:t>
            </a:r>
            <a:r>
              <a:rPr lang="en-GB" sz="1100" err="1"/>
              <a:t>neue</a:t>
            </a:r>
            <a:r>
              <a:rPr lang="en-GB" sz="1100"/>
              <a:t> Rollen </a:t>
            </a:r>
            <a:r>
              <a:rPr lang="en-GB" sz="1100" err="1"/>
              <a:t>oder</a:t>
            </a:r>
            <a:r>
              <a:rPr lang="en-GB" sz="1100"/>
              <a:t> </a:t>
            </a:r>
            <a:r>
              <a:rPr lang="en-GB" sz="1100" err="1"/>
              <a:t>neue</a:t>
            </a:r>
            <a:r>
              <a:rPr lang="en-GB" sz="1100"/>
              <a:t> </a:t>
            </a:r>
            <a:r>
              <a:rPr lang="en-GB" sz="1100" err="1"/>
              <a:t>Prozesse</a:t>
            </a:r>
            <a:r>
              <a:rPr lang="en-GB" sz="1100"/>
              <a:t> </a:t>
            </a:r>
            <a:r>
              <a:rPr lang="en-GB" sz="1100" err="1"/>
              <a:t>lassen</a:t>
            </a:r>
            <a:r>
              <a:rPr lang="en-GB" sz="1100"/>
              <a:t> </a:t>
            </a:r>
            <a:r>
              <a:rPr lang="en-GB" sz="1100" err="1"/>
              <a:t>sich</a:t>
            </a:r>
            <a:r>
              <a:rPr lang="en-GB" sz="1100"/>
              <a:t> </a:t>
            </a:r>
            <a:r>
              <a:rPr lang="en-GB" sz="1100" err="1"/>
              <a:t>einfach</a:t>
            </a:r>
            <a:r>
              <a:rPr lang="en-GB" sz="1100"/>
              <a:t> </a:t>
            </a:r>
            <a:r>
              <a:rPr lang="en-GB" sz="1100" err="1"/>
              <a:t>ergänzen</a:t>
            </a:r>
            <a:endParaRPr lang="de-DE" sz="800" noProof="1"/>
          </a:p>
        </p:txBody>
      </p:sp>
      <p:sp>
        <p:nvSpPr>
          <p:cNvPr id="3406" name="Google Shape;3406;p113">
            <a:extLst>
              <a:ext uri="{FF2B5EF4-FFF2-40B4-BE49-F238E27FC236}">
                <a16:creationId xmlns:a16="http://schemas.microsoft.com/office/drawing/2014/main" id="{7733DA8A-E287-03BB-FCF1-FDF247A156C2}"/>
              </a:ext>
            </a:extLst>
          </p:cNvPr>
          <p:cNvSpPr txBox="1">
            <a:spLocks noGrp="1"/>
          </p:cNvSpPr>
          <p:nvPr>
            <p:ph type="body" idx="4294967295"/>
          </p:nvPr>
        </p:nvSpPr>
        <p:spPr>
          <a:xfrm>
            <a:off x="440942" y="4051196"/>
            <a:ext cx="3967646" cy="1004974"/>
          </a:xfrm>
          <a:prstGeom prst="rect">
            <a:avLst/>
          </a:prstGeom>
        </p:spPr>
        <p:txBody>
          <a:bodyPr spcFirstLastPara="1" wrap="square" lIns="91425" tIns="91425" rIns="91425" bIns="91425" anchor="t" anchorCtr="0">
            <a:noAutofit/>
          </a:bodyPr>
          <a:lstStyle/>
          <a:p>
            <a:pPr marL="0" lvl="0" indent="0">
              <a:lnSpc>
                <a:spcPct val="100000"/>
              </a:lnSpc>
              <a:buNone/>
            </a:pPr>
            <a:r>
              <a:rPr lang="en-GB" sz="1100" err="1"/>
              <a:t>Jede</a:t>
            </a:r>
            <a:r>
              <a:rPr lang="en-GB" sz="1100"/>
              <a:t> </a:t>
            </a:r>
            <a:r>
              <a:rPr lang="en-GB" sz="1100" err="1"/>
              <a:t>eingesparte</a:t>
            </a:r>
            <a:r>
              <a:rPr lang="en-GB" sz="1100"/>
              <a:t> </a:t>
            </a:r>
            <a:r>
              <a:rPr lang="en-GB" sz="1100" err="1"/>
              <a:t>Stunde</a:t>
            </a:r>
            <a:r>
              <a:rPr lang="en-GB" sz="1100"/>
              <a:t> </a:t>
            </a:r>
            <a:r>
              <a:rPr lang="en-GB" sz="1100" err="1"/>
              <a:t>beim</a:t>
            </a:r>
            <a:r>
              <a:rPr lang="en-GB" sz="1100"/>
              <a:t> Takeover </a:t>
            </a:r>
            <a:r>
              <a:rPr lang="en-GB" sz="1100" err="1"/>
              <a:t>bedeutet</a:t>
            </a:r>
            <a:r>
              <a:rPr lang="en-GB" sz="1100"/>
              <a:t> </a:t>
            </a:r>
            <a:r>
              <a:rPr lang="en-GB" sz="1100" err="1"/>
              <a:t>frühere</a:t>
            </a:r>
            <a:r>
              <a:rPr lang="en-GB" sz="1100"/>
              <a:t> </a:t>
            </a:r>
            <a:r>
              <a:rPr lang="en-GB" sz="1100" err="1"/>
              <a:t>Startfreigabe</a:t>
            </a:r>
            <a:r>
              <a:rPr lang="en-GB" sz="1100"/>
              <a:t> → </a:t>
            </a:r>
            <a:r>
              <a:rPr lang="en-GB" sz="1100" err="1"/>
              <a:t>mehr</a:t>
            </a:r>
            <a:r>
              <a:rPr lang="en-GB" sz="1100"/>
              <a:t> </a:t>
            </a:r>
            <a:r>
              <a:rPr lang="en-GB" sz="1100" err="1"/>
              <a:t>Umsatz</a:t>
            </a:r>
            <a:r>
              <a:rPr lang="en-GB" sz="1100"/>
              <a:t> pro Shuttle</a:t>
            </a:r>
            <a:endParaRPr lang="de-DE" sz="1100" noProof="1"/>
          </a:p>
        </p:txBody>
      </p:sp>
      <p:sp>
        <p:nvSpPr>
          <p:cNvPr id="3407" name="Google Shape;3407;p113">
            <a:extLst>
              <a:ext uri="{FF2B5EF4-FFF2-40B4-BE49-F238E27FC236}">
                <a16:creationId xmlns:a16="http://schemas.microsoft.com/office/drawing/2014/main" id="{58636B44-F4DB-C878-05C2-0E8764CCC888}"/>
              </a:ext>
            </a:extLst>
          </p:cNvPr>
          <p:cNvSpPr txBox="1">
            <a:spLocks noGrp="1"/>
          </p:cNvSpPr>
          <p:nvPr>
            <p:ph type="title"/>
          </p:nvPr>
        </p:nvSpPr>
        <p:spPr>
          <a:xfrm>
            <a:off x="1371600" y="540000"/>
            <a:ext cx="6400800" cy="89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noProof="1"/>
              <a:t>Der Mehrwert des Produkts</a:t>
            </a:r>
          </a:p>
        </p:txBody>
      </p:sp>
      <p:sp>
        <p:nvSpPr>
          <p:cNvPr id="3409" name="Google Shape;3409;p113">
            <a:extLst>
              <a:ext uri="{FF2B5EF4-FFF2-40B4-BE49-F238E27FC236}">
                <a16:creationId xmlns:a16="http://schemas.microsoft.com/office/drawing/2014/main" id="{05A659BD-C849-B2F8-7B02-D0CCD4DD7EE0}"/>
              </a:ext>
            </a:extLst>
          </p:cNvPr>
          <p:cNvSpPr txBox="1"/>
          <p:nvPr/>
        </p:nvSpPr>
        <p:spPr>
          <a:xfrm>
            <a:off x="573437" y="1554527"/>
            <a:ext cx="3913219" cy="547200"/>
          </a:xfrm>
          <a:prstGeom prst="rect">
            <a:avLst/>
          </a:prstGeom>
          <a:noFill/>
          <a:ln>
            <a:noFill/>
          </a:ln>
        </p:spPr>
        <p:txBody>
          <a:bodyPr spcFirstLastPara="1" wrap="square" lIns="91425" tIns="91425" rIns="91425" bIns="91425" anchor="t" anchorCtr="0">
            <a:noAutofit/>
          </a:bodyPr>
          <a:lstStyle/>
          <a:p>
            <a:pPr lvl="0"/>
            <a:r>
              <a:rPr lang="en-GB" sz="2000" b="1" err="1">
                <a:solidFill>
                  <a:schemeClr val="tx1"/>
                </a:solidFill>
              </a:rPr>
              <a:t>Skalierbar</a:t>
            </a:r>
            <a:endParaRPr lang="de-DE" sz="3200" noProof="1">
              <a:solidFill>
                <a:schemeClr val="tx1"/>
              </a:solidFill>
              <a:latin typeface="Titillium Web"/>
              <a:ea typeface="Titillium Web"/>
              <a:cs typeface="Titillium Web"/>
              <a:sym typeface="Titillium Web"/>
            </a:endParaRPr>
          </a:p>
        </p:txBody>
      </p:sp>
      <p:sp>
        <p:nvSpPr>
          <p:cNvPr id="3410" name="Google Shape;3410;p113">
            <a:extLst>
              <a:ext uri="{FF2B5EF4-FFF2-40B4-BE49-F238E27FC236}">
                <a16:creationId xmlns:a16="http://schemas.microsoft.com/office/drawing/2014/main" id="{1DC35A9C-51C9-6752-CB81-5FC524D4FCB0}"/>
              </a:ext>
            </a:extLst>
          </p:cNvPr>
          <p:cNvSpPr txBox="1"/>
          <p:nvPr/>
        </p:nvSpPr>
        <p:spPr>
          <a:xfrm>
            <a:off x="457200" y="2580050"/>
            <a:ext cx="4273014" cy="547200"/>
          </a:xfrm>
          <a:prstGeom prst="rect">
            <a:avLst/>
          </a:prstGeom>
          <a:noFill/>
          <a:ln>
            <a:noFill/>
          </a:ln>
        </p:spPr>
        <p:txBody>
          <a:bodyPr spcFirstLastPara="1" wrap="square" lIns="91425" tIns="91425" rIns="91425" bIns="91425" anchor="t" anchorCtr="0">
            <a:noAutofit/>
          </a:bodyPr>
          <a:lstStyle/>
          <a:p>
            <a:pPr lvl="0"/>
            <a:r>
              <a:rPr lang="en-GB" sz="2000" b="1">
                <a:solidFill>
                  <a:schemeClr val="tx1"/>
                </a:solidFill>
              </a:rPr>
              <a:t>Weniger </a:t>
            </a:r>
            <a:r>
              <a:rPr lang="en-GB" sz="2000" b="1" err="1">
                <a:solidFill>
                  <a:schemeClr val="tx1"/>
                </a:solidFill>
              </a:rPr>
              <a:t>Ausfallzeiten</a:t>
            </a:r>
            <a:endParaRPr lang="de-DE" sz="2000" noProof="1">
              <a:solidFill>
                <a:schemeClr val="tx1"/>
              </a:solidFill>
              <a:latin typeface="Titillium Web"/>
              <a:ea typeface="Titillium Web"/>
              <a:cs typeface="Titillium Web"/>
              <a:sym typeface="Titillium Web"/>
            </a:endParaRPr>
          </a:p>
        </p:txBody>
      </p:sp>
      <p:sp>
        <p:nvSpPr>
          <p:cNvPr id="3411" name="Google Shape;3411;p113">
            <a:extLst>
              <a:ext uri="{FF2B5EF4-FFF2-40B4-BE49-F238E27FC236}">
                <a16:creationId xmlns:a16="http://schemas.microsoft.com/office/drawing/2014/main" id="{24A38953-EE76-CA20-0F73-81F3BBC0478F}"/>
              </a:ext>
            </a:extLst>
          </p:cNvPr>
          <p:cNvSpPr txBox="1"/>
          <p:nvPr/>
        </p:nvSpPr>
        <p:spPr>
          <a:xfrm>
            <a:off x="1268737" y="3617975"/>
            <a:ext cx="3219299" cy="547200"/>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0"/>
              </a:spcBef>
              <a:spcAft>
                <a:spcPts val="0"/>
              </a:spcAft>
              <a:buNone/>
            </a:pPr>
            <a:r>
              <a:rPr lang="de-DE" sz="2000" b="1" noProof="1">
                <a:solidFill>
                  <a:schemeClr val="dk1"/>
                </a:solidFill>
                <a:latin typeface="Titillium Web"/>
                <a:ea typeface="Titillium Web"/>
                <a:cs typeface="Titillium Web"/>
                <a:sym typeface="Titillium Web"/>
              </a:rPr>
              <a:t>Echtzeit statt Papierchaos</a:t>
            </a:r>
          </a:p>
        </p:txBody>
      </p:sp>
      <p:grpSp>
        <p:nvGrpSpPr>
          <p:cNvPr id="3412" name="Google Shape;3412;p113">
            <a:extLst>
              <a:ext uri="{FF2B5EF4-FFF2-40B4-BE49-F238E27FC236}">
                <a16:creationId xmlns:a16="http://schemas.microsoft.com/office/drawing/2014/main" id="{A36E2BCA-7F2F-446B-1BF9-9172274AF632}"/>
              </a:ext>
            </a:extLst>
          </p:cNvPr>
          <p:cNvGrpSpPr/>
          <p:nvPr/>
        </p:nvGrpSpPr>
        <p:grpSpPr>
          <a:xfrm>
            <a:off x="4182934" y="1457362"/>
            <a:ext cx="3619386" cy="3227949"/>
            <a:chOff x="4487734" y="1457362"/>
            <a:chExt cx="3619386" cy="3227949"/>
          </a:xfrm>
        </p:grpSpPr>
        <p:sp>
          <p:nvSpPr>
            <p:cNvPr id="3413" name="Google Shape;3413;p113">
              <a:extLst>
                <a:ext uri="{FF2B5EF4-FFF2-40B4-BE49-F238E27FC236}">
                  <a16:creationId xmlns:a16="http://schemas.microsoft.com/office/drawing/2014/main" id="{D4E214E3-BAA4-E432-86BE-22E63BA6D564}"/>
                </a:ext>
              </a:extLst>
            </p:cNvPr>
            <p:cNvSpPr/>
            <p:nvPr/>
          </p:nvSpPr>
          <p:spPr>
            <a:xfrm>
              <a:off x="4874939" y="1457362"/>
              <a:ext cx="3232182" cy="2312419"/>
            </a:xfrm>
            <a:custGeom>
              <a:avLst/>
              <a:gdLst/>
              <a:ahLst/>
              <a:cxnLst/>
              <a:rect l="l" t="t" r="r" b="b"/>
              <a:pathLst>
                <a:path w="145071" h="103789" extrusionOk="0">
                  <a:moveTo>
                    <a:pt x="27028" y="0"/>
                  </a:moveTo>
                  <a:cubicBezTo>
                    <a:pt x="22413" y="0"/>
                    <a:pt x="17975" y="909"/>
                    <a:pt x="15045" y="3346"/>
                  </a:cubicBezTo>
                  <a:cubicBezTo>
                    <a:pt x="6772" y="10218"/>
                    <a:pt x="6505" y="21593"/>
                    <a:pt x="13210" y="28998"/>
                  </a:cubicBezTo>
                  <a:cubicBezTo>
                    <a:pt x="18747" y="35102"/>
                    <a:pt x="30556" y="34802"/>
                    <a:pt x="27720" y="43875"/>
                  </a:cubicBezTo>
                  <a:cubicBezTo>
                    <a:pt x="23350" y="58019"/>
                    <a:pt x="0" y="78634"/>
                    <a:pt x="21149" y="88340"/>
                  </a:cubicBezTo>
                  <a:cubicBezTo>
                    <a:pt x="24746" y="89989"/>
                    <a:pt x="28068" y="90675"/>
                    <a:pt x="31202" y="90675"/>
                  </a:cubicBezTo>
                  <a:cubicBezTo>
                    <a:pt x="46578" y="90675"/>
                    <a:pt x="57422" y="74174"/>
                    <a:pt x="74020" y="74064"/>
                  </a:cubicBezTo>
                  <a:cubicBezTo>
                    <a:pt x="74070" y="74063"/>
                    <a:pt x="74119" y="74063"/>
                    <a:pt x="74169" y="74063"/>
                  </a:cubicBezTo>
                  <a:cubicBezTo>
                    <a:pt x="95433" y="74063"/>
                    <a:pt x="87770" y="95493"/>
                    <a:pt x="105009" y="101717"/>
                  </a:cubicBezTo>
                  <a:cubicBezTo>
                    <a:pt x="108910" y="103134"/>
                    <a:pt x="112670" y="103788"/>
                    <a:pt x="116211" y="103788"/>
                  </a:cubicBezTo>
                  <a:cubicBezTo>
                    <a:pt x="131257" y="103788"/>
                    <a:pt x="142342" y="91970"/>
                    <a:pt x="143503" y="76632"/>
                  </a:cubicBezTo>
                  <a:cubicBezTo>
                    <a:pt x="145071" y="55951"/>
                    <a:pt x="124756" y="45510"/>
                    <a:pt x="105843" y="40073"/>
                  </a:cubicBezTo>
                  <a:cubicBezTo>
                    <a:pt x="96603" y="37404"/>
                    <a:pt x="87029" y="37471"/>
                    <a:pt x="77589" y="35736"/>
                  </a:cubicBezTo>
                  <a:cubicBezTo>
                    <a:pt x="66882" y="33735"/>
                    <a:pt x="63613" y="28898"/>
                    <a:pt x="58742" y="20325"/>
                  </a:cubicBezTo>
                  <a:cubicBezTo>
                    <a:pt x="54873" y="13554"/>
                    <a:pt x="50203" y="6348"/>
                    <a:pt x="42397" y="2979"/>
                  </a:cubicBezTo>
                  <a:cubicBezTo>
                    <a:pt x="38661" y="1378"/>
                    <a:pt x="32710" y="0"/>
                    <a:pt x="270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4" name="Google Shape;3414;p113">
              <a:extLst>
                <a:ext uri="{FF2B5EF4-FFF2-40B4-BE49-F238E27FC236}">
                  <a16:creationId xmlns:a16="http://schemas.microsoft.com/office/drawing/2014/main" id="{E4CFB7ED-F486-F115-DCD9-02DADD524190}"/>
                </a:ext>
              </a:extLst>
            </p:cNvPr>
            <p:cNvSpPr/>
            <p:nvPr/>
          </p:nvSpPr>
          <p:spPr>
            <a:xfrm>
              <a:off x="4487734" y="4474965"/>
              <a:ext cx="3603032" cy="210345"/>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5" name="Google Shape;3415;p113">
              <a:extLst>
                <a:ext uri="{FF2B5EF4-FFF2-40B4-BE49-F238E27FC236}">
                  <a16:creationId xmlns:a16="http://schemas.microsoft.com/office/drawing/2014/main" id="{286153D3-6661-E732-D56F-0D83BB3D2FEE}"/>
                </a:ext>
              </a:extLst>
            </p:cNvPr>
            <p:cNvSpPr/>
            <p:nvPr/>
          </p:nvSpPr>
          <p:spPr>
            <a:xfrm>
              <a:off x="5143970" y="2898655"/>
              <a:ext cx="433301" cy="1646202"/>
            </a:xfrm>
            <a:custGeom>
              <a:avLst/>
              <a:gdLst/>
              <a:ahLst/>
              <a:cxnLst/>
              <a:rect l="l" t="t" r="r" b="b"/>
              <a:pathLst>
                <a:path w="19448" h="73887" extrusionOk="0">
                  <a:moveTo>
                    <a:pt x="18514" y="0"/>
                  </a:moveTo>
                  <a:lnTo>
                    <a:pt x="1" y="73886"/>
                  </a:lnTo>
                  <a:lnTo>
                    <a:pt x="935" y="73886"/>
                  </a:lnTo>
                  <a:lnTo>
                    <a:pt x="194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6" name="Google Shape;3416;p113">
              <a:extLst>
                <a:ext uri="{FF2B5EF4-FFF2-40B4-BE49-F238E27FC236}">
                  <a16:creationId xmlns:a16="http://schemas.microsoft.com/office/drawing/2014/main" id="{E9FB2FEE-32BF-B297-F855-769BE3662CBA}"/>
                </a:ext>
              </a:extLst>
            </p:cNvPr>
            <p:cNvSpPr/>
            <p:nvPr/>
          </p:nvSpPr>
          <p:spPr>
            <a:xfrm>
              <a:off x="5614412" y="2898655"/>
              <a:ext cx="434059" cy="1646202"/>
            </a:xfrm>
            <a:custGeom>
              <a:avLst/>
              <a:gdLst/>
              <a:ahLst/>
              <a:cxnLst/>
              <a:rect l="l" t="t" r="r" b="b"/>
              <a:pathLst>
                <a:path w="19482" h="73887" extrusionOk="0">
                  <a:moveTo>
                    <a:pt x="1" y="0"/>
                  </a:moveTo>
                  <a:lnTo>
                    <a:pt x="18547" y="73886"/>
                  </a:lnTo>
                  <a:lnTo>
                    <a:pt x="19481" y="73886"/>
                  </a:lnTo>
                  <a:lnTo>
                    <a:pt x="9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7" name="Google Shape;3417;p113">
              <a:extLst>
                <a:ext uri="{FF2B5EF4-FFF2-40B4-BE49-F238E27FC236}">
                  <a16:creationId xmlns:a16="http://schemas.microsoft.com/office/drawing/2014/main" id="{AA2CE52F-5AF4-485F-97EF-4A368A4A5DE6}"/>
                </a:ext>
              </a:extLst>
            </p:cNvPr>
            <p:cNvSpPr/>
            <p:nvPr/>
          </p:nvSpPr>
          <p:spPr>
            <a:xfrm>
              <a:off x="4839268" y="1974859"/>
              <a:ext cx="1513168" cy="1933815"/>
            </a:xfrm>
            <a:custGeom>
              <a:avLst/>
              <a:gdLst/>
              <a:ahLst/>
              <a:cxnLst/>
              <a:rect l="l" t="t" r="r" b="b"/>
              <a:pathLst>
                <a:path w="67916" h="86796" extrusionOk="0">
                  <a:moveTo>
                    <a:pt x="0" y="0"/>
                  </a:moveTo>
                  <a:lnTo>
                    <a:pt x="0" y="86796"/>
                  </a:lnTo>
                  <a:lnTo>
                    <a:pt x="67915" y="86796"/>
                  </a:lnTo>
                  <a:lnTo>
                    <a:pt x="679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8" name="Google Shape;3418;p113">
              <a:extLst>
                <a:ext uri="{FF2B5EF4-FFF2-40B4-BE49-F238E27FC236}">
                  <a16:creationId xmlns:a16="http://schemas.microsoft.com/office/drawing/2014/main" id="{2AE242AC-7783-EC8D-21A2-328C4A38498B}"/>
                </a:ext>
              </a:extLst>
            </p:cNvPr>
            <p:cNvSpPr/>
            <p:nvPr/>
          </p:nvSpPr>
          <p:spPr>
            <a:xfrm>
              <a:off x="5023568" y="1916887"/>
              <a:ext cx="179131" cy="8934"/>
            </a:xfrm>
            <a:custGeom>
              <a:avLst/>
              <a:gdLst/>
              <a:ahLst/>
              <a:cxnLst/>
              <a:rect l="l" t="t" r="r" b="b"/>
              <a:pathLst>
                <a:path w="8040" h="401" extrusionOk="0">
                  <a:moveTo>
                    <a:pt x="1" y="0"/>
                  </a:moveTo>
                  <a:lnTo>
                    <a:pt x="1" y="401"/>
                  </a:lnTo>
                  <a:lnTo>
                    <a:pt x="8040" y="401"/>
                  </a:lnTo>
                  <a:lnTo>
                    <a:pt x="8040"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9" name="Google Shape;3419;p113">
              <a:extLst>
                <a:ext uri="{FF2B5EF4-FFF2-40B4-BE49-F238E27FC236}">
                  <a16:creationId xmlns:a16="http://schemas.microsoft.com/office/drawing/2014/main" id="{46E7D1C2-56F8-15F5-0A15-85BC43C9CB1B}"/>
                </a:ext>
              </a:extLst>
            </p:cNvPr>
            <p:cNvSpPr/>
            <p:nvPr/>
          </p:nvSpPr>
          <p:spPr>
            <a:xfrm>
              <a:off x="4784259" y="1949549"/>
              <a:ext cx="1623165" cy="51333"/>
            </a:xfrm>
            <a:custGeom>
              <a:avLst/>
              <a:gdLst/>
              <a:ahLst/>
              <a:cxnLst/>
              <a:rect l="l" t="t" r="r" b="b"/>
              <a:pathLst>
                <a:path w="72853" h="2304" extrusionOk="0">
                  <a:moveTo>
                    <a:pt x="1112" y="1"/>
                  </a:moveTo>
                  <a:cubicBezTo>
                    <a:pt x="503" y="1"/>
                    <a:pt x="1" y="521"/>
                    <a:pt x="1" y="1136"/>
                  </a:cubicBezTo>
                  <a:cubicBezTo>
                    <a:pt x="1" y="1770"/>
                    <a:pt x="535" y="2304"/>
                    <a:pt x="1168" y="2304"/>
                  </a:cubicBezTo>
                  <a:lnTo>
                    <a:pt x="71685" y="2304"/>
                  </a:lnTo>
                  <a:cubicBezTo>
                    <a:pt x="72319" y="2304"/>
                    <a:pt x="72853" y="1770"/>
                    <a:pt x="72853" y="1136"/>
                  </a:cubicBezTo>
                  <a:cubicBezTo>
                    <a:pt x="72853" y="502"/>
                    <a:pt x="72319" y="2"/>
                    <a:pt x="71685" y="2"/>
                  </a:cubicBezTo>
                  <a:lnTo>
                    <a:pt x="1168" y="2"/>
                  </a:lnTo>
                  <a:cubicBezTo>
                    <a:pt x="1150" y="1"/>
                    <a:pt x="1131" y="1"/>
                    <a:pt x="11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0" name="Google Shape;3420;p113">
              <a:extLst>
                <a:ext uri="{FF2B5EF4-FFF2-40B4-BE49-F238E27FC236}">
                  <a16:creationId xmlns:a16="http://schemas.microsoft.com/office/drawing/2014/main" id="{157DCBCA-10BA-D02C-D2B9-C388CAC05930}"/>
                </a:ext>
              </a:extLst>
            </p:cNvPr>
            <p:cNvSpPr/>
            <p:nvPr/>
          </p:nvSpPr>
          <p:spPr>
            <a:xfrm>
              <a:off x="4784259" y="3883386"/>
              <a:ext cx="1623165" cy="51311"/>
            </a:xfrm>
            <a:custGeom>
              <a:avLst/>
              <a:gdLst/>
              <a:ahLst/>
              <a:cxnLst/>
              <a:rect l="l" t="t" r="r" b="b"/>
              <a:pathLst>
                <a:path w="72853" h="2303" extrusionOk="0">
                  <a:moveTo>
                    <a:pt x="1168" y="1"/>
                  </a:moveTo>
                  <a:cubicBezTo>
                    <a:pt x="535" y="1"/>
                    <a:pt x="1" y="534"/>
                    <a:pt x="1" y="1168"/>
                  </a:cubicBezTo>
                  <a:cubicBezTo>
                    <a:pt x="1" y="1802"/>
                    <a:pt x="535" y="2302"/>
                    <a:pt x="1168" y="2302"/>
                  </a:cubicBezTo>
                  <a:lnTo>
                    <a:pt x="71685" y="2302"/>
                  </a:lnTo>
                  <a:cubicBezTo>
                    <a:pt x="72319" y="2302"/>
                    <a:pt x="72853" y="1802"/>
                    <a:pt x="72853" y="1168"/>
                  </a:cubicBezTo>
                  <a:cubicBezTo>
                    <a:pt x="72853" y="534"/>
                    <a:pt x="72319" y="1"/>
                    <a:pt x="716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1" name="Google Shape;3421;p113">
              <a:extLst>
                <a:ext uri="{FF2B5EF4-FFF2-40B4-BE49-F238E27FC236}">
                  <a16:creationId xmlns:a16="http://schemas.microsoft.com/office/drawing/2014/main" id="{0BE10CDB-C32C-9C50-F3D5-EE42D3E3FD7E}"/>
                </a:ext>
              </a:extLst>
            </p:cNvPr>
            <p:cNvSpPr/>
            <p:nvPr/>
          </p:nvSpPr>
          <p:spPr>
            <a:xfrm>
              <a:off x="4902432" y="2072958"/>
              <a:ext cx="1386841" cy="1650658"/>
            </a:xfrm>
            <a:custGeom>
              <a:avLst/>
              <a:gdLst/>
              <a:ahLst/>
              <a:cxnLst/>
              <a:rect l="l" t="t" r="r" b="b"/>
              <a:pathLst>
                <a:path w="62246" h="74087" extrusionOk="0">
                  <a:moveTo>
                    <a:pt x="31123" y="267"/>
                  </a:moveTo>
                  <a:cubicBezTo>
                    <a:pt x="48135" y="267"/>
                    <a:pt x="61978" y="16779"/>
                    <a:pt x="61978" y="37060"/>
                  </a:cubicBezTo>
                  <a:cubicBezTo>
                    <a:pt x="61978" y="57341"/>
                    <a:pt x="48168" y="73853"/>
                    <a:pt x="31123" y="73853"/>
                  </a:cubicBezTo>
                  <a:cubicBezTo>
                    <a:pt x="14111" y="73853"/>
                    <a:pt x="268" y="57341"/>
                    <a:pt x="268" y="37060"/>
                  </a:cubicBezTo>
                  <a:cubicBezTo>
                    <a:pt x="268" y="16779"/>
                    <a:pt x="14111" y="267"/>
                    <a:pt x="31123" y="267"/>
                  </a:cubicBezTo>
                  <a:close/>
                  <a:moveTo>
                    <a:pt x="31123" y="0"/>
                  </a:moveTo>
                  <a:cubicBezTo>
                    <a:pt x="13977" y="0"/>
                    <a:pt x="1" y="16612"/>
                    <a:pt x="1" y="37060"/>
                  </a:cubicBezTo>
                  <a:cubicBezTo>
                    <a:pt x="1" y="57475"/>
                    <a:pt x="13977" y="74087"/>
                    <a:pt x="31123" y="74087"/>
                  </a:cubicBezTo>
                  <a:cubicBezTo>
                    <a:pt x="48302" y="74087"/>
                    <a:pt x="62245" y="57475"/>
                    <a:pt x="62245" y="37060"/>
                  </a:cubicBezTo>
                  <a:cubicBezTo>
                    <a:pt x="62245" y="16612"/>
                    <a:pt x="48302" y="0"/>
                    <a:pt x="31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2" name="Google Shape;3422;p113">
              <a:extLst>
                <a:ext uri="{FF2B5EF4-FFF2-40B4-BE49-F238E27FC236}">
                  <a16:creationId xmlns:a16="http://schemas.microsoft.com/office/drawing/2014/main" id="{03AFAEE6-9FE5-B4B9-6A3B-7F56638CA98A}"/>
                </a:ext>
              </a:extLst>
            </p:cNvPr>
            <p:cNvSpPr/>
            <p:nvPr/>
          </p:nvSpPr>
          <p:spPr>
            <a:xfrm>
              <a:off x="5132830" y="2705532"/>
              <a:ext cx="181359" cy="155982"/>
            </a:xfrm>
            <a:custGeom>
              <a:avLst/>
              <a:gdLst/>
              <a:ahLst/>
              <a:cxnLst/>
              <a:rect l="l" t="t" r="r" b="b"/>
              <a:pathLst>
                <a:path w="8140" h="7001" extrusionOk="0">
                  <a:moveTo>
                    <a:pt x="4670" y="262"/>
                  </a:moveTo>
                  <a:cubicBezTo>
                    <a:pt x="6438" y="262"/>
                    <a:pt x="7906" y="1730"/>
                    <a:pt x="7906" y="3498"/>
                  </a:cubicBezTo>
                  <a:cubicBezTo>
                    <a:pt x="7906" y="5461"/>
                    <a:pt x="6303" y="6753"/>
                    <a:pt x="4636" y="6753"/>
                  </a:cubicBezTo>
                  <a:cubicBezTo>
                    <a:pt x="3839" y="6753"/>
                    <a:pt x="3027" y="6458"/>
                    <a:pt x="2369" y="5799"/>
                  </a:cubicBezTo>
                  <a:cubicBezTo>
                    <a:pt x="334" y="3765"/>
                    <a:pt x="1768" y="262"/>
                    <a:pt x="4670" y="262"/>
                  </a:cubicBezTo>
                  <a:close/>
                  <a:moveTo>
                    <a:pt x="4638" y="1"/>
                  </a:moveTo>
                  <a:cubicBezTo>
                    <a:pt x="3784" y="1"/>
                    <a:pt x="2913" y="318"/>
                    <a:pt x="2202" y="1029"/>
                  </a:cubicBezTo>
                  <a:cubicBezTo>
                    <a:pt x="0" y="3231"/>
                    <a:pt x="1535" y="7000"/>
                    <a:pt x="4670" y="7000"/>
                  </a:cubicBezTo>
                  <a:cubicBezTo>
                    <a:pt x="6572" y="7000"/>
                    <a:pt x="8140" y="5433"/>
                    <a:pt x="8140" y="3498"/>
                  </a:cubicBezTo>
                  <a:cubicBezTo>
                    <a:pt x="8140" y="1397"/>
                    <a:pt x="6427" y="1"/>
                    <a:pt x="46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3" name="Google Shape;3423;p113">
              <a:extLst>
                <a:ext uri="{FF2B5EF4-FFF2-40B4-BE49-F238E27FC236}">
                  <a16:creationId xmlns:a16="http://schemas.microsoft.com/office/drawing/2014/main" id="{255D8998-1469-76C3-A9A1-941D2C6062C6}"/>
                </a:ext>
              </a:extLst>
            </p:cNvPr>
            <p:cNvSpPr/>
            <p:nvPr/>
          </p:nvSpPr>
          <p:spPr>
            <a:xfrm>
              <a:off x="5623346" y="2868287"/>
              <a:ext cx="182094" cy="155982"/>
            </a:xfrm>
            <a:custGeom>
              <a:avLst/>
              <a:gdLst/>
              <a:ahLst/>
              <a:cxnLst/>
              <a:rect l="l" t="t" r="r" b="b"/>
              <a:pathLst>
                <a:path w="8173" h="7001" extrusionOk="0">
                  <a:moveTo>
                    <a:pt x="4670" y="262"/>
                  </a:moveTo>
                  <a:cubicBezTo>
                    <a:pt x="6438" y="262"/>
                    <a:pt x="7906" y="1730"/>
                    <a:pt x="7906" y="3498"/>
                  </a:cubicBezTo>
                  <a:cubicBezTo>
                    <a:pt x="7906" y="5461"/>
                    <a:pt x="6303" y="6753"/>
                    <a:pt x="4635" y="6753"/>
                  </a:cubicBezTo>
                  <a:cubicBezTo>
                    <a:pt x="3838" y="6753"/>
                    <a:pt x="3027" y="6458"/>
                    <a:pt x="2368" y="5800"/>
                  </a:cubicBezTo>
                  <a:cubicBezTo>
                    <a:pt x="334" y="3765"/>
                    <a:pt x="1768" y="262"/>
                    <a:pt x="4670" y="262"/>
                  </a:cubicBezTo>
                  <a:close/>
                  <a:moveTo>
                    <a:pt x="4645" y="1"/>
                  </a:moveTo>
                  <a:cubicBezTo>
                    <a:pt x="3787" y="1"/>
                    <a:pt x="2913" y="319"/>
                    <a:pt x="2202" y="1030"/>
                  </a:cubicBezTo>
                  <a:cubicBezTo>
                    <a:pt x="0" y="3231"/>
                    <a:pt x="1568" y="7001"/>
                    <a:pt x="4670" y="7001"/>
                  </a:cubicBezTo>
                  <a:cubicBezTo>
                    <a:pt x="6605" y="7001"/>
                    <a:pt x="8173" y="5433"/>
                    <a:pt x="8173" y="3498"/>
                  </a:cubicBezTo>
                  <a:cubicBezTo>
                    <a:pt x="8173" y="1398"/>
                    <a:pt x="6445" y="1"/>
                    <a:pt x="46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4" name="Google Shape;3424;p113">
              <a:extLst>
                <a:ext uri="{FF2B5EF4-FFF2-40B4-BE49-F238E27FC236}">
                  <a16:creationId xmlns:a16="http://schemas.microsoft.com/office/drawing/2014/main" id="{89A0B439-12E6-27AA-FB7A-EA2B38A027F5}"/>
                </a:ext>
              </a:extLst>
            </p:cNvPr>
            <p:cNvSpPr/>
            <p:nvPr/>
          </p:nvSpPr>
          <p:spPr>
            <a:xfrm>
              <a:off x="5388493" y="2097488"/>
              <a:ext cx="415455" cy="556666"/>
            </a:xfrm>
            <a:custGeom>
              <a:avLst/>
              <a:gdLst/>
              <a:ahLst/>
              <a:cxnLst/>
              <a:rect l="l" t="t" r="r" b="b"/>
              <a:pathLst>
                <a:path w="18647" h="24985" extrusionOk="0">
                  <a:moveTo>
                    <a:pt x="9307" y="0"/>
                  </a:moveTo>
                  <a:cubicBezTo>
                    <a:pt x="4170" y="0"/>
                    <a:pt x="0" y="3870"/>
                    <a:pt x="0" y="10708"/>
                  </a:cubicBezTo>
                  <a:cubicBezTo>
                    <a:pt x="0" y="17546"/>
                    <a:pt x="4170" y="24985"/>
                    <a:pt x="9307" y="24985"/>
                  </a:cubicBezTo>
                  <a:cubicBezTo>
                    <a:pt x="14477" y="24985"/>
                    <a:pt x="18647" y="17546"/>
                    <a:pt x="18647" y="10708"/>
                  </a:cubicBezTo>
                  <a:cubicBezTo>
                    <a:pt x="18647" y="3870"/>
                    <a:pt x="14477" y="0"/>
                    <a:pt x="93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5" name="Google Shape;3425;p113">
              <a:extLst>
                <a:ext uri="{FF2B5EF4-FFF2-40B4-BE49-F238E27FC236}">
                  <a16:creationId xmlns:a16="http://schemas.microsoft.com/office/drawing/2014/main" id="{2BD2C743-C433-190A-88D7-5F4C9EE97445}"/>
                </a:ext>
              </a:extLst>
            </p:cNvPr>
            <p:cNvSpPr/>
            <p:nvPr/>
          </p:nvSpPr>
          <p:spPr>
            <a:xfrm>
              <a:off x="5361734" y="2316389"/>
              <a:ext cx="205889" cy="145622"/>
            </a:xfrm>
            <a:custGeom>
              <a:avLst/>
              <a:gdLst/>
              <a:ahLst/>
              <a:cxnLst/>
              <a:rect l="l" t="t" r="r" b="b"/>
              <a:pathLst>
                <a:path w="9241" h="6536" extrusionOk="0">
                  <a:moveTo>
                    <a:pt x="3570" y="0"/>
                  </a:moveTo>
                  <a:cubicBezTo>
                    <a:pt x="1690" y="0"/>
                    <a:pt x="0" y="749"/>
                    <a:pt x="0" y="749"/>
                  </a:cubicBezTo>
                  <a:cubicBezTo>
                    <a:pt x="0" y="749"/>
                    <a:pt x="601" y="4585"/>
                    <a:pt x="3169" y="5953"/>
                  </a:cubicBezTo>
                  <a:cubicBezTo>
                    <a:pt x="3952" y="6386"/>
                    <a:pt x="4831" y="6535"/>
                    <a:pt x="5671" y="6535"/>
                  </a:cubicBezTo>
                  <a:cubicBezTo>
                    <a:pt x="7551" y="6535"/>
                    <a:pt x="9240" y="5786"/>
                    <a:pt x="9240" y="5786"/>
                  </a:cubicBezTo>
                  <a:cubicBezTo>
                    <a:pt x="9240" y="5786"/>
                    <a:pt x="8640" y="1950"/>
                    <a:pt x="6071" y="583"/>
                  </a:cubicBezTo>
                  <a:cubicBezTo>
                    <a:pt x="5288" y="150"/>
                    <a:pt x="4410" y="0"/>
                    <a:pt x="35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6" name="Google Shape;3426;p113">
              <a:extLst>
                <a:ext uri="{FF2B5EF4-FFF2-40B4-BE49-F238E27FC236}">
                  <a16:creationId xmlns:a16="http://schemas.microsoft.com/office/drawing/2014/main" id="{DC1542CD-947F-FB8F-42D4-6302F2B3C5A5}"/>
                </a:ext>
              </a:extLst>
            </p:cNvPr>
            <p:cNvSpPr/>
            <p:nvPr/>
          </p:nvSpPr>
          <p:spPr>
            <a:xfrm>
              <a:off x="5624817" y="2316389"/>
              <a:ext cx="205154" cy="145622"/>
            </a:xfrm>
            <a:custGeom>
              <a:avLst/>
              <a:gdLst/>
              <a:ahLst/>
              <a:cxnLst/>
              <a:rect l="l" t="t" r="r" b="b"/>
              <a:pathLst>
                <a:path w="9208" h="6536" extrusionOk="0">
                  <a:moveTo>
                    <a:pt x="5638" y="0"/>
                  </a:moveTo>
                  <a:cubicBezTo>
                    <a:pt x="4798" y="0"/>
                    <a:pt x="3919" y="150"/>
                    <a:pt x="3136" y="583"/>
                  </a:cubicBezTo>
                  <a:cubicBezTo>
                    <a:pt x="601" y="1950"/>
                    <a:pt x="1" y="5786"/>
                    <a:pt x="1" y="5786"/>
                  </a:cubicBezTo>
                  <a:cubicBezTo>
                    <a:pt x="1" y="5786"/>
                    <a:pt x="1674" y="6535"/>
                    <a:pt x="3556" y="6535"/>
                  </a:cubicBezTo>
                  <a:cubicBezTo>
                    <a:pt x="4396" y="6535"/>
                    <a:pt x="5279" y="6386"/>
                    <a:pt x="6072" y="5953"/>
                  </a:cubicBezTo>
                  <a:cubicBezTo>
                    <a:pt x="8607" y="4585"/>
                    <a:pt x="9207" y="749"/>
                    <a:pt x="9207" y="749"/>
                  </a:cubicBezTo>
                  <a:cubicBezTo>
                    <a:pt x="9207" y="749"/>
                    <a:pt x="7518" y="0"/>
                    <a:pt x="5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7" name="Google Shape;3427;p113">
              <a:extLst>
                <a:ext uri="{FF2B5EF4-FFF2-40B4-BE49-F238E27FC236}">
                  <a16:creationId xmlns:a16="http://schemas.microsoft.com/office/drawing/2014/main" id="{FD2619CB-49D4-EC41-9D7B-8F294E4D6352}"/>
                </a:ext>
              </a:extLst>
            </p:cNvPr>
            <p:cNvSpPr/>
            <p:nvPr/>
          </p:nvSpPr>
          <p:spPr>
            <a:xfrm>
              <a:off x="5563881" y="2473530"/>
              <a:ext cx="23060" cy="37185"/>
            </a:xfrm>
            <a:custGeom>
              <a:avLst/>
              <a:gdLst/>
              <a:ahLst/>
              <a:cxnLst/>
              <a:rect l="l" t="t" r="r" b="b"/>
              <a:pathLst>
                <a:path w="1035" h="1669" extrusionOk="0">
                  <a:moveTo>
                    <a:pt x="1" y="1"/>
                  </a:moveTo>
                  <a:lnTo>
                    <a:pt x="1035" y="1669"/>
                  </a:lnTo>
                  <a:cubicBezTo>
                    <a:pt x="1035" y="1669"/>
                    <a:pt x="834" y="435"/>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8" name="Google Shape;3428;p113">
              <a:extLst>
                <a:ext uri="{FF2B5EF4-FFF2-40B4-BE49-F238E27FC236}">
                  <a16:creationId xmlns:a16="http://schemas.microsoft.com/office/drawing/2014/main" id="{9076D063-EE8F-9975-603C-6DA7F88D1461}"/>
                </a:ext>
              </a:extLst>
            </p:cNvPr>
            <p:cNvSpPr/>
            <p:nvPr/>
          </p:nvSpPr>
          <p:spPr>
            <a:xfrm>
              <a:off x="5605500" y="2473530"/>
              <a:ext cx="22325" cy="37185"/>
            </a:xfrm>
            <a:custGeom>
              <a:avLst/>
              <a:gdLst/>
              <a:ahLst/>
              <a:cxnLst/>
              <a:rect l="l" t="t" r="r" b="b"/>
              <a:pathLst>
                <a:path w="1002" h="1669" extrusionOk="0">
                  <a:moveTo>
                    <a:pt x="1001" y="1"/>
                  </a:moveTo>
                  <a:cubicBezTo>
                    <a:pt x="167" y="435"/>
                    <a:pt x="1" y="1669"/>
                    <a:pt x="1" y="1669"/>
                  </a:cubicBezTo>
                  <a:lnTo>
                    <a:pt x="1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9" name="Google Shape;3429;p113">
              <a:extLst>
                <a:ext uri="{FF2B5EF4-FFF2-40B4-BE49-F238E27FC236}">
                  <a16:creationId xmlns:a16="http://schemas.microsoft.com/office/drawing/2014/main" id="{3A8D9055-69A0-16DC-0B6A-52C85ADAD3CB}"/>
                </a:ext>
              </a:extLst>
            </p:cNvPr>
            <p:cNvSpPr/>
            <p:nvPr/>
          </p:nvSpPr>
          <p:spPr>
            <a:xfrm>
              <a:off x="5567601" y="2602108"/>
              <a:ext cx="57237" cy="132321"/>
            </a:xfrm>
            <a:custGeom>
              <a:avLst/>
              <a:gdLst/>
              <a:ahLst/>
              <a:cxnLst/>
              <a:rect l="l" t="t" r="r" b="b"/>
              <a:pathLst>
                <a:path w="2569" h="5939" extrusionOk="0">
                  <a:moveTo>
                    <a:pt x="301" y="1"/>
                  </a:moveTo>
                  <a:lnTo>
                    <a:pt x="0" y="5938"/>
                  </a:lnTo>
                  <a:lnTo>
                    <a:pt x="2569" y="5938"/>
                  </a:lnTo>
                  <a:lnTo>
                    <a:pt x="2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0" name="Google Shape;3430;p113">
              <a:extLst>
                <a:ext uri="{FF2B5EF4-FFF2-40B4-BE49-F238E27FC236}">
                  <a16:creationId xmlns:a16="http://schemas.microsoft.com/office/drawing/2014/main" id="{7374ED40-8989-8132-1BB6-C1062DD8CD52}"/>
                </a:ext>
              </a:extLst>
            </p:cNvPr>
            <p:cNvSpPr/>
            <p:nvPr/>
          </p:nvSpPr>
          <p:spPr>
            <a:xfrm>
              <a:off x="5480643" y="2706913"/>
              <a:ext cx="230420" cy="427353"/>
            </a:xfrm>
            <a:custGeom>
              <a:avLst/>
              <a:gdLst/>
              <a:ahLst/>
              <a:cxnLst/>
              <a:rect l="l" t="t" r="r" b="b"/>
              <a:pathLst>
                <a:path w="10342" h="19181" extrusionOk="0">
                  <a:moveTo>
                    <a:pt x="2269" y="0"/>
                  </a:moveTo>
                  <a:cubicBezTo>
                    <a:pt x="1001" y="0"/>
                    <a:pt x="1" y="1067"/>
                    <a:pt x="101" y="2335"/>
                  </a:cubicBezTo>
                  <a:lnTo>
                    <a:pt x="568" y="9473"/>
                  </a:lnTo>
                  <a:lnTo>
                    <a:pt x="568" y="9707"/>
                  </a:lnTo>
                  <a:lnTo>
                    <a:pt x="334" y="16879"/>
                  </a:lnTo>
                  <a:cubicBezTo>
                    <a:pt x="301" y="18146"/>
                    <a:pt x="1301" y="19147"/>
                    <a:pt x="2536" y="19180"/>
                  </a:cubicBezTo>
                  <a:lnTo>
                    <a:pt x="7806" y="19180"/>
                  </a:lnTo>
                  <a:cubicBezTo>
                    <a:pt x="9074" y="19180"/>
                    <a:pt x="10074" y="18146"/>
                    <a:pt x="10008" y="16879"/>
                  </a:cubicBezTo>
                  <a:lnTo>
                    <a:pt x="9808" y="9707"/>
                  </a:lnTo>
                  <a:lnTo>
                    <a:pt x="9808" y="9473"/>
                  </a:lnTo>
                  <a:lnTo>
                    <a:pt x="10275" y="2335"/>
                  </a:lnTo>
                  <a:cubicBezTo>
                    <a:pt x="10341" y="1067"/>
                    <a:pt x="9341" y="0"/>
                    <a:pt x="8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1" name="Google Shape;3431;p113">
              <a:extLst>
                <a:ext uri="{FF2B5EF4-FFF2-40B4-BE49-F238E27FC236}">
                  <a16:creationId xmlns:a16="http://schemas.microsoft.com/office/drawing/2014/main" id="{FC6186DD-F25A-7F1D-6C51-BB921A500739}"/>
                </a:ext>
              </a:extLst>
            </p:cNvPr>
            <p:cNvSpPr/>
            <p:nvPr/>
          </p:nvSpPr>
          <p:spPr>
            <a:xfrm>
              <a:off x="5488084" y="3088169"/>
              <a:ext cx="98856" cy="279458"/>
            </a:xfrm>
            <a:custGeom>
              <a:avLst/>
              <a:gdLst/>
              <a:ahLst/>
              <a:cxnLst/>
              <a:rect l="l" t="t" r="r" b="b"/>
              <a:pathLst>
                <a:path w="4437" h="12543" extrusionOk="0">
                  <a:moveTo>
                    <a:pt x="0" y="0"/>
                  </a:moveTo>
                  <a:lnTo>
                    <a:pt x="0" y="0"/>
                  </a:lnTo>
                  <a:cubicBezTo>
                    <a:pt x="300" y="3936"/>
                    <a:pt x="867" y="7873"/>
                    <a:pt x="1635" y="11742"/>
                  </a:cubicBezTo>
                  <a:cubicBezTo>
                    <a:pt x="1701" y="12209"/>
                    <a:pt x="2102" y="12543"/>
                    <a:pt x="2569" y="12543"/>
                  </a:cubicBezTo>
                  <a:lnTo>
                    <a:pt x="3002" y="12543"/>
                  </a:lnTo>
                  <a:cubicBezTo>
                    <a:pt x="3503" y="12543"/>
                    <a:pt x="3936" y="12109"/>
                    <a:pt x="3970" y="11609"/>
                  </a:cubicBezTo>
                  <a:lnTo>
                    <a:pt x="4437" y="76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2" name="Google Shape;3432;p113">
              <a:extLst>
                <a:ext uri="{FF2B5EF4-FFF2-40B4-BE49-F238E27FC236}">
                  <a16:creationId xmlns:a16="http://schemas.microsoft.com/office/drawing/2014/main" id="{DA141BA9-AD5A-F5F3-DC6E-A9D81970F9A0}"/>
                </a:ext>
              </a:extLst>
            </p:cNvPr>
            <p:cNvSpPr/>
            <p:nvPr/>
          </p:nvSpPr>
          <p:spPr>
            <a:xfrm>
              <a:off x="5519276" y="3332625"/>
              <a:ext cx="65436" cy="255039"/>
            </a:xfrm>
            <a:custGeom>
              <a:avLst/>
              <a:gdLst/>
              <a:ahLst/>
              <a:cxnLst/>
              <a:rect l="l" t="t" r="r" b="b"/>
              <a:pathLst>
                <a:path w="2937" h="11447" extrusionOk="0">
                  <a:moveTo>
                    <a:pt x="1242" y="0"/>
                  </a:moveTo>
                  <a:cubicBezTo>
                    <a:pt x="621" y="0"/>
                    <a:pt x="1" y="878"/>
                    <a:pt x="235" y="1837"/>
                  </a:cubicBezTo>
                  <a:cubicBezTo>
                    <a:pt x="568" y="3205"/>
                    <a:pt x="835" y="11411"/>
                    <a:pt x="835" y="11411"/>
                  </a:cubicBezTo>
                  <a:cubicBezTo>
                    <a:pt x="835" y="11411"/>
                    <a:pt x="986" y="11446"/>
                    <a:pt x="1179" y="11446"/>
                  </a:cubicBezTo>
                  <a:cubicBezTo>
                    <a:pt x="1482" y="11446"/>
                    <a:pt x="1888" y="11359"/>
                    <a:pt x="1969" y="10911"/>
                  </a:cubicBezTo>
                  <a:cubicBezTo>
                    <a:pt x="2136" y="10177"/>
                    <a:pt x="2503" y="5940"/>
                    <a:pt x="2670" y="4473"/>
                  </a:cubicBezTo>
                  <a:cubicBezTo>
                    <a:pt x="2937" y="2071"/>
                    <a:pt x="2203" y="903"/>
                    <a:pt x="1969" y="537"/>
                  </a:cubicBezTo>
                  <a:cubicBezTo>
                    <a:pt x="1770" y="159"/>
                    <a:pt x="1506" y="0"/>
                    <a:pt x="1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3" name="Google Shape;3433;p113">
              <a:extLst>
                <a:ext uri="{FF2B5EF4-FFF2-40B4-BE49-F238E27FC236}">
                  <a16:creationId xmlns:a16="http://schemas.microsoft.com/office/drawing/2014/main" id="{D2CF95CE-4E3A-576B-F450-7C7DE2F1F943}"/>
                </a:ext>
              </a:extLst>
            </p:cNvPr>
            <p:cNvSpPr/>
            <p:nvPr/>
          </p:nvSpPr>
          <p:spPr>
            <a:xfrm>
              <a:off x="5437442" y="3563913"/>
              <a:ext cx="137601" cy="131898"/>
            </a:xfrm>
            <a:custGeom>
              <a:avLst/>
              <a:gdLst/>
              <a:ahLst/>
              <a:cxnLst/>
              <a:rect l="l" t="t" r="r" b="b"/>
              <a:pathLst>
                <a:path w="6176" h="5920" extrusionOk="0">
                  <a:moveTo>
                    <a:pt x="5136" y="1"/>
                  </a:moveTo>
                  <a:cubicBezTo>
                    <a:pt x="4773" y="1"/>
                    <a:pt x="4608" y="496"/>
                    <a:pt x="4608" y="496"/>
                  </a:cubicBezTo>
                  <a:cubicBezTo>
                    <a:pt x="4508" y="997"/>
                    <a:pt x="2840" y="3365"/>
                    <a:pt x="1339" y="4132"/>
                  </a:cubicBezTo>
                  <a:cubicBezTo>
                    <a:pt x="0" y="4787"/>
                    <a:pt x="864" y="5919"/>
                    <a:pt x="2464" y="5919"/>
                  </a:cubicBezTo>
                  <a:cubicBezTo>
                    <a:pt x="2657" y="5919"/>
                    <a:pt x="2861" y="5903"/>
                    <a:pt x="3074" y="5867"/>
                  </a:cubicBezTo>
                  <a:cubicBezTo>
                    <a:pt x="5075" y="5533"/>
                    <a:pt x="4575" y="3532"/>
                    <a:pt x="5375" y="2664"/>
                  </a:cubicBezTo>
                  <a:cubicBezTo>
                    <a:pt x="6176" y="1797"/>
                    <a:pt x="6109" y="596"/>
                    <a:pt x="5475" y="129"/>
                  </a:cubicBezTo>
                  <a:cubicBezTo>
                    <a:pt x="5347" y="37"/>
                    <a:pt x="5235" y="1"/>
                    <a:pt x="5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4" name="Google Shape;3434;p113">
              <a:extLst>
                <a:ext uri="{FF2B5EF4-FFF2-40B4-BE49-F238E27FC236}">
                  <a16:creationId xmlns:a16="http://schemas.microsoft.com/office/drawing/2014/main" id="{F78BB8B2-05D4-8D72-4F09-C11D1AC35945}"/>
                </a:ext>
              </a:extLst>
            </p:cNvPr>
            <p:cNvSpPr/>
            <p:nvPr/>
          </p:nvSpPr>
          <p:spPr>
            <a:xfrm>
              <a:off x="5511122" y="3321507"/>
              <a:ext cx="61693" cy="74393"/>
            </a:xfrm>
            <a:custGeom>
              <a:avLst/>
              <a:gdLst/>
              <a:ahLst/>
              <a:cxnLst/>
              <a:rect l="l" t="t" r="r" b="b"/>
              <a:pathLst>
                <a:path w="2769" h="3339" extrusionOk="0">
                  <a:moveTo>
                    <a:pt x="1286" y="0"/>
                  </a:moveTo>
                  <a:cubicBezTo>
                    <a:pt x="575" y="0"/>
                    <a:pt x="1" y="722"/>
                    <a:pt x="34" y="1603"/>
                  </a:cubicBezTo>
                  <a:cubicBezTo>
                    <a:pt x="34" y="2503"/>
                    <a:pt x="667" y="3304"/>
                    <a:pt x="1401" y="3337"/>
                  </a:cubicBezTo>
                  <a:cubicBezTo>
                    <a:pt x="1419" y="3338"/>
                    <a:pt x="1436" y="3338"/>
                    <a:pt x="1454" y="3338"/>
                  </a:cubicBezTo>
                  <a:cubicBezTo>
                    <a:pt x="2196" y="3338"/>
                    <a:pt x="2768" y="2649"/>
                    <a:pt x="2735" y="1736"/>
                  </a:cubicBezTo>
                  <a:cubicBezTo>
                    <a:pt x="2702" y="835"/>
                    <a:pt x="2068" y="35"/>
                    <a:pt x="1334" y="1"/>
                  </a:cubicBezTo>
                  <a:cubicBezTo>
                    <a:pt x="1318" y="1"/>
                    <a:pt x="1302" y="0"/>
                    <a:pt x="12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5" name="Google Shape;3435;p113">
              <a:extLst>
                <a:ext uri="{FF2B5EF4-FFF2-40B4-BE49-F238E27FC236}">
                  <a16:creationId xmlns:a16="http://schemas.microsoft.com/office/drawing/2014/main" id="{2DC01802-914C-1878-F9C2-C71225D5E032}"/>
                </a:ext>
              </a:extLst>
            </p:cNvPr>
            <p:cNvSpPr/>
            <p:nvPr/>
          </p:nvSpPr>
          <p:spPr>
            <a:xfrm>
              <a:off x="5392949" y="3031689"/>
              <a:ext cx="194727" cy="271460"/>
            </a:xfrm>
            <a:custGeom>
              <a:avLst/>
              <a:gdLst/>
              <a:ahLst/>
              <a:cxnLst/>
              <a:rect l="l" t="t" r="r" b="b"/>
              <a:pathLst>
                <a:path w="8740" h="12184" extrusionOk="0">
                  <a:moveTo>
                    <a:pt x="5538" y="0"/>
                  </a:moveTo>
                  <a:cubicBezTo>
                    <a:pt x="3570" y="3436"/>
                    <a:pt x="1768" y="6938"/>
                    <a:pt x="201" y="10574"/>
                  </a:cubicBezTo>
                  <a:cubicBezTo>
                    <a:pt x="0" y="11008"/>
                    <a:pt x="167" y="11508"/>
                    <a:pt x="534" y="11775"/>
                  </a:cubicBezTo>
                  <a:lnTo>
                    <a:pt x="868" y="12009"/>
                  </a:lnTo>
                  <a:cubicBezTo>
                    <a:pt x="1039" y="12127"/>
                    <a:pt x="1236" y="12183"/>
                    <a:pt x="1430" y="12183"/>
                  </a:cubicBezTo>
                  <a:cubicBezTo>
                    <a:pt x="1728" y="12183"/>
                    <a:pt x="2020" y="12051"/>
                    <a:pt x="2202" y="11809"/>
                  </a:cubicBezTo>
                  <a:lnTo>
                    <a:pt x="8740" y="3169"/>
                  </a:lnTo>
                  <a:lnTo>
                    <a:pt x="5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6" name="Google Shape;3436;p113">
              <a:extLst>
                <a:ext uri="{FF2B5EF4-FFF2-40B4-BE49-F238E27FC236}">
                  <a16:creationId xmlns:a16="http://schemas.microsoft.com/office/drawing/2014/main" id="{8DE1C272-6430-46EA-5C5D-5798B06F5C83}"/>
                </a:ext>
              </a:extLst>
            </p:cNvPr>
            <p:cNvSpPr/>
            <p:nvPr/>
          </p:nvSpPr>
          <p:spPr>
            <a:xfrm>
              <a:off x="5274040" y="3263245"/>
              <a:ext cx="160104" cy="216361"/>
            </a:xfrm>
            <a:custGeom>
              <a:avLst/>
              <a:gdLst/>
              <a:ahLst/>
              <a:cxnLst/>
              <a:rect l="l" t="t" r="r" b="b"/>
              <a:pathLst>
                <a:path w="7186" h="9711" extrusionOk="0">
                  <a:moveTo>
                    <a:pt x="6336" y="0"/>
                  </a:moveTo>
                  <a:cubicBezTo>
                    <a:pt x="5822" y="0"/>
                    <a:pt x="5198" y="370"/>
                    <a:pt x="4937" y="1049"/>
                  </a:cubicBezTo>
                  <a:cubicBezTo>
                    <a:pt x="4437" y="2383"/>
                    <a:pt x="0" y="9288"/>
                    <a:pt x="0" y="9288"/>
                  </a:cubicBezTo>
                  <a:cubicBezTo>
                    <a:pt x="0" y="9288"/>
                    <a:pt x="367" y="9710"/>
                    <a:pt x="775" y="9710"/>
                  </a:cubicBezTo>
                  <a:cubicBezTo>
                    <a:pt x="917" y="9710"/>
                    <a:pt x="1063" y="9659"/>
                    <a:pt x="1201" y="9521"/>
                  </a:cubicBezTo>
                  <a:cubicBezTo>
                    <a:pt x="1735" y="9021"/>
                    <a:pt x="4470" y="5719"/>
                    <a:pt x="5437" y="4618"/>
                  </a:cubicBezTo>
                  <a:cubicBezTo>
                    <a:pt x="7039" y="2817"/>
                    <a:pt x="7072" y="1416"/>
                    <a:pt x="7105" y="982"/>
                  </a:cubicBezTo>
                  <a:cubicBezTo>
                    <a:pt x="7185" y="312"/>
                    <a:pt x="6807" y="0"/>
                    <a:pt x="6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7" name="Google Shape;3437;p113">
              <a:extLst>
                <a:ext uri="{FF2B5EF4-FFF2-40B4-BE49-F238E27FC236}">
                  <a16:creationId xmlns:a16="http://schemas.microsoft.com/office/drawing/2014/main" id="{1F3827EF-EA89-F7DC-3265-45ED39738652}"/>
                </a:ext>
              </a:extLst>
            </p:cNvPr>
            <p:cNvSpPr/>
            <p:nvPr/>
          </p:nvSpPr>
          <p:spPr>
            <a:xfrm>
              <a:off x="5141207" y="3457081"/>
              <a:ext cx="167791" cy="88608"/>
            </a:xfrm>
            <a:custGeom>
              <a:avLst/>
              <a:gdLst/>
              <a:ahLst/>
              <a:cxnLst/>
              <a:rect l="l" t="t" r="r" b="b"/>
              <a:pathLst>
                <a:path w="7531" h="3977" extrusionOk="0">
                  <a:moveTo>
                    <a:pt x="6843" y="0"/>
                  </a:moveTo>
                  <a:cubicBezTo>
                    <a:pt x="6597" y="0"/>
                    <a:pt x="6363" y="188"/>
                    <a:pt x="6363" y="188"/>
                  </a:cubicBezTo>
                  <a:cubicBezTo>
                    <a:pt x="6033" y="517"/>
                    <a:pt x="3796" y="1357"/>
                    <a:pt x="2136" y="1357"/>
                  </a:cubicBezTo>
                  <a:cubicBezTo>
                    <a:pt x="1946" y="1357"/>
                    <a:pt x="1763" y="1346"/>
                    <a:pt x="1592" y="1322"/>
                  </a:cubicBezTo>
                  <a:cubicBezTo>
                    <a:pt x="1483" y="1304"/>
                    <a:pt x="1383" y="1296"/>
                    <a:pt x="1290" y="1296"/>
                  </a:cubicBezTo>
                  <a:cubicBezTo>
                    <a:pt x="1" y="1296"/>
                    <a:pt x="347" y="2947"/>
                    <a:pt x="2059" y="3757"/>
                  </a:cubicBezTo>
                  <a:cubicBezTo>
                    <a:pt x="2381" y="3912"/>
                    <a:pt x="2669" y="3976"/>
                    <a:pt x="2931" y="3976"/>
                  </a:cubicBezTo>
                  <a:cubicBezTo>
                    <a:pt x="4136" y="3976"/>
                    <a:pt x="4797" y="2614"/>
                    <a:pt x="5729" y="2423"/>
                  </a:cubicBezTo>
                  <a:cubicBezTo>
                    <a:pt x="6896" y="2156"/>
                    <a:pt x="7530" y="1122"/>
                    <a:pt x="7297" y="388"/>
                  </a:cubicBezTo>
                  <a:cubicBezTo>
                    <a:pt x="7188" y="89"/>
                    <a:pt x="7013" y="0"/>
                    <a:pt x="6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8" name="Google Shape;3438;p113">
              <a:extLst>
                <a:ext uri="{FF2B5EF4-FFF2-40B4-BE49-F238E27FC236}">
                  <a16:creationId xmlns:a16="http://schemas.microsoft.com/office/drawing/2014/main" id="{4CF160C9-552C-FF23-5430-5578FB2FD95B}"/>
                </a:ext>
              </a:extLst>
            </p:cNvPr>
            <p:cNvSpPr/>
            <p:nvPr/>
          </p:nvSpPr>
          <p:spPr>
            <a:xfrm>
              <a:off x="5371404" y="3248740"/>
              <a:ext cx="70605" cy="72009"/>
            </a:xfrm>
            <a:custGeom>
              <a:avLst/>
              <a:gdLst/>
              <a:ahLst/>
              <a:cxnLst/>
              <a:rect l="l" t="t" r="r" b="b"/>
              <a:pathLst>
                <a:path w="3169" h="3232" extrusionOk="0">
                  <a:moveTo>
                    <a:pt x="1829" y="1"/>
                  </a:moveTo>
                  <a:cubicBezTo>
                    <a:pt x="1356" y="1"/>
                    <a:pt x="855" y="290"/>
                    <a:pt x="500" y="799"/>
                  </a:cubicBezTo>
                  <a:cubicBezTo>
                    <a:pt x="0" y="1566"/>
                    <a:pt x="100" y="2534"/>
                    <a:pt x="667" y="3001"/>
                  </a:cubicBezTo>
                  <a:cubicBezTo>
                    <a:pt x="869" y="3158"/>
                    <a:pt x="1105" y="3232"/>
                    <a:pt x="1348" y="3232"/>
                  </a:cubicBezTo>
                  <a:cubicBezTo>
                    <a:pt x="1828" y="3232"/>
                    <a:pt x="2336" y="2943"/>
                    <a:pt x="2669" y="2434"/>
                  </a:cubicBezTo>
                  <a:cubicBezTo>
                    <a:pt x="3169" y="1666"/>
                    <a:pt x="3102" y="699"/>
                    <a:pt x="2502" y="232"/>
                  </a:cubicBezTo>
                  <a:cubicBezTo>
                    <a:pt x="2300" y="75"/>
                    <a:pt x="2068" y="1"/>
                    <a:pt x="18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9" name="Google Shape;3439;p113">
              <a:extLst>
                <a:ext uri="{FF2B5EF4-FFF2-40B4-BE49-F238E27FC236}">
                  <a16:creationId xmlns:a16="http://schemas.microsoft.com/office/drawing/2014/main" id="{983D6C86-AC94-ADF4-91D4-83875B23D898}"/>
                </a:ext>
              </a:extLst>
            </p:cNvPr>
            <p:cNvSpPr/>
            <p:nvPr/>
          </p:nvSpPr>
          <p:spPr>
            <a:xfrm>
              <a:off x="5604007" y="3031689"/>
              <a:ext cx="194749" cy="271460"/>
            </a:xfrm>
            <a:custGeom>
              <a:avLst/>
              <a:gdLst/>
              <a:ahLst/>
              <a:cxnLst/>
              <a:rect l="l" t="t" r="r" b="b"/>
              <a:pathLst>
                <a:path w="8741" h="12184" extrusionOk="0">
                  <a:moveTo>
                    <a:pt x="3203" y="0"/>
                  </a:moveTo>
                  <a:lnTo>
                    <a:pt x="1" y="3169"/>
                  </a:lnTo>
                  <a:lnTo>
                    <a:pt x="6539" y="11809"/>
                  </a:lnTo>
                  <a:cubicBezTo>
                    <a:pt x="6741" y="12051"/>
                    <a:pt x="7028" y="12183"/>
                    <a:pt x="7320" y="12183"/>
                  </a:cubicBezTo>
                  <a:cubicBezTo>
                    <a:pt x="7510" y="12183"/>
                    <a:pt x="7702" y="12127"/>
                    <a:pt x="7873" y="12009"/>
                  </a:cubicBezTo>
                  <a:lnTo>
                    <a:pt x="8207" y="11775"/>
                  </a:lnTo>
                  <a:cubicBezTo>
                    <a:pt x="8607" y="11508"/>
                    <a:pt x="8740" y="11008"/>
                    <a:pt x="8574" y="10574"/>
                  </a:cubicBezTo>
                  <a:cubicBezTo>
                    <a:pt x="6972" y="6938"/>
                    <a:pt x="5205" y="3403"/>
                    <a:pt x="3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0" name="Google Shape;3440;p113">
              <a:extLst>
                <a:ext uri="{FF2B5EF4-FFF2-40B4-BE49-F238E27FC236}">
                  <a16:creationId xmlns:a16="http://schemas.microsoft.com/office/drawing/2014/main" id="{46AE10F9-321B-D7F5-DF83-743E5185E13F}"/>
                </a:ext>
              </a:extLst>
            </p:cNvPr>
            <p:cNvSpPr/>
            <p:nvPr/>
          </p:nvSpPr>
          <p:spPr>
            <a:xfrm>
              <a:off x="5758318" y="3263312"/>
              <a:ext cx="160082" cy="216294"/>
            </a:xfrm>
            <a:custGeom>
              <a:avLst/>
              <a:gdLst/>
              <a:ahLst/>
              <a:cxnLst/>
              <a:rect l="l" t="t" r="r" b="b"/>
              <a:pathLst>
                <a:path w="7185" h="9708" extrusionOk="0">
                  <a:moveTo>
                    <a:pt x="838" y="1"/>
                  </a:moveTo>
                  <a:cubicBezTo>
                    <a:pt x="374" y="1"/>
                    <a:pt x="0" y="313"/>
                    <a:pt x="80" y="979"/>
                  </a:cubicBezTo>
                  <a:cubicBezTo>
                    <a:pt x="113" y="1413"/>
                    <a:pt x="147" y="2814"/>
                    <a:pt x="1748" y="4615"/>
                  </a:cubicBezTo>
                  <a:cubicBezTo>
                    <a:pt x="2715" y="5716"/>
                    <a:pt x="5450" y="9018"/>
                    <a:pt x="5984" y="9518"/>
                  </a:cubicBezTo>
                  <a:cubicBezTo>
                    <a:pt x="6122" y="9656"/>
                    <a:pt x="6268" y="9707"/>
                    <a:pt x="6410" y="9707"/>
                  </a:cubicBezTo>
                  <a:cubicBezTo>
                    <a:pt x="6818" y="9707"/>
                    <a:pt x="7185" y="9285"/>
                    <a:pt x="7185" y="9285"/>
                  </a:cubicBezTo>
                  <a:cubicBezTo>
                    <a:pt x="7185" y="9285"/>
                    <a:pt x="2715" y="2380"/>
                    <a:pt x="2215" y="1079"/>
                  </a:cubicBezTo>
                  <a:cubicBezTo>
                    <a:pt x="1970" y="379"/>
                    <a:pt x="1349"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1" name="Google Shape;3441;p113">
              <a:extLst>
                <a:ext uri="{FF2B5EF4-FFF2-40B4-BE49-F238E27FC236}">
                  <a16:creationId xmlns:a16="http://schemas.microsoft.com/office/drawing/2014/main" id="{1C0A4976-982A-090A-2AB1-7307EA986B48}"/>
                </a:ext>
              </a:extLst>
            </p:cNvPr>
            <p:cNvSpPr/>
            <p:nvPr/>
          </p:nvSpPr>
          <p:spPr>
            <a:xfrm>
              <a:off x="5883465" y="3457081"/>
              <a:ext cx="167768" cy="88608"/>
            </a:xfrm>
            <a:custGeom>
              <a:avLst/>
              <a:gdLst/>
              <a:ahLst/>
              <a:cxnLst/>
              <a:rect l="l" t="t" r="r" b="b"/>
              <a:pathLst>
                <a:path w="7530" h="3977" extrusionOk="0">
                  <a:moveTo>
                    <a:pt x="673" y="0"/>
                  </a:moveTo>
                  <a:cubicBezTo>
                    <a:pt x="501" y="0"/>
                    <a:pt x="329" y="89"/>
                    <a:pt x="234" y="388"/>
                  </a:cubicBezTo>
                  <a:cubicBezTo>
                    <a:pt x="0" y="1122"/>
                    <a:pt x="601" y="2156"/>
                    <a:pt x="1768" y="2423"/>
                  </a:cubicBezTo>
                  <a:cubicBezTo>
                    <a:pt x="2727" y="2614"/>
                    <a:pt x="3371" y="3976"/>
                    <a:pt x="4587" y="3976"/>
                  </a:cubicBezTo>
                  <a:cubicBezTo>
                    <a:pt x="4851" y="3976"/>
                    <a:pt x="5143" y="3912"/>
                    <a:pt x="5471" y="3757"/>
                  </a:cubicBezTo>
                  <a:cubicBezTo>
                    <a:pt x="7183" y="2947"/>
                    <a:pt x="7530" y="1296"/>
                    <a:pt x="6213" y="1296"/>
                  </a:cubicBezTo>
                  <a:cubicBezTo>
                    <a:pt x="6118" y="1296"/>
                    <a:pt x="6016" y="1304"/>
                    <a:pt x="5904" y="1322"/>
                  </a:cubicBezTo>
                  <a:cubicBezTo>
                    <a:pt x="5737" y="1346"/>
                    <a:pt x="5557" y="1357"/>
                    <a:pt x="5370" y="1357"/>
                  </a:cubicBezTo>
                  <a:cubicBezTo>
                    <a:pt x="3734" y="1357"/>
                    <a:pt x="1497" y="517"/>
                    <a:pt x="1168" y="188"/>
                  </a:cubicBezTo>
                  <a:cubicBezTo>
                    <a:pt x="1168" y="188"/>
                    <a:pt x="922" y="0"/>
                    <a:pt x="6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2" name="Google Shape;3442;p113">
              <a:extLst>
                <a:ext uri="{FF2B5EF4-FFF2-40B4-BE49-F238E27FC236}">
                  <a16:creationId xmlns:a16="http://schemas.microsoft.com/office/drawing/2014/main" id="{E4941506-CB4A-45F1-0B73-64C4F981B421}"/>
                </a:ext>
              </a:extLst>
            </p:cNvPr>
            <p:cNvSpPr/>
            <p:nvPr/>
          </p:nvSpPr>
          <p:spPr>
            <a:xfrm>
              <a:off x="5750431" y="3248740"/>
              <a:ext cx="69870" cy="72009"/>
            </a:xfrm>
            <a:custGeom>
              <a:avLst/>
              <a:gdLst/>
              <a:ahLst/>
              <a:cxnLst/>
              <a:rect l="l" t="t" r="r" b="b"/>
              <a:pathLst>
                <a:path w="3136" h="3232" extrusionOk="0">
                  <a:moveTo>
                    <a:pt x="1315" y="1"/>
                  </a:moveTo>
                  <a:cubicBezTo>
                    <a:pt x="1072" y="1"/>
                    <a:pt x="836" y="75"/>
                    <a:pt x="634" y="232"/>
                  </a:cubicBezTo>
                  <a:cubicBezTo>
                    <a:pt x="67" y="699"/>
                    <a:pt x="0" y="1666"/>
                    <a:pt x="501" y="2434"/>
                  </a:cubicBezTo>
                  <a:cubicBezTo>
                    <a:pt x="833" y="2943"/>
                    <a:pt x="1327" y="3232"/>
                    <a:pt x="1797" y="3232"/>
                  </a:cubicBezTo>
                  <a:cubicBezTo>
                    <a:pt x="2035" y="3232"/>
                    <a:pt x="2267" y="3158"/>
                    <a:pt x="2469" y="3001"/>
                  </a:cubicBezTo>
                  <a:cubicBezTo>
                    <a:pt x="3069" y="2534"/>
                    <a:pt x="3136" y="1566"/>
                    <a:pt x="2635" y="799"/>
                  </a:cubicBezTo>
                  <a:cubicBezTo>
                    <a:pt x="2303" y="290"/>
                    <a:pt x="1795" y="1"/>
                    <a:pt x="13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3" name="Google Shape;3443;p113">
              <a:extLst>
                <a:ext uri="{FF2B5EF4-FFF2-40B4-BE49-F238E27FC236}">
                  <a16:creationId xmlns:a16="http://schemas.microsoft.com/office/drawing/2014/main" id="{5A877BF4-586A-EF88-AD33-8ED787398676}"/>
                </a:ext>
              </a:extLst>
            </p:cNvPr>
            <p:cNvSpPr/>
            <p:nvPr/>
          </p:nvSpPr>
          <p:spPr>
            <a:xfrm>
              <a:off x="5605500" y="3088169"/>
              <a:ext cx="98879" cy="279458"/>
            </a:xfrm>
            <a:custGeom>
              <a:avLst/>
              <a:gdLst/>
              <a:ahLst/>
              <a:cxnLst/>
              <a:rect l="l" t="t" r="r" b="b"/>
              <a:pathLst>
                <a:path w="4438" h="12543" extrusionOk="0">
                  <a:moveTo>
                    <a:pt x="4437" y="0"/>
                  </a:moveTo>
                  <a:lnTo>
                    <a:pt x="1" y="768"/>
                  </a:lnTo>
                  <a:lnTo>
                    <a:pt x="468" y="11609"/>
                  </a:lnTo>
                  <a:cubicBezTo>
                    <a:pt x="468" y="12109"/>
                    <a:pt x="901" y="12543"/>
                    <a:pt x="1435" y="12543"/>
                  </a:cubicBezTo>
                  <a:lnTo>
                    <a:pt x="1869" y="12543"/>
                  </a:lnTo>
                  <a:cubicBezTo>
                    <a:pt x="2302" y="12543"/>
                    <a:pt x="2702" y="12209"/>
                    <a:pt x="2803" y="11742"/>
                  </a:cubicBezTo>
                  <a:cubicBezTo>
                    <a:pt x="3570" y="7873"/>
                    <a:pt x="4103" y="3936"/>
                    <a:pt x="44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4" name="Google Shape;3444;p113">
              <a:extLst>
                <a:ext uri="{FF2B5EF4-FFF2-40B4-BE49-F238E27FC236}">
                  <a16:creationId xmlns:a16="http://schemas.microsoft.com/office/drawing/2014/main" id="{8FABAA9B-999A-A755-963F-7A0E816BA502}"/>
                </a:ext>
              </a:extLst>
            </p:cNvPr>
            <p:cNvSpPr/>
            <p:nvPr/>
          </p:nvSpPr>
          <p:spPr>
            <a:xfrm>
              <a:off x="5606993" y="3332625"/>
              <a:ext cx="66172" cy="255039"/>
            </a:xfrm>
            <a:custGeom>
              <a:avLst/>
              <a:gdLst/>
              <a:ahLst/>
              <a:cxnLst/>
              <a:rect l="l" t="t" r="r" b="b"/>
              <a:pathLst>
                <a:path w="2970" h="11447" extrusionOk="0">
                  <a:moveTo>
                    <a:pt x="1717" y="0"/>
                  </a:moveTo>
                  <a:cubicBezTo>
                    <a:pt x="1448" y="0"/>
                    <a:pt x="1177" y="159"/>
                    <a:pt x="968" y="537"/>
                  </a:cubicBezTo>
                  <a:cubicBezTo>
                    <a:pt x="767" y="903"/>
                    <a:pt x="0" y="2071"/>
                    <a:pt x="300" y="4473"/>
                  </a:cubicBezTo>
                  <a:cubicBezTo>
                    <a:pt x="467" y="5940"/>
                    <a:pt x="834" y="10177"/>
                    <a:pt x="968" y="10911"/>
                  </a:cubicBezTo>
                  <a:cubicBezTo>
                    <a:pt x="1070" y="11359"/>
                    <a:pt x="1483" y="11446"/>
                    <a:pt x="1789" y="11446"/>
                  </a:cubicBezTo>
                  <a:cubicBezTo>
                    <a:pt x="1984" y="11446"/>
                    <a:pt x="2135" y="11411"/>
                    <a:pt x="2135" y="11411"/>
                  </a:cubicBezTo>
                  <a:cubicBezTo>
                    <a:pt x="2135" y="11411"/>
                    <a:pt x="2369" y="3205"/>
                    <a:pt x="2736" y="1837"/>
                  </a:cubicBezTo>
                  <a:cubicBezTo>
                    <a:pt x="2970" y="878"/>
                    <a:pt x="2349" y="0"/>
                    <a:pt x="17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5" name="Google Shape;3445;p113">
              <a:extLst>
                <a:ext uri="{FF2B5EF4-FFF2-40B4-BE49-F238E27FC236}">
                  <a16:creationId xmlns:a16="http://schemas.microsoft.com/office/drawing/2014/main" id="{C7082269-6158-11F6-450E-AC2B6616FA20}"/>
                </a:ext>
              </a:extLst>
            </p:cNvPr>
            <p:cNvSpPr/>
            <p:nvPr/>
          </p:nvSpPr>
          <p:spPr>
            <a:xfrm>
              <a:off x="5616640" y="3563913"/>
              <a:ext cx="137713" cy="131898"/>
            </a:xfrm>
            <a:custGeom>
              <a:avLst/>
              <a:gdLst/>
              <a:ahLst/>
              <a:cxnLst/>
              <a:rect l="l" t="t" r="r" b="b"/>
              <a:pathLst>
                <a:path w="6181" h="5920" extrusionOk="0">
                  <a:moveTo>
                    <a:pt x="1054" y="1"/>
                  </a:moveTo>
                  <a:cubicBezTo>
                    <a:pt x="953" y="1"/>
                    <a:pt x="836" y="37"/>
                    <a:pt x="701" y="129"/>
                  </a:cubicBezTo>
                  <a:cubicBezTo>
                    <a:pt x="101" y="596"/>
                    <a:pt x="1" y="1797"/>
                    <a:pt x="801" y="2664"/>
                  </a:cubicBezTo>
                  <a:cubicBezTo>
                    <a:pt x="1635" y="3532"/>
                    <a:pt x="1102" y="5533"/>
                    <a:pt x="3103" y="5867"/>
                  </a:cubicBezTo>
                  <a:cubicBezTo>
                    <a:pt x="3319" y="5903"/>
                    <a:pt x="3526" y="5919"/>
                    <a:pt x="3722" y="5919"/>
                  </a:cubicBezTo>
                  <a:cubicBezTo>
                    <a:pt x="5339" y="5919"/>
                    <a:pt x="6180" y="4787"/>
                    <a:pt x="4871" y="4132"/>
                  </a:cubicBezTo>
                  <a:cubicBezTo>
                    <a:pt x="3370" y="3365"/>
                    <a:pt x="1669" y="997"/>
                    <a:pt x="1569" y="496"/>
                  </a:cubicBezTo>
                  <a:cubicBezTo>
                    <a:pt x="1569" y="496"/>
                    <a:pt x="1424" y="1"/>
                    <a:pt x="10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6" name="Google Shape;3446;p113">
              <a:extLst>
                <a:ext uri="{FF2B5EF4-FFF2-40B4-BE49-F238E27FC236}">
                  <a16:creationId xmlns:a16="http://schemas.microsoft.com/office/drawing/2014/main" id="{BD5B7083-F060-C874-BEB2-6BA26CFF3D29}"/>
                </a:ext>
              </a:extLst>
            </p:cNvPr>
            <p:cNvSpPr/>
            <p:nvPr/>
          </p:nvSpPr>
          <p:spPr>
            <a:xfrm>
              <a:off x="5619648" y="3321507"/>
              <a:ext cx="61671" cy="74393"/>
            </a:xfrm>
            <a:custGeom>
              <a:avLst/>
              <a:gdLst/>
              <a:ahLst/>
              <a:cxnLst/>
              <a:rect l="l" t="t" r="r" b="b"/>
              <a:pathLst>
                <a:path w="2768" h="3339" extrusionOk="0">
                  <a:moveTo>
                    <a:pt x="1482" y="0"/>
                  </a:moveTo>
                  <a:cubicBezTo>
                    <a:pt x="1466" y="0"/>
                    <a:pt x="1450" y="1"/>
                    <a:pt x="1434" y="1"/>
                  </a:cubicBezTo>
                  <a:cubicBezTo>
                    <a:pt x="666" y="35"/>
                    <a:pt x="33" y="835"/>
                    <a:pt x="33" y="1736"/>
                  </a:cubicBezTo>
                  <a:cubicBezTo>
                    <a:pt x="0" y="2649"/>
                    <a:pt x="573" y="3338"/>
                    <a:pt x="1315" y="3338"/>
                  </a:cubicBezTo>
                  <a:cubicBezTo>
                    <a:pt x="1332" y="3338"/>
                    <a:pt x="1349" y="3338"/>
                    <a:pt x="1367" y="3337"/>
                  </a:cubicBezTo>
                  <a:cubicBezTo>
                    <a:pt x="2101" y="3304"/>
                    <a:pt x="2735" y="2503"/>
                    <a:pt x="2735" y="1603"/>
                  </a:cubicBezTo>
                  <a:cubicBezTo>
                    <a:pt x="2767" y="722"/>
                    <a:pt x="2194" y="0"/>
                    <a:pt x="14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7" name="Google Shape;3447;p113">
              <a:extLst>
                <a:ext uri="{FF2B5EF4-FFF2-40B4-BE49-F238E27FC236}">
                  <a16:creationId xmlns:a16="http://schemas.microsoft.com/office/drawing/2014/main" id="{9CA73823-2A1E-8FC5-00B3-3D7762B54720}"/>
                </a:ext>
              </a:extLst>
            </p:cNvPr>
            <p:cNvSpPr/>
            <p:nvPr/>
          </p:nvSpPr>
          <p:spPr>
            <a:xfrm>
              <a:off x="5655652" y="2708985"/>
              <a:ext cx="311073" cy="98856"/>
            </a:xfrm>
            <a:custGeom>
              <a:avLst/>
              <a:gdLst/>
              <a:ahLst/>
              <a:cxnLst/>
              <a:rect l="l" t="t" r="r" b="b"/>
              <a:pathLst>
                <a:path w="13962" h="4437" extrusionOk="0">
                  <a:moveTo>
                    <a:pt x="1152" y="0"/>
                  </a:moveTo>
                  <a:cubicBezTo>
                    <a:pt x="499" y="0"/>
                    <a:pt x="1" y="334"/>
                    <a:pt x="85" y="808"/>
                  </a:cubicBezTo>
                  <a:lnTo>
                    <a:pt x="285" y="1942"/>
                  </a:lnTo>
                  <a:cubicBezTo>
                    <a:pt x="351" y="2342"/>
                    <a:pt x="818" y="2709"/>
                    <a:pt x="1452" y="2809"/>
                  </a:cubicBezTo>
                  <a:lnTo>
                    <a:pt x="12727" y="4410"/>
                  </a:lnTo>
                  <a:cubicBezTo>
                    <a:pt x="12832" y="4428"/>
                    <a:pt x="12934" y="4436"/>
                    <a:pt x="13031" y="4436"/>
                  </a:cubicBezTo>
                  <a:cubicBezTo>
                    <a:pt x="13489" y="4436"/>
                    <a:pt x="13839" y="4252"/>
                    <a:pt x="13894" y="3977"/>
                  </a:cubicBezTo>
                  <a:lnTo>
                    <a:pt x="13928" y="3710"/>
                  </a:lnTo>
                  <a:cubicBezTo>
                    <a:pt x="13961" y="3410"/>
                    <a:pt x="13628" y="3109"/>
                    <a:pt x="13127" y="2943"/>
                  </a:cubicBezTo>
                  <a:cubicBezTo>
                    <a:pt x="11259" y="2442"/>
                    <a:pt x="6689" y="1175"/>
                    <a:pt x="1552" y="40"/>
                  </a:cubicBezTo>
                  <a:cubicBezTo>
                    <a:pt x="1415" y="13"/>
                    <a:pt x="1280" y="0"/>
                    <a:pt x="11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8" name="Google Shape;3448;p113">
              <a:extLst>
                <a:ext uri="{FF2B5EF4-FFF2-40B4-BE49-F238E27FC236}">
                  <a16:creationId xmlns:a16="http://schemas.microsoft.com/office/drawing/2014/main" id="{9B85D939-95E8-4FD8-2215-1BB562EAC2FF}"/>
                </a:ext>
              </a:extLst>
            </p:cNvPr>
            <p:cNvSpPr/>
            <p:nvPr/>
          </p:nvSpPr>
          <p:spPr>
            <a:xfrm>
              <a:off x="5915771" y="2775959"/>
              <a:ext cx="304033" cy="67041"/>
            </a:xfrm>
            <a:custGeom>
              <a:avLst/>
              <a:gdLst/>
              <a:ahLst/>
              <a:cxnLst/>
              <a:rect l="l" t="t" r="r" b="b"/>
              <a:pathLst>
                <a:path w="13646" h="3009" extrusionOk="0">
                  <a:moveTo>
                    <a:pt x="1627" y="0"/>
                  </a:moveTo>
                  <a:cubicBezTo>
                    <a:pt x="613" y="0"/>
                    <a:pt x="1" y="528"/>
                    <a:pt x="1019" y="1037"/>
                  </a:cubicBezTo>
                  <a:cubicBezTo>
                    <a:pt x="1419" y="1237"/>
                    <a:pt x="2686" y="1938"/>
                    <a:pt x="5422" y="2238"/>
                  </a:cubicBezTo>
                  <a:cubicBezTo>
                    <a:pt x="7123" y="2405"/>
                    <a:pt x="11960" y="2972"/>
                    <a:pt x="12827" y="3005"/>
                  </a:cubicBezTo>
                  <a:cubicBezTo>
                    <a:pt x="12855" y="3008"/>
                    <a:pt x="12881" y="3009"/>
                    <a:pt x="12907" y="3009"/>
                  </a:cubicBezTo>
                  <a:cubicBezTo>
                    <a:pt x="13646" y="3009"/>
                    <a:pt x="13427" y="2105"/>
                    <a:pt x="13427" y="2105"/>
                  </a:cubicBezTo>
                  <a:cubicBezTo>
                    <a:pt x="13427" y="2105"/>
                    <a:pt x="4154" y="637"/>
                    <a:pt x="2653" y="170"/>
                  </a:cubicBezTo>
                  <a:cubicBezTo>
                    <a:pt x="2297" y="51"/>
                    <a:pt x="1943" y="0"/>
                    <a:pt x="16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9" name="Google Shape;3449;p113">
              <a:extLst>
                <a:ext uri="{FF2B5EF4-FFF2-40B4-BE49-F238E27FC236}">
                  <a16:creationId xmlns:a16="http://schemas.microsoft.com/office/drawing/2014/main" id="{5F78C222-EBC5-7883-A5C3-876E21EFBE13}"/>
                </a:ext>
              </a:extLst>
            </p:cNvPr>
            <p:cNvSpPr/>
            <p:nvPr/>
          </p:nvSpPr>
          <p:spPr>
            <a:xfrm>
              <a:off x="5928047" y="2773709"/>
              <a:ext cx="55009" cy="40616"/>
            </a:xfrm>
            <a:custGeom>
              <a:avLst/>
              <a:gdLst/>
              <a:ahLst/>
              <a:cxnLst/>
              <a:rect l="l" t="t" r="r" b="b"/>
              <a:pathLst>
                <a:path w="2469" h="1823" extrusionOk="0">
                  <a:moveTo>
                    <a:pt x="1002" y="1"/>
                  </a:moveTo>
                  <a:cubicBezTo>
                    <a:pt x="529" y="1"/>
                    <a:pt x="122" y="231"/>
                    <a:pt x="67" y="638"/>
                  </a:cubicBezTo>
                  <a:cubicBezTo>
                    <a:pt x="1" y="1105"/>
                    <a:pt x="468" y="1605"/>
                    <a:pt x="1101" y="1772"/>
                  </a:cubicBezTo>
                  <a:cubicBezTo>
                    <a:pt x="1230" y="1806"/>
                    <a:pt x="1358" y="1822"/>
                    <a:pt x="1480" y="1822"/>
                  </a:cubicBezTo>
                  <a:cubicBezTo>
                    <a:pt x="1957" y="1822"/>
                    <a:pt x="2349" y="1577"/>
                    <a:pt x="2402" y="1205"/>
                  </a:cubicBezTo>
                  <a:cubicBezTo>
                    <a:pt x="2469" y="705"/>
                    <a:pt x="1969" y="204"/>
                    <a:pt x="1335" y="38"/>
                  </a:cubicBezTo>
                  <a:cubicBezTo>
                    <a:pt x="1223" y="13"/>
                    <a:pt x="1111" y="1"/>
                    <a:pt x="10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0" name="Google Shape;3450;p113">
              <a:extLst>
                <a:ext uri="{FF2B5EF4-FFF2-40B4-BE49-F238E27FC236}">
                  <a16:creationId xmlns:a16="http://schemas.microsoft.com/office/drawing/2014/main" id="{D8FD3E8F-E687-5CDE-147F-7084722DB374}"/>
                </a:ext>
              </a:extLst>
            </p:cNvPr>
            <p:cNvSpPr/>
            <p:nvPr/>
          </p:nvSpPr>
          <p:spPr>
            <a:xfrm>
              <a:off x="6171724" y="2815394"/>
              <a:ext cx="112336" cy="65548"/>
            </a:xfrm>
            <a:custGeom>
              <a:avLst/>
              <a:gdLst/>
              <a:ahLst/>
              <a:cxnLst/>
              <a:rect l="l" t="t" r="r" b="b"/>
              <a:pathLst>
                <a:path w="5042" h="2942" extrusionOk="0">
                  <a:moveTo>
                    <a:pt x="1737" y="1"/>
                  </a:moveTo>
                  <a:cubicBezTo>
                    <a:pt x="1399" y="1"/>
                    <a:pt x="1132" y="121"/>
                    <a:pt x="839" y="502"/>
                  </a:cubicBezTo>
                  <a:cubicBezTo>
                    <a:pt x="0" y="1566"/>
                    <a:pt x="2186" y="2942"/>
                    <a:pt x="3537" y="2942"/>
                  </a:cubicBezTo>
                  <a:cubicBezTo>
                    <a:pt x="3584" y="2942"/>
                    <a:pt x="3630" y="2940"/>
                    <a:pt x="3674" y="2937"/>
                  </a:cubicBezTo>
                  <a:cubicBezTo>
                    <a:pt x="5042" y="2803"/>
                    <a:pt x="4841" y="1869"/>
                    <a:pt x="4808" y="1235"/>
                  </a:cubicBezTo>
                  <a:cubicBezTo>
                    <a:pt x="4808" y="568"/>
                    <a:pt x="3974" y="401"/>
                    <a:pt x="2940" y="201"/>
                  </a:cubicBezTo>
                  <a:cubicBezTo>
                    <a:pt x="2426" y="105"/>
                    <a:pt x="2051" y="1"/>
                    <a:pt x="17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1" name="Google Shape;3451;p113">
              <a:extLst>
                <a:ext uri="{FF2B5EF4-FFF2-40B4-BE49-F238E27FC236}">
                  <a16:creationId xmlns:a16="http://schemas.microsoft.com/office/drawing/2014/main" id="{61F5506A-2E2E-15DE-5520-252DCDC776CE}"/>
                </a:ext>
              </a:extLst>
            </p:cNvPr>
            <p:cNvSpPr/>
            <p:nvPr/>
          </p:nvSpPr>
          <p:spPr>
            <a:xfrm>
              <a:off x="6188166" y="2798439"/>
              <a:ext cx="70694" cy="43691"/>
            </a:xfrm>
            <a:custGeom>
              <a:avLst/>
              <a:gdLst/>
              <a:ahLst/>
              <a:cxnLst/>
              <a:rect l="l" t="t" r="r" b="b"/>
              <a:pathLst>
                <a:path w="3173" h="1961" extrusionOk="0">
                  <a:moveTo>
                    <a:pt x="2891" y="1"/>
                  </a:moveTo>
                  <a:cubicBezTo>
                    <a:pt x="2829" y="1"/>
                    <a:pt x="2735" y="29"/>
                    <a:pt x="2602" y="95"/>
                  </a:cubicBezTo>
                  <a:cubicBezTo>
                    <a:pt x="1902" y="462"/>
                    <a:pt x="1" y="695"/>
                    <a:pt x="234" y="1096"/>
                  </a:cubicBezTo>
                  <a:cubicBezTo>
                    <a:pt x="599" y="1737"/>
                    <a:pt x="869" y="1961"/>
                    <a:pt x="1090" y="1961"/>
                  </a:cubicBezTo>
                  <a:cubicBezTo>
                    <a:pt x="1537" y="1961"/>
                    <a:pt x="1789" y="1052"/>
                    <a:pt x="2235" y="829"/>
                  </a:cubicBezTo>
                  <a:cubicBezTo>
                    <a:pt x="2782" y="583"/>
                    <a:pt x="3172" y="1"/>
                    <a:pt x="28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2" name="Google Shape;3452;p113">
              <a:extLst>
                <a:ext uri="{FF2B5EF4-FFF2-40B4-BE49-F238E27FC236}">
                  <a16:creationId xmlns:a16="http://schemas.microsoft.com/office/drawing/2014/main" id="{AAE12C97-A2FC-7414-C5B0-AAF44F6D4509}"/>
                </a:ext>
              </a:extLst>
            </p:cNvPr>
            <p:cNvSpPr/>
            <p:nvPr/>
          </p:nvSpPr>
          <p:spPr>
            <a:xfrm>
              <a:off x="5627045" y="2531837"/>
              <a:ext cx="225964" cy="244969"/>
            </a:xfrm>
            <a:custGeom>
              <a:avLst/>
              <a:gdLst/>
              <a:ahLst/>
              <a:cxnLst/>
              <a:rect l="l" t="t" r="r" b="b"/>
              <a:pathLst>
                <a:path w="10142" h="10995" extrusionOk="0">
                  <a:moveTo>
                    <a:pt x="9425" y="0"/>
                  </a:moveTo>
                  <a:cubicBezTo>
                    <a:pt x="9193" y="0"/>
                    <a:pt x="8900" y="160"/>
                    <a:pt x="8640" y="419"/>
                  </a:cubicBezTo>
                  <a:cubicBezTo>
                    <a:pt x="7273" y="1754"/>
                    <a:pt x="4004" y="5089"/>
                    <a:pt x="568" y="8959"/>
                  </a:cubicBezTo>
                  <a:cubicBezTo>
                    <a:pt x="34" y="9593"/>
                    <a:pt x="1" y="10393"/>
                    <a:pt x="535" y="10593"/>
                  </a:cubicBezTo>
                  <a:lnTo>
                    <a:pt x="1602" y="10960"/>
                  </a:lnTo>
                  <a:cubicBezTo>
                    <a:pt x="1672" y="10984"/>
                    <a:pt x="1747" y="10995"/>
                    <a:pt x="1825" y="10995"/>
                  </a:cubicBezTo>
                  <a:cubicBezTo>
                    <a:pt x="2194" y="10995"/>
                    <a:pt x="2633" y="10745"/>
                    <a:pt x="2936" y="10360"/>
                  </a:cubicBezTo>
                  <a:lnTo>
                    <a:pt x="9708" y="1420"/>
                  </a:lnTo>
                  <a:cubicBezTo>
                    <a:pt x="10075" y="953"/>
                    <a:pt x="10141" y="419"/>
                    <a:pt x="9875" y="219"/>
                  </a:cubicBezTo>
                  <a:lnTo>
                    <a:pt x="9674" y="86"/>
                  </a:lnTo>
                  <a:cubicBezTo>
                    <a:pt x="9606" y="27"/>
                    <a:pt x="9521" y="0"/>
                    <a:pt x="94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3" name="Google Shape;3453;p113">
              <a:extLst>
                <a:ext uri="{FF2B5EF4-FFF2-40B4-BE49-F238E27FC236}">
                  <a16:creationId xmlns:a16="http://schemas.microsoft.com/office/drawing/2014/main" id="{13DBA1AF-2456-BD77-DEF6-AC00511BBEA0}"/>
                </a:ext>
              </a:extLst>
            </p:cNvPr>
            <p:cNvSpPr/>
            <p:nvPr/>
          </p:nvSpPr>
          <p:spPr>
            <a:xfrm>
              <a:off x="5809741" y="2334570"/>
              <a:ext cx="199339" cy="231467"/>
            </a:xfrm>
            <a:custGeom>
              <a:avLst/>
              <a:gdLst/>
              <a:ahLst/>
              <a:cxnLst/>
              <a:rect l="l" t="t" r="r" b="b"/>
              <a:pathLst>
                <a:path w="8947" h="10389" extrusionOk="0">
                  <a:moveTo>
                    <a:pt x="8012" y="0"/>
                  </a:moveTo>
                  <a:cubicBezTo>
                    <a:pt x="8012" y="0"/>
                    <a:pt x="2308" y="7272"/>
                    <a:pt x="1174" y="8339"/>
                  </a:cubicBezTo>
                  <a:cubicBezTo>
                    <a:pt x="267" y="9193"/>
                    <a:pt x="0" y="10389"/>
                    <a:pt x="562" y="10389"/>
                  </a:cubicBezTo>
                  <a:cubicBezTo>
                    <a:pt x="702" y="10389"/>
                    <a:pt x="894" y="10314"/>
                    <a:pt x="1141" y="10141"/>
                  </a:cubicBezTo>
                  <a:cubicBezTo>
                    <a:pt x="1541" y="9874"/>
                    <a:pt x="2742" y="9140"/>
                    <a:pt x="4276" y="6938"/>
                  </a:cubicBezTo>
                  <a:cubicBezTo>
                    <a:pt x="5244" y="5571"/>
                    <a:pt x="8079" y="1635"/>
                    <a:pt x="8513" y="934"/>
                  </a:cubicBezTo>
                  <a:cubicBezTo>
                    <a:pt x="8946" y="234"/>
                    <a:pt x="8012" y="0"/>
                    <a:pt x="80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4" name="Google Shape;3454;p113">
              <a:extLst>
                <a:ext uri="{FF2B5EF4-FFF2-40B4-BE49-F238E27FC236}">
                  <a16:creationId xmlns:a16="http://schemas.microsoft.com/office/drawing/2014/main" id="{5718B971-03D7-C288-8A6E-B0A62B106972}"/>
                </a:ext>
              </a:extLst>
            </p:cNvPr>
            <p:cNvSpPr/>
            <p:nvPr/>
          </p:nvSpPr>
          <p:spPr>
            <a:xfrm>
              <a:off x="5812102" y="2521298"/>
              <a:ext cx="53539" cy="44582"/>
            </a:xfrm>
            <a:custGeom>
              <a:avLst/>
              <a:gdLst/>
              <a:ahLst/>
              <a:cxnLst/>
              <a:rect l="l" t="t" r="r" b="b"/>
              <a:pathLst>
                <a:path w="2403" h="2001" extrusionOk="0">
                  <a:moveTo>
                    <a:pt x="1544" y="1"/>
                  </a:moveTo>
                  <a:cubicBezTo>
                    <a:pt x="1264" y="1"/>
                    <a:pt x="945" y="118"/>
                    <a:pt x="668" y="359"/>
                  </a:cubicBezTo>
                  <a:cubicBezTo>
                    <a:pt x="168" y="759"/>
                    <a:pt x="1" y="1393"/>
                    <a:pt x="301" y="1760"/>
                  </a:cubicBezTo>
                  <a:cubicBezTo>
                    <a:pt x="435" y="1923"/>
                    <a:pt x="642" y="2001"/>
                    <a:pt x="874" y="2001"/>
                  </a:cubicBezTo>
                  <a:cubicBezTo>
                    <a:pt x="1163" y="2001"/>
                    <a:pt x="1492" y="1881"/>
                    <a:pt x="1769" y="1660"/>
                  </a:cubicBezTo>
                  <a:cubicBezTo>
                    <a:pt x="2269" y="1226"/>
                    <a:pt x="2403" y="592"/>
                    <a:pt x="2102" y="225"/>
                  </a:cubicBezTo>
                  <a:cubicBezTo>
                    <a:pt x="1969" y="77"/>
                    <a:pt x="1769" y="1"/>
                    <a:pt x="1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5" name="Google Shape;3455;p113">
              <a:extLst>
                <a:ext uri="{FF2B5EF4-FFF2-40B4-BE49-F238E27FC236}">
                  <a16:creationId xmlns:a16="http://schemas.microsoft.com/office/drawing/2014/main" id="{49630304-90A0-778E-5191-48A8E0E2BEED}"/>
                </a:ext>
              </a:extLst>
            </p:cNvPr>
            <p:cNvSpPr/>
            <p:nvPr/>
          </p:nvSpPr>
          <p:spPr>
            <a:xfrm>
              <a:off x="5971894" y="2286846"/>
              <a:ext cx="97386" cy="81456"/>
            </a:xfrm>
            <a:custGeom>
              <a:avLst/>
              <a:gdLst/>
              <a:ahLst/>
              <a:cxnLst/>
              <a:rect l="l" t="t" r="r" b="b"/>
              <a:pathLst>
                <a:path w="4371" h="3656" extrusionOk="0">
                  <a:moveTo>
                    <a:pt x="2587" y="1"/>
                  </a:moveTo>
                  <a:cubicBezTo>
                    <a:pt x="2120" y="1"/>
                    <a:pt x="1657" y="575"/>
                    <a:pt x="1101" y="1241"/>
                  </a:cubicBezTo>
                  <a:cubicBezTo>
                    <a:pt x="434" y="2009"/>
                    <a:pt x="1" y="2309"/>
                    <a:pt x="368" y="3143"/>
                  </a:cubicBezTo>
                  <a:cubicBezTo>
                    <a:pt x="521" y="3506"/>
                    <a:pt x="822" y="3656"/>
                    <a:pt x="1187" y="3656"/>
                  </a:cubicBezTo>
                  <a:cubicBezTo>
                    <a:pt x="2095" y="3656"/>
                    <a:pt x="3399" y="2732"/>
                    <a:pt x="3803" y="1875"/>
                  </a:cubicBezTo>
                  <a:cubicBezTo>
                    <a:pt x="4370" y="641"/>
                    <a:pt x="3436" y="374"/>
                    <a:pt x="2869" y="74"/>
                  </a:cubicBezTo>
                  <a:cubicBezTo>
                    <a:pt x="2774" y="24"/>
                    <a:pt x="2681" y="1"/>
                    <a:pt x="25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6" name="Google Shape;3456;p113">
              <a:extLst>
                <a:ext uri="{FF2B5EF4-FFF2-40B4-BE49-F238E27FC236}">
                  <a16:creationId xmlns:a16="http://schemas.microsoft.com/office/drawing/2014/main" id="{F08CDA16-2874-BD67-48E9-B713BC191F62}"/>
                </a:ext>
              </a:extLst>
            </p:cNvPr>
            <p:cNvSpPr/>
            <p:nvPr/>
          </p:nvSpPr>
          <p:spPr>
            <a:xfrm>
              <a:off x="5967438" y="2288896"/>
              <a:ext cx="60223" cy="63520"/>
            </a:xfrm>
            <a:custGeom>
              <a:avLst/>
              <a:gdLst/>
              <a:ahLst/>
              <a:cxnLst/>
              <a:rect l="l" t="t" r="r" b="b"/>
              <a:pathLst>
                <a:path w="2703" h="2851" extrusionOk="0">
                  <a:moveTo>
                    <a:pt x="853" y="1"/>
                  </a:moveTo>
                  <a:cubicBezTo>
                    <a:pt x="785" y="1"/>
                    <a:pt x="734" y="102"/>
                    <a:pt x="734" y="349"/>
                  </a:cubicBezTo>
                  <a:cubicBezTo>
                    <a:pt x="701" y="1149"/>
                    <a:pt x="0" y="2851"/>
                    <a:pt x="467" y="2851"/>
                  </a:cubicBezTo>
                  <a:cubicBezTo>
                    <a:pt x="2702" y="2851"/>
                    <a:pt x="1135" y="1750"/>
                    <a:pt x="1201" y="1016"/>
                  </a:cubicBezTo>
                  <a:cubicBezTo>
                    <a:pt x="1247" y="508"/>
                    <a:pt x="1006" y="1"/>
                    <a:pt x="8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7" name="Google Shape;3457;p113">
              <a:extLst>
                <a:ext uri="{FF2B5EF4-FFF2-40B4-BE49-F238E27FC236}">
                  <a16:creationId xmlns:a16="http://schemas.microsoft.com/office/drawing/2014/main" id="{1FC2F960-0FB4-81A1-B939-5A01B3D959F8}"/>
                </a:ext>
              </a:extLst>
            </p:cNvPr>
            <p:cNvSpPr/>
            <p:nvPr/>
          </p:nvSpPr>
          <p:spPr>
            <a:xfrm>
              <a:off x="5224980" y="2708985"/>
              <a:ext cx="311051" cy="98856"/>
            </a:xfrm>
            <a:custGeom>
              <a:avLst/>
              <a:gdLst/>
              <a:ahLst/>
              <a:cxnLst/>
              <a:rect l="l" t="t" r="r" b="b"/>
              <a:pathLst>
                <a:path w="13961" h="4437" extrusionOk="0">
                  <a:moveTo>
                    <a:pt x="12810" y="0"/>
                  </a:moveTo>
                  <a:cubicBezTo>
                    <a:pt x="12682" y="0"/>
                    <a:pt x="12547" y="13"/>
                    <a:pt x="12410" y="40"/>
                  </a:cubicBezTo>
                  <a:cubicBezTo>
                    <a:pt x="7273" y="1175"/>
                    <a:pt x="2703" y="2442"/>
                    <a:pt x="835" y="2943"/>
                  </a:cubicBezTo>
                  <a:cubicBezTo>
                    <a:pt x="334" y="3109"/>
                    <a:pt x="1" y="3410"/>
                    <a:pt x="34" y="3710"/>
                  </a:cubicBezTo>
                  <a:lnTo>
                    <a:pt x="67" y="3977"/>
                  </a:lnTo>
                  <a:cubicBezTo>
                    <a:pt x="122" y="4252"/>
                    <a:pt x="472" y="4436"/>
                    <a:pt x="930" y="4436"/>
                  </a:cubicBezTo>
                  <a:cubicBezTo>
                    <a:pt x="1028" y="4436"/>
                    <a:pt x="1130" y="4428"/>
                    <a:pt x="1235" y="4410"/>
                  </a:cubicBezTo>
                  <a:lnTo>
                    <a:pt x="12510" y="2809"/>
                  </a:lnTo>
                  <a:cubicBezTo>
                    <a:pt x="13143" y="2709"/>
                    <a:pt x="13644" y="2342"/>
                    <a:pt x="13710" y="1942"/>
                  </a:cubicBezTo>
                  <a:lnTo>
                    <a:pt x="13877" y="808"/>
                  </a:lnTo>
                  <a:cubicBezTo>
                    <a:pt x="13961" y="334"/>
                    <a:pt x="13463" y="0"/>
                    <a:pt x="128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8" name="Google Shape;3458;p113">
              <a:extLst>
                <a:ext uri="{FF2B5EF4-FFF2-40B4-BE49-F238E27FC236}">
                  <a16:creationId xmlns:a16="http://schemas.microsoft.com/office/drawing/2014/main" id="{9498819A-55FE-2F51-3972-5650DBEBBE72}"/>
                </a:ext>
              </a:extLst>
            </p:cNvPr>
            <p:cNvSpPr/>
            <p:nvPr/>
          </p:nvSpPr>
          <p:spPr>
            <a:xfrm>
              <a:off x="4972636" y="2775959"/>
              <a:ext cx="304033" cy="67041"/>
            </a:xfrm>
            <a:custGeom>
              <a:avLst/>
              <a:gdLst/>
              <a:ahLst/>
              <a:cxnLst/>
              <a:rect l="l" t="t" r="r" b="b"/>
              <a:pathLst>
                <a:path w="13646" h="3009" extrusionOk="0">
                  <a:moveTo>
                    <a:pt x="12019" y="0"/>
                  </a:moveTo>
                  <a:cubicBezTo>
                    <a:pt x="11704" y="0"/>
                    <a:pt x="11349" y="51"/>
                    <a:pt x="10993" y="170"/>
                  </a:cubicBezTo>
                  <a:cubicBezTo>
                    <a:pt x="9459" y="637"/>
                    <a:pt x="219" y="2105"/>
                    <a:pt x="219" y="2105"/>
                  </a:cubicBezTo>
                  <a:cubicBezTo>
                    <a:pt x="219" y="2105"/>
                    <a:pt x="1" y="3009"/>
                    <a:pt x="739" y="3009"/>
                  </a:cubicBezTo>
                  <a:cubicBezTo>
                    <a:pt x="765" y="3009"/>
                    <a:pt x="791" y="3008"/>
                    <a:pt x="819" y="3005"/>
                  </a:cubicBezTo>
                  <a:cubicBezTo>
                    <a:pt x="1653" y="2972"/>
                    <a:pt x="6557" y="2405"/>
                    <a:pt x="8224" y="2238"/>
                  </a:cubicBezTo>
                  <a:cubicBezTo>
                    <a:pt x="10960" y="1938"/>
                    <a:pt x="12194" y="1237"/>
                    <a:pt x="12628" y="1037"/>
                  </a:cubicBezTo>
                  <a:cubicBezTo>
                    <a:pt x="13645" y="528"/>
                    <a:pt x="13033" y="0"/>
                    <a:pt x="120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9" name="Google Shape;3459;p113">
              <a:extLst>
                <a:ext uri="{FF2B5EF4-FFF2-40B4-BE49-F238E27FC236}">
                  <a16:creationId xmlns:a16="http://schemas.microsoft.com/office/drawing/2014/main" id="{2F34D7EF-C977-2010-99C0-6035A445669A}"/>
                </a:ext>
              </a:extLst>
            </p:cNvPr>
            <p:cNvSpPr/>
            <p:nvPr/>
          </p:nvSpPr>
          <p:spPr>
            <a:xfrm>
              <a:off x="5209384" y="2773709"/>
              <a:ext cx="55009" cy="40616"/>
            </a:xfrm>
            <a:custGeom>
              <a:avLst/>
              <a:gdLst/>
              <a:ahLst/>
              <a:cxnLst/>
              <a:rect l="l" t="t" r="r" b="b"/>
              <a:pathLst>
                <a:path w="2469" h="1823" extrusionOk="0">
                  <a:moveTo>
                    <a:pt x="1449" y="1"/>
                  </a:moveTo>
                  <a:cubicBezTo>
                    <a:pt x="1336" y="1"/>
                    <a:pt x="1219" y="13"/>
                    <a:pt x="1101" y="38"/>
                  </a:cubicBezTo>
                  <a:cubicBezTo>
                    <a:pt x="501" y="204"/>
                    <a:pt x="0" y="705"/>
                    <a:pt x="67" y="1205"/>
                  </a:cubicBezTo>
                  <a:cubicBezTo>
                    <a:pt x="120" y="1577"/>
                    <a:pt x="491" y="1822"/>
                    <a:pt x="976" y="1822"/>
                  </a:cubicBezTo>
                  <a:cubicBezTo>
                    <a:pt x="1100" y="1822"/>
                    <a:pt x="1232" y="1806"/>
                    <a:pt x="1368" y="1772"/>
                  </a:cubicBezTo>
                  <a:cubicBezTo>
                    <a:pt x="1968" y="1605"/>
                    <a:pt x="2469" y="1105"/>
                    <a:pt x="2402" y="638"/>
                  </a:cubicBezTo>
                  <a:cubicBezTo>
                    <a:pt x="2348" y="231"/>
                    <a:pt x="1940" y="1"/>
                    <a:pt x="14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0" name="Google Shape;3460;p113">
              <a:extLst>
                <a:ext uri="{FF2B5EF4-FFF2-40B4-BE49-F238E27FC236}">
                  <a16:creationId xmlns:a16="http://schemas.microsoft.com/office/drawing/2014/main" id="{D165E94C-E9EA-235F-3D23-DD485DBDEE62}"/>
                </a:ext>
              </a:extLst>
            </p:cNvPr>
            <p:cNvSpPr/>
            <p:nvPr/>
          </p:nvSpPr>
          <p:spPr>
            <a:xfrm>
              <a:off x="4908381" y="2815394"/>
              <a:ext cx="111601" cy="65548"/>
            </a:xfrm>
            <a:custGeom>
              <a:avLst/>
              <a:gdLst/>
              <a:ahLst/>
              <a:cxnLst/>
              <a:rect l="l" t="t" r="r" b="b"/>
              <a:pathLst>
                <a:path w="5009" h="2942" extrusionOk="0">
                  <a:moveTo>
                    <a:pt x="3276" y="1"/>
                  </a:moveTo>
                  <a:cubicBezTo>
                    <a:pt x="2967" y="1"/>
                    <a:pt x="2600" y="105"/>
                    <a:pt x="2102" y="201"/>
                  </a:cubicBezTo>
                  <a:cubicBezTo>
                    <a:pt x="1035" y="401"/>
                    <a:pt x="234" y="568"/>
                    <a:pt x="201" y="1235"/>
                  </a:cubicBezTo>
                  <a:cubicBezTo>
                    <a:pt x="167" y="1869"/>
                    <a:pt x="1" y="2803"/>
                    <a:pt x="1335" y="2937"/>
                  </a:cubicBezTo>
                  <a:cubicBezTo>
                    <a:pt x="1380" y="2940"/>
                    <a:pt x="1427" y="2942"/>
                    <a:pt x="1474" y="2942"/>
                  </a:cubicBezTo>
                  <a:cubicBezTo>
                    <a:pt x="2854" y="2942"/>
                    <a:pt x="5009" y="1566"/>
                    <a:pt x="4170" y="502"/>
                  </a:cubicBezTo>
                  <a:cubicBezTo>
                    <a:pt x="3876" y="121"/>
                    <a:pt x="3609" y="1"/>
                    <a:pt x="32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1" name="Google Shape;3461;p113">
              <a:extLst>
                <a:ext uri="{FF2B5EF4-FFF2-40B4-BE49-F238E27FC236}">
                  <a16:creationId xmlns:a16="http://schemas.microsoft.com/office/drawing/2014/main" id="{B2C777B2-B15F-8754-77F1-80B54CF65721}"/>
                </a:ext>
              </a:extLst>
            </p:cNvPr>
            <p:cNvSpPr/>
            <p:nvPr/>
          </p:nvSpPr>
          <p:spPr>
            <a:xfrm>
              <a:off x="4932844" y="2798439"/>
              <a:ext cx="70694" cy="43691"/>
            </a:xfrm>
            <a:custGeom>
              <a:avLst/>
              <a:gdLst/>
              <a:ahLst/>
              <a:cxnLst/>
              <a:rect l="l" t="t" r="r" b="b"/>
              <a:pathLst>
                <a:path w="3173" h="1961" extrusionOk="0">
                  <a:moveTo>
                    <a:pt x="282" y="1"/>
                  </a:moveTo>
                  <a:cubicBezTo>
                    <a:pt x="1" y="1"/>
                    <a:pt x="391" y="583"/>
                    <a:pt x="937" y="829"/>
                  </a:cubicBezTo>
                  <a:cubicBezTo>
                    <a:pt x="1383" y="1052"/>
                    <a:pt x="1635" y="1961"/>
                    <a:pt x="2083" y="1961"/>
                  </a:cubicBezTo>
                  <a:cubicBezTo>
                    <a:pt x="2304" y="1961"/>
                    <a:pt x="2574" y="1737"/>
                    <a:pt x="2939" y="1096"/>
                  </a:cubicBezTo>
                  <a:cubicBezTo>
                    <a:pt x="3172" y="695"/>
                    <a:pt x="1271" y="462"/>
                    <a:pt x="570" y="95"/>
                  </a:cubicBezTo>
                  <a:cubicBezTo>
                    <a:pt x="438" y="29"/>
                    <a:pt x="344" y="1"/>
                    <a:pt x="2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2" name="Google Shape;3462;p113">
              <a:extLst>
                <a:ext uri="{FF2B5EF4-FFF2-40B4-BE49-F238E27FC236}">
                  <a16:creationId xmlns:a16="http://schemas.microsoft.com/office/drawing/2014/main" id="{B0C5065E-8637-1D5A-8EA0-1912D9A320A9}"/>
                </a:ext>
              </a:extLst>
            </p:cNvPr>
            <p:cNvSpPr/>
            <p:nvPr/>
          </p:nvSpPr>
          <p:spPr>
            <a:xfrm>
              <a:off x="5338697" y="2531837"/>
              <a:ext cx="226699" cy="244969"/>
            </a:xfrm>
            <a:custGeom>
              <a:avLst/>
              <a:gdLst/>
              <a:ahLst/>
              <a:cxnLst/>
              <a:rect l="l" t="t" r="r" b="b"/>
              <a:pathLst>
                <a:path w="10175" h="10995" extrusionOk="0">
                  <a:moveTo>
                    <a:pt x="738" y="0"/>
                  </a:moveTo>
                  <a:cubicBezTo>
                    <a:pt x="637" y="0"/>
                    <a:pt x="545" y="27"/>
                    <a:pt x="467" y="86"/>
                  </a:cubicBezTo>
                  <a:lnTo>
                    <a:pt x="267" y="219"/>
                  </a:lnTo>
                  <a:cubicBezTo>
                    <a:pt x="0" y="419"/>
                    <a:pt x="67" y="953"/>
                    <a:pt x="434" y="1420"/>
                  </a:cubicBezTo>
                  <a:lnTo>
                    <a:pt x="7239" y="10360"/>
                  </a:lnTo>
                  <a:cubicBezTo>
                    <a:pt x="7542" y="10745"/>
                    <a:pt x="7959" y="10995"/>
                    <a:pt x="8320" y="10995"/>
                  </a:cubicBezTo>
                  <a:cubicBezTo>
                    <a:pt x="8396" y="10995"/>
                    <a:pt x="8470" y="10984"/>
                    <a:pt x="8540" y="10960"/>
                  </a:cubicBezTo>
                  <a:lnTo>
                    <a:pt x="9641" y="10593"/>
                  </a:lnTo>
                  <a:cubicBezTo>
                    <a:pt x="10174" y="10393"/>
                    <a:pt x="10141" y="9593"/>
                    <a:pt x="9574" y="8959"/>
                  </a:cubicBezTo>
                  <a:cubicBezTo>
                    <a:pt x="6171" y="5089"/>
                    <a:pt x="2869" y="1754"/>
                    <a:pt x="1535" y="419"/>
                  </a:cubicBezTo>
                  <a:cubicBezTo>
                    <a:pt x="1275" y="160"/>
                    <a:pt x="982" y="0"/>
                    <a:pt x="7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3" name="Google Shape;3463;p113">
              <a:extLst>
                <a:ext uri="{FF2B5EF4-FFF2-40B4-BE49-F238E27FC236}">
                  <a16:creationId xmlns:a16="http://schemas.microsoft.com/office/drawing/2014/main" id="{B69CA4C2-C3F9-0BE3-A942-FA7FE3A2D417}"/>
                </a:ext>
              </a:extLst>
            </p:cNvPr>
            <p:cNvSpPr/>
            <p:nvPr/>
          </p:nvSpPr>
          <p:spPr>
            <a:xfrm>
              <a:off x="5182625" y="2334570"/>
              <a:ext cx="199607" cy="231467"/>
            </a:xfrm>
            <a:custGeom>
              <a:avLst/>
              <a:gdLst/>
              <a:ahLst/>
              <a:cxnLst/>
              <a:rect l="l" t="t" r="r" b="b"/>
              <a:pathLst>
                <a:path w="8959" h="10389" extrusionOk="0">
                  <a:moveTo>
                    <a:pt x="968" y="0"/>
                  </a:moveTo>
                  <a:cubicBezTo>
                    <a:pt x="968" y="0"/>
                    <a:pt x="0" y="234"/>
                    <a:pt x="467" y="934"/>
                  </a:cubicBezTo>
                  <a:cubicBezTo>
                    <a:pt x="901" y="1635"/>
                    <a:pt x="3703" y="5571"/>
                    <a:pt x="4670" y="6938"/>
                  </a:cubicBezTo>
                  <a:cubicBezTo>
                    <a:pt x="6238" y="9140"/>
                    <a:pt x="7439" y="9874"/>
                    <a:pt x="7806" y="10141"/>
                  </a:cubicBezTo>
                  <a:cubicBezTo>
                    <a:pt x="8053" y="10314"/>
                    <a:pt x="8246" y="10389"/>
                    <a:pt x="8389" y="10389"/>
                  </a:cubicBezTo>
                  <a:cubicBezTo>
                    <a:pt x="8959" y="10389"/>
                    <a:pt x="8713" y="9193"/>
                    <a:pt x="7806" y="8339"/>
                  </a:cubicBezTo>
                  <a:cubicBezTo>
                    <a:pt x="6638" y="7272"/>
                    <a:pt x="968" y="0"/>
                    <a:pt x="9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4" name="Google Shape;3464;p113">
              <a:extLst>
                <a:ext uri="{FF2B5EF4-FFF2-40B4-BE49-F238E27FC236}">
                  <a16:creationId xmlns:a16="http://schemas.microsoft.com/office/drawing/2014/main" id="{BE16BE85-5901-F88B-94E7-33BA28FBB0ED}"/>
                </a:ext>
              </a:extLst>
            </p:cNvPr>
            <p:cNvSpPr/>
            <p:nvPr/>
          </p:nvSpPr>
          <p:spPr>
            <a:xfrm>
              <a:off x="5326799" y="2521232"/>
              <a:ext cx="52781" cy="44515"/>
            </a:xfrm>
            <a:custGeom>
              <a:avLst/>
              <a:gdLst/>
              <a:ahLst/>
              <a:cxnLst/>
              <a:rect l="l" t="t" r="r" b="b"/>
              <a:pathLst>
                <a:path w="2369" h="1998" extrusionOk="0">
                  <a:moveTo>
                    <a:pt x="823" y="1"/>
                  </a:moveTo>
                  <a:cubicBezTo>
                    <a:pt x="655" y="1"/>
                    <a:pt x="497" y="42"/>
                    <a:pt x="368" y="128"/>
                  </a:cubicBezTo>
                  <a:cubicBezTo>
                    <a:pt x="1" y="428"/>
                    <a:pt x="34" y="1029"/>
                    <a:pt x="468" y="1496"/>
                  </a:cubicBezTo>
                  <a:cubicBezTo>
                    <a:pt x="777" y="1827"/>
                    <a:pt x="1174" y="1997"/>
                    <a:pt x="1513" y="1997"/>
                  </a:cubicBezTo>
                  <a:cubicBezTo>
                    <a:pt x="1686" y="1997"/>
                    <a:pt x="1845" y="1953"/>
                    <a:pt x="1969" y="1863"/>
                  </a:cubicBezTo>
                  <a:cubicBezTo>
                    <a:pt x="2369" y="1596"/>
                    <a:pt x="2302" y="962"/>
                    <a:pt x="1869" y="495"/>
                  </a:cubicBezTo>
                  <a:cubicBezTo>
                    <a:pt x="1575" y="179"/>
                    <a:pt x="1175" y="1"/>
                    <a:pt x="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5" name="Google Shape;3465;p113">
              <a:extLst>
                <a:ext uri="{FF2B5EF4-FFF2-40B4-BE49-F238E27FC236}">
                  <a16:creationId xmlns:a16="http://schemas.microsoft.com/office/drawing/2014/main" id="{48C2EA9B-264C-2844-CF9B-8F24F3023A96}"/>
                </a:ext>
              </a:extLst>
            </p:cNvPr>
            <p:cNvSpPr/>
            <p:nvPr/>
          </p:nvSpPr>
          <p:spPr>
            <a:xfrm>
              <a:off x="5123160" y="2286846"/>
              <a:ext cx="97386" cy="81456"/>
            </a:xfrm>
            <a:custGeom>
              <a:avLst/>
              <a:gdLst/>
              <a:ahLst/>
              <a:cxnLst/>
              <a:rect l="l" t="t" r="r" b="b"/>
              <a:pathLst>
                <a:path w="4371" h="3656" extrusionOk="0">
                  <a:moveTo>
                    <a:pt x="1765" y="1"/>
                  </a:moveTo>
                  <a:cubicBezTo>
                    <a:pt x="1667" y="1"/>
                    <a:pt x="1569" y="24"/>
                    <a:pt x="1468" y="74"/>
                  </a:cubicBezTo>
                  <a:cubicBezTo>
                    <a:pt x="901" y="374"/>
                    <a:pt x="1" y="641"/>
                    <a:pt x="534" y="1875"/>
                  </a:cubicBezTo>
                  <a:cubicBezTo>
                    <a:pt x="939" y="2732"/>
                    <a:pt x="2259" y="3656"/>
                    <a:pt x="3177" y="3656"/>
                  </a:cubicBezTo>
                  <a:cubicBezTo>
                    <a:pt x="3546" y="3656"/>
                    <a:pt x="3851" y="3506"/>
                    <a:pt x="4004" y="3143"/>
                  </a:cubicBezTo>
                  <a:cubicBezTo>
                    <a:pt x="4371" y="2309"/>
                    <a:pt x="3937" y="2009"/>
                    <a:pt x="3270" y="1241"/>
                  </a:cubicBezTo>
                  <a:cubicBezTo>
                    <a:pt x="2714" y="575"/>
                    <a:pt x="2251" y="1"/>
                    <a:pt x="1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6" name="Google Shape;3466;p113">
              <a:extLst>
                <a:ext uri="{FF2B5EF4-FFF2-40B4-BE49-F238E27FC236}">
                  <a16:creationId xmlns:a16="http://schemas.microsoft.com/office/drawing/2014/main" id="{CF80AA93-AA92-563C-2518-6D185B1FED14}"/>
                </a:ext>
              </a:extLst>
            </p:cNvPr>
            <p:cNvSpPr/>
            <p:nvPr/>
          </p:nvSpPr>
          <p:spPr>
            <a:xfrm>
              <a:off x="5165537" y="2288896"/>
              <a:ext cx="59465" cy="63520"/>
            </a:xfrm>
            <a:custGeom>
              <a:avLst/>
              <a:gdLst/>
              <a:ahLst/>
              <a:cxnLst/>
              <a:rect l="l" t="t" r="r" b="b"/>
              <a:pathLst>
                <a:path w="2669" h="2851" extrusionOk="0">
                  <a:moveTo>
                    <a:pt x="1801" y="1"/>
                  </a:moveTo>
                  <a:cubicBezTo>
                    <a:pt x="1647" y="1"/>
                    <a:pt x="1422" y="508"/>
                    <a:pt x="1468" y="1016"/>
                  </a:cubicBezTo>
                  <a:cubicBezTo>
                    <a:pt x="1535" y="1750"/>
                    <a:pt x="0" y="2851"/>
                    <a:pt x="2168" y="2851"/>
                  </a:cubicBezTo>
                  <a:cubicBezTo>
                    <a:pt x="2669" y="2851"/>
                    <a:pt x="1935" y="1149"/>
                    <a:pt x="1935" y="349"/>
                  </a:cubicBezTo>
                  <a:cubicBezTo>
                    <a:pt x="1925" y="102"/>
                    <a:pt x="1870" y="1"/>
                    <a:pt x="18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3467" name="Google Shape;3467;p113">
              <a:extLst>
                <a:ext uri="{FF2B5EF4-FFF2-40B4-BE49-F238E27FC236}">
                  <a16:creationId xmlns:a16="http://schemas.microsoft.com/office/drawing/2014/main" id="{30227FBD-E511-444B-D232-FAC4A5BA23A5}"/>
                </a:ext>
              </a:extLst>
            </p:cNvPr>
            <p:cNvGrpSpPr/>
            <p:nvPr/>
          </p:nvGrpSpPr>
          <p:grpSpPr>
            <a:xfrm>
              <a:off x="4902432" y="3771162"/>
              <a:ext cx="1386841" cy="41641"/>
              <a:chOff x="4902432" y="3771162"/>
              <a:chExt cx="1386841" cy="41641"/>
            </a:xfrm>
          </p:grpSpPr>
          <p:sp>
            <p:nvSpPr>
              <p:cNvPr id="3468" name="Google Shape;3468;p113">
                <a:extLst>
                  <a:ext uri="{FF2B5EF4-FFF2-40B4-BE49-F238E27FC236}">
                    <a16:creationId xmlns:a16="http://schemas.microsoft.com/office/drawing/2014/main" id="{25CD5993-204C-5014-50DB-8A57ED98C5A1}"/>
                  </a:ext>
                </a:extLst>
              </p:cNvPr>
              <p:cNvSpPr/>
              <p:nvPr/>
            </p:nvSpPr>
            <p:spPr>
              <a:xfrm>
                <a:off x="4902432" y="3794199"/>
                <a:ext cx="1386841" cy="5971"/>
              </a:xfrm>
              <a:custGeom>
                <a:avLst/>
                <a:gdLst/>
                <a:ahLst/>
                <a:cxnLst/>
                <a:rect l="l" t="t" r="r" b="b"/>
                <a:pathLst>
                  <a:path w="62246" h="268" extrusionOk="0">
                    <a:moveTo>
                      <a:pt x="134" y="1"/>
                    </a:moveTo>
                    <a:cubicBezTo>
                      <a:pt x="34" y="1"/>
                      <a:pt x="1" y="67"/>
                      <a:pt x="1" y="134"/>
                    </a:cubicBezTo>
                    <a:cubicBezTo>
                      <a:pt x="1" y="201"/>
                      <a:pt x="34" y="268"/>
                      <a:pt x="134" y="268"/>
                    </a:cubicBezTo>
                    <a:lnTo>
                      <a:pt x="62112" y="268"/>
                    </a:lnTo>
                    <a:cubicBezTo>
                      <a:pt x="62178" y="268"/>
                      <a:pt x="62245" y="201"/>
                      <a:pt x="62245" y="134"/>
                    </a:cubicBezTo>
                    <a:cubicBezTo>
                      <a:pt x="62245" y="67"/>
                      <a:pt x="62178" y="1"/>
                      <a:pt x="621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9" name="Google Shape;3469;p113">
                <a:extLst>
                  <a:ext uri="{FF2B5EF4-FFF2-40B4-BE49-F238E27FC236}">
                    <a16:creationId xmlns:a16="http://schemas.microsoft.com/office/drawing/2014/main" id="{F4CB91B3-CECD-9728-5B99-065FD54D9367}"/>
                  </a:ext>
                </a:extLst>
              </p:cNvPr>
              <p:cNvSpPr/>
              <p:nvPr/>
            </p:nvSpPr>
            <p:spPr>
              <a:xfrm>
                <a:off x="4902432" y="3771162"/>
                <a:ext cx="5236" cy="41641"/>
              </a:xfrm>
              <a:custGeom>
                <a:avLst/>
                <a:gdLst/>
                <a:ahLst/>
                <a:cxnLst/>
                <a:rect l="l" t="t" r="r" b="b"/>
                <a:pathLst>
                  <a:path w="235" h="1869" extrusionOk="0">
                    <a:moveTo>
                      <a:pt x="134" y="1"/>
                    </a:moveTo>
                    <a:cubicBezTo>
                      <a:pt x="34" y="1"/>
                      <a:pt x="1" y="67"/>
                      <a:pt x="1" y="134"/>
                    </a:cubicBezTo>
                    <a:lnTo>
                      <a:pt x="1" y="1769"/>
                    </a:lnTo>
                    <a:cubicBezTo>
                      <a:pt x="1" y="1835"/>
                      <a:pt x="34"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0" name="Google Shape;3470;p113">
                <a:extLst>
                  <a:ext uri="{FF2B5EF4-FFF2-40B4-BE49-F238E27FC236}">
                    <a16:creationId xmlns:a16="http://schemas.microsoft.com/office/drawing/2014/main" id="{C81B6DCA-BE41-80FE-7261-68586AE880EE}"/>
                  </a:ext>
                </a:extLst>
              </p:cNvPr>
              <p:cNvSpPr/>
              <p:nvPr/>
            </p:nvSpPr>
            <p:spPr>
              <a:xfrm>
                <a:off x="4965618" y="3771162"/>
                <a:ext cx="5214" cy="41641"/>
              </a:xfrm>
              <a:custGeom>
                <a:avLst/>
                <a:gdLst/>
                <a:ahLst/>
                <a:cxnLst/>
                <a:rect l="l" t="t" r="r" b="b"/>
                <a:pathLst>
                  <a:path w="234" h="1869" extrusionOk="0">
                    <a:moveTo>
                      <a:pt x="100" y="1"/>
                    </a:moveTo>
                    <a:cubicBezTo>
                      <a:pt x="33" y="1"/>
                      <a:pt x="0" y="67"/>
                      <a:pt x="0" y="134"/>
                    </a:cubicBezTo>
                    <a:lnTo>
                      <a:pt x="0" y="1769"/>
                    </a:lnTo>
                    <a:cubicBezTo>
                      <a:pt x="0" y="1835"/>
                      <a:pt x="33" y="1869"/>
                      <a:pt x="100" y="1869"/>
                    </a:cubicBezTo>
                    <a:cubicBezTo>
                      <a:pt x="167" y="1869"/>
                      <a:pt x="234" y="1835"/>
                      <a:pt x="234" y="1769"/>
                    </a:cubicBezTo>
                    <a:lnTo>
                      <a:pt x="234" y="134"/>
                    </a:lnTo>
                    <a:cubicBezTo>
                      <a:pt x="234" y="67"/>
                      <a:pt x="167" y="1"/>
                      <a:pt x="1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1" name="Google Shape;3471;p113">
                <a:extLst>
                  <a:ext uri="{FF2B5EF4-FFF2-40B4-BE49-F238E27FC236}">
                    <a16:creationId xmlns:a16="http://schemas.microsoft.com/office/drawing/2014/main" id="{411F84DF-0B3F-B353-8E73-C618AEAAF7F3}"/>
                  </a:ext>
                </a:extLst>
              </p:cNvPr>
              <p:cNvSpPr/>
              <p:nvPr/>
            </p:nvSpPr>
            <p:spPr>
              <a:xfrm>
                <a:off x="5028047" y="3771340"/>
                <a:ext cx="5949" cy="41463"/>
              </a:xfrm>
              <a:custGeom>
                <a:avLst/>
                <a:gdLst/>
                <a:ahLst/>
                <a:cxnLst/>
                <a:rect l="l" t="t" r="r" b="b"/>
                <a:pathLst>
                  <a:path w="267" h="1861" extrusionOk="0">
                    <a:moveTo>
                      <a:pt x="133" y="1"/>
                    </a:moveTo>
                    <a:cubicBezTo>
                      <a:pt x="67" y="1"/>
                      <a:pt x="0" y="43"/>
                      <a:pt x="0" y="126"/>
                    </a:cubicBezTo>
                    <a:lnTo>
                      <a:pt x="0" y="1761"/>
                    </a:lnTo>
                    <a:cubicBezTo>
                      <a:pt x="0" y="1827"/>
                      <a:pt x="67" y="1861"/>
                      <a:pt x="133" y="1861"/>
                    </a:cubicBezTo>
                    <a:cubicBezTo>
                      <a:pt x="200" y="1861"/>
                      <a:pt x="267" y="1827"/>
                      <a:pt x="267" y="1761"/>
                    </a:cubicBezTo>
                    <a:lnTo>
                      <a:pt x="267" y="126"/>
                    </a:lnTo>
                    <a:cubicBezTo>
                      <a:pt x="267" y="43"/>
                      <a:pt x="200" y="1"/>
                      <a:pt x="1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2" name="Google Shape;3472;p113">
                <a:extLst>
                  <a:ext uri="{FF2B5EF4-FFF2-40B4-BE49-F238E27FC236}">
                    <a16:creationId xmlns:a16="http://schemas.microsoft.com/office/drawing/2014/main" id="{6F786332-1765-C48B-F063-630775DDB671}"/>
                  </a:ext>
                </a:extLst>
              </p:cNvPr>
              <p:cNvSpPr/>
              <p:nvPr/>
            </p:nvSpPr>
            <p:spPr>
              <a:xfrm>
                <a:off x="5090475" y="3771162"/>
                <a:ext cx="5949" cy="41641"/>
              </a:xfrm>
              <a:custGeom>
                <a:avLst/>
                <a:gdLst/>
                <a:ahLst/>
                <a:cxnLst/>
                <a:rect l="l" t="t" r="r" b="b"/>
                <a:pathLst>
                  <a:path w="267" h="1869" extrusionOk="0">
                    <a:moveTo>
                      <a:pt x="133" y="1"/>
                    </a:moveTo>
                    <a:cubicBezTo>
                      <a:pt x="67" y="1"/>
                      <a:pt x="0" y="67"/>
                      <a:pt x="33" y="134"/>
                    </a:cubicBezTo>
                    <a:lnTo>
                      <a:pt x="33" y="1769"/>
                    </a:lnTo>
                    <a:cubicBezTo>
                      <a:pt x="0" y="1835"/>
                      <a:pt x="67" y="1869"/>
                      <a:pt x="133" y="1869"/>
                    </a:cubicBezTo>
                    <a:cubicBezTo>
                      <a:pt x="200" y="1869"/>
                      <a:pt x="267" y="1835"/>
                      <a:pt x="267" y="1769"/>
                    </a:cubicBezTo>
                    <a:lnTo>
                      <a:pt x="267" y="134"/>
                    </a:lnTo>
                    <a:cubicBezTo>
                      <a:pt x="267" y="67"/>
                      <a:pt x="200" y="1"/>
                      <a:pt x="1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3" name="Google Shape;3473;p113">
                <a:extLst>
                  <a:ext uri="{FF2B5EF4-FFF2-40B4-BE49-F238E27FC236}">
                    <a16:creationId xmlns:a16="http://schemas.microsoft.com/office/drawing/2014/main" id="{85B36BA2-18D7-E7CC-E6F0-2E2E4B12822E}"/>
                  </a:ext>
                </a:extLst>
              </p:cNvPr>
              <p:cNvSpPr/>
              <p:nvPr/>
            </p:nvSpPr>
            <p:spPr>
              <a:xfrm>
                <a:off x="5153639" y="3771162"/>
                <a:ext cx="5971" cy="41641"/>
              </a:xfrm>
              <a:custGeom>
                <a:avLst/>
                <a:gdLst/>
                <a:ahLst/>
                <a:cxnLst/>
                <a:rect l="l" t="t" r="r" b="b"/>
                <a:pathLst>
                  <a:path w="268" h="1869" extrusionOk="0">
                    <a:moveTo>
                      <a:pt x="134" y="1"/>
                    </a:moveTo>
                    <a:cubicBezTo>
                      <a:pt x="67" y="1"/>
                      <a:pt x="0" y="67"/>
                      <a:pt x="0" y="134"/>
                    </a:cubicBezTo>
                    <a:lnTo>
                      <a:pt x="0" y="1769"/>
                    </a:lnTo>
                    <a:cubicBezTo>
                      <a:pt x="0" y="1835"/>
                      <a:pt x="67" y="1869"/>
                      <a:pt x="134" y="1869"/>
                    </a:cubicBezTo>
                    <a:cubicBezTo>
                      <a:pt x="201" y="1869"/>
                      <a:pt x="267" y="1835"/>
                      <a:pt x="267" y="1769"/>
                    </a:cubicBezTo>
                    <a:lnTo>
                      <a:pt x="267"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4" name="Google Shape;3474;p113">
                <a:extLst>
                  <a:ext uri="{FF2B5EF4-FFF2-40B4-BE49-F238E27FC236}">
                    <a16:creationId xmlns:a16="http://schemas.microsoft.com/office/drawing/2014/main" id="{11DF3441-B843-06E6-D5F8-ED3184D43473}"/>
                  </a:ext>
                </a:extLst>
              </p:cNvPr>
              <p:cNvSpPr/>
              <p:nvPr/>
            </p:nvSpPr>
            <p:spPr>
              <a:xfrm>
                <a:off x="5216068" y="3771162"/>
                <a:ext cx="5971" cy="41641"/>
              </a:xfrm>
              <a:custGeom>
                <a:avLst/>
                <a:gdLst/>
                <a:ahLst/>
                <a:cxnLst/>
                <a:rect l="l" t="t" r="r" b="b"/>
                <a:pathLst>
                  <a:path w="268" h="1869" extrusionOk="0">
                    <a:moveTo>
                      <a:pt x="134" y="1"/>
                    </a:moveTo>
                    <a:cubicBezTo>
                      <a:pt x="67" y="1"/>
                      <a:pt x="0" y="67"/>
                      <a:pt x="0" y="134"/>
                    </a:cubicBezTo>
                    <a:lnTo>
                      <a:pt x="0" y="1769"/>
                    </a:lnTo>
                    <a:cubicBezTo>
                      <a:pt x="0" y="1835"/>
                      <a:pt x="67" y="1869"/>
                      <a:pt x="134" y="1869"/>
                    </a:cubicBezTo>
                    <a:cubicBezTo>
                      <a:pt x="201" y="1869"/>
                      <a:pt x="267" y="1835"/>
                      <a:pt x="267" y="1769"/>
                    </a:cubicBezTo>
                    <a:lnTo>
                      <a:pt x="267" y="134"/>
                    </a:lnTo>
                    <a:cubicBezTo>
                      <a:pt x="267"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5" name="Google Shape;3475;p113">
                <a:extLst>
                  <a:ext uri="{FF2B5EF4-FFF2-40B4-BE49-F238E27FC236}">
                    <a16:creationId xmlns:a16="http://schemas.microsoft.com/office/drawing/2014/main" id="{CDCA95EA-DA4F-94CC-E57E-A26F9820086F}"/>
                  </a:ext>
                </a:extLst>
              </p:cNvPr>
              <p:cNvSpPr/>
              <p:nvPr/>
            </p:nvSpPr>
            <p:spPr>
              <a:xfrm>
                <a:off x="5279231" y="3771162"/>
                <a:ext cx="5236" cy="41641"/>
              </a:xfrm>
              <a:custGeom>
                <a:avLst/>
                <a:gdLst/>
                <a:ahLst/>
                <a:cxnLst/>
                <a:rect l="l" t="t" r="r" b="b"/>
                <a:pathLst>
                  <a:path w="235" h="1869" extrusionOk="0">
                    <a:moveTo>
                      <a:pt x="134" y="1"/>
                    </a:moveTo>
                    <a:cubicBezTo>
                      <a:pt x="67" y="1"/>
                      <a:pt x="1" y="67"/>
                      <a:pt x="1" y="134"/>
                    </a:cubicBezTo>
                    <a:lnTo>
                      <a:pt x="1" y="1769"/>
                    </a:lnTo>
                    <a:cubicBezTo>
                      <a:pt x="1" y="1835"/>
                      <a:pt x="67"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6" name="Google Shape;3476;p113">
                <a:extLst>
                  <a:ext uri="{FF2B5EF4-FFF2-40B4-BE49-F238E27FC236}">
                    <a16:creationId xmlns:a16="http://schemas.microsoft.com/office/drawing/2014/main" id="{F01D657A-B645-7C8D-DBE4-7C141BB558D9}"/>
                  </a:ext>
                </a:extLst>
              </p:cNvPr>
              <p:cNvSpPr/>
              <p:nvPr/>
            </p:nvSpPr>
            <p:spPr>
              <a:xfrm>
                <a:off x="5341660" y="3771162"/>
                <a:ext cx="5971" cy="41641"/>
              </a:xfrm>
              <a:custGeom>
                <a:avLst/>
                <a:gdLst/>
                <a:ahLst/>
                <a:cxnLst/>
                <a:rect l="l" t="t" r="r" b="b"/>
                <a:pathLst>
                  <a:path w="268" h="1869" extrusionOk="0">
                    <a:moveTo>
                      <a:pt x="134" y="1"/>
                    </a:moveTo>
                    <a:cubicBezTo>
                      <a:pt x="67" y="1"/>
                      <a:pt x="1" y="67"/>
                      <a:pt x="1" y="134"/>
                    </a:cubicBezTo>
                    <a:lnTo>
                      <a:pt x="1" y="1769"/>
                    </a:lnTo>
                    <a:cubicBezTo>
                      <a:pt x="1" y="1835"/>
                      <a:pt x="67" y="1869"/>
                      <a:pt x="134" y="1869"/>
                    </a:cubicBezTo>
                    <a:cubicBezTo>
                      <a:pt x="201" y="1869"/>
                      <a:pt x="268" y="1835"/>
                      <a:pt x="268" y="1769"/>
                    </a:cubicBezTo>
                    <a:lnTo>
                      <a:pt x="268" y="134"/>
                    </a:lnTo>
                    <a:cubicBezTo>
                      <a:pt x="268"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7" name="Google Shape;3477;p113">
                <a:extLst>
                  <a:ext uri="{FF2B5EF4-FFF2-40B4-BE49-F238E27FC236}">
                    <a16:creationId xmlns:a16="http://schemas.microsoft.com/office/drawing/2014/main" id="{56D57076-E6DB-CF1A-C203-C9A99CB091D5}"/>
                  </a:ext>
                </a:extLst>
              </p:cNvPr>
              <p:cNvSpPr/>
              <p:nvPr/>
            </p:nvSpPr>
            <p:spPr>
              <a:xfrm>
                <a:off x="5404846" y="3771340"/>
                <a:ext cx="5214" cy="41463"/>
              </a:xfrm>
              <a:custGeom>
                <a:avLst/>
                <a:gdLst/>
                <a:ahLst/>
                <a:cxnLst/>
                <a:rect l="l" t="t" r="r" b="b"/>
                <a:pathLst>
                  <a:path w="234" h="1861" extrusionOk="0">
                    <a:moveTo>
                      <a:pt x="117" y="1"/>
                    </a:moveTo>
                    <a:cubicBezTo>
                      <a:pt x="58" y="1"/>
                      <a:pt x="0" y="43"/>
                      <a:pt x="0" y="126"/>
                    </a:cubicBezTo>
                    <a:lnTo>
                      <a:pt x="0" y="1761"/>
                    </a:lnTo>
                    <a:cubicBezTo>
                      <a:pt x="0" y="1827"/>
                      <a:pt x="67" y="1861"/>
                      <a:pt x="134" y="1861"/>
                    </a:cubicBezTo>
                    <a:cubicBezTo>
                      <a:pt x="200" y="1861"/>
                      <a:pt x="234" y="1827"/>
                      <a:pt x="234" y="1761"/>
                    </a:cubicBezTo>
                    <a:lnTo>
                      <a:pt x="234" y="126"/>
                    </a:lnTo>
                    <a:cubicBezTo>
                      <a:pt x="234" y="43"/>
                      <a:pt x="175" y="1"/>
                      <a:pt x="1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8" name="Google Shape;3478;p113">
                <a:extLst>
                  <a:ext uri="{FF2B5EF4-FFF2-40B4-BE49-F238E27FC236}">
                    <a16:creationId xmlns:a16="http://schemas.microsoft.com/office/drawing/2014/main" id="{4B37EB86-C807-30FC-A84C-1053314FA8D4}"/>
                  </a:ext>
                </a:extLst>
              </p:cNvPr>
              <p:cNvSpPr/>
              <p:nvPr/>
            </p:nvSpPr>
            <p:spPr>
              <a:xfrm>
                <a:off x="5467275" y="3771340"/>
                <a:ext cx="5949" cy="41463"/>
              </a:xfrm>
              <a:custGeom>
                <a:avLst/>
                <a:gdLst/>
                <a:ahLst/>
                <a:cxnLst/>
                <a:rect l="l" t="t" r="r" b="b"/>
                <a:pathLst>
                  <a:path w="267" h="1861" extrusionOk="0">
                    <a:moveTo>
                      <a:pt x="134" y="1"/>
                    </a:moveTo>
                    <a:cubicBezTo>
                      <a:pt x="67" y="1"/>
                      <a:pt x="0" y="43"/>
                      <a:pt x="0" y="126"/>
                    </a:cubicBezTo>
                    <a:lnTo>
                      <a:pt x="0" y="1761"/>
                    </a:lnTo>
                    <a:cubicBezTo>
                      <a:pt x="0" y="1827"/>
                      <a:pt x="67" y="1861"/>
                      <a:pt x="134" y="1861"/>
                    </a:cubicBezTo>
                    <a:cubicBezTo>
                      <a:pt x="200" y="1861"/>
                      <a:pt x="267" y="1827"/>
                      <a:pt x="267" y="1761"/>
                    </a:cubicBezTo>
                    <a:lnTo>
                      <a:pt x="267" y="126"/>
                    </a:lnTo>
                    <a:cubicBezTo>
                      <a:pt x="267" y="43"/>
                      <a:pt x="200"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9" name="Google Shape;3479;p113">
                <a:extLst>
                  <a:ext uri="{FF2B5EF4-FFF2-40B4-BE49-F238E27FC236}">
                    <a16:creationId xmlns:a16="http://schemas.microsoft.com/office/drawing/2014/main" id="{31063CA3-092E-551A-F286-9DCDC153FDA9}"/>
                  </a:ext>
                </a:extLst>
              </p:cNvPr>
              <p:cNvSpPr/>
              <p:nvPr/>
            </p:nvSpPr>
            <p:spPr>
              <a:xfrm>
                <a:off x="5530438" y="3771162"/>
                <a:ext cx="5214" cy="41641"/>
              </a:xfrm>
              <a:custGeom>
                <a:avLst/>
                <a:gdLst/>
                <a:ahLst/>
                <a:cxnLst/>
                <a:rect l="l" t="t" r="r" b="b"/>
                <a:pathLst>
                  <a:path w="234" h="1869" extrusionOk="0">
                    <a:moveTo>
                      <a:pt x="134" y="1"/>
                    </a:moveTo>
                    <a:cubicBezTo>
                      <a:pt x="67" y="1"/>
                      <a:pt x="0" y="67"/>
                      <a:pt x="0" y="134"/>
                    </a:cubicBezTo>
                    <a:lnTo>
                      <a:pt x="0" y="1769"/>
                    </a:lnTo>
                    <a:cubicBezTo>
                      <a:pt x="0" y="1835"/>
                      <a:pt x="67"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0" name="Google Shape;3480;p113">
                <a:extLst>
                  <a:ext uri="{FF2B5EF4-FFF2-40B4-BE49-F238E27FC236}">
                    <a16:creationId xmlns:a16="http://schemas.microsoft.com/office/drawing/2014/main" id="{7FC52F8E-CCDC-23E0-366C-4DC9F102ED85}"/>
                  </a:ext>
                </a:extLst>
              </p:cNvPr>
              <p:cNvSpPr/>
              <p:nvPr/>
            </p:nvSpPr>
            <p:spPr>
              <a:xfrm>
                <a:off x="5592867" y="3771162"/>
                <a:ext cx="5971" cy="41641"/>
              </a:xfrm>
              <a:custGeom>
                <a:avLst/>
                <a:gdLst/>
                <a:ahLst/>
                <a:cxnLst/>
                <a:rect l="l" t="t" r="r" b="b"/>
                <a:pathLst>
                  <a:path w="268" h="1869" extrusionOk="0">
                    <a:moveTo>
                      <a:pt x="134" y="1"/>
                    </a:moveTo>
                    <a:cubicBezTo>
                      <a:pt x="67" y="1"/>
                      <a:pt x="0" y="67"/>
                      <a:pt x="0" y="134"/>
                    </a:cubicBezTo>
                    <a:lnTo>
                      <a:pt x="0" y="1769"/>
                    </a:lnTo>
                    <a:cubicBezTo>
                      <a:pt x="0" y="1835"/>
                      <a:pt x="67" y="1869"/>
                      <a:pt x="134" y="1869"/>
                    </a:cubicBezTo>
                    <a:cubicBezTo>
                      <a:pt x="201" y="1869"/>
                      <a:pt x="267" y="1835"/>
                      <a:pt x="267" y="1769"/>
                    </a:cubicBezTo>
                    <a:lnTo>
                      <a:pt x="267" y="134"/>
                    </a:lnTo>
                    <a:cubicBezTo>
                      <a:pt x="267"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1" name="Google Shape;3481;p113">
                <a:extLst>
                  <a:ext uri="{FF2B5EF4-FFF2-40B4-BE49-F238E27FC236}">
                    <a16:creationId xmlns:a16="http://schemas.microsoft.com/office/drawing/2014/main" id="{5AD10708-832D-3281-B208-9C7A55526E5D}"/>
                  </a:ext>
                </a:extLst>
              </p:cNvPr>
              <p:cNvSpPr/>
              <p:nvPr/>
            </p:nvSpPr>
            <p:spPr>
              <a:xfrm>
                <a:off x="5656031" y="3771162"/>
                <a:ext cx="5236" cy="41641"/>
              </a:xfrm>
              <a:custGeom>
                <a:avLst/>
                <a:gdLst/>
                <a:ahLst/>
                <a:cxnLst/>
                <a:rect l="l" t="t" r="r" b="b"/>
                <a:pathLst>
                  <a:path w="235" h="1869" extrusionOk="0">
                    <a:moveTo>
                      <a:pt x="134" y="1"/>
                    </a:moveTo>
                    <a:cubicBezTo>
                      <a:pt x="34" y="1"/>
                      <a:pt x="1" y="67"/>
                      <a:pt x="1" y="134"/>
                    </a:cubicBezTo>
                    <a:lnTo>
                      <a:pt x="1" y="1769"/>
                    </a:lnTo>
                    <a:cubicBezTo>
                      <a:pt x="1" y="1835"/>
                      <a:pt x="34"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2" name="Google Shape;3482;p113">
                <a:extLst>
                  <a:ext uri="{FF2B5EF4-FFF2-40B4-BE49-F238E27FC236}">
                    <a16:creationId xmlns:a16="http://schemas.microsoft.com/office/drawing/2014/main" id="{FEC75EF5-487D-AB11-80F8-F6FEE64122AA}"/>
                  </a:ext>
                </a:extLst>
              </p:cNvPr>
              <p:cNvSpPr/>
              <p:nvPr/>
            </p:nvSpPr>
            <p:spPr>
              <a:xfrm>
                <a:off x="5718459" y="3771162"/>
                <a:ext cx="5971" cy="41641"/>
              </a:xfrm>
              <a:custGeom>
                <a:avLst/>
                <a:gdLst/>
                <a:ahLst/>
                <a:cxnLst/>
                <a:rect l="l" t="t" r="r" b="b"/>
                <a:pathLst>
                  <a:path w="268" h="1869" extrusionOk="0">
                    <a:moveTo>
                      <a:pt x="134" y="1"/>
                    </a:moveTo>
                    <a:cubicBezTo>
                      <a:pt x="68" y="1"/>
                      <a:pt x="1" y="67"/>
                      <a:pt x="1" y="134"/>
                    </a:cubicBezTo>
                    <a:lnTo>
                      <a:pt x="1" y="1769"/>
                    </a:lnTo>
                    <a:cubicBezTo>
                      <a:pt x="1" y="1835"/>
                      <a:pt x="68" y="1869"/>
                      <a:pt x="134" y="1869"/>
                    </a:cubicBezTo>
                    <a:cubicBezTo>
                      <a:pt x="201" y="1869"/>
                      <a:pt x="268" y="1835"/>
                      <a:pt x="268" y="1769"/>
                    </a:cubicBezTo>
                    <a:lnTo>
                      <a:pt x="268" y="134"/>
                    </a:lnTo>
                    <a:cubicBezTo>
                      <a:pt x="268"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3" name="Google Shape;3483;p113">
                <a:extLst>
                  <a:ext uri="{FF2B5EF4-FFF2-40B4-BE49-F238E27FC236}">
                    <a16:creationId xmlns:a16="http://schemas.microsoft.com/office/drawing/2014/main" id="{385B7125-96DE-A271-79A2-325AB498C44F}"/>
                  </a:ext>
                </a:extLst>
              </p:cNvPr>
              <p:cNvSpPr/>
              <p:nvPr/>
            </p:nvSpPr>
            <p:spPr>
              <a:xfrm>
                <a:off x="5781645" y="3771340"/>
                <a:ext cx="5214" cy="41463"/>
              </a:xfrm>
              <a:custGeom>
                <a:avLst/>
                <a:gdLst/>
                <a:ahLst/>
                <a:cxnLst/>
                <a:rect l="l" t="t" r="r" b="b"/>
                <a:pathLst>
                  <a:path w="234" h="1861" extrusionOk="0">
                    <a:moveTo>
                      <a:pt x="117" y="1"/>
                    </a:moveTo>
                    <a:cubicBezTo>
                      <a:pt x="59" y="1"/>
                      <a:pt x="0" y="43"/>
                      <a:pt x="0" y="126"/>
                    </a:cubicBezTo>
                    <a:lnTo>
                      <a:pt x="0" y="1761"/>
                    </a:lnTo>
                    <a:cubicBezTo>
                      <a:pt x="0" y="1827"/>
                      <a:pt x="34" y="1861"/>
                      <a:pt x="134" y="1861"/>
                    </a:cubicBezTo>
                    <a:cubicBezTo>
                      <a:pt x="200" y="1861"/>
                      <a:pt x="234" y="1827"/>
                      <a:pt x="234" y="1761"/>
                    </a:cubicBezTo>
                    <a:lnTo>
                      <a:pt x="234" y="126"/>
                    </a:lnTo>
                    <a:cubicBezTo>
                      <a:pt x="234" y="43"/>
                      <a:pt x="175" y="1"/>
                      <a:pt x="1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4" name="Google Shape;3484;p113">
                <a:extLst>
                  <a:ext uri="{FF2B5EF4-FFF2-40B4-BE49-F238E27FC236}">
                    <a16:creationId xmlns:a16="http://schemas.microsoft.com/office/drawing/2014/main" id="{7B6CDF21-62EB-7D43-084D-8377AB1E2196}"/>
                  </a:ext>
                </a:extLst>
              </p:cNvPr>
              <p:cNvSpPr/>
              <p:nvPr/>
            </p:nvSpPr>
            <p:spPr>
              <a:xfrm>
                <a:off x="5844074" y="3771340"/>
                <a:ext cx="5971" cy="41463"/>
              </a:xfrm>
              <a:custGeom>
                <a:avLst/>
                <a:gdLst/>
                <a:ahLst/>
                <a:cxnLst/>
                <a:rect l="l" t="t" r="r" b="b"/>
                <a:pathLst>
                  <a:path w="268" h="1861" extrusionOk="0">
                    <a:moveTo>
                      <a:pt x="134" y="1"/>
                    </a:moveTo>
                    <a:cubicBezTo>
                      <a:pt x="67" y="1"/>
                      <a:pt x="0" y="43"/>
                      <a:pt x="0" y="126"/>
                    </a:cubicBezTo>
                    <a:lnTo>
                      <a:pt x="0" y="1761"/>
                    </a:lnTo>
                    <a:cubicBezTo>
                      <a:pt x="0" y="1827"/>
                      <a:pt x="67" y="1861"/>
                      <a:pt x="134" y="1861"/>
                    </a:cubicBezTo>
                    <a:cubicBezTo>
                      <a:pt x="200" y="1861"/>
                      <a:pt x="267" y="1827"/>
                      <a:pt x="267" y="1761"/>
                    </a:cubicBezTo>
                    <a:lnTo>
                      <a:pt x="267" y="126"/>
                    </a:lnTo>
                    <a:cubicBezTo>
                      <a:pt x="267" y="43"/>
                      <a:pt x="200"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5" name="Google Shape;3485;p113">
                <a:extLst>
                  <a:ext uri="{FF2B5EF4-FFF2-40B4-BE49-F238E27FC236}">
                    <a16:creationId xmlns:a16="http://schemas.microsoft.com/office/drawing/2014/main" id="{F061CEA3-3CE1-4A1B-3A54-C943BA1F0DB9}"/>
                  </a:ext>
                </a:extLst>
              </p:cNvPr>
              <p:cNvSpPr/>
              <p:nvPr/>
            </p:nvSpPr>
            <p:spPr>
              <a:xfrm>
                <a:off x="5907238" y="3771162"/>
                <a:ext cx="5236" cy="41641"/>
              </a:xfrm>
              <a:custGeom>
                <a:avLst/>
                <a:gdLst/>
                <a:ahLst/>
                <a:cxnLst/>
                <a:rect l="l" t="t" r="r" b="b"/>
                <a:pathLst>
                  <a:path w="235" h="1869" extrusionOk="0">
                    <a:moveTo>
                      <a:pt x="134" y="1"/>
                    </a:moveTo>
                    <a:cubicBezTo>
                      <a:pt x="34" y="1"/>
                      <a:pt x="1" y="67"/>
                      <a:pt x="1" y="134"/>
                    </a:cubicBezTo>
                    <a:lnTo>
                      <a:pt x="1" y="1769"/>
                    </a:lnTo>
                    <a:cubicBezTo>
                      <a:pt x="1" y="1835"/>
                      <a:pt x="34"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6" name="Google Shape;3486;p113">
                <a:extLst>
                  <a:ext uri="{FF2B5EF4-FFF2-40B4-BE49-F238E27FC236}">
                    <a16:creationId xmlns:a16="http://schemas.microsoft.com/office/drawing/2014/main" id="{7CB89B88-B3D5-911B-8F42-632F04B2B3DC}"/>
                  </a:ext>
                </a:extLst>
              </p:cNvPr>
              <p:cNvSpPr/>
              <p:nvPr/>
            </p:nvSpPr>
            <p:spPr>
              <a:xfrm>
                <a:off x="5969666" y="3771162"/>
                <a:ext cx="5971" cy="41641"/>
              </a:xfrm>
              <a:custGeom>
                <a:avLst/>
                <a:gdLst/>
                <a:ahLst/>
                <a:cxnLst/>
                <a:rect l="l" t="t" r="r" b="b"/>
                <a:pathLst>
                  <a:path w="268" h="1869" extrusionOk="0">
                    <a:moveTo>
                      <a:pt x="134" y="1"/>
                    </a:moveTo>
                    <a:cubicBezTo>
                      <a:pt x="67" y="1"/>
                      <a:pt x="1" y="67"/>
                      <a:pt x="1" y="134"/>
                    </a:cubicBezTo>
                    <a:lnTo>
                      <a:pt x="1" y="1769"/>
                    </a:lnTo>
                    <a:cubicBezTo>
                      <a:pt x="1" y="1835"/>
                      <a:pt x="67" y="1869"/>
                      <a:pt x="134" y="1869"/>
                    </a:cubicBezTo>
                    <a:cubicBezTo>
                      <a:pt x="201" y="1869"/>
                      <a:pt x="267" y="1835"/>
                      <a:pt x="267" y="1769"/>
                    </a:cubicBezTo>
                    <a:lnTo>
                      <a:pt x="267" y="134"/>
                    </a:lnTo>
                    <a:cubicBezTo>
                      <a:pt x="267"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7" name="Google Shape;3487;p113">
                <a:extLst>
                  <a:ext uri="{FF2B5EF4-FFF2-40B4-BE49-F238E27FC236}">
                    <a16:creationId xmlns:a16="http://schemas.microsoft.com/office/drawing/2014/main" id="{4DF50FE2-7141-67B0-E2FA-BD192DD8DD60}"/>
                  </a:ext>
                </a:extLst>
              </p:cNvPr>
              <p:cNvSpPr/>
              <p:nvPr/>
            </p:nvSpPr>
            <p:spPr>
              <a:xfrm>
                <a:off x="6032474" y="3771897"/>
                <a:ext cx="5971" cy="40906"/>
              </a:xfrm>
              <a:custGeom>
                <a:avLst/>
                <a:gdLst/>
                <a:ahLst/>
                <a:cxnLst/>
                <a:rect l="l" t="t" r="r" b="b"/>
                <a:pathLst>
                  <a:path w="268" h="1836" extrusionOk="0">
                    <a:moveTo>
                      <a:pt x="134" y="1"/>
                    </a:moveTo>
                    <a:cubicBezTo>
                      <a:pt x="67" y="1"/>
                      <a:pt x="0" y="34"/>
                      <a:pt x="17" y="101"/>
                    </a:cubicBezTo>
                    <a:lnTo>
                      <a:pt x="17" y="1736"/>
                    </a:lnTo>
                    <a:cubicBezTo>
                      <a:pt x="17" y="1802"/>
                      <a:pt x="50" y="1836"/>
                      <a:pt x="117" y="1836"/>
                    </a:cubicBezTo>
                    <a:cubicBezTo>
                      <a:pt x="184" y="1836"/>
                      <a:pt x="250" y="1802"/>
                      <a:pt x="250" y="1736"/>
                    </a:cubicBezTo>
                    <a:lnTo>
                      <a:pt x="250" y="101"/>
                    </a:lnTo>
                    <a:cubicBezTo>
                      <a:pt x="267" y="34"/>
                      <a:pt x="200"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8" name="Google Shape;3488;p113">
                <a:extLst>
                  <a:ext uri="{FF2B5EF4-FFF2-40B4-BE49-F238E27FC236}">
                    <a16:creationId xmlns:a16="http://schemas.microsoft.com/office/drawing/2014/main" id="{C87046AA-2123-9E2E-BCF8-5958D324F1E4}"/>
                  </a:ext>
                </a:extLst>
              </p:cNvPr>
              <p:cNvSpPr/>
              <p:nvPr/>
            </p:nvSpPr>
            <p:spPr>
              <a:xfrm>
                <a:off x="6095259" y="3771162"/>
                <a:ext cx="5971" cy="41641"/>
              </a:xfrm>
              <a:custGeom>
                <a:avLst/>
                <a:gdLst/>
                <a:ahLst/>
                <a:cxnLst/>
                <a:rect l="l" t="t" r="r" b="b"/>
                <a:pathLst>
                  <a:path w="268" h="1869" extrusionOk="0">
                    <a:moveTo>
                      <a:pt x="134" y="1"/>
                    </a:moveTo>
                    <a:cubicBezTo>
                      <a:pt x="68" y="1"/>
                      <a:pt x="1" y="67"/>
                      <a:pt x="1" y="134"/>
                    </a:cubicBezTo>
                    <a:lnTo>
                      <a:pt x="1" y="1769"/>
                    </a:lnTo>
                    <a:cubicBezTo>
                      <a:pt x="1" y="1835"/>
                      <a:pt x="68" y="1869"/>
                      <a:pt x="134" y="1869"/>
                    </a:cubicBezTo>
                    <a:cubicBezTo>
                      <a:pt x="201" y="1869"/>
                      <a:pt x="268" y="1835"/>
                      <a:pt x="268" y="1769"/>
                    </a:cubicBezTo>
                    <a:lnTo>
                      <a:pt x="268" y="134"/>
                    </a:lnTo>
                    <a:cubicBezTo>
                      <a:pt x="268"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9" name="Google Shape;3489;p113">
                <a:extLst>
                  <a:ext uri="{FF2B5EF4-FFF2-40B4-BE49-F238E27FC236}">
                    <a16:creationId xmlns:a16="http://schemas.microsoft.com/office/drawing/2014/main" id="{DA2D2523-1BE7-FEDD-43B7-1D19CE7D07B3}"/>
                  </a:ext>
                </a:extLst>
              </p:cNvPr>
              <p:cNvSpPr/>
              <p:nvPr/>
            </p:nvSpPr>
            <p:spPr>
              <a:xfrm>
                <a:off x="6158445" y="3771162"/>
                <a:ext cx="5214" cy="41641"/>
              </a:xfrm>
              <a:custGeom>
                <a:avLst/>
                <a:gdLst/>
                <a:ahLst/>
                <a:cxnLst/>
                <a:rect l="l" t="t" r="r" b="b"/>
                <a:pathLst>
                  <a:path w="234" h="1869" extrusionOk="0">
                    <a:moveTo>
                      <a:pt x="100" y="1"/>
                    </a:moveTo>
                    <a:cubicBezTo>
                      <a:pt x="34" y="1"/>
                      <a:pt x="0" y="67"/>
                      <a:pt x="0" y="134"/>
                    </a:cubicBezTo>
                    <a:lnTo>
                      <a:pt x="0" y="1769"/>
                    </a:lnTo>
                    <a:cubicBezTo>
                      <a:pt x="0" y="1835"/>
                      <a:pt x="34" y="1869"/>
                      <a:pt x="100" y="1869"/>
                    </a:cubicBezTo>
                    <a:cubicBezTo>
                      <a:pt x="167" y="1869"/>
                      <a:pt x="234" y="1835"/>
                      <a:pt x="234" y="1769"/>
                    </a:cubicBezTo>
                    <a:lnTo>
                      <a:pt x="234" y="134"/>
                    </a:lnTo>
                    <a:cubicBezTo>
                      <a:pt x="234" y="67"/>
                      <a:pt x="167" y="1"/>
                      <a:pt x="1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0" name="Google Shape;3490;p113">
                <a:extLst>
                  <a:ext uri="{FF2B5EF4-FFF2-40B4-BE49-F238E27FC236}">
                    <a16:creationId xmlns:a16="http://schemas.microsoft.com/office/drawing/2014/main" id="{BFAFEB1C-878F-BD8E-E77E-D873CF40A2B8}"/>
                  </a:ext>
                </a:extLst>
              </p:cNvPr>
              <p:cNvSpPr/>
              <p:nvPr/>
            </p:nvSpPr>
            <p:spPr>
              <a:xfrm>
                <a:off x="6221609" y="3771340"/>
                <a:ext cx="5236" cy="41463"/>
              </a:xfrm>
              <a:custGeom>
                <a:avLst/>
                <a:gdLst/>
                <a:ahLst/>
                <a:cxnLst/>
                <a:rect l="l" t="t" r="r" b="b"/>
                <a:pathLst>
                  <a:path w="235" h="1861" extrusionOk="0">
                    <a:moveTo>
                      <a:pt x="117" y="1"/>
                    </a:moveTo>
                    <a:cubicBezTo>
                      <a:pt x="59" y="1"/>
                      <a:pt x="1" y="43"/>
                      <a:pt x="1" y="126"/>
                    </a:cubicBezTo>
                    <a:lnTo>
                      <a:pt x="1" y="1761"/>
                    </a:lnTo>
                    <a:cubicBezTo>
                      <a:pt x="1" y="1827"/>
                      <a:pt x="34" y="1861"/>
                      <a:pt x="134" y="1861"/>
                    </a:cubicBezTo>
                    <a:cubicBezTo>
                      <a:pt x="201" y="1861"/>
                      <a:pt x="234" y="1827"/>
                      <a:pt x="234" y="1761"/>
                    </a:cubicBezTo>
                    <a:lnTo>
                      <a:pt x="234" y="126"/>
                    </a:lnTo>
                    <a:cubicBezTo>
                      <a:pt x="234" y="43"/>
                      <a:pt x="176" y="1"/>
                      <a:pt x="1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3491" name="Google Shape;3491;p113">
              <a:extLst>
                <a:ext uri="{FF2B5EF4-FFF2-40B4-BE49-F238E27FC236}">
                  <a16:creationId xmlns:a16="http://schemas.microsoft.com/office/drawing/2014/main" id="{B1CDFAF2-6365-A75C-0747-49CAC5388C08}"/>
                </a:ext>
              </a:extLst>
            </p:cNvPr>
            <p:cNvSpPr/>
            <p:nvPr/>
          </p:nvSpPr>
          <p:spPr>
            <a:xfrm>
              <a:off x="6284037" y="3771162"/>
              <a:ext cx="5236" cy="41641"/>
            </a:xfrm>
            <a:custGeom>
              <a:avLst/>
              <a:gdLst/>
              <a:ahLst/>
              <a:cxnLst/>
              <a:rect l="l" t="t" r="r" b="b"/>
              <a:pathLst>
                <a:path w="235" h="1869" extrusionOk="0">
                  <a:moveTo>
                    <a:pt x="101" y="1"/>
                  </a:moveTo>
                  <a:cubicBezTo>
                    <a:pt x="34" y="1"/>
                    <a:pt x="1" y="67"/>
                    <a:pt x="1" y="134"/>
                  </a:cubicBezTo>
                  <a:lnTo>
                    <a:pt x="1" y="1769"/>
                  </a:lnTo>
                  <a:cubicBezTo>
                    <a:pt x="1" y="1835"/>
                    <a:pt x="34" y="1869"/>
                    <a:pt x="101" y="1869"/>
                  </a:cubicBezTo>
                  <a:cubicBezTo>
                    <a:pt x="167" y="1869"/>
                    <a:pt x="234" y="1835"/>
                    <a:pt x="234" y="1769"/>
                  </a:cubicBezTo>
                  <a:lnTo>
                    <a:pt x="234" y="134"/>
                  </a:lnTo>
                  <a:cubicBezTo>
                    <a:pt x="234" y="67"/>
                    <a:pt x="167" y="1"/>
                    <a:pt x="101"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2" name="Google Shape;3492;p113">
              <a:extLst>
                <a:ext uri="{FF2B5EF4-FFF2-40B4-BE49-F238E27FC236}">
                  <a16:creationId xmlns:a16="http://schemas.microsoft.com/office/drawing/2014/main" id="{8A83D972-FE8D-B12C-E877-3A9D668ACA42}"/>
                </a:ext>
              </a:extLst>
            </p:cNvPr>
            <p:cNvSpPr/>
            <p:nvPr/>
          </p:nvSpPr>
          <p:spPr>
            <a:xfrm>
              <a:off x="6502225" y="2223370"/>
              <a:ext cx="590442" cy="485147"/>
            </a:xfrm>
            <a:custGeom>
              <a:avLst/>
              <a:gdLst/>
              <a:ahLst/>
              <a:cxnLst/>
              <a:rect l="l" t="t" r="r" b="b"/>
              <a:pathLst>
                <a:path w="26501" h="21775" extrusionOk="0">
                  <a:moveTo>
                    <a:pt x="23191" y="1"/>
                  </a:moveTo>
                  <a:cubicBezTo>
                    <a:pt x="21993" y="1"/>
                    <a:pt x="20869" y="724"/>
                    <a:pt x="20429" y="1889"/>
                  </a:cubicBezTo>
                  <a:lnTo>
                    <a:pt x="20429" y="1956"/>
                  </a:lnTo>
                  <a:cubicBezTo>
                    <a:pt x="20262" y="2456"/>
                    <a:pt x="19996" y="3056"/>
                    <a:pt x="19762" y="3590"/>
                  </a:cubicBezTo>
                  <a:lnTo>
                    <a:pt x="19062" y="5258"/>
                  </a:lnTo>
                  <a:cubicBezTo>
                    <a:pt x="18561" y="6359"/>
                    <a:pt x="18061" y="7460"/>
                    <a:pt x="17527" y="8527"/>
                  </a:cubicBezTo>
                  <a:cubicBezTo>
                    <a:pt x="17027" y="9628"/>
                    <a:pt x="16460" y="10662"/>
                    <a:pt x="15859" y="11663"/>
                  </a:cubicBezTo>
                  <a:cubicBezTo>
                    <a:pt x="15326" y="12597"/>
                    <a:pt x="14692" y="13531"/>
                    <a:pt x="13991" y="14398"/>
                  </a:cubicBezTo>
                  <a:cubicBezTo>
                    <a:pt x="13691" y="14798"/>
                    <a:pt x="13357" y="15132"/>
                    <a:pt x="12991" y="15465"/>
                  </a:cubicBezTo>
                  <a:cubicBezTo>
                    <a:pt x="12657" y="15765"/>
                    <a:pt x="12323" y="16032"/>
                    <a:pt x="11956" y="16232"/>
                  </a:cubicBezTo>
                  <a:cubicBezTo>
                    <a:pt x="11089" y="16733"/>
                    <a:pt x="10122" y="17066"/>
                    <a:pt x="9154" y="17233"/>
                  </a:cubicBezTo>
                  <a:cubicBezTo>
                    <a:pt x="8621" y="17333"/>
                    <a:pt x="8087" y="17400"/>
                    <a:pt x="7520" y="17467"/>
                  </a:cubicBezTo>
                  <a:cubicBezTo>
                    <a:pt x="6986" y="17500"/>
                    <a:pt x="6386" y="17533"/>
                    <a:pt x="5819" y="17533"/>
                  </a:cubicBezTo>
                  <a:cubicBezTo>
                    <a:pt x="5252" y="17533"/>
                    <a:pt x="4651" y="17500"/>
                    <a:pt x="4051" y="17467"/>
                  </a:cubicBezTo>
                  <a:cubicBezTo>
                    <a:pt x="3784" y="17433"/>
                    <a:pt x="3484" y="17433"/>
                    <a:pt x="3184" y="17400"/>
                  </a:cubicBezTo>
                  <a:lnTo>
                    <a:pt x="2350" y="17300"/>
                  </a:lnTo>
                  <a:lnTo>
                    <a:pt x="2216" y="17300"/>
                  </a:lnTo>
                  <a:cubicBezTo>
                    <a:pt x="2159" y="17294"/>
                    <a:pt x="2102" y="17291"/>
                    <a:pt x="2047" y="17291"/>
                  </a:cubicBezTo>
                  <a:cubicBezTo>
                    <a:pt x="540" y="17291"/>
                    <a:pt x="1" y="19425"/>
                    <a:pt x="1449" y="20069"/>
                  </a:cubicBezTo>
                  <a:cubicBezTo>
                    <a:pt x="2083" y="20369"/>
                    <a:pt x="2750" y="20602"/>
                    <a:pt x="3417" y="20836"/>
                  </a:cubicBezTo>
                  <a:cubicBezTo>
                    <a:pt x="4051" y="21036"/>
                    <a:pt x="4718" y="21203"/>
                    <a:pt x="5385" y="21369"/>
                  </a:cubicBezTo>
                  <a:cubicBezTo>
                    <a:pt x="6646" y="21640"/>
                    <a:pt x="7907" y="21775"/>
                    <a:pt x="9192" y="21775"/>
                  </a:cubicBezTo>
                  <a:cubicBezTo>
                    <a:pt x="9335" y="21775"/>
                    <a:pt x="9478" y="21773"/>
                    <a:pt x="9621" y="21770"/>
                  </a:cubicBezTo>
                  <a:cubicBezTo>
                    <a:pt x="11156" y="21736"/>
                    <a:pt x="12690" y="21436"/>
                    <a:pt x="14125" y="20869"/>
                  </a:cubicBezTo>
                  <a:cubicBezTo>
                    <a:pt x="14892" y="20536"/>
                    <a:pt x="15626" y="20102"/>
                    <a:pt x="16293" y="19602"/>
                  </a:cubicBezTo>
                  <a:cubicBezTo>
                    <a:pt x="16893" y="19135"/>
                    <a:pt x="17494" y="18601"/>
                    <a:pt x="18027" y="18067"/>
                  </a:cubicBezTo>
                  <a:cubicBezTo>
                    <a:pt x="19862" y="15999"/>
                    <a:pt x="21463" y="13697"/>
                    <a:pt x="22697" y="11229"/>
                  </a:cubicBezTo>
                  <a:cubicBezTo>
                    <a:pt x="23331" y="10061"/>
                    <a:pt x="23932" y="8861"/>
                    <a:pt x="24465" y="7660"/>
                  </a:cubicBezTo>
                  <a:cubicBezTo>
                    <a:pt x="24732" y="7059"/>
                    <a:pt x="24966" y="6492"/>
                    <a:pt x="25233" y="5858"/>
                  </a:cubicBezTo>
                  <a:cubicBezTo>
                    <a:pt x="25466" y="5225"/>
                    <a:pt x="25700" y="4624"/>
                    <a:pt x="25933" y="3957"/>
                  </a:cubicBezTo>
                  <a:cubicBezTo>
                    <a:pt x="26500" y="2456"/>
                    <a:pt x="25733" y="755"/>
                    <a:pt x="24232" y="188"/>
                  </a:cubicBezTo>
                  <a:cubicBezTo>
                    <a:pt x="23889" y="61"/>
                    <a:pt x="23537" y="1"/>
                    <a:pt x="231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3" name="Google Shape;3493;p113">
              <a:extLst>
                <a:ext uri="{FF2B5EF4-FFF2-40B4-BE49-F238E27FC236}">
                  <a16:creationId xmlns:a16="http://schemas.microsoft.com/office/drawing/2014/main" id="{E978C1E0-D1F1-4783-F396-E8E36B6537FC}"/>
                </a:ext>
              </a:extLst>
            </p:cNvPr>
            <p:cNvSpPr/>
            <p:nvPr/>
          </p:nvSpPr>
          <p:spPr>
            <a:xfrm>
              <a:off x="7178847" y="2234132"/>
              <a:ext cx="314393" cy="557045"/>
            </a:xfrm>
            <a:custGeom>
              <a:avLst/>
              <a:gdLst/>
              <a:ahLst/>
              <a:cxnLst/>
              <a:rect l="l" t="t" r="r" b="b"/>
              <a:pathLst>
                <a:path w="14111" h="25002" extrusionOk="0">
                  <a:moveTo>
                    <a:pt x="7832" y="0"/>
                  </a:moveTo>
                  <a:cubicBezTo>
                    <a:pt x="7479" y="0"/>
                    <a:pt x="7120" y="66"/>
                    <a:pt x="6772" y="205"/>
                  </a:cubicBezTo>
                  <a:cubicBezTo>
                    <a:pt x="5271" y="772"/>
                    <a:pt x="4504" y="2473"/>
                    <a:pt x="5071" y="3974"/>
                  </a:cubicBezTo>
                  <a:cubicBezTo>
                    <a:pt x="5438" y="4942"/>
                    <a:pt x="5838" y="5976"/>
                    <a:pt x="6172" y="6977"/>
                  </a:cubicBezTo>
                  <a:cubicBezTo>
                    <a:pt x="6505" y="8011"/>
                    <a:pt x="6839" y="9045"/>
                    <a:pt x="7139" y="10079"/>
                  </a:cubicBezTo>
                  <a:cubicBezTo>
                    <a:pt x="7739" y="12080"/>
                    <a:pt x="8240" y="14148"/>
                    <a:pt x="8607" y="16250"/>
                  </a:cubicBezTo>
                  <a:cubicBezTo>
                    <a:pt x="8673" y="16750"/>
                    <a:pt x="8740" y="17251"/>
                    <a:pt x="8807" y="17751"/>
                  </a:cubicBezTo>
                  <a:cubicBezTo>
                    <a:pt x="8840" y="17984"/>
                    <a:pt x="8840" y="18218"/>
                    <a:pt x="8874" y="18451"/>
                  </a:cubicBezTo>
                  <a:cubicBezTo>
                    <a:pt x="8874" y="18485"/>
                    <a:pt x="8874" y="18518"/>
                    <a:pt x="8874" y="18585"/>
                  </a:cubicBezTo>
                  <a:cubicBezTo>
                    <a:pt x="8673" y="18685"/>
                    <a:pt x="8440" y="18785"/>
                    <a:pt x="8206" y="18885"/>
                  </a:cubicBezTo>
                  <a:cubicBezTo>
                    <a:pt x="6338" y="19552"/>
                    <a:pt x="4370" y="19986"/>
                    <a:pt x="2402" y="20153"/>
                  </a:cubicBezTo>
                  <a:lnTo>
                    <a:pt x="2336" y="20153"/>
                  </a:lnTo>
                  <a:cubicBezTo>
                    <a:pt x="1001" y="20253"/>
                    <a:pt x="1" y="21420"/>
                    <a:pt x="134" y="22788"/>
                  </a:cubicBezTo>
                  <a:cubicBezTo>
                    <a:pt x="228" y="24042"/>
                    <a:pt x="1295" y="25001"/>
                    <a:pt x="2530" y="25001"/>
                  </a:cubicBezTo>
                  <a:cubicBezTo>
                    <a:pt x="2609" y="25001"/>
                    <a:pt x="2689" y="24997"/>
                    <a:pt x="2769" y="24989"/>
                  </a:cubicBezTo>
                  <a:cubicBezTo>
                    <a:pt x="3403" y="24956"/>
                    <a:pt x="3970" y="24889"/>
                    <a:pt x="4571" y="24789"/>
                  </a:cubicBezTo>
                  <a:cubicBezTo>
                    <a:pt x="5171" y="24723"/>
                    <a:pt x="5738" y="24622"/>
                    <a:pt x="6338" y="24522"/>
                  </a:cubicBezTo>
                  <a:cubicBezTo>
                    <a:pt x="7573" y="24322"/>
                    <a:pt x="8807" y="24022"/>
                    <a:pt x="9974" y="23622"/>
                  </a:cubicBezTo>
                  <a:cubicBezTo>
                    <a:pt x="10708" y="23355"/>
                    <a:pt x="11409" y="23021"/>
                    <a:pt x="12043" y="22588"/>
                  </a:cubicBezTo>
                  <a:cubicBezTo>
                    <a:pt x="12510" y="22287"/>
                    <a:pt x="12910" y="21921"/>
                    <a:pt x="13243" y="21487"/>
                  </a:cubicBezTo>
                  <a:cubicBezTo>
                    <a:pt x="13444" y="21187"/>
                    <a:pt x="13644" y="20886"/>
                    <a:pt x="13777" y="20553"/>
                  </a:cubicBezTo>
                  <a:cubicBezTo>
                    <a:pt x="13944" y="20153"/>
                    <a:pt x="14044" y="19752"/>
                    <a:pt x="14077" y="19319"/>
                  </a:cubicBezTo>
                  <a:lnTo>
                    <a:pt x="14077" y="19185"/>
                  </a:lnTo>
                  <a:lnTo>
                    <a:pt x="14077" y="18952"/>
                  </a:lnTo>
                  <a:lnTo>
                    <a:pt x="14111" y="18952"/>
                  </a:lnTo>
                  <a:lnTo>
                    <a:pt x="14111" y="18718"/>
                  </a:lnTo>
                  <a:lnTo>
                    <a:pt x="14111" y="18218"/>
                  </a:lnTo>
                  <a:cubicBezTo>
                    <a:pt x="14111" y="17918"/>
                    <a:pt x="14077" y="17617"/>
                    <a:pt x="14044" y="17284"/>
                  </a:cubicBezTo>
                  <a:cubicBezTo>
                    <a:pt x="14011" y="16683"/>
                    <a:pt x="13944" y="16083"/>
                    <a:pt x="13877" y="15483"/>
                  </a:cubicBezTo>
                  <a:cubicBezTo>
                    <a:pt x="13544" y="13181"/>
                    <a:pt x="13077" y="10879"/>
                    <a:pt x="12510" y="8644"/>
                  </a:cubicBezTo>
                  <a:cubicBezTo>
                    <a:pt x="12209" y="7510"/>
                    <a:pt x="11909" y="6409"/>
                    <a:pt x="11609" y="5309"/>
                  </a:cubicBezTo>
                  <a:cubicBezTo>
                    <a:pt x="11275" y="4208"/>
                    <a:pt x="10975" y="3140"/>
                    <a:pt x="10575" y="2006"/>
                  </a:cubicBezTo>
                  <a:cubicBezTo>
                    <a:pt x="10575" y="1973"/>
                    <a:pt x="10541" y="1906"/>
                    <a:pt x="10541" y="1873"/>
                  </a:cubicBezTo>
                  <a:cubicBezTo>
                    <a:pt x="10106" y="720"/>
                    <a:pt x="9001" y="0"/>
                    <a:pt x="78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4" name="Google Shape;3494;p113">
              <a:extLst>
                <a:ext uri="{FF2B5EF4-FFF2-40B4-BE49-F238E27FC236}">
                  <a16:creationId xmlns:a16="http://schemas.microsoft.com/office/drawing/2014/main" id="{D1A8C1FF-41D2-7420-5336-F8BCD87C4850}"/>
                </a:ext>
              </a:extLst>
            </p:cNvPr>
            <p:cNvSpPr/>
            <p:nvPr/>
          </p:nvSpPr>
          <p:spPr>
            <a:xfrm>
              <a:off x="6489169" y="2613270"/>
              <a:ext cx="90680" cy="79540"/>
            </a:xfrm>
            <a:custGeom>
              <a:avLst/>
              <a:gdLst/>
              <a:ahLst/>
              <a:cxnLst/>
              <a:rect l="l" t="t" r="r" b="b"/>
              <a:pathLst>
                <a:path w="4070" h="3570" extrusionOk="0">
                  <a:moveTo>
                    <a:pt x="0" y="0"/>
                  </a:moveTo>
                  <a:lnTo>
                    <a:pt x="867" y="3569"/>
                  </a:lnTo>
                  <a:lnTo>
                    <a:pt x="1168" y="3569"/>
                  </a:lnTo>
                  <a:cubicBezTo>
                    <a:pt x="2902" y="3536"/>
                    <a:pt x="4070" y="1768"/>
                    <a:pt x="3403" y="167"/>
                  </a:cubicBezTo>
                  <a:lnTo>
                    <a:pt x="0"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5" name="Google Shape;3495;p113">
              <a:extLst>
                <a:ext uri="{FF2B5EF4-FFF2-40B4-BE49-F238E27FC236}">
                  <a16:creationId xmlns:a16="http://schemas.microsoft.com/office/drawing/2014/main" id="{6C1AD1EF-E459-1117-F6D3-7D7BBBE06FD1}"/>
                </a:ext>
              </a:extLst>
            </p:cNvPr>
            <p:cNvSpPr/>
            <p:nvPr/>
          </p:nvSpPr>
          <p:spPr>
            <a:xfrm>
              <a:off x="6421527" y="2613270"/>
              <a:ext cx="87716" cy="92172"/>
            </a:xfrm>
            <a:custGeom>
              <a:avLst/>
              <a:gdLst/>
              <a:ahLst/>
              <a:cxnLst/>
              <a:rect l="l" t="t" r="r" b="b"/>
              <a:pathLst>
                <a:path w="3937" h="4137" extrusionOk="0">
                  <a:moveTo>
                    <a:pt x="3036" y="0"/>
                  </a:moveTo>
                  <a:lnTo>
                    <a:pt x="1" y="1868"/>
                  </a:lnTo>
                  <a:lnTo>
                    <a:pt x="2202" y="4136"/>
                  </a:lnTo>
                  <a:lnTo>
                    <a:pt x="3937" y="3569"/>
                  </a:lnTo>
                  <a:lnTo>
                    <a:pt x="3036"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6" name="Google Shape;3496;p113">
              <a:extLst>
                <a:ext uri="{FF2B5EF4-FFF2-40B4-BE49-F238E27FC236}">
                  <a16:creationId xmlns:a16="http://schemas.microsoft.com/office/drawing/2014/main" id="{975BE3F1-9F0C-1DD4-4B93-A3BF53AA85BD}"/>
                </a:ext>
              </a:extLst>
            </p:cNvPr>
            <p:cNvSpPr/>
            <p:nvPr/>
          </p:nvSpPr>
          <p:spPr>
            <a:xfrm>
              <a:off x="5860428" y="2307054"/>
              <a:ext cx="698612" cy="403580"/>
            </a:xfrm>
            <a:custGeom>
              <a:avLst/>
              <a:gdLst/>
              <a:ahLst/>
              <a:cxnLst/>
              <a:rect l="l" t="t" r="r" b="b"/>
              <a:pathLst>
                <a:path w="31356" h="18114" extrusionOk="0">
                  <a:moveTo>
                    <a:pt x="167" y="1"/>
                  </a:moveTo>
                  <a:lnTo>
                    <a:pt x="0" y="268"/>
                  </a:lnTo>
                  <a:lnTo>
                    <a:pt x="31156" y="18114"/>
                  </a:lnTo>
                  <a:lnTo>
                    <a:pt x="31356" y="17780"/>
                  </a:lnTo>
                  <a:lnTo>
                    <a:pt x="16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7" name="Google Shape;3497;p113">
              <a:extLst>
                <a:ext uri="{FF2B5EF4-FFF2-40B4-BE49-F238E27FC236}">
                  <a16:creationId xmlns:a16="http://schemas.microsoft.com/office/drawing/2014/main" id="{D1B327DD-6987-009C-9567-B2C746970961}"/>
                </a:ext>
              </a:extLst>
            </p:cNvPr>
            <p:cNvSpPr/>
            <p:nvPr/>
          </p:nvSpPr>
          <p:spPr>
            <a:xfrm>
              <a:off x="6928397" y="2212676"/>
              <a:ext cx="468972" cy="662964"/>
            </a:xfrm>
            <a:custGeom>
              <a:avLst/>
              <a:gdLst/>
              <a:ahLst/>
              <a:cxnLst/>
              <a:rect l="l" t="t" r="r" b="b"/>
              <a:pathLst>
                <a:path w="21049" h="29756" extrusionOk="0">
                  <a:moveTo>
                    <a:pt x="7372" y="0"/>
                  </a:moveTo>
                  <a:cubicBezTo>
                    <a:pt x="6738" y="0"/>
                    <a:pt x="6138" y="34"/>
                    <a:pt x="5604" y="101"/>
                  </a:cubicBezTo>
                  <a:cubicBezTo>
                    <a:pt x="4137" y="234"/>
                    <a:pt x="2902" y="1301"/>
                    <a:pt x="2569" y="2736"/>
                  </a:cubicBezTo>
                  <a:cubicBezTo>
                    <a:pt x="1601" y="6605"/>
                    <a:pt x="0" y="15311"/>
                    <a:pt x="367" y="28821"/>
                  </a:cubicBezTo>
                  <a:lnTo>
                    <a:pt x="17813" y="29755"/>
                  </a:lnTo>
                  <a:cubicBezTo>
                    <a:pt x="17946" y="21516"/>
                    <a:pt x="18914" y="13277"/>
                    <a:pt x="20648" y="5238"/>
                  </a:cubicBezTo>
                  <a:cubicBezTo>
                    <a:pt x="21049" y="3370"/>
                    <a:pt x="19881" y="1502"/>
                    <a:pt x="18013" y="1101"/>
                  </a:cubicBezTo>
                  <a:cubicBezTo>
                    <a:pt x="17713" y="1035"/>
                    <a:pt x="17379" y="968"/>
                    <a:pt x="17079" y="901"/>
                  </a:cubicBezTo>
                  <a:cubicBezTo>
                    <a:pt x="16612" y="834"/>
                    <a:pt x="16145" y="734"/>
                    <a:pt x="15678" y="668"/>
                  </a:cubicBezTo>
                  <a:cubicBezTo>
                    <a:pt x="13210" y="301"/>
                    <a:pt x="10741" y="67"/>
                    <a:pt x="82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8" name="Google Shape;3498;p113">
              <a:extLst>
                <a:ext uri="{FF2B5EF4-FFF2-40B4-BE49-F238E27FC236}">
                  <a16:creationId xmlns:a16="http://schemas.microsoft.com/office/drawing/2014/main" id="{9B0B94F5-C7E5-77D6-DD74-CA29984E3AB0}"/>
                </a:ext>
              </a:extLst>
            </p:cNvPr>
            <p:cNvSpPr/>
            <p:nvPr/>
          </p:nvSpPr>
          <p:spPr>
            <a:xfrm>
              <a:off x="7100822" y="2040986"/>
              <a:ext cx="177638" cy="227969"/>
            </a:xfrm>
            <a:custGeom>
              <a:avLst/>
              <a:gdLst/>
              <a:ahLst/>
              <a:cxnLst/>
              <a:rect l="l" t="t" r="r" b="b"/>
              <a:pathLst>
                <a:path w="7973" h="10232" extrusionOk="0">
                  <a:moveTo>
                    <a:pt x="7972" y="1"/>
                  </a:moveTo>
                  <a:lnTo>
                    <a:pt x="3069" y="3437"/>
                  </a:lnTo>
                  <a:cubicBezTo>
                    <a:pt x="3369" y="5305"/>
                    <a:pt x="3269" y="7306"/>
                    <a:pt x="534" y="7673"/>
                  </a:cubicBezTo>
                  <a:cubicBezTo>
                    <a:pt x="0" y="8440"/>
                    <a:pt x="934" y="9941"/>
                    <a:pt x="2969" y="10175"/>
                  </a:cubicBezTo>
                  <a:cubicBezTo>
                    <a:pt x="3311" y="10213"/>
                    <a:pt x="3626" y="10232"/>
                    <a:pt x="3916" y="10232"/>
                  </a:cubicBezTo>
                  <a:cubicBezTo>
                    <a:pt x="5892" y="10232"/>
                    <a:pt x="6776" y="9391"/>
                    <a:pt x="7939" y="8374"/>
                  </a:cubicBezTo>
                  <a:cubicBezTo>
                    <a:pt x="6405" y="6639"/>
                    <a:pt x="7305" y="2336"/>
                    <a:pt x="7972"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9" name="Google Shape;3499;p113">
              <a:extLst>
                <a:ext uri="{FF2B5EF4-FFF2-40B4-BE49-F238E27FC236}">
                  <a16:creationId xmlns:a16="http://schemas.microsoft.com/office/drawing/2014/main" id="{CFF73A43-1A95-AB0E-A76B-96B6E7EC0B9C}"/>
                </a:ext>
              </a:extLst>
            </p:cNvPr>
            <p:cNvSpPr/>
            <p:nvPr/>
          </p:nvSpPr>
          <p:spPr>
            <a:xfrm>
              <a:off x="7144669" y="2252802"/>
              <a:ext cx="57995" cy="42399"/>
            </a:xfrm>
            <a:custGeom>
              <a:avLst/>
              <a:gdLst/>
              <a:ahLst/>
              <a:cxnLst/>
              <a:rect l="l" t="t" r="r" b="b"/>
              <a:pathLst>
                <a:path w="2603" h="1903" extrusionOk="0">
                  <a:moveTo>
                    <a:pt x="1435" y="1"/>
                  </a:moveTo>
                  <a:lnTo>
                    <a:pt x="0" y="635"/>
                  </a:lnTo>
                  <a:lnTo>
                    <a:pt x="467" y="1569"/>
                  </a:lnTo>
                  <a:cubicBezTo>
                    <a:pt x="501" y="1702"/>
                    <a:pt x="634" y="1769"/>
                    <a:pt x="767" y="1802"/>
                  </a:cubicBezTo>
                  <a:lnTo>
                    <a:pt x="1535" y="1902"/>
                  </a:lnTo>
                  <a:cubicBezTo>
                    <a:pt x="1668" y="1902"/>
                    <a:pt x="1768" y="1869"/>
                    <a:pt x="1868" y="1802"/>
                  </a:cubicBezTo>
                  <a:lnTo>
                    <a:pt x="2602" y="1102"/>
                  </a:lnTo>
                  <a:lnTo>
                    <a:pt x="143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0" name="Google Shape;3500;p113">
              <a:extLst>
                <a:ext uri="{FF2B5EF4-FFF2-40B4-BE49-F238E27FC236}">
                  <a16:creationId xmlns:a16="http://schemas.microsoft.com/office/drawing/2014/main" id="{B7837D6B-8B35-21EB-C948-75610FF32A80}"/>
                </a:ext>
              </a:extLst>
            </p:cNvPr>
            <p:cNvSpPr/>
            <p:nvPr/>
          </p:nvSpPr>
          <p:spPr>
            <a:xfrm>
              <a:off x="7176619" y="2211941"/>
              <a:ext cx="119688" cy="94400"/>
            </a:xfrm>
            <a:custGeom>
              <a:avLst/>
              <a:gdLst/>
              <a:ahLst/>
              <a:cxnLst/>
              <a:rect l="l" t="t" r="r" b="b"/>
              <a:pathLst>
                <a:path w="5372" h="4237" extrusionOk="0">
                  <a:moveTo>
                    <a:pt x="4304" y="0"/>
                  </a:moveTo>
                  <a:cubicBezTo>
                    <a:pt x="3036" y="934"/>
                    <a:pt x="1568" y="1568"/>
                    <a:pt x="1" y="1835"/>
                  </a:cubicBezTo>
                  <a:cubicBezTo>
                    <a:pt x="1" y="1835"/>
                    <a:pt x="1368" y="2869"/>
                    <a:pt x="1402" y="4237"/>
                  </a:cubicBezTo>
                  <a:cubicBezTo>
                    <a:pt x="2903" y="3536"/>
                    <a:pt x="4237" y="2535"/>
                    <a:pt x="5371" y="1334"/>
                  </a:cubicBezTo>
                  <a:lnTo>
                    <a:pt x="43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1" name="Google Shape;3501;p113">
              <a:extLst>
                <a:ext uri="{FF2B5EF4-FFF2-40B4-BE49-F238E27FC236}">
                  <a16:creationId xmlns:a16="http://schemas.microsoft.com/office/drawing/2014/main" id="{408795A2-716E-B21D-148F-E36C63AC2ACF}"/>
                </a:ext>
              </a:extLst>
            </p:cNvPr>
            <p:cNvSpPr/>
            <p:nvPr/>
          </p:nvSpPr>
          <p:spPr>
            <a:xfrm>
              <a:off x="7093380" y="2203764"/>
              <a:ext cx="83260" cy="97364"/>
            </a:xfrm>
            <a:custGeom>
              <a:avLst/>
              <a:gdLst/>
              <a:ahLst/>
              <a:cxnLst/>
              <a:rect l="l" t="t" r="r" b="b"/>
              <a:pathLst>
                <a:path w="3737" h="4370" extrusionOk="0">
                  <a:moveTo>
                    <a:pt x="1668" y="0"/>
                  </a:moveTo>
                  <a:lnTo>
                    <a:pt x="1" y="467"/>
                  </a:lnTo>
                  <a:cubicBezTo>
                    <a:pt x="101" y="1668"/>
                    <a:pt x="367" y="3803"/>
                    <a:pt x="1802" y="4370"/>
                  </a:cubicBezTo>
                  <a:cubicBezTo>
                    <a:pt x="1835" y="3002"/>
                    <a:pt x="3737" y="2202"/>
                    <a:pt x="3737" y="2202"/>
                  </a:cubicBezTo>
                  <a:cubicBezTo>
                    <a:pt x="2269" y="1835"/>
                    <a:pt x="1602" y="1001"/>
                    <a:pt x="1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2" name="Google Shape;3502;p113">
              <a:extLst>
                <a:ext uri="{FF2B5EF4-FFF2-40B4-BE49-F238E27FC236}">
                  <a16:creationId xmlns:a16="http://schemas.microsoft.com/office/drawing/2014/main" id="{2EC1A526-C1CD-0110-CCD6-7F1B54C025C2}"/>
                </a:ext>
              </a:extLst>
            </p:cNvPr>
            <p:cNvSpPr/>
            <p:nvPr/>
          </p:nvSpPr>
          <p:spPr>
            <a:xfrm>
              <a:off x="7169177" y="2072201"/>
              <a:ext cx="66172" cy="75106"/>
            </a:xfrm>
            <a:custGeom>
              <a:avLst/>
              <a:gdLst/>
              <a:ahLst/>
              <a:cxnLst/>
              <a:rect l="l" t="t" r="r" b="b"/>
              <a:pathLst>
                <a:path w="2970" h="3371" extrusionOk="0">
                  <a:moveTo>
                    <a:pt x="2903" y="1"/>
                  </a:moveTo>
                  <a:lnTo>
                    <a:pt x="1" y="2036"/>
                  </a:lnTo>
                  <a:cubicBezTo>
                    <a:pt x="101" y="2469"/>
                    <a:pt x="134" y="2936"/>
                    <a:pt x="134" y="3370"/>
                  </a:cubicBezTo>
                  <a:cubicBezTo>
                    <a:pt x="1135" y="3303"/>
                    <a:pt x="2636" y="2336"/>
                    <a:pt x="2836" y="1302"/>
                  </a:cubicBezTo>
                  <a:cubicBezTo>
                    <a:pt x="2936" y="868"/>
                    <a:pt x="2970" y="435"/>
                    <a:pt x="29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3" name="Google Shape;3503;p113">
              <a:extLst>
                <a:ext uri="{FF2B5EF4-FFF2-40B4-BE49-F238E27FC236}">
                  <a16:creationId xmlns:a16="http://schemas.microsoft.com/office/drawing/2014/main" id="{5F2F2BE4-0B38-7307-7253-02F4D3C5FB5E}"/>
                </a:ext>
              </a:extLst>
            </p:cNvPr>
            <p:cNvSpPr/>
            <p:nvPr/>
          </p:nvSpPr>
          <p:spPr>
            <a:xfrm>
              <a:off x="7080748" y="1879724"/>
              <a:ext cx="55767" cy="120423"/>
            </a:xfrm>
            <a:custGeom>
              <a:avLst/>
              <a:gdLst/>
              <a:ahLst/>
              <a:cxnLst/>
              <a:rect l="l" t="t" r="r" b="b"/>
              <a:pathLst>
                <a:path w="2503" h="5405" extrusionOk="0">
                  <a:moveTo>
                    <a:pt x="1268" y="0"/>
                  </a:moveTo>
                  <a:cubicBezTo>
                    <a:pt x="568" y="0"/>
                    <a:pt x="0" y="1201"/>
                    <a:pt x="0" y="2702"/>
                  </a:cubicBezTo>
                  <a:cubicBezTo>
                    <a:pt x="0" y="4203"/>
                    <a:pt x="568" y="5404"/>
                    <a:pt x="1268" y="5404"/>
                  </a:cubicBezTo>
                  <a:cubicBezTo>
                    <a:pt x="1935" y="5404"/>
                    <a:pt x="2502" y="4203"/>
                    <a:pt x="2502" y="2702"/>
                  </a:cubicBezTo>
                  <a:cubicBezTo>
                    <a:pt x="2502" y="1235"/>
                    <a:pt x="1935" y="0"/>
                    <a:pt x="126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4" name="Google Shape;3504;p113">
              <a:extLst>
                <a:ext uri="{FF2B5EF4-FFF2-40B4-BE49-F238E27FC236}">
                  <a16:creationId xmlns:a16="http://schemas.microsoft.com/office/drawing/2014/main" id="{A41896C2-3429-5FDA-71A9-1A72A9926118}"/>
                </a:ext>
              </a:extLst>
            </p:cNvPr>
            <p:cNvSpPr/>
            <p:nvPr/>
          </p:nvSpPr>
          <p:spPr>
            <a:xfrm>
              <a:off x="7059203" y="1962650"/>
              <a:ext cx="73591" cy="89031"/>
            </a:xfrm>
            <a:custGeom>
              <a:avLst/>
              <a:gdLst/>
              <a:ahLst/>
              <a:cxnLst/>
              <a:rect l="l" t="t" r="r" b="b"/>
              <a:pathLst>
                <a:path w="3303" h="3996" extrusionOk="0">
                  <a:moveTo>
                    <a:pt x="1648" y="1"/>
                  </a:moveTo>
                  <a:cubicBezTo>
                    <a:pt x="1349" y="1"/>
                    <a:pt x="1042" y="107"/>
                    <a:pt x="767" y="348"/>
                  </a:cubicBezTo>
                  <a:cubicBezTo>
                    <a:pt x="0" y="1082"/>
                    <a:pt x="367" y="2516"/>
                    <a:pt x="901" y="3283"/>
                  </a:cubicBezTo>
                  <a:cubicBezTo>
                    <a:pt x="1205" y="3731"/>
                    <a:pt x="1644" y="3996"/>
                    <a:pt x="2052" y="3996"/>
                  </a:cubicBezTo>
                  <a:cubicBezTo>
                    <a:pt x="2405" y="3996"/>
                    <a:pt x="2735" y="3798"/>
                    <a:pt x="2936" y="3350"/>
                  </a:cubicBezTo>
                  <a:cubicBezTo>
                    <a:pt x="3269" y="2616"/>
                    <a:pt x="3302" y="1749"/>
                    <a:pt x="3002" y="982"/>
                  </a:cubicBezTo>
                  <a:cubicBezTo>
                    <a:pt x="2761" y="391"/>
                    <a:pt x="2219" y="1"/>
                    <a:pt x="1648"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5" name="Google Shape;3505;p113">
              <a:extLst>
                <a:ext uri="{FF2B5EF4-FFF2-40B4-BE49-F238E27FC236}">
                  <a16:creationId xmlns:a16="http://schemas.microsoft.com/office/drawing/2014/main" id="{FE467893-4529-BF0D-5C4B-4992DC18440C}"/>
                </a:ext>
              </a:extLst>
            </p:cNvPr>
            <p:cNvSpPr/>
            <p:nvPr/>
          </p:nvSpPr>
          <p:spPr>
            <a:xfrm>
              <a:off x="7059203" y="1962650"/>
              <a:ext cx="73591" cy="89031"/>
            </a:xfrm>
            <a:custGeom>
              <a:avLst/>
              <a:gdLst/>
              <a:ahLst/>
              <a:cxnLst/>
              <a:rect l="l" t="t" r="r" b="b"/>
              <a:pathLst>
                <a:path w="3303" h="3996" extrusionOk="0">
                  <a:moveTo>
                    <a:pt x="1648" y="1"/>
                  </a:moveTo>
                  <a:cubicBezTo>
                    <a:pt x="1349" y="1"/>
                    <a:pt x="1042" y="107"/>
                    <a:pt x="767" y="348"/>
                  </a:cubicBezTo>
                  <a:cubicBezTo>
                    <a:pt x="0" y="1082"/>
                    <a:pt x="367" y="2516"/>
                    <a:pt x="901" y="3283"/>
                  </a:cubicBezTo>
                  <a:cubicBezTo>
                    <a:pt x="1205" y="3731"/>
                    <a:pt x="1644" y="3996"/>
                    <a:pt x="2052" y="3996"/>
                  </a:cubicBezTo>
                  <a:cubicBezTo>
                    <a:pt x="2405" y="3996"/>
                    <a:pt x="2735" y="3798"/>
                    <a:pt x="2936" y="3350"/>
                  </a:cubicBezTo>
                  <a:cubicBezTo>
                    <a:pt x="3269" y="2616"/>
                    <a:pt x="3302" y="1749"/>
                    <a:pt x="3002" y="982"/>
                  </a:cubicBezTo>
                  <a:cubicBezTo>
                    <a:pt x="2761" y="391"/>
                    <a:pt x="2219" y="1"/>
                    <a:pt x="16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6" name="Google Shape;3506;p113">
              <a:extLst>
                <a:ext uri="{FF2B5EF4-FFF2-40B4-BE49-F238E27FC236}">
                  <a16:creationId xmlns:a16="http://schemas.microsoft.com/office/drawing/2014/main" id="{80A9F7BC-DCE4-17C1-FCD6-11F4E2CB4C17}"/>
                </a:ext>
              </a:extLst>
            </p:cNvPr>
            <p:cNvSpPr/>
            <p:nvPr/>
          </p:nvSpPr>
          <p:spPr>
            <a:xfrm>
              <a:off x="7074064" y="1846994"/>
              <a:ext cx="228726" cy="284048"/>
            </a:xfrm>
            <a:custGeom>
              <a:avLst/>
              <a:gdLst/>
              <a:ahLst/>
              <a:cxnLst/>
              <a:rect l="l" t="t" r="r" b="b"/>
              <a:pathLst>
                <a:path w="10266" h="12749" extrusionOk="0">
                  <a:moveTo>
                    <a:pt x="5485" y="1"/>
                  </a:moveTo>
                  <a:cubicBezTo>
                    <a:pt x="5055" y="1"/>
                    <a:pt x="4614" y="65"/>
                    <a:pt x="4170" y="202"/>
                  </a:cubicBezTo>
                  <a:cubicBezTo>
                    <a:pt x="901" y="1169"/>
                    <a:pt x="0" y="5939"/>
                    <a:pt x="434" y="8875"/>
                  </a:cubicBezTo>
                  <a:cubicBezTo>
                    <a:pt x="758" y="11165"/>
                    <a:pt x="2701" y="12749"/>
                    <a:pt x="4752" y="12749"/>
                  </a:cubicBezTo>
                  <a:cubicBezTo>
                    <a:pt x="5659" y="12749"/>
                    <a:pt x="6587" y="12439"/>
                    <a:pt x="7406" y="11743"/>
                  </a:cubicBezTo>
                  <a:cubicBezTo>
                    <a:pt x="9173" y="10242"/>
                    <a:pt x="9307" y="8341"/>
                    <a:pt x="9807" y="5139"/>
                  </a:cubicBezTo>
                  <a:cubicBezTo>
                    <a:pt x="10265" y="2361"/>
                    <a:pt x="8093" y="1"/>
                    <a:pt x="5485"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7" name="Google Shape;3507;p113">
              <a:extLst>
                <a:ext uri="{FF2B5EF4-FFF2-40B4-BE49-F238E27FC236}">
                  <a16:creationId xmlns:a16="http://schemas.microsoft.com/office/drawing/2014/main" id="{57FA1110-703E-E992-4748-9FD4051688D0}"/>
                </a:ext>
              </a:extLst>
            </p:cNvPr>
            <p:cNvSpPr/>
            <p:nvPr/>
          </p:nvSpPr>
          <p:spPr>
            <a:xfrm>
              <a:off x="7221201" y="1875602"/>
              <a:ext cx="139228" cy="162443"/>
            </a:xfrm>
            <a:custGeom>
              <a:avLst/>
              <a:gdLst/>
              <a:ahLst/>
              <a:cxnLst/>
              <a:rect l="l" t="t" r="r" b="b"/>
              <a:pathLst>
                <a:path w="6249" h="7291" extrusionOk="0">
                  <a:moveTo>
                    <a:pt x="3639" y="0"/>
                  </a:moveTo>
                  <a:cubicBezTo>
                    <a:pt x="3254" y="0"/>
                    <a:pt x="2820" y="97"/>
                    <a:pt x="2336" y="319"/>
                  </a:cubicBezTo>
                  <a:cubicBezTo>
                    <a:pt x="902" y="953"/>
                    <a:pt x="1" y="2587"/>
                    <a:pt x="935" y="3921"/>
                  </a:cubicBezTo>
                  <a:cubicBezTo>
                    <a:pt x="1869" y="5256"/>
                    <a:pt x="701" y="6423"/>
                    <a:pt x="701" y="6423"/>
                  </a:cubicBezTo>
                  <a:lnTo>
                    <a:pt x="2169" y="7291"/>
                  </a:lnTo>
                  <a:cubicBezTo>
                    <a:pt x="2169" y="7291"/>
                    <a:pt x="5638" y="5189"/>
                    <a:pt x="5972" y="3588"/>
                  </a:cubicBezTo>
                  <a:cubicBezTo>
                    <a:pt x="6249" y="2288"/>
                    <a:pt x="5516" y="0"/>
                    <a:pt x="363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8" name="Google Shape;3508;p113">
              <a:extLst>
                <a:ext uri="{FF2B5EF4-FFF2-40B4-BE49-F238E27FC236}">
                  <a16:creationId xmlns:a16="http://schemas.microsoft.com/office/drawing/2014/main" id="{1ED2A623-DD20-181F-C4A9-FF3FEAC4E438}"/>
                </a:ext>
              </a:extLst>
            </p:cNvPr>
            <p:cNvSpPr/>
            <p:nvPr/>
          </p:nvSpPr>
          <p:spPr>
            <a:xfrm>
              <a:off x="7307424" y="1872505"/>
              <a:ext cx="60223" cy="20609"/>
            </a:xfrm>
            <a:custGeom>
              <a:avLst/>
              <a:gdLst/>
              <a:ahLst/>
              <a:cxnLst/>
              <a:rect l="l" t="t" r="r" b="b"/>
              <a:pathLst>
                <a:path w="2703" h="925" extrusionOk="0">
                  <a:moveTo>
                    <a:pt x="996" y="0"/>
                  </a:moveTo>
                  <a:cubicBezTo>
                    <a:pt x="600" y="0"/>
                    <a:pt x="234" y="95"/>
                    <a:pt x="0" y="224"/>
                  </a:cubicBezTo>
                  <a:lnTo>
                    <a:pt x="367" y="591"/>
                  </a:lnTo>
                  <a:cubicBezTo>
                    <a:pt x="656" y="453"/>
                    <a:pt x="963" y="386"/>
                    <a:pt x="1270" y="386"/>
                  </a:cubicBezTo>
                  <a:cubicBezTo>
                    <a:pt x="1779" y="386"/>
                    <a:pt x="2286" y="571"/>
                    <a:pt x="2702" y="925"/>
                  </a:cubicBezTo>
                  <a:cubicBezTo>
                    <a:pt x="2315" y="232"/>
                    <a:pt x="1617" y="0"/>
                    <a:pt x="9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9" name="Google Shape;3509;p113">
              <a:extLst>
                <a:ext uri="{FF2B5EF4-FFF2-40B4-BE49-F238E27FC236}">
                  <a16:creationId xmlns:a16="http://schemas.microsoft.com/office/drawing/2014/main" id="{3337DD95-4D21-C19C-615F-06408FB2363F}"/>
                </a:ext>
              </a:extLst>
            </p:cNvPr>
            <p:cNvSpPr/>
            <p:nvPr/>
          </p:nvSpPr>
          <p:spPr>
            <a:xfrm>
              <a:off x="7058780" y="1789868"/>
              <a:ext cx="274668" cy="122741"/>
            </a:xfrm>
            <a:custGeom>
              <a:avLst/>
              <a:gdLst/>
              <a:ahLst/>
              <a:cxnLst/>
              <a:rect l="l" t="t" r="r" b="b"/>
              <a:pathLst>
                <a:path w="12328" h="5509" extrusionOk="0">
                  <a:moveTo>
                    <a:pt x="5112" y="1"/>
                  </a:moveTo>
                  <a:cubicBezTo>
                    <a:pt x="5045" y="1"/>
                    <a:pt x="4971" y="10"/>
                    <a:pt x="4889" y="31"/>
                  </a:cubicBezTo>
                  <a:cubicBezTo>
                    <a:pt x="5283" y="115"/>
                    <a:pt x="5321" y="1076"/>
                    <a:pt x="4224" y="1076"/>
                  </a:cubicBezTo>
                  <a:cubicBezTo>
                    <a:pt x="4020" y="1076"/>
                    <a:pt x="3776" y="1043"/>
                    <a:pt x="3488" y="965"/>
                  </a:cubicBezTo>
                  <a:cubicBezTo>
                    <a:pt x="3307" y="916"/>
                    <a:pt x="3126" y="893"/>
                    <a:pt x="2949" y="893"/>
                  </a:cubicBezTo>
                  <a:cubicBezTo>
                    <a:pt x="1305" y="893"/>
                    <a:pt x="0" y="2864"/>
                    <a:pt x="1687" y="4400"/>
                  </a:cubicBezTo>
                  <a:cubicBezTo>
                    <a:pt x="2601" y="5214"/>
                    <a:pt x="4241" y="5508"/>
                    <a:pt x="5921" y="5508"/>
                  </a:cubicBezTo>
                  <a:cubicBezTo>
                    <a:pt x="8167" y="5508"/>
                    <a:pt x="10483" y="4982"/>
                    <a:pt x="11227" y="4467"/>
                  </a:cubicBezTo>
                  <a:cubicBezTo>
                    <a:pt x="12328" y="3700"/>
                    <a:pt x="12061" y="1999"/>
                    <a:pt x="10593" y="1565"/>
                  </a:cubicBezTo>
                  <a:cubicBezTo>
                    <a:pt x="10225" y="1449"/>
                    <a:pt x="9766" y="1397"/>
                    <a:pt x="9270" y="1397"/>
                  </a:cubicBezTo>
                  <a:cubicBezTo>
                    <a:pt x="8193" y="1397"/>
                    <a:pt x="6936" y="1644"/>
                    <a:pt x="6023" y="2032"/>
                  </a:cubicBezTo>
                  <a:cubicBezTo>
                    <a:pt x="5837" y="2112"/>
                    <a:pt x="5705" y="2145"/>
                    <a:pt x="5614" y="2145"/>
                  </a:cubicBezTo>
                  <a:cubicBezTo>
                    <a:pt x="5250" y="2145"/>
                    <a:pt x="5543" y="1612"/>
                    <a:pt x="5623" y="1398"/>
                  </a:cubicBezTo>
                  <a:cubicBezTo>
                    <a:pt x="5775" y="1033"/>
                    <a:pt x="5816" y="1"/>
                    <a:pt x="51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0" name="Google Shape;3510;p113">
              <a:extLst>
                <a:ext uri="{FF2B5EF4-FFF2-40B4-BE49-F238E27FC236}">
                  <a16:creationId xmlns:a16="http://schemas.microsoft.com/office/drawing/2014/main" id="{3F20C17D-78B9-CECD-DCDB-4535DF4E7024}"/>
                </a:ext>
              </a:extLst>
            </p:cNvPr>
            <p:cNvSpPr/>
            <p:nvPr/>
          </p:nvSpPr>
          <p:spPr>
            <a:xfrm>
              <a:off x="7240384" y="1993017"/>
              <a:ext cx="91593" cy="77245"/>
            </a:xfrm>
            <a:custGeom>
              <a:avLst/>
              <a:gdLst/>
              <a:ahLst/>
              <a:cxnLst/>
              <a:rect l="l" t="t" r="r" b="b"/>
              <a:pathLst>
                <a:path w="4111" h="3467" extrusionOk="0">
                  <a:moveTo>
                    <a:pt x="2455" y="1"/>
                  </a:moveTo>
                  <a:cubicBezTo>
                    <a:pt x="1574" y="1"/>
                    <a:pt x="731" y="918"/>
                    <a:pt x="408" y="1654"/>
                  </a:cubicBezTo>
                  <a:cubicBezTo>
                    <a:pt x="0" y="2531"/>
                    <a:pt x="299" y="3467"/>
                    <a:pt x="1221" y="3467"/>
                  </a:cubicBezTo>
                  <a:cubicBezTo>
                    <a:pt x="1281" y="3467"/>
                    <a:pt x="1343" y="3463"/>
                    <a:pt x="1408" y="3455"/>
                  </a:cubicBezTo>
                  <a:cubicBezTo>
                    <a:pt x="2209" y="3355"/>
                    <a:pt x="2943" y="2921"/>
                    <a:pt x="3443" y="2287"/>
                  </a:cubicBezTo>
                  <a:cubicBezTo>
                    <a:pt x="4110" y="1520"/>
                    <a:pt x="3777" y="353"/>
                    <a:pt x="2809" y="52"/>
                  </a:cubicBezTo>
                  <a:cubicBezTo>
                    <a:pt x="2691" y="17"/>
                    <a:pt x="2573" y="1"/>
                    <a:pt x="2455"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1" name="Google Shape;3511;p113">
              <a:extLst>
                <a:ext uri="{FF2B5EF4-FFF2-40B4-BE49-F238E27FC236}">
                  <a16:creationId xmlns:a16="http://schemas.microsoft.com/office/drawing/2014/main" id="{EB452A25-129F-9DCB-8F96-BE94ADECF9E1}"/>
                </a:ext>
              </a:extLst>
            </p:cNvPr>
            <p:cNvSpPr/>
            <p:nvPr/>
          </p:nvSpPr>
          <p:spPr>
            <a:xfrm>
              <a:off x="7166949" y="1959998"/>
              <a:ext cx="14905" cy="21656"/>
            </a:xfrm>
            <a:custGeom>
              <a:avLst/>
              <a:gdLst/>
              <a:ahLst/>
              <a:cxnLst/>
              <a:rect l="l" t="t" r="r" b="b"/>
              <a:pathLst>
                <a:path w="669" h="972" extrusionOk="0">
                  <a:moveTo>
                    <a:pt x="401" y="0"/>
                  </a:moveTo>
                  <a:cubicBezTo>
                    <a:pt x="234" y="0"/>
                    <a:pt x="68" y="200"/>
                    <a:pt x="34" y="467"/>
                  </a:cubicBezTo>
                  <a:cubicBezTo>
                    <a:pt x="1" y="734"/>
                    <a:pt x="134" y="934"/>
                    <a:pt x="301" y="967"/>
                  </a:cubicBezTo>
                  <a:cubicBezTo>
                    <a:pt x="313" y="970"/>
                    <a:pt x="326" y="971"/>
                    <a:pt x="338" y="971"/>
                  </a:cubicBezTo>
                  <a:cubicBezTo>
                    <a:pt x="492" y="971"/>
                    <a:pt x="637" y="781"/>
                    <a:pt x="668" y="534"/>
                  </a:cubicBezTo>
                  <a:cubicBezTo>
                    <a:pt x="668" y="267"/>
                    <a:pt x="568" y="33"/>
                    <a:pt x="4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2" name="Google Shape;3512;p113">
              <a:extLst>
                <a:ext uri="{FF2B5EF4-FFF2-40B4-BE49-F238E27FC236}">
                  <a16:creationId xmlns:a16="http://schemas.microsoft.com/office/drawing/2014/main" id="{DD51D4D9-2645-D173-5FA7-A801B7C8BE57}"/>
                </a:ext>
              </a:extLst>
            </p:cNvPr>
            <p:cNvSpPr/>
            <p:nvPr/>
          </p:nvSpPr>
          <p:spPr>
            <a:xfrm>
              <a:off x="7101557" y="1954050"/>
              <a:ext cx="14883" cy="21567"/>
            </a:xfrm>
            <a:custGeom>
              <a:avLst/>
              <a:gdLst/>
              <a:ahLst/>
              <a:cxnLst/>
              <a:rect l="l" t="t" r="r" b="b"/>
              <a:pathLst>
                <a:path w="668" h="968" extrusionOk="0">
                  <a:moveTo>
                    <a:pt x="367" y="0"/>
                  </a:moveTo>
                  <a:cubicBezTo>
                    <a:pt x="201" y="0"/>
                    <a:pt x="34" y="200"/>
                    <a:pt x="0" y="467"/>
                  </a:cubicBezTo>
                  <a:cubicBezTo>
                    <a:pt x="0" y="701"/>
                    <a:pt x="101" y="934"/>
                    <a:pt x="267" y="968"/>
                  </a:cubicBezTo>
                  <a:cubicBezTo>
                    <a:pt x="434" y="968"/>
                    <a:pt x="601" y="767"/>
                    <a:pt x="634" y="501"/>
                  </a:cubicBezTo>
                  <a:cubicBezTo>
                    <a:pt x="668" y="267"/>
                    <a:pt x="534" y="34"/>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3" name="Google Shape;3513;p113">
              <a:extLst>
                <a:ext uri="{FF2B5EF4-FFF2-40B4-BE49-F238E27FC236}">
                  <a16:creationId xmlns:a16="http://schemas.microsoft.com/office/drawing/2014/main" id="{AA7B894F-D3AD-187C-A45B-E8E564FB31BA}"/>
                </a:ext>
              </a:extLst>
            </p:cNvPr>
            <p:cNvSpPr/>
            <p:nvPr/>
          </p:nvSpPr>
          <p:spPr>
            <a:xfrm>
              <a:off x="7103785" y="1970403"/>
              <a:ext cx="32729" cy="55388"/>
            </a:xfrm>
            <a:custGeom>
              <a:avLst/>
              <a:gdLst/>
              <a:ahLst/>
              <a:cxnLst/>
              <a:rect l="l" t="t" r="r" b="b"/>
              <a:pathLst>
                <a:path w="1469" h="2486" extrusionOk="0">
                  <a:moveTo>
                    <a:pt x="1468" y="0"/>
                  </a:moveTo>
                  <a:cubicBezTo>
                    <a:pt x="1068" y="767"/>
                    <a:pt x="568" y="1501"/>
                    <a:pt x="1" y="2135"/>
                  </a:cubicBezTo>
                  <a:cubicBezTo>
                    <a:pt x="277" y="2356"/>
                    <a:pt x="645" y="2485"/>
                    <a:pt x="1009" y="2485"/>
                  </a:cubicBezTo>
                  <a:cubicBezTo>
                    <a:pt x="1085" y="2485"/>
                    <a:pt x="1160" y="2480"/>
                    <a:pt x="1235" y="2468"/>
                  </a:cubicBezTo>
                  <a:lnTo>
                    <a:pt x="1468" y="0"/>
                  </a:lnTo>
                  <a:close/>
                </a:path>
              </a:pathLst>
            </a:custGeom>
            <a:solidFill>
              <a:srgbClr val="ED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4" name="Google Shape;3514;p113">
              <a:extLst>
                <a:ext uri="{FF2B5EF4-FFF2-40B4-BE49-F238E27FC236}">
                  <a16:creationId xmlns:a16="http://schemas.microsoft.com/office/drawing/2014/main" id="{4A208C34-078C-3F92-287A-4A1E8E741B74}"/>
                </a:ext>
              </a:extLst>
            </p:cNvPr>
            <p:cNvSpPr/>
            <p:nvPr/>
          </p:nvSpPr>
          <p:spPr>
            <a:xfrm>
              <a:off x="7144669" y="2024900"/>
              <a:ext cx="45184" cy="18359"/>
            </a:xfrm>
            <a:custGeom>
              <a:avLst/>
              <a:gdLst/>
              <a:ahLst/>
              <a:cxnLst/>
              <a:rect l="l" t="t" r="r" b="b"/>
              <a:pathLst>
                <a:path w="2028" h="824" extrusionOk="0">
                  <a:moveTo>
                    <a:pt x="1918" y="0"/>
                  </a:moveTo>
                  <a:cubicBezTo>
                    <a:pt x="1901" y="0"/>
                    <a:pt x="1884" y="7"/>
                    <a:pt x="1868" y="22"/>
                  </a:cubicBezTo>
                  <a:cubicBezTo>
                    <a:pt x="1483" y="467"/>
                    <a:pt x="914" y="701"/>
                    <a:pt x="324" y="701"/>
                  </a:cubicBezTo>
                  <a:cubicBezTo>
                    <a:pt x="249" y="701"/>
                    <a:pt x="175" y="697"/>
                    <a:pt x="100" y="690"/>
                  </a:cubicBezTo>
                  <a:cubicBezTo>
                    <a:pt x="67" y="690"/>
                    <a:pt x="34" y="690"/>
                    <a:pt x="34" y="756"/>
                  </a:cubicBezTo>
                  <a:cubicBezTo>
                    <a:pt x="0" y="790"/>
                    <a:pt x="34" y="823"/>
                    <a:pt x="100" y="823"/>
                  </a:cubicBezTo>
                  <a:lnTo>
                    <a:pt x="434" y="823"/>
                  </a:lnTo>
                  <a:cubicBezTo>
                    <a:pt x="1034" y="823"/>
                    <a:pt x="1601" y="556"/>
                    <a:pt x="2002" y="123"/>
                  </a:cubicBezTo>
                  <a:cubicBezTo>
                    <a:pt x="2027" y="71"/>
                    <a:pt x="1974" y="0"/>
                    <a:pt x="19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5" name="Google Shape;3515;p113">
              <a:extLst>
                <a:ext uri="{FF2B5EF4-FFF2-40B4-BE49-F238E27FC236}">
                  <a16:creationId xmlns:a16="http://schemas.microsoft.com/office/drawing/2014/main" id="{C95E9404-17AE-B0BB-3429-1DA55A058D75}"/>
                </a:ext>
              </a:extLst>
            </p:cNvPr>
            <p:cNvSpPr/>
            <p:nvPr/>
          </p:nvSpPr>
          <p:spPr>
            <a:xfrm>
              <a:off x="7176619" y="1930255"/>
              <a:ext cx="31237" cy="22325"/>
            </a:xfrm>
            <a:custGeom>
              <a:avLst/>
              <a:gdLst/>
              <a:ahLst/>
              <a:cxnLst/>
              <a:rect l="l" t="t" r="r" b="b"/>
              <a:pathLst>
                <a:path w="1402" h="1002" extrusionOk="0">
                  <a:moveTo>
                    <a:pt x="167" y="1"/>
                  </a:moveTo>
                  <a:cubicBezTo>
                    <a:pt x="67" y="1"/>
                    <a:pt x="1" y="67"/>
                    <a:pt x="1" y="134"/>
                  </a:cubicBezTo>
                  <a:cubicBezTo>
                    <a:pt x="1" y="234"/>
                    <a:pt x="67" y="301"/>
                    <a:pt x="134" y="301"/>
                  </a:cubicBezTo>
                  <a:cubicBezTo>
                    <a:pt x="534" y="334"/>
                    <a:pt x="901" y="568"/>
                    <a:pt x="1101" y="901"/>
                  </a:cubicBezTo>
                  <a:cubicBezTo>
                    <a:pt x="1101" y="968"/>
                    <a:pt x="1168" y="1001"/>
                    <a:pt x="1235" y="1001"/>
                  </a:cubicBezTo>
                  <a:cubicBezTo>
                    <a:pt x="1235" y="968"/>
                    <a:pt x="1268" y="968"/>
                    <a:pt x="1301" y="968"/>
                  </a:cubicBezTo>
                  <a:cubicBezTo>
                    <a:pt x="1368" y="935"/>
                    <a:pt x="1402" y="835"/>
                    <a:pt x="1335" y="768"/>
                  </a:cubicBezTo>
                  <a:cubicBezTo>
                    <a:pt x="1101" y="334"/>
                    <a:pt x="668" y="34"/>
                    <a:pt x="16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6" name="Google Shape;3516;p113">
              <a:extLst>
                <a:ext uri="{FF2B5EF4-FFF2-40B4-BE49-F238E27FC236}">
                  <a16:creationId xmlns:a16="http://schemas.microsoft.com/office/drawing/2014/main" id="{0590386A-9493-491B-AB04-A0A8545C78D3}"/>
                </a:ext>
              </a:extLst>
            </p:cNvPr>
            <p:cNvSpPr/>
            <p:nvPr/>
          </p:nvSpPr>
          <p:spPr>
            <a:xfrm>
              <a:off x="7085204" y="1917622"/>
              <a:ext cx="31237" cy="22325"/>
            </a:xfrm>
            <a:custGeom>
              <a:avLst/>
              <a:gdLst/>
              <a:ahLst/>
              <a:cxnLst/>
              <a:rect l="l" t="t" r="r" b="b"/>
              <a:pathLst>
                <a:path w="1402" h="1002" extrusionOk="0">
                  <a:moveTo>
                    <a:pt x="1235" y="1"/>
                  </a:moveTo>
                  <a:cubicBezTo>
                    <a:pt x="734" y="67"/>
                    <a:pt x="301" y="334"/>
                    <a:pt x="34" y="768"/>
                  </a:cubicBezTo>
                  <a:cubicBezTo>
                    <a:pt x="1" y="835"/>
                    <a:pt x="34" y="935"/>
                    <a:pt x="101" y="968"/>
                  </a:cubicBezTo>
                  <a:cubicBezTo>
                    <a:pt x="134" y="1001"/>
                    <a:pt x="134" y="1001"/>
                    <a:pt x="167" y="1001"/>
                  </a:cubicBezTo>
                  <a:cubicBezTo>
                    <a:pt x="234" y="1001"/>
                    <a:pt x="267" y="968"/>
                    <a:pt x="301" y="935"/>
                  </a:cubicBezTo>
                  <a:cubicBezTo>
                    <a:pt x="501" y="568"/>
                    <a:pt x="835" y="368"/>
                    <a:pt x="1235" y="301"/>
                  </a:cubicBezTo>
                  <a:cubicBezTo>
                    <a:pt x="1335" y="301"/>
                    <a:pt x="1402" y="234"/>
                    <a:pt x="1402" y="167"/>
                  </a:cubicBezTo>
                  <a:cubicBezTo>
                    <a:pt x="1402" y="67"/>
                    <a:pt x="1302" y="1"/>
                    <a:pt x="12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7" name="Google Shape;3517;p113">
              <a:extLst>
                <a:ext uri="{FF2B5EF4-FFF2-40B4-BE49-F238E27FC236}">
                  <a16:creationId xmlns:a16="http://schemas.microsoft.com/office/drawing/2014/main" id="{0AAA6757-DC75-0B13-501A-A8102C592C9F}"/>
                </a:ext>
              </a:extLst>
            </p:cNvPr>
            <p:cNvSpPr/>
            <p:nvPr/>
          </p:nvSpPr>
          <p:spPr>
            <a:xfrm>
              <a:off x="6793870" y="4340460"/>
              <a:ext cx="98121" cy="183587"/>
            </a:xfrm>
            <a:custGeom>
              <a:avLst/>
              <a:gdLst/>
              <a:ahLst/>
              <a:cxnLst/>
              <a:rect l="l" t="t" r="r" b="b"/>
              <a:pathLst>
                <a:path w="4404" h="8240" extrusionOk="0">
                  <a:moveTo>
                    <a:pt x="1368" y="0"/>
                  </a:moveTo>
                  <a:lnTo>
                    <a:pt x="1" y="8006"/>
                  </a:lnTo>
                  <a:lnTo>
                    <a:pt x="3036" y="8239"/>
                  </a:lnTo>
                  <a:lnTo>
                    <a:pt x="4404" y="234"/>
                  </a:lnTo>
                  <a:lnTo>
                    <a:pt x="1368"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8" name="Google Shape;3518;p113">
              <a:extLst>
                <a:ext uri="{FF2B5EF4-FFF2-40B4-BE49-F238E27FC236}">
                  <a16:creationId xmlns:a16="http://schemas.microsoft.com/office/drawing/2014/main" id="{6B35F475-B178-1970-521C-8DAEF594ECBF}"/>
                </a:ext>
              </a:extLst>
            </p:cNvPr>
            <p:cNvSpPr/>
            <p:nvPr/>
          </p:nvSpPr>
          <p:spPr>
            <a:xfrm>
              <a:off x="6631850" y="4481381"/>
              <a:ext cx="246016" cy="96250"/>
            </a:xfrm>
            <a:custGeom>
              <a:avLst/>
              <a:gdLst/>
              <a:ahLst/>
              <a:cxnLst/>
              <a:rect l="l" t="t" r="r" b="b"/>
              <a:pathLst>
                <a:path w="11042" h="4320" extrusionOk="0">
                  <a:moveTo>
                    <a:pt x="6784" y="1"/>
                  </a:moveTo>
                  <a:cubicBezTo>
                    <a:pt x="6624" y="1"/>
                    <a:pt x="6455" y="38"/>
                    <a:pt x="6305" y="113"/>
                  </a:cubicBezTo>
                  <a:cubicBezTo>
                    <a:pt x="5238" y="647"/>
                    <a:pt x="3703" y="1147"/>
                    <a:pt x="1001" y="1214"/>
                  </a:cubicBezTo>
                  <a:cubicBezTo>
                    <a:pt x="401" y="1214"/>
                    <a:pt x="1" y="2515"/>
                    <a:pt x="1335" y="2748"/>
                  </a:cubicBezTo>
                  <a:cubicBezTo>
                    <a:pt x="2703" y="3015"/>
                    <a:pt x="5004" y="3349"/>
                    <a:pt x="5972" y="3516"/>
                  </a:cubicBezTo>
                  <a:cubicBezTo>
                    <a:pt x="7573" y="3816"/>
                    <a:pt x="8440" y="4049"/>
                    <a:pt x="9708" y="4316"/>
                  </a:cubicBezTo>
                  <a:cubicBezTo>
                    <a:pt x="9730" y="4319"/>
                    <a:pt x="9752" y="4320"/>
                    <a:pt x="9774" y="4320"/>
                  </a:cubicBezTo>
                  <a:cubicBezTo>
                    <a:pt x="10055" y="4320"/>
                    <a:pt x="10346" y="4127"/>
                    <a:pt x="10408" y="3849"/>
                  </a:cubicBezTo>
                  <a:lnTo>
                    <a:pt x="11009" y="1014"/>
                  </a:lnTo>
                  <a:cubicBezTo>
                    <a:pt x="11042" y="880"/>
                    <a:pt x="10975" y="747"/>
                    <a:pt x="10842" y="747"/>
                  </a:cubicBezTo>
                  <a:lnTo>
                    <a:pt x="6939" y="13"/>
                  </a:lnTo>
                  <a:cubicBezTo>
                    <a:pt x="6889" y="5"/>
                    <a:pt x="6837" y="1"/>
                    <a:pt x="67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9" name="Google Shape;3519;p113">
              <a:extLst>
                <a:ext uri="{FF2B5EF4-FFF2-40B4-BE49-F238E27FC236}">
                  <a16:creationId xmlns:a16="http://schemas.microsoft.com/office/drawing/2014/main" id="{AA773754-A666-176D-9BDB-2C351F46258E}"/>
                </a:ext>
              </a:extLst>
            </p:cNvPr>
            <p:cNvSpPr/>
            <p:nvPr/>
          </p:nvSpPr>
          <p:spPr>
            <a:xfrm>
              <a:off x="6808731" y="4340460"/>
              <a:ext cx="83260" cy="97364"/>
            </a:xfrm>
            <a:custGeom>
              <a:avLst/>
              <a:gdLst/>
              <a:ahLst/>
              <a:cxnLst/>
              <a:rect l="l" t="t" r="r" b="b"/>
              <a:pathLst>
                <a:path w="3737" h="4370" extrusionOk="0">
                  <a:moveTo>
                    <a:pt x="701" y="0"/>
                  </a:moveTo>
                  <a:lnTo>
                    <a:pt x="1" y="4136"/>
                  </a:lnTo>
                  <a:lnTo>
                    <a:pt x="3036" y="4370"/>
                  </a:lnTo>
                  <a:lnTo>
                    <a:pt x="3737" y="234"/>
                  </a:lnTo>
                  <a:lnTo>
                    <a:pt x="7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0" name="Google Shape;3520;p113">
              <a:extLst>
                <a:ext uri="{FF2B5EF4-FFF2-40B4-BE49-F238E27FC236}">
                  <a16:creationId xmlns:a16="http://schemas.microsoft.com/office/drawing/2014/main" id="{FC7F0940-E70C-8E24-A6FD-05E191FAD818}"/>
                </a:ext>
              </a:extLst>
            </p:cNvPr>
            <p:cNvSpPr/>
            <p:nvPr/>
          </p:nvSpPr>
          <p:spPr>
            <a:xfrm>
              <a:off x="6794606" y="2855543"/>
              <a:ext cx="393175" cy="1530257"/>
            </a:xfrm>
            <a:custGeom>
              <a:avLst/>
              <a:gdLst/>
              <a:ahLst/>
              <a:cxnLst/>
              <a:rect l="l" t="t" r="r" b="b"/>
              <a:pathLst>
                <a:path w="17647" h="68683" extrusionOk="0">
                  <a:moveTo>
                    <a:pt x="6372" y="0"/>
                  </a:moveTo>
                  <a:cubicBezTo>
                    <a:pt x="6372" y="0"/>
                    <a:pt x="3770" y="26753"/>
                    <a:pt x="2670" y="36226"/>
                  </a:cubicBezTo>
                  <a:cubicBezTo>
                    <a:pt x="1469" y="46667"/>
                    <a:pt x="1" y="68483"/>
                    <a:pt x="1" y="68483"/>
                  </a:cubicBezTo>
                  <a:lnTo>
                    <a:pt x="5071" y="68683"/>
                  </a:lnTo>
                  <a:cubicBezTo>
                    <a:pt x="5071" y="68683"/>
                    <a:pt x="8540" y="48469"/>
                    <a:pt x="10275" y="38395"/>
                  </a:cubicBezTo>
                  <a:cubicBezTo>
                    <a:pt x="12210" y="26953"/>
                    <a:pt x="17647" y="601"/>
                    <a:pt x="17647" y="601"/>
                  </a:cubicBezTo>
                  <a:lnTo>
                    <a:pt x="63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1" name="Google Shape;3521;p113">
              <a:extLst>
                <a:ext uri="{FF2B5EF4-FFF2-40B4-BE49-F238E27FC236}">
                  <a16:creationId xmlns:a16="http://schemas.microsoft.com/office/drawing/2014/main" id="{8940B042-C178-EAC8-21F7-16136DDA0446}"/>
                </a:ext>
              </a:extLst>
            </p:cNvPr>
            <p:cNvSpPr/>
            <p:nvPr/>
          </p:nvSpPr>
          <p:spPr>
            <a:xfrm>
              <a:off x="7039864" y="3112699"/>
              <a:ext cx="85488" cy="441478"/>
            </a:xfrm>
            <a:custGeom>
              <a:avLst/>
              <a:gdLst/>
              <a:ahLst/>
              <a:cxnLst/>
              <a:rect l="l" t="t" r="r" b="b"/>
              <a:pathLst>
                <a:path w="3837" h="19815" extrusionOk="0">
                  <a:moveTo>
                    <a:pt x="2769" y="0"/>
                  </a:moveTo>
                  <a:cubicBezTo>
                    <a:pt x="301" y="3169"/>
                    <a:pt x="1" y="13677"/>
                    <a:pt x="535" y="19814"/>
                  </a:cubicBezTo>
                  <a:cubicBezTo>
                    <a:pt x="1535" y="14544"/>
                    <a:pt x="2736" y="8373"/>
                    <a:pt x="3837" y="2936"/>
                  </a:cubicBezTo>
                  <a:lnTo>
                    <a:pt x="276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2" name="Google Shape;3522;p113">
              <a:extLst>
                <a:ext uri="{FF2B5EF4-FFF2-40B4-BE49-F238E27FC236}">
                  <a16:creationId xmlns:a16="http://schemas.microsoft.com/office/drawing/2014/main" id="{FCA31078-7B5B-3A6B-CD15-85A6125D8EE1}"/>
                </a:ext>
              </a:extLst>
            </p:cNvPr>
            <p:cNvSpPr/>
            <p:nvPr/>
          </p:nvSpPr>
          <p:spPr>
            <a:xfrm>
              <a:off x="6776046" y="4353828"/>
              <a:ext cx="145689" cy="63186"/>
            </a:xfrm>
            <a:custGeom>
              <a:avLst/>
              <a:gdLst/>
              <a:ahLst/>
              <a:cxnLst/>
              <a:rect l="l" t="t" r="r" b="b"/>
              <a:pathLst>
                <a:path w="6539" h="2836" extrusionOk="0">
                  <a:moveTo>
                    <a:pt x="267" y="1"/>
                  </a:moveTo>
                  <a:lnTo>
                    <a:pt x="0" y="2236"/>
                  </a:lnTo>
                  <a:lnTo>
                    <a:pt x="5904" y="2836"/>
                  </a:lnTo>
                  <a:lnTo>
                    <a:pt x="6538" y="768"/>
                  </a:lnTo>
                  <a:lnTo>
                    <a:pt x="2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3" name="Google Shape;3523;p113">
              <a:extLst>
                <a:ext uri="{FF2B5EF4-FFF2-40B4-BE49-F238E27FC236}">
                  <a16:creationId xmlns:a16="http://schemas.microsoft.com/office/drawing/2014/main" id="{98B7BC9F-2CF1-34B3-62E3-631F10CD5F70}"/>
                </a:ext>
              </a:extLst>
            </p:cNvPr>
            <p:cNvSpPr/>
            <p:nvPr/>
          </p:nvSpPr>
          <p:spPr>
            <a:xfrm>
              <a:off x="6751516" y="4471690"/>
              <a:ext cx="37921" cy="21144"/>
            </a:xfrm>
            <a:custGeom>
              <a:avLst/>
              <a:gdLst/>
              <a:ahLst/>
              <a:cxnLst/>
              <a:rect l="l" t="t" r="r" b="b"/>
              <a:pathLst>
                <a:path w="1702" h="949" extrusionOk="0">
                  <a:moveTo>
                    <a:pt x="317" y="123"/>
                  </a:moveTo>
                  <a:cubicBezTo>
                    <a:pt x="334" y="123"/>
                    <a:pt x="351" y="131"/>
                    <a:pt x="367" y="148"/>
                  </a:cubicBezTo>
                  <a:cubicBezTo>
                    <a:pt x="767" y="281"/>
                    <a:pt x="1101" y="515"/>
                    <a:pt x="1401" y="782"/>
                  </a:cubicBezTo>
                  <a:cubicBezTo>
                    <a:pt x="1320" y="795"/>
                    <a:pt x="1238" y="802"/>
                    <a:pt x="1157" y="802"/>
                  </a:cubicBezTo>
                  <a:cubicBezTo>
                    <a:pt x="840" y="802"/>
                    <a:pt x="533" y="701"/>
                    <a:pt x="267" y="515"/>
                  </a:cubicBezTo>
                  <a:cubicBezTo>
                    <a:pt x="200" y="415"/>
                    <a:pt x="167" y="315"/>
                    <a:pt x="200" y="215"/>
                  </a:cubicBezTo>
                  <a:cubicBezTo>
                    <a:pt x="200" y="181"/>
                    <a:pt x="234" y="148"/>
                    <a:pt x="267" y="148"/>
                  </a:cubicBezTo>
                  <a:cubicBezTo>
                    <a:pt x="284" y="131"/>
                    <a:pt x="300" y="123"/>
                    <a:pt x="317" y="123"/>
                  </a:cubicBezTo>
                  <a:close/>
                  <a:moveTo>
                    <a:pt x="324" y="0"/>
                  </a:moveTo>
                  <a:cubicBezTo>
                    <a:pt x="291" y="0"/>
                    <a:pt x="261" y="5"/>
                    <a:pt x="234" y="14"/>
                  </a:cubicBezTo>
                  <a:cubicBezTo>
                    <a:pt x="134" y="14"/>
                    <a:pt x="67" y="114"/>
                    <a:pt x="67" y="181"/>
                  </a:cubicBezTo>
                  <a:cubicBezTo>
                    <a:pt x="0" y="348"/>
                    <a:pt x="34" y="481"/>
                    <a:pt x="134" y="615"/>
                  </a:cubicBezTo>
                  <a:cubicBezTo>
                    <a:pt x="300" y="748"/>
                    <a:pt x="501" y="848"/>
                    <a:pt x="734" y="882"/>
                  </a:cubicBezTo>
                  <a:cubicBezTo>
                    <a:pt x="1001" y="948"/>
                    <a:pt x="1301" y="948"/>
                    <a:pt x="1601" y="948"/>
                  </a:cubicBezTo>
                  <a:cubicBezTo>
                    <a:pt x="1668" y="948"/>
                    <a:pt x="1701" y="848"/>
                    <a:pt x="1635" y="815"/>
                  </a:cubicBezTo>
                  <a:cubicBezTo>
                    <a:pt x="1542" y="722"/>
                    <a:pt x="734" y="0"/>
                    <a:pt x="3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4" name="Google Shape;3524;p113">
              <a:extLst>
                <a:ext uri="{FF2B5EF4-FFF2-40B4-BE49-F238E27FC236}">
                  <a16:creationId xmlns:a16="http://schemas.microsoft.com/office/drawing/2014/main" id="{BF8CF151-0BCE-71CE-CAB2-64F708CDD917}"/>
                </a:ext>
              </a:extLst>
            </p:cNvPr>
            <p:cNvSpPr/>
            <p:nvPr/>
          </p:nvSpPr>
          <p:spPr>
            <a:xfrm>
              <a:off x="6767870" y="4457141"/>
              <a:ext cx="23060" cy="35693"/>
            </a:xfrm>
            <a:custGeom>
              <a:avLst/>
              <a:gdLst/>
              <a:ahLst/>
              <a:cxnLst/>
              <a:rect l="l" t="t" r="r" b="b"/>
              <a:pathLst>
                <a:path w="1035" h="1602" extrusionOk="0">
                  <a:moveTo>
                    <a:pt x="434" y="167"/>
                  </a:moveTo>
                  <a:cubicBezTo>
                    <a:pt x="500" y="167"/>
                    <a:pt x="534" y="200"/>
                    <a:pt x="601" y="267"/>
                  </a:cubicBezTo>
                  <a:cubicBezTo>
                    <a:pt x="767" y="601"/>
                    <a:pt x="834" y="968"/>
                    <a:pt x="767" y="1335"/>
                  </a:cubicBezTo>
                  <a:cubicBezTo>
                    <a:pt x="500" y="1034"/>
                    <a:pt x="167" y="401"/>
                    <a:pt x="267" y="200"/>
                  </a:cubicBezTo>
                  <a:cubicBezTo>
                    <a:pt x="267" y="200"/>
                    <a:pt x="300" y="167"/>
                    <a:pt x="400" y="167"/>
                  </a:cubicBezTo>
                  <a:close/>
                  <a:moveTo>
                    <a:pt x="400" y="0"/>
                  </a:moveTo>
                  <a:cubicBezTo>
                    <a:pt x="300" y="0"/>
                    <a:pt x="167" y="67"/>
                    <a:pt x="134" y="167"/>
                  </a:cubicBezTo>
                  <a:cubicBezTo>
                    <a:pt x="0" y="501"/>
                    <a:pt x="500" y="1335"/>
                    <a:pt x="801" y="1568"/>
                  </a:cubicBezTo>
                  <a:lnTo>
                    <a:pt x="834" y="1568"/>
                  </a:lnTo>
                  <a:lnTo>
                    <a:pt x="867" y="1601"/>
                  </a:lnTo>
                  <a:cubicBezTo>
                    <a:pt x="901" y="1568"/>
                    <a:pt x="934" y="1535"/>
                    <a:pt x="934" y="1535"/>
                  </a:cubicBezTo>
                  <a:cubicBezTo>
                    <a:pt x="934" y="1501"/>
                    <a:pt x="1034" y="534"/>
                    <a:pt x="701" y="167"/>
                  </a:cubicBezTo>
                  <a:cubicBezTo>
                    <a:pt x="634" y="67"/>
                    <a:pt x="534" y="34"/>
                    <a:pt x="4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5" name="Google Shape;3525;p113">
              <a:extLst>
                <a:ext uri="{FF2B5EF4-FFF2-40B4-BE49-F238E27FC236}">
                  <a16:creationId xmlns:a16="http://schemas.microsoft.com/office/drawing/2014/main" id="{B224FBDB-38AB-9EA4-C67B-6267A1E2B38A}"/>
                </a:ext>
              </a:extLst>
            </p:cNvPr>
            <p:cNvSpPr/>
            <p:nvPr/>
          </p:nvSpPr>
          <p:spPr>
            <a:xfrm>
              <a:off x="7251680" y="4347880"/>
              <a:ext cx="86246" cy="168726"/>
            </a:xfrm>
            <a:custGeom>
              <a:avLst/>
              <a:gdLst/>
              <a:ahLst/>
              <a:cxnLst/>
              <a:rect l="l" t="t" r="r" b="b"/>
              <a:pathLst>
                <a:path w="3871" h="7573" extrusionOk="0">
                  <a:moveTo>
                    <a:pt x="1" y="1"/>
                  </a:moveTo>
                  <a:lnTo>
                    <a:pt x="634" y="7573"/>
                  </a:lnTo>
                  <a:lnTo>
                    <a:pt x="3870" y="7573"/>
                  </a:lnTo>
                  <a:lnTo>
                    <a:pt x="3270" y="1"/>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6" name="Google Shape;3526;p113">
              <a:extLst>
                <a:ext uri="{FF2B5EF4-FFF2-40B4-BE49-F238E27FC236}">
                  <a16:creationId xmlns:a16="http://schemas.microsoft.com/office/drawing/2014/main" id="{18A930FA-4519-79AD-F1CB-75031F17E75F}"/>
                </a:ext>
              </a:extLst>
            </p:cNvPr>
            <p:cNvSpPr/>
            <p:nvPr/>
          </p:nvSpPr>
          <p:spPr>
            <a:xfrm>
              <a:off x="7127558" y="4498002"/>
              <a:ext cx="239332" cy="82525"/>
            </a:xfrm>
            <a:custGeom>
              <a:avLst/>
              <a:gdLst/>
              <a:ahLst/>
              <a:cxnLst/>
              <a:rect l="l" t="t" r="r" b="b"/>
              <a:pathLst>
                <a:path w="10742" h="3704" extrusionOk="0">
                  <a:moveTo>
                    <a:pt x="5772" y="1"/>
                  </a:moveTo>
                  <a:cubicBezTo>
                    <a:pt x="5572" y="1"/>
                    <a:pt x="5405" y="68"/>
                    <a:pt x="5238" y="201"/>
                  </a:cubicBezTo>
                  <a:cubicBezTo>
                    <a:pt x="4437" y="935"/>
                    <a:pt x="3070" y="1702"/>
                    <a:pt x="568" y="2236"/>
                  </a:cubicBezTo>
                  <a:cubicBezTo>
                    <a:pt x="1" y="2369"/>
                    <a:pt x="168" y="3704"/>
                    <a:pt x="1535" y="3704"/>
                  </a:cubicBezTo>
                  <a:cubicBezTo>
                    <a:pt x="2903" y="3704"/>
                    <a:pt x="5371" y="3604"/>
                    <a:pt x="6372" y="3604"/>
                  </a:cubicBezTo>
                  <a:cubicBezTo>
                    <a:pt x="7973" y="3604"/>
                    <a:pt x="8907" y="3704"/>
                    <a:pt x="10208" y="3704"/>
                  </a:cubicBezTo>
                  <a:cubicBezTo>
                    <a:pt x="10508" y="3704"/>
                    <a:pt x="10742" y="3437"/>
                    <a:pt x="10675" y="3137"/>
                  </a:cubicBezTo>
                  <a:lnTo>
                    <a:pt x="10041" y="201"/>
                  </a:lnTo>
                  <a:cubicBezTo>
                    <a:pt x="10008" y="68"/>
                    <a:pt x="9875" y="1"/>
                    <a:pt x="97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7" name="Google Shape;3527;p113">
              <a:extLst>
                <a:ext uri="{FF2B5EF4-FFF2-40B4-BE49-F238E27FC236}">
                  <a16:creationId xmlns:a16="http://schemas.microsoft.com/office/drawing/2014/main" id="{4EF679A7-EF4B-B0B5-DE18-55C2AC308568}"/>
                </a:ext>
              </a:extLst>
            </p:cNvPr>
            <p:cNvSpPr/>
            <p:nvPr/>
          </p:nvSpPr>
          <p:spPr>
            <a:xfrm>
              <a:off x="7251680" y="4347880"/>
              <a:ext cx="79540" cy="86981"/>
            </a:xfrm>
            <a:custGeom>
              <a:avLst/>
              <a:gdLst/>
              <a:ahLst/>
              <a:cxnLst/>
              <a:rect l="l" t="t" r="r" b="b"/>
              <a:pathLst>
                <a:path w="3570" h="3904" extrusionOk="0">
                  <a:moveTo>
                    <a:pt x="1" y="1"/>
                  </a:moveTo>
                  <a:lnTo>
                    <a:pt x="334" y="3904"/>
                  </a:lnTo>
                  <a:lnTo>
                    <a:pt x="3570" y="3904"/>
                  </a:lnTo>
                  <a:lnTo>
                    <a:pt x="327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8" name="Google Shape;3528;p113">
              <a:extLst>
                <a:ext uri="{FF2B5EF4-FFF2-40B4-BE49-F238E27FC236}">
                  <a16:creationId xmlns:a16="http://schemas.microsoft.com/office/drawing/2014/main" id="{2E532171-A973-6172-0241-50208A6C9D58}"/>
                </a:ext>
              </a:extLst>
            </p:cNvPr>
            <p:cNvSpPr/>
            <p:nvPr/>
          </p:nvSpPr>
          <p:spPr>
            <a:xfrm>
              <a:off x="7074064" y="2862227"/>
              <a:ext cx="274267" cy="1523573"/>
            </a:xfrm>
            <a:custGeom>
              <a:avLst/>
              <a:gdLst/>
              <a:ahLst/>
              <a:cxnLst/>
              <a:rect l="l" t="t" r="r" b="b"/>
              <a:pathLst>
                <a:path w="12310" h="68383" extrusionOk="0">
                  <a:moveTo>
                    <a:pt x="0" y="1"/>
                  </a:moveTo>
                  <a:lnTo>
                    <a:pt x="0" y="1"/>
                  </a:lnTo>
                  <a:cubicBezTo>
                    <a:pt x="0" y="1"/>
                    <a:pt x="2202" y="27921"/>
                    <a:pt x="3336" y="37394"/>
                  </a:cubicBezTo>
                  <a:cubicBezTo>
                    <a:pt x="4604" y="47802"/>
                    <a:pt x="7239" y="68183"/>
                    <a:pt x="7239" y="68183"/>
                  </a:cubicBezTo>
                  <a:lnTo>
                    <a:pt x="12309" y="68383"/>
                  </a:lnTo>
                  <a:cubicBezTo>
                    <a:pt x="12309" y="68383"/>
                    <a:pt x="11942" y="47902"/>
                    <a:pt x="11242" y="37728"/>
                  </a:cubicBezTo>
                  <a:cubicBezTo>
                    <a:pt x="10441" y="26119"/>
                    <a:pt x="11242" y="601"/>
                    <a:pt x="11242" y="601"/>
                  </a:cubicBez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9" name="Google Shape;3529;p113">
              <a:extLst>
                <a:ext uri="{FF2B5EF4-FFF2-40B4-BE49-F238E27FC236}">
                  <a16:creationId xmlns:a16="http://schemas.microsoft.com/office/drawing/2014/main" id="{D0D88068-2B5D-6839-0787-4A590A06960B}"/>
                </a:ext>
              </a:extLst>
            </p:cNvPr>
            <p:cNvSpPr/>
            <p:nvPr/>
          </p:nvSpPr>
          <p:spPr>
            <a:xfrm>
              <a:off x="7215274" y="4361270"/>
              <a:ext cx="141211" cy="49818"/>
            </a:xfrm>
            <a:custGeom>
              <a:avLst/>
              <a:gdLst/>
              <a:ahLst/>
              <a:cxnLst/>
              <a:rect l="l" t="t" r="r" b="b"/>
              <a:pathLst>
                <a:path w="6338" h="2236" extrusionOk="0">
                  <a:moveTo>
                    <a:pt x="0" y="0"/>
                  </a:moveTo>
                  <a:lnTo>
                    <a:pt x="634" y="2235"/>
                  </a:lnTo>
                  <a:lnTo>
                    <a:pt x="6338" y="2235"/>
                  </a:lnTo>
                  <a:lnTo>
                    <a:pt x="6338" y="134"/>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0" name="Google Shape;3530;p113">
              <a:extLst>
                <a:ext uri="{FF2B5EF4-FFF2-40B4-BE49-F238E27FC236}">
                  <a16:creationId xmlns:a16="http://schemas.microsoft.com/office/drawing/2014/main" id="{D2A7652C-17E9-426F-AEE5-180F823307D1}"/>
                </a:ext>
              </a:extLst>
            </p:cNvPr>
            <p:cNvSpPr/>
            <p:nvPr/>
          </p:nvSpPr>
          <p:spPr>
            <a:xfrm>
              <a:off x="7214517" y="4491987"/>
              <a:ext cx="37921" cy="18671"/>
            </a:xfrm>
            <a:custGeom>
              <a:avLst/>
              <a:gdLst/>
              <a:ahLst/>
              <a:cxnLst/>
              <a:rect l="l" t="t" r="r" b="b"/>
              <a:pathLst>
                <a:path w="1702" h="838" extrusionOk="0">
                  <a:moveTo>
                    <a:pt x="251" y="146"/>
                  </a:moveTo>
                  <a:cubicBezTo>
                    <a:pt x="268" y="146"/>
                    <a:pt x="284" y="154"/>
                    <a:pt x="301" y="171"/>
                  </a:cubicBezTo>
                  <a:cubicBezTo>
                    <a:pt x="701" y="238"/>
                    <a:pt x="1068" y="371"/>
                    <a:pt x="1435" y="604"/>
                  </a:cubicBezTo>
                  <a:cubicBezTo>
                    <a:pt x="1260" y="648"/>
                    <a:pt x="1086" y="673"/>
                    <a:pt x="914" y="673"/>
                  </a:cubicBezTo>
                  <a:cubicBezTo>
                    <a:pt x="692" y="673"/>
                    <a:pt x="474" y="632"/>
                    <a:pt x="268" y="538"/>
                  </a:cubicBezTo>
                  <a:cubicBezTo>
                    <a:pt x="168" y="471"/>
                    <a:pt x="134" y="371"/>
                    <a:pt x="168" y="238"/>
                  </a:cubicBezTo>
                  <a:cubicBezTo>
                    <a:pt x="168" y="204"/>
                    <a:pt x="168" y="171"/>
                    <a:pt x="201" y="171"/>
                  </a:cubicBezTo>
                  <a:cubicBezTo>
                    <a:pt x="218" y="154"/>
                    <a:pt x="234" y="146"/>
                    <a:pt x="251" y="146"/>
                  </a:cubicBezTo>
                  <a:close/>
                  <a:moveTo>
                    <a:pt x="309" y="0"/>
                  </a:moveTo>
                  <a:cubicBezTo>
                    <a:pt x="241" y="0"/>
                    <a:pt x="182" y="11"/>
                    <a:pt x="134" y="37"/>
                  </a:cubicBezTo>
                  <a:cubicBezTo>
                    <a:pt x="67" y="71"/>
                    <a:pt x="1" y="171"/>
                    <a:pt x="1" y="238"/>
                  </a:cubicBezTo>
                  <a:cubicBezTo>
                    <a:pt x="1" y="404"/>
                    <a:pt x="34" y="571"/>
                    <a:pt x="168" y="671"/>
                  </a:cubicBezTo>
                  <a:cubicBezTo>
                    <a:pt x="334" y="805"/>
                    <a:pt x="568" y="838"/>
                    <a:pt x="801" y="838"/>
                  </a:cubicBezTo>
                  <a:cubicBezTo>
                    <a:pt x="1068" y="838"/>
                    <a:pt x="1368" y="771"/>
                    <a:pt x="1635" y="705"/>
                  </a:cubicBezTo>
                  <a:cubicBezTo>
                    <a:pt x="1669" y="705"/>
                    <a:pt x="1702" y="671"/>
                    <a:pt x="1702" y="638"/>
                  </a:cubicBezTo>
                  <a:cubicBezTo>
                    <a:pt x="1702" y="604"/>
                    <a:pt x="1702" y="571"/>
                    <a:pt x="1669" y="571"/>
                  </a:cubicBezTo>
                  <a:cubicBezTo>
                    <a:pt x="1582" y="513"/>
                    <a:pt x="762" y="0"/>
                    <a:pt x="3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1" name="Google Shape;3531;p113">
              <a:extLst>
                <a:ext uri="{FF2B5EF4-FFF2-40B4-BE49-F238E27FC236}">
                  <a16:creationId xmlns:a16="http://schemas.microsoft.com/office/drawing/2014/main" id="{D2D96BAB-F8D1-419F-05FF-B5301B549DA9}"/>
                </a:ext>
              </a:extLst>
            </p:cNvPr>
            <p:cNvSpPr/>
            <p:nvPr/>
          </p:nvSpPr>
          <p:spPr>
            <a:xfrm>
              <a:off x="7227907" y="4475433"/>
              <a:ext cx="24530" cy="32997"/>
            </a:xfrm>
            <a:custGeom>
              <a:avLst/>
              <a:gdLst/>
              <a:ahLst/>
              <a:cxnLst/>
              <a:rect l="l" t="t" r="r" b="b"/>
              <a:pathLst>
                <a:path w="1101" h="1481" extrusionOk="0">
                  <a:moveTo>
                    <a:pt x="367" y="147"/>
                  </a:moveTo>
                  <a:cubicBezTo>
                    <a:pt x="434" y="147"/>
                    <a:pt x="501" y="147"/>
                    <a:pt x="534" y="213"/>
                  </a:cubicBezTo>
                  <a:cubicBezTo>
                    <a:pt x="767" y="514"/>
                    <a:pt x="901" y="847"/>
                    <a:pt x="934" y="1214"/>
                  </a:cubicBezTo>
                  <a:cubicBezTo>
                    <a:pt x="601" y="981"/>
                    <a:pt x="167" y="447"/>
                    <a:pt x="234" y="213"/>
                  </a:cubicBezTo>
                  <a:cubicBezTo>
                    <a:pt x="234" y="213"/>
                    <a:pt x="234" y="147"/>
                    <a:pt x="334" y="147"/>
                  </a:cubicBezTo>
                  <a:close/>
                  <a:moveTo>
                    <a:pt x="414" y="1"/>
                  </a:moveTo>
                  <a:cubicBezTo>
                    <a:pt x="386" y="1"/>
                    <a:pt x="359" y="5"/>
                    <a:pt x="334" y="13"/>
                  </a:cubicBezTo>
                  <a:cubicBezTo>
                    <a:pt x="200" y="13"/>
                    <a:pt x="100" y="80"/>
                    <a:pt x="67" y="213"/>
                  </a:cubicBezTo>
                  <a:cubicBezTo>
                    <a:pt x="0" y="547"/>
                    <a:pt x="667" y="1281"/>
                    <a:pt x="1001" y="1448"/>
                  </a:cubicBezTo>
                  <a:lnTo>
                    <a:pt x="1034" y="1448"/>
                  </a:lnTo>
                  <a:cubicBezTo>
                    <a:pt x="1034" y="1481"/>
                    <a:pt x="1068" y="1481"/>
                    <a:pt x="1068" y="1481"/>
                  </a:cubicBezTo>
                  <a:cubicBezTo>
                    <a:pt x="1101" y="1448"/>
                    <a:pt x="1101" y="1414"/>
                    <a:pt x="1101" y="1414"/>
                  </a:cubicBezTo>
                  <a:cubicBezTo>
                    <a:pt x="1101" y="1347"/>
                    <a:pt x="1034" y="413"/>
                    <a:pt x="634" y="113"/>
                  </a:cubicBezTo>
                  <a:cubicBezTo>
                    <a:pt x="584" y="38"/>
                    <a:pt x="496" y="1"/>
                    <a:pt x="4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2" name="Google Shape;3532;p113">
              <a:extLst>
                <a:ext uri="{FF2B5EF4-FFF2-40B4-BE49-F238E27FC236}">
                  <a16:creationId xmlns:a16="http://schemas.microsoft.com/office/drawing/2014/main" id="{CD50E2D9-5BC2-8945-C3C2-E3F35366CDD7}"/>
                </a:ext>
              </a:extLst>
            </p:cNvPr>
            <p:cNvSpPr/>
            <p:nvPr/>
          </p:nvSpPr>
          <p:spPr>
            <a:xfrm>
              <a:off x="7144669" y="2206727"/>
              <a:ext cx="276495" cy="1356362"/>
            </a:xfrm>
            <a:custGeom>
              <a:avLst/>
              <a:gdLst/>
              <a:ahLst/>
              <a:cxnLst/>
              <a:rect l="l" t="t" r="r" b="b"/>
              <a:pathLst>
                <a:path w="12410" h="60878" extrusionOk="0">
                  <a:moveTo>
                    <a:pt x="5804" y="1"/>
                  </a:moveTo>
                  <a:cubicBezTo>
                    <a:pt x="5804" y="1"/>
                    <a:pt x="3069" y="7773"/>
                    <a:pt x="2068" y="19114"/>
                  </a:cubicBezTo>
                  <a:cubicBezTo>
                    <a:pt x="1034" y="30456"/>
                    <a:pt x="0" y="54039"/>
                    <a:pt x="867" y="60878"/>
                  </a:cubicBezTo>
                  <a:cubicBezTo>
                    <a:pt x="7105" y="59944"/>
                    <a:pt x="10674" y="57842"/>
                    <a:pt x="10674" y="57842"/>
                  </a:cubicBezTo>
                  <a:cubicBezTo>
                    <a:pt x="10674" y="57842"/>
                    <a:pt x="8506" y="29288"/>
                    <a:pt x="9440" y="21649"/>
                  </a:cubicBezTo>
                  <a:cubicBezTo>
                    <a:pt x="10241" y="14878"/>
                    <a:pt x="11575" y="7539"/>
                    <a:pt x="12176" y="4170"/>
                  </a:cubicBezTo>
                  <a:cubicBezTo>
                    <a:pt x="12409" y="2936"/>
                    <a:pt x="11675" y="1735"/>
                    <a:pt x="10474" y="1402"/>
                  </a:cubicBezTo>
                  <a:lnTo>
                    <a:pt x="5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3" name="Google Shape;3533;p113">
              <a:extLst>
                <a:ext uri="{FF2B5EF4-FFF2-40B4-BE49-F238E27FC236}">
                  <a16:creationId xmlns:a16="http://schemas.microsoft.com/office/drawing/2014/main" id="{2A42CBE9-FBC4-4BEA-BDAD-8BD09AB6F31F}"/>
                </a:ext>
              </a:extLst>
            </p:cNvPr>
            <p:cNvSpPr/>
            <p:nvPr/>
          </p:nvSpPr>
          <p:spPr>
            <a:xfrm>
              <a:off x="7250187" y="2394770"/>
              <a:ext cx="85488" cy="29744"/>
            </a:xfrm>
            <a:custGeom>
              <a:avLst/>
              <a:gdLst/>
              <a:ahLst/>
              <a:cxnLst/>
              <a:rect l="l" t="t" r="r" b="b"/>
              <a:pathLst>
                <a:path w="3837" h="1335" extrusionOk="0">
                  <a:moveTo>
                    <a:pt x="68" y="0"/>
                  </a:moveTo>
                  <a:lnTo>
                    <a:pt x="1" y="567"/>
                  </a:lnTo>
                  <a:lnTo>
                    <a:pt x="3770" y="1334"/>
                  </a:lnTo>
                  <a:lnTo>
                    <a:pt x="3837" y="767"/>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4" name="Google Shape;3534;p113">
              <a:extLst>
                <a:ext uri="{FF2B5EF4-FFF2-40B4-BE49-F238E27FC236}">
                  <a16:creationId xmlns:a16="http://schemas.microsoft.com/office/drawing/2014/main" id="{9A30A153-8E79-87F3-B98A-EB85D4DE200C}"/>
                </a:ext>
              </a:extLst>
            </p:cNvPr>
            <p:cNvSpPr/>
            <p:nvPr/>
          </p:nvSpPr>
          <p:spPr>
            <a:xfrm>
              <a:off x="6820629" y="2201536"/>
              <a:ext cx="311430" cy="1348920"/>
            </a:xfrm>
            <a:custGeom>
              <a:avLst/>
              <a:gdLst/>
              <a:ahLst/>
              <a:cxnLst/>
              <a:rect l="l" t="t" r="r" b="b"/>
              <a:pathLst>
                <a:path w="13978" h="60544" extrusionOk="0">
                  <a:moveTo>
                    <a:pt x="13977" y="0"/>
                  </a:moveTo>
                  <a:lnTo>
                    <a:pt x="8773" y="500"/>
                  </a:lnTo>
                  <a:cubicBezTo>
                    <a:pt x="7639" y="634"/>
                    <a:pt x="6705" y="1468"/>
                    <a:pt x="6472" y="2569"/>
                  </a:cubicBezTo>
                  <a:cubicBezTo>
                    <a:pt x="5771" y="5938"/>
                    <a:pt x="4270" y="13376"/>
                    <a:pt x="3436" y="20415"/>
                  </a:cubicBezTo>
                  <a:cubicBezTo>
                    <a:pt x="2502" y="28087"/>
                    <a:pt x="0" y="57875"/>
                    <a:pt x="0" y="57875"/>
                  </a:cubicBezTo>
                  <a:cubicBezTo>
                    <a:pt x="0" y="57875"/>
                    <a:pt x="1969" y="60277"/>
                    <a:pt x="6205" y="60543"/>
                  </a:cubicBezTo>
                  <a:cubicBezTo>
                    <a:pt x="7472" y="53739"/>
                    <a:pt x="8640" y="33891"/>
                    <a:pt x="9941" y="22583"/>
                  </a:cubicBezTo>
                  <a:cubicBezTo>
                    <a:pt x="10875" y="14978"/>
                    <a:pt x="12209" y="7439"/>
                    <a:pt x="139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5" name="Google Shape;3535;p113">
              <a:extLst>
                <a:ext uri="{FF2B5EF4-FFF2-40B4-BE49-F238E27FC236}">
                  <a16:creationId xmlns:a16="http://schemas.microsoft.com/office/drawing/2014/main" id="{6EB144E0-A3AB-A4F5-DCE0-4E4A5B8BCE14}"/>
                </a:ext>
              </a:extLst>
            </p:cNvPr>
            <p:cNvSpPr/>
            <p:nvPr/>
          </p:nvSpPr>
          <p:spPr>
            <a:xfrm>
              <a:off x="7085939" y="2272876"/>
              <a:ext cx="92930" cy="477906"/>
            </a:xfrm>
            <a:custGeom>
              <a:avLst/>
              <a:gdLst/>
              <a:ahLst/>
              <a:cxnLst/>
              <a:rect l="l" t="t" r="r" b="b"/>
              <a:pathLst>
                <a:path w="4171" h="21450" extrusionOk="0">
                  <a:moveTo>
                    <a:pt x="3870" y="0"/>
                  </a:moveTo>
                  <a:lnTo>
                    <a:pt x="3370" y="634"/>
                  </a:lnTo>
                  <a:lnTo>
                    <a:pt x="1" y="15912"/>
                  </a:lnTo>
                  <a:cubicBezTo>
                    <a:pt x="268" y="17780"/>
                    <a:pt x="668" y="19648"/>
                    <a:pt x="1168" y="21449"/>
                  </a:cubicBezTo>
                  <a:cubicBezTo>
                    <a:pt x="2503" y="18180"/>
                    <a:pt x="3437" y="16279"/>
                    <a:pt x="3437" y="16279"/>
                  </a:cubicBezTo>
                  <a:lnTo>
                    <a:pt x="4171" y="434"/>
                  </a:lnTo>
                  <a:lnTo>
                    <a:pt x="38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3" name="Rechteck 2">
            <a:extLst>
              <a:ext uri="{FF2B5EF4-FFF2-40B4-BE49-F238E27FC236}">
                <a16:creationId xmlns:a16="http://schemas.microsoft.com/office/drawing/2014/main" id="{CE826A71-FB66-3710-C0D6-C11A30BB846B}"/>
              </a:ext>
            </a:extLst>
          </p:cNvPr>
          <p:cNvSpPr/>
          <p:nvPr/>
        </p:nvSpPr>
        <p:spPr>
          <a:xfrm>
            <a:off x="4546649" y="2036793"/>
            <a:ext cx="1475009" cy="177692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2" name="Diagramm 1">
            <a:extLst>
              <a:ext uri="{FF2B5EF4-FFF2-40B4-BE49-F238E27FC236}">
                <a16:creationId xmlns:a16="http://schemas.microsoft.com/office/drawing/2014/main" id="{7DC3866F-F943-5D56-5623-CBCB91AFFA01}"/>
              </a:ext>
            </a:extLst>
          </p:cNvPr>
          <p:cNvGraphicFramePr/>
          <p:nvPr/>
        </p:nvGraphicFramePr>
        <p:xfrm>
          <a:off x="4591454" y="2104137"/>
          <a:ext cx="1385398" cy="1707934"/>
        </p:xfrm>
        <a:graphic>
          <a:graphicData uri="http://schemas.openxmlformats.org/drawingml/2006/chart">
            <c:chart xmlns:c="http://schemas.openxmlformats.org/drawingml/2006/chart" xmlns:r="http://schemas.openxmlformats.org/officeDocument/2006/relationships" r:id="rId3"/>
          </a:graphicData>
        </a:graphic>
      </p:graphicFrame>
      <p:sp>
        <p:nvSpPr>
          <p:cNvPr id="3539" name="Google Shape;3539;p113">
            <a:extLst>
              <a:ext uri="{FF2B5EF4-FFF2-40B4-BE49-F238E27FC236}">
                <a16:creationId xmlns:a16="http://schemas.microsoft.com/office/drawing/2014/main" id="{AB77FCB9-D541-6307-7F3B-A7AF6406F834}"/>
              </a:ext>
            </a:extLst>
          </p:cNvPr>
          <p:cNvSpPr/>
          <p:nvPr/>
        </p:nvSpPr>
        <p:spPr>
          <a:xfrm>
            <a:off x="4504314" y="2928823"/>
            <a:ext cx="225900" cy="22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cxnSp>
        <p:nvCxnSpPr>
          <p:cNvPr id="3408" name="Google Shape;3408;p113">
            <a:extLst>
              <a:ext uri="{FF2B5EF4-FFF2-40B4-BE49-F238E27FC236}">
                <a16:creationId xmlns:a16="http://schemas.microsoft.com/office/drawing/2014/main" id="{4D93429F-459C-7089-2D64-B29D306BD9E2}"/>
              </a:ext>
            </a:extLst>
          </p:cNvPr>
          <p:cNvCxnSpPr/>
          <p:nvPr/>
        </p:nvCxnSpPr>
        <p:spPr>
          <a:xfrm rot="10800000">
            <a:off x="1284776" y="3041773"/>
            <a:ext cx="3219300" cy="0"/>
          </a:xfrm>
          <a:prstGeom prst="straightConnector1">
            <a:avLst/>
          </a:prstGeom>
          <a:noFill/>
          <a:ln w="38100" cap="flat" cmpd="sng">
            <a:solidFill>
              <a:schemeClr val="dk1"/>
            </a:solidFill>
            <a:prstDash val="solid"/>
            <a:round/>
            <a:headEnd type="none" w="med" len="med"/>
            <a:tailEnd type="none" w="med" len="med"/>
          </a:ln>
        </p:spPr>
      </p:cxnSp>
      <p:cxnSp>
        <p:nvCxnSpPr>
          <p:cNvPr id="3536" name="Google Shape;3536;p113">
            <a:extLst>
              <a:ext uri="{FF2B5EF4-FFF2-40B4-BE49-F238E27FC236}">
                <a16:creationId xmlns:a16="http://schemas.microsoft.com/office/drawing/2014/main" id="{59415D00-6792-12E1-7479-7326DE3F9B93}"/>
              </a:ext>
            </a:extLst>
          </p:cNvPr>
          <p:cNvCxnSpPr/>
          <p:nvPr/>
        </p:nvCxnSpPr>
        <p:spPr>
          <a:xfrm rot="10800000">
            <a:off x="1104338" y="4052225"/>
            <a:ext cx="4992300" cy="0"/>
          </a:xfrm>
          <a:prstGeom prst="straightConnector1">
            <a:avLst/>
          </a:prstGeom>
          <a:noFill/>
          <a:ln w="38100" cap="flat" cmpd="sng">
            <a:solidFill>
              <a:schemeClr val="dk1"/>
            </a:solidFill>
            <a:prstDash val="solid"/>
            <a:round/>
            <a:headEnd type="none" w="med" len="med"/>
            <a:tailEnd type="none" w="med" len="med"/>
          </a:ln>
        </p:spPr>
      </p:cxnSp>
      <p:cxnSp>
        <p:nvCxnSpPr>
          <p:cNvPr id="3537" name="Google Shape;3537;p113">
            <a:extLst>
              <a:ext uri="{FF2B5EF4-FFF2-40B4-BE49-F238E27FC236}">
                <a16:creationId xmlns:a16="http://schemas.microsoft.com/office/drawing/2014/main" id="{7BC27956-3183-E831-5292-1CE04BE29E20}"/>
              </a:ext>
            </a:extLst>
          </p:cNvPr>
          <p:cNvCxnSpPr>
            <a:cxnSpLocks/>
          </p:cNvCxnSpPr>
          <p:nvPr/>
        </p:nvCxnSpPr>
        <p:spPr>
          <a:xfrm flipH="1">
            <a:off x="573437" y="2036794"/>
            <a:ext cx="3851226" cy="10637"/>
          </a:xfrm>
          <a:prstGeom prst="straightConnector1">
            <a:avLst/>
          </a:prstGeom>
          <a:noFill/>
          <a:ln w="38100" cap="flat" cmpd="sng">
            <a:solidFill>
              <a:schemeClr val="dk1"/>
            </a:solidFill>
            <a:prstDash val="solid"/>
            <a:round/>
            <a:headEnd type="none" w="med" len="med"/>
            <a:tailEnd type="none" w="med" len="med"/>
          </a:ln>
        </p:spPr>
      </p:cxnSp>
      <p:sp>
        <p:nvSpPr>
          <p:cNvPr id="3538" name="Google Shape;3538;p113">
            <a:extLst>
              <a:ext uri="{FF2B5EF4-FFF2-40B4-BE49-F238E27FC236}">
                <a16:creationId xmlns:a16="http://schemas.microsoft.com/office/drawing/2014/main" id="{6AE80D06-0DCF-F9FD-A589-83C6C8E332EA}"/>
              </a:ext>
            </a:extLst>
          </p:cNvPr>
          <p:cNvSpPr/>
          <p:nvPr/>
        </p:nvSpPr>
        <p:spPr>
          <a:xfrm>
            <a:off x="4342776" y="1911688"/>
            <a:ext cx="225900" cy="22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40" name="Google Shape;3540;p113">
            <a:extLst>
              <a:ext uri="{FF2B5EF4-FFF2-40B4-BE49-F238E27FC236}">
                <a16:creationId xmlns:a16="http://schemas.microsoft.com/office/drawing/2014/main" id="{CE2F4C05-530E-BDBA-1EC0-1759E9526229}"/>
              </a:ext>
            </a:extLst>
          </p:cNvPr>
          <p:cNvSpPr/>
          <p:nvPr/>
        </p:nvSpPr>
        <p:spPr>
          <a:xfrm>
            <a:off x="5974156" y="3939275"/>
            <a:ext cx="225900" cy="22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8" name="Google Shape;1721;p80">
            <a:extLst>
              <a:ext uri="{FF2B5EF4-FFF2-40B4-BE49-F238E27FC236}">
                <a16:creationId xmlns:a16="http://schemas.microsoft.com/office/drawing/2014/main" id="{1E895B10-32EB-A59F-8B53-3BAD9B03F0A3}"/>
              </a:ext>
            </a:extLst>
          </p:cNvPr>
          <p:cNvGrpSpPr/>
          <p:nvPr/>
        </p:nvGrpSpPr>
        <p:grpSpPr>
          <a:xfrm rot="1873678" flipH="1">
            <a:off x="5871677" y="1939250"/>
            <a:ext cx="255906" cy="870828"/>
            <a:chOff x="3167700" y="238125"/>
            <a:chExt cx="1230625" cy="5172775"/>
          </a:xfrm>
        </p:grpSpPr>
        <p:sp>
          <p:nvSpPr>
            <p:cNvPr id="9" name="Google Shape;1722;p80">
              <a:extLst>
                <a:ext uri="{FF2B5EF4-FFF2-40B4-BE49-F238E27FC236}">
                  <a16:creationId xmlns:a16="http://schemas.microsoft.com/office/drawing/2014/main" id="{7B9BFC07-840D-A252-09A0-EC286D39443D}"/>
                </a:ext>
              </a:extLst>
            </p:cNvPr>
            <p:cNvSpPr/>
            <p:nvPr/>
          </p:nvSpPr>
          <p:spPr>
            <a:xfrm>
              <a:off x="3310100" y="3874000"/>
              <a:ext cx="993900" cy="1536900"/>
            </a:xfrm>
            <a:custGeom>
              <a:avLst/>
              <a:gdLst/>
              <a:ahLst/>
              <a:cxnLst/>
              <a:rect l="l" t="t" r="r" b="b"/>
              <a:pathLst>
                <a:path w="39756" h="61476" extrusionOk="0">
                  <a:moveTo>
                    <a:pt x="20193" y="1"/>
                  </a:moveTo>
                  <a:cubicBezTo>
                    <a:pt x="19862" y="1"/>
                    <a:pt x="19527" y="7"/>
                    <a:pt x="19186" y="21"/>
                  </a:cubicBezTo>
                  <a:cubicBezTo>
                    <a:pt x="0" y="860"/>
                    <a:pt x="480" y="24004"/>
                    <a:pt x="7015" y="38034"/>
                  </a:cubicBezTo>
                  <a:cubicBezTo>
                    <a:pt x="7182" y="38463"/>
                    <a:pt x="7539" y="38655"/>
                    <a:pt x="7901" y="38655"/>
                  </a:cubicBezTo>
                  <a:cubicBezTo>
                    <a:pt x="8448" y="38655"/>
                    <a:pt x="9006" y="38216"/>
                    <a:pt x="8934" y="37494"/>
                  </a:cubicBezTo>
                  <a:cubicBezTo>
                    <a:pt x="8814" y="36055"/>
                    <a:pt x="8814" y="34556"/>
                    <a:pt x="8934" y="33057"/>
                  </a:cubicBezTo>
                  <a:cubicBezTo>
                    <a:pt x="8994" y="32638"/>
                    <a:pt x="9353" y="32278"/>
                    <a:pt x="9773" y="32158"/>
                  </a:cubicBezTo>
                  <a:cubicBezTo>
                    <a:pt x="9819" y="32153"/>
                    <a:pt x="9864" y="32150"/>
                    <a:pt x="9910" y="32150"/>
                  </a:cubicBezTo>
                  <a:cubicBezTo>
                    <a:pt x="10401" y="32150"/>
                    <a:pt x="10862" y="32443"/>
                    <a:pt x="10972" y="32937"/>
                  </a:cubicBezTo>
                  <a:cubicBezTo>
                    <a:pt x="13071" y="42650"/>
                    <a:pt x="21884" y="53922"/>
                    <a:pt x="24882" y="60877"/>
                  </a:cubicBezTo>
                  <a:cubicBezTo>
                    <a:pt x="25062" y="61117"/>
                    <a:pt x="25242" y="61297"/>
                    <a:pt x="25482" y="61417"/>
                  </a:cubicBezTo>
                  <a:cubicBezTo>
                    <a:pt x="25601" y="61457"/>
                    <a:pt x="25723" y="61476"/>
                    <a:pt x="25843" y="61476"/>
                  </a:cubicBezTo>
                  <a:cubicBezTo>
                    <a:pt x="26266" y="61476"/>
                    <a:pt x="26660" y="61238"/>
                    <a:pt x="26801" y="60817"/>
                  </a:cubicBezTo>
                  <a:cubicBezTo>
                    <a:pt x="29199" y="54522"/>
                    <a:pt x="28719" y="47627"/>
                    <a:pt x="27880" y="42830"/>
                  </a:cubicBezTo>
                  <a:cubicBezTo>
                    <a:pt x="27820" y="42471"/>
                    <a:pt x="28000" y="42051"/>
                    <a:pt x="28299" y="41871"/>
                  </a:cubicBezTo>
                  <a:cubicBezTo>
                    <a:pt x="28474" y="41746"/>
                    <a:pt x="28691" y="41684"/>
                    <a:pt x="28906" y="41684"/>
                  </a:cubicBezTo>
                  <a:cubicBezTo>
                    <a:pt x="29206" y="41684"/>
                    <a:pt x="29504" y="41806"/>
                    <a:pt x="29678" y="42051"/>
                  </a:cubicBezTo>
                  <a:cubicBezTo>
                    <a:pt x="30518" y="43190"/>
                    <a:pt x="31357" y="44269"/>
                    <a:pt x="32317" y="45288"/>
                  </a:cubicBezTo>
                  <a:cubicBezTo>
                    <a:pt x="32539" y="45511"/>
                    <a:pt x="32794" y="45634"/>
                    <a:pt x="33082" y="45634"/>
                  </a:cubicBezTo>
                  <a:cubicBezTo>
                    <a:pt x="33183" y="45634"/>
                    <a:pt x="33287" y="45619"/>
                    <a:pt x="33396" y="45588"/>
                  </a:cubicBezTo>
                  <a:cubicBezTo>
                    <a:pt x="33875" y="45408"/>
                    <a:pt x="34175" y="44869"/>
                    <a:pt x="34055" y="44329"/>
                  </a:cubicBezTo>
                  <a:cubicBezTo>
                    <a:pt x="32197" y="38693"/>
                    <a:pt x="31297" y="30719"/>
                    <a:pt x="34775" y="23224"/>
                  </a:cubicBezTo>
                  <a:cubicBezTo>
                    <a:pt x="39755" y="12443"/>
                    <a:pt x="34428" y="1"/>
                    <a:pt x="20193" y="1"/>
                  </a:cubicBezTo>
                  <a:close/>
                </a:path>
              </a:pathLst>
            </a:custGeom>
            <a:solidFill>
              <a:srgbClr val="7E57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 name="Google Shape;1723;p80">
              <a:extLst>
                <a:ext uri="{FF2B5EF4-FFF2-40B4-BE49-F238E27FC236}">
                  <a16:creationId xmlns:a16="http://schemas.microsoft.com/office/drawing/2014/main" id="{46449AEA-EBF9-77E1-467F-BB3A0AFC46F5}"/>
                </a:ext>
              </a:extLst>
            </p:cNvPr>
            <p:cNvSpPr/>
            <p:nvPr/>
          </p:nvSpPr>
          <p:spPr>
            <a:xfrm>
              <a:off x="3310100" y="3874000"/>
              <a:ext cx="993900" cy="1536900"/>
            </a:xfrm>
            <a:custGeom>
              <a:avLst/>
              <a:gdLst/>
              <a:ahLst/>
              <a:cxnLst/>
              <a:rect l="l" t="t" r="r" b="b"/>
              <a:pathLst>
                <a:path w="39756" h="61476" extrusionOk="0">
                  <a:moveTo>
                    <a:pt x="20193" y="1"/>
                  </a:moveTo>
                  <a:cubicBezTo>
                    <a:pt x="19862" y="1"/>
                    <a:pt x="19527" y="7"/>
                    <a:pt x="19186" y="21"/>
                  </a:cubicBezTo>
                  <a:cubicBezTo>
                    <a:pt x="0" y="860"/>
                    <a:pt x="480" y="24004"/>
                    <a:pt x="7015" y="38034"/>
                  </a:cubicBezTo>
                  <a:cubicBezTo>
                    <a:pt x="7182" y="38463"/>
                    <a:pt x="7539" y="38655"/>
                    <a:pt x="7901" y="38655"/>
                  </a:cubicBezTo>
                  <a:cubicBezTo>
                    <a:pt x="8448" y="38655"/>
                    <a:pt x="9006" y="38216"/>
                    <a:pt x="8934" y="37494"/>
                  </a:cubicBezTo>
                  <a:cubicBezTo>
                    <a:pt x="8814" y="36055"/>
                    <a:pt x="8814" y="34556"/>
                    <a:pt x="8934" y="33057"/>
                  </a:cubicBezTo>
                  <a:cubicBezTo>
                    <a:pt x="8994" y="32638"/>
                    <a:pt x="9353" y="32278"/>
                    <a:pt x="9773" y="32158"/>
                  </a:cubicBezTo>
                  <a:cubicBezTo>
                    <a:pt x="9819" y="32153"/>
                    <a:pt x="9864" y="32150"/>
                    <a:pt x="9910" y="32150"/>
                  </a:cubicBezTo>
                  <a:cubicBezTo>
                    <a:pt x="10401" y="32150"/>
                    <a:pt x="10862" y="32443"/>
                    <a:pt x="10972" y="32937"/>
                  </a:cubicBezTo>
                  <a:cubicBezTo>
                    <a:pt x="13071" y="42650"/>
                    <a:pt x="21884" y="53922"/>
                    <a:pt x="24882" y="60877"/>
                  </a:cubicBezTo>
                  <a:cubicBezTo>
                    <a:pt x="25062" y="61117"/>
                    <a:pt x="25242" y="61297"/>
                    <a:pt x="25482" y="61417"/>
                  </a:cubicBezTo>
                  <a:cubicBezTo>
                    <a:pt x="25601" y="61457"/>
                    <a:pt x="25723" y="61476"/>
                    <a:pt x="25843" y="61476"/>
                  </a:cubicBezTo>
                  <a:cubicBezTo>
                    <a:pt x="26266" y="61476"/>
                    <a:pt x="26660" y="61238"/>
                    <a:pt x="26801" y="60817"/>
                  </a:cubicBezTo>
                  <a:cubicBezTo>
                    <a:pt x="29199" y="54522"/>
                    <a:pt x="28719" y="47627"/>
                    <a:pt x="27880" y="42830"/>
                  </a:cubicBezTo>
                  <a:cubicBezTo>
                    <a:pt x="27820" y="42471"/>
                    <a:pt x="28000" y="42051"/>
                    <a:pt x="28299" y="41871"/>
                  </a:cubicBezTo>
                  <a:cubicBezTo>
                    <a:pt x="28474" y="41746"/>
                    <a:pt x="28691" y="41684"/>
                    <a:pt x="28906" y="41684"/>
                  </a:cubicBezTo>
                  <a:cubicBezTo>
                    <a:pt x="29206" y="41684"/>
                    <a:pt x="29504" y="41806"/>
                    <a:pt x="29678" y="42051"/>
                  </a:cubicBezTo>
                  <a:cubicBezTo>
                    <a:pt x="30518" y="43190"/>
                    <a:pt x="31357" y="44269"/>
                    <a:pt x="32317" y="45288"/>
                  </a:cubicBezTo>
                  <a:cubicBezTo>
                    <a:pt x="32539" y="45511"/>
                    <a:pt x="32794" y="45634"/>
                    <a:pt x="33082" y="45634"/>
                  </a:cubicBezTo>
                  <a:cubicBezTo>
                    <a:pt x="33183" y="45634"/>
                    <a:pt x="33287" y="45619"/>
                    <a:pt x="33396" y="45588"/>
                  </a:cubicBezTo>
                  <a:cubicBezTo>
                    <a:pt x="33875" y="45408"/>
                    <a:pt x="34175" y="44869"/>
                    <a:pt x="34055" y="44329"/>
                  </a:cubicBezTo>
                  <a:cubicBezTo>
                    <a:pt x="32197" y="38693"/>
                    <a:pt x="31297" y="30719"/>
                    <a:pt x="34775" y="23224"/>
                  </a:cubicBezTo>
                  <a:cubicBezTo>
                    <a:pt x="39755" y="12443"/>
                    <a:pt x="34428" y="1"/>
                    <a:pt x="201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 name="Google Shape;1724;p80">
              <a:extLst>
                <a:ext uri="{FF2B5EF4-FFF2-40B4-BE49-F238E27FC236}">
                  <a16:creationId xmlns:a16="http://schemas.microsoft.com/office/drawing/2014/main" id="{A33D4022-1E06-E263-7D12-A18AF9596418}"/>
                </a:ext>
              </a:extLst>
            </p:cNvPr>
            <p:cNvSpPr/>
            <p:nvPr/>
          </p:nvSpPr>
          <p:spPr>
            <a:xfrm>
              <a:off x="3263625" y="3678150"/>
              <a:ext cx="1049250" cy="667050"/>
            </a:xfrm>
            <a:custGeom>
              <a:avLst/>
              <a:gdLst/>
              <a:ahLst/>
              <a:cxnLst/>
              <a:rect l="l" t="t" r="r" b="b"/>
              <a:pathLst>
                <a:path w="41970" h="26682" extrusionOk="0">
                  <a:moveTo>
                    <a:pt x="6296" y="1"/>
                  </a:moveTo>
                  <a:cubicBezTo>
                    <a:pt x="5636" y="1"/>
                    <a:pt x="5037" y="480"/>
                    <a:pt x="4857" y="1140"/>
                  </a:cubicBezTo>
                  <a:lnTo>
                    <a:pt x="0" y="25063"/>
                  </a:lnTo>
                  <a:lnTo>
                    <a:pt x="0" y="25242"/>
                  </a:lnTo>
                  <a:cubicBezTo>
                    <a:pt x="0" y="26022"/>
                    <a:pt x="660" y="26681"/>
                    <a:pt x="1439" y="26681"/>
                  </a:cubicBezTo>
                  <a:lnTo>
                    <a:pt x="40651" y="26681"/>
                  </a:lnTo>
                  <a:cubicBezTo>
                    <a:pt x="41430" y="26561"/>
                    <a:pt x="41970" y="25842"/>
                    <a:pt x="41850" y="25063"/>
                  </a:cubicBezTo>
                  <a:lnTo>
                    <a:pt x="36934" y="1140"/>
                  </a:lnTo>
                  <a:cubicBezTo>
                    <a:pt x="36814" y="480"/>
                    <a:pt x="36274" y="1"/>
                    <a:pt x="356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 name="Google Shape;1725;p80">
              <a:extLst>
                <a:ext uri="{FF2B5EF4-FFF2-40B4-BE49-F238E27FC236}">
                  <a16:creationId xmlns:a16="http://schemas.microsoft.com/office/drawing/2014/main" id="{1DA5E40A-350A-19CC-384F-DF04DA2D681F}"/>
                </a:ext>
              </a:extLst>
            </p:cNvPr>
            <p:cNvSpPr/>
            <p:nvPr/>
          </p:nvSpPr>
          <p:spPr>
            <a:xfrm>
              <a:off x="3456975" y="3676550"/>
              <a:ext cx="658050" cy="766075"/>
            </a:xfrm>
            <a:custGeom>
              <a:avLst/>
              <a:gdLst/>
              <a:ahLst/>
              <a:cxnLst/>
              <a:rect l="l" t="t" r="r" b="b"/>
              <a:pathLst>
                <a:path w="26322" h="30643" extrusionOk="0">
                  <a:moveTo>
                    <a:pt x="4390" y="0"/>
                  </a:moveTo>
                  <a:cubicBezTo>
                    <a:pt x="3664" y="0"/>
                    <a:pt x="3116" y="578"/>
                    <a:pt x="3059" y="1264"/>
                  </a:cubicBezTo>
                  <a:lnTo>
                    <a:pt x="1" y="29084"/>
                  </a:lnTo>
                  <a:lnTo>
                    <a:pt x="1" y="29204"/>
                  </a:lnTo>
                  <a:cubicBezTo>
                    <a:pt x="1" y="29983"/>
                    <a:pt x="660" y="30583"/>
                    <a:pt x="1440" y="30643"/>
                  </a:cubicBezTo>
                  <a:lnTo>
                    <a:pt x="25003" y="30643"/>
                  </a:lnTo>
                  <a:cubicBezTo>
                    <a:pt x="25782" y="30523"/>
                    <a:pt x="26322" y="29803"/>
                    <a:pt x="26202" y="29084"/>
                  </a:cubicBezTo>
                  <a:lnTo>
                    <a:pt x="23144" y="1264"/>
                  </a:lnTo>
                  <a:cubicBezTo>
                    <a:pt x="23087" y="578"/>
                    <a:pt x="22539" y="0"/>
                    <a:pt x="21812" y="0"/>
                  </a:cubicBezTo>
                  <a:cubicBezTo>
                    <a:pt x="21777" y="0"/>
                    <a:pt x="21741" y="2"/>
                    <a:pt x="21705" y="5"/>
                  </a:cubicBezTo>
                  <a:lnTo>
                    <a:pt x="4498" y="5"/>
                  </a:lnTo>
                  <a:cubicBezTo>
                    <a:pt x="4461" y="2"/>
                    <a:pt x="4426" y="0"/>
                    <a:pt x="439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 name="Google Shape;1726;p80">
              <a:extLst>
                <a:ext uri="{FF2B5EF4-FFF2-40B4-BE49-F238E27FC236}">
                  <a16:creationId xmlns:a16="http://schemas.microsoft.com/office/drawing/2014/main" id="{A017A7A9-A971-86C9-4802-6DA29A07425F}"/>
                </a:ext>
              </a:extLst>
            </p:cNvPr>
            <p:cNvSpPr/>
            <p:nvPr/>
          </p:nvSpPr>
          <p:spPr>
            <a:xfrm>
              <a:off x="4362325" y="1410275"/>
              <a:ext cx="30000" cy="371750"/>
            </a:xfrm>
            <a:custGeom>
              <a:avLst/>
              <a:gdLst/>
              <a:ahLst/>
              <a:cxnLst/>
              <a:rect l="l" t="t" r="r" b="b"/>
              <a:pathLst>
                <a:path w="1200" h="14870" extrusionOk="0">
                  <a:moveTo>
                    <a:pt x="720" y="0"/>
                  </a:moveTo>
                  <a:lnTo>
                    <a:pt x="0" y="60"/>
                  </a:lnTo>
                  <a:lnTo>
                    <a:pt x="420" y="14870"/>
                  </a:lnTo>
                  <a:lnTo>
                    <a:pt x="1200" y="14870"/>
                  </a:lnTo>
                  <a:lnTo>
                    <a:pt x="72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 name="Google Shape;1727;p80">
              <a:extLst>
                <a:ext uri="{FF2B5EF4-FFF2-40B4-BE49-F238E27FC236}">
                  <a16:creationId xmlns:a16="http://schemas.microsoft.com/office/drawing/2014/main" id="{A7E141F2-1C54-4D91-2AE4-E04590A79E61}"/>
                </a:ext>
              </a:extLst>
            </p:cNvPr>
            <p:cNvSpPr/>
            <p:nvPr/>
          </p:nvSpPr>
          <p:spPr>
            <a:xfrm>
              <a:off x="4375825" y="1877950"/>
              <a:ext cx="22500" cy="109425"/>
            </a:xfrm>
            <a:custGeom>
              <a:avLst/>
              <a:gdLst/>
              <a:ahLst/>
              <a:cxnLst/>
              <a:rect l="l" t="t" r="r" b="b"/>
              <a:pathLst>
                <a:path w="900" h="4377" extrusionOk="0">
                  <a:moveTo>
                    <a:pt x="0" y="0"/>
                  </a:moveTo>
                  <a:lnTo>
                    <a:pt x="120" y="4377"/>
                  </a:lnTo>
                  <a:lnTo>
                    <a:pt x="899" y="4317"/>
                  </a:lnTo>
                  <a:lnTo>
                    <a:pt x="77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 name="Google Shape;1728;p80">
              <a:extLst>
                <a:ext uri="{FF2B5EF4-FFF2-40B4-BE49-F238E27FC236}">
                  <a16:creationId xmlns:a16="http://schemas.microsoft.com/office/drawing/2014/main" id="{7F86847A-ECA0-9E1A-48F6-F5BDA20139E7}"/>
                </a:ext>
              </a:extLst>
            </p:cNvPr>
            <p:cNvSpPr/>
            <p:nvPr/>
          </p:nvSpPr>
          <p:spPr>
            <a:xfrm>
              <a:off x="3167700" y="238125"/>
              <a:ext cx="1227625" cy="3771325"/>
            </a:xfrm>
            <a:custGeom>
              <a:avLst/>
              <a:gdLst/>
              <a:ahLst/>
              <a:cxnLst/>
              <a:rect l="l" t="t" r="r" b="b"/>
              <a:pathLst>
                <a:path w="49105" h="150853" extrusionOk="0">
                  <a:moveTo>
                    <a:pt x="24702" y="0"/>
                  </a:moveTo>
                  <a:cubicBezTo>
                    <a:pt x="24702" y="0"/>
                    <a:pt x="3418" y="17567"/>
                    <a:pt x="3418" y="46707"/>
                  </a:cubicBezTo>
                  <a:lnTo>
                    <a:pt x="240" y="137961"/>
                  </a:lnTo>
                  <a:cubicBezTo>
                    <a:pt x="0" y="144856"/>
                    <a:pt x="5336" y="150612"/>
                    <a:pt x="12231" y="150852"/>
                  </a:cubicBezTo>
                  <a:lnTo>
                    <a:pt x="36694" y="150852"/>
                  </a:lnTo>
                  <a:cubicBezTo>
                    <a:pt x="36730" y="150852"/>
                    <a:pt x="36766" y="150852"/>
                    <a:pt x="36802" y="150852"/>
                  </a:cubicBezTo>
                  <a:cubicBezTo>
                    <a:pt x="43587" y="150852"/>
                    <a:pt x="49104" y="145240"/>
                    <a:pt x="49104" y="138441"/>
                  </a:cubicBezTo>
                  <a:lnTo>
                    <a:pt x="49104" y="137961"/>
                  </a:lnTo>
                  <a:lnTo>
                    <a:pt x="45987" y="46707"/>
                  </a:lnTo>
                  <a:cubicBezTo>
                    <a:pt x="46047" y="17627"/>
                    <a:pt x="24702" y="0"/>
                    <a:pt x="247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 name="Google Shape;1729;p80">
              <a:extLst>
                <a:ext uri="{FF2B5EF4-FFF2-40B4-BE49-F238E27FC236}">
                  <a16:creationId xmlns:a16="http://schemas.microsoft.com/office/drawing/2014/main" id="{06A0EB66-DC38-78C6-EA75-CD19DCD50756}"/>
                </a:ext>
              </a:extLst>
            </p:cNvPr>
            <p:cNvSpPr/>
            <p:nvPr/>
          </p:nvSpPr>
          <p:spPr>
            <a:xfrm>
              <a:off x="3413525" y="238125"/>
              <a:ext cx="759950" cy="653550"/>
            </a:xfrm>
            <a:custGeom>
              <a:avLst/>
              <a:gdLst/>
              <a:ahLst/>
              <a:cxnLst/>
              <a:rect l="l" t="t" r="r" b="b"/>
              <a:pathLst>
                <a:path w="30398" h="26142" extrusionOk="0">
                  <a:moveTo>
                    <a:pt x="14869" y="0"/>
                  </a:moveTo>
                  <a:cubicBezTo>
                    <a:pt x="9113" y="5216"/>
                    <a:pt x="4257" y="11392"/>
                    <a:pt x="600" y="18227"/>
                  </a:cubicBezTo>
                  <a:cubicBezTo>
                    <a:pt x="240" y="19006"/>
                    <a:pt x="0" y="19906"/>
                    <a:pt x="0" y="20745"/>
                  </a:cubicBezTo>
                  <a:cubicBezTo>
                    <a:pt x="0" y="23743"/>
                    <a:pt x="2398" y="26141"/>
                    <a:pt x="5396" y="26141"/>
                  </a:cubicBezTo>
                  <a:lnTo>
                    <a:pt x="24162" y="26141"/>
                  </a:lnTo>
                  <a:cubicBezTo>
                    <a:pt x="25002" y="26141"/>
                    <a:pt x="25901" y="25961"/>
                    <a:pt x="26681" y="25542"/>
                  </a:cubicBezTo>
                  <a:cubicBezTo>
                    <a:pt x="29319" y="24223"/>
                    <a:pt x="30398" y="20925"/>
                    <a:pt x="29019" y="18287"/>
                  </a:cubicBezTo>
                  <a:cubicBezTo>
                    <a:pt x="25422" y="11392"/>
                    <a:pt x="20625" y="5216"/>
                    <a:pt x="148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 name="Google Shape;1730;p80">
              <a:extLst>
                <a:ext uri="{FF2B5EF4-FFF2-40B4-BE49-F238E27FC236}">
                  <a16:creationId xmlns:a16="http://schemas.microsoft.com/office/drawing/2014/main" id="{35E26D44-A203-72C0-AA73-EB7D5BBC6827}"/>
                </a:ext>
              </a:extLst>
            </p:cNvPr>
            <p:cNvSpPr/>
            <p:nvPr/>
          </p:nvSpPr>
          <p:spPr>
            <a:xfrm>
              <a:off x="3397025" y="1455250"/>
              <a:ext cx="774950" cy="776450"/>
            </a:xfrm>
            <a:custGeom>
              <a:avLst/>
              <a:gdLst/>
              <a:ahLst/>
              <a:cxnLst/>
              <a:rect l="l" t="t" r="r" b="b"/>
              <a:pathLst>
                <a:path w="30998" h="31058" extrusionOk="0">
                  <a:moveTo>
                    <a:pt x="15529" y="0"/>
                  </a:moveTo>
                  <a:cubicBezTo>
                    <a:pt x="6955" y="0"/>
                    <a:pt x="1" y="6955"/>
                    <a:pt x="1" y="15529"/>
                  </a:cubicBezTo>
                  <a:cubicBezTo>
                    <a:pt x="1" y="24103"/>
                    <a:pt x="6955" y="31058"/>
                    <a:pt x="15529" y="31058"/>
                  </a:cubicBezTo>
                  <a:cubicBezTo>
                    <a:pt x="24103" y="31058"/>
                    <a:pt x="30998" y="24103"/>
                    <a:pt x="30998" y="15529"/>
                  </a:cubicBezTo>
                  <a:cubicBezTo>
                    <a:pt x="30998" y="6955"/>
                    <a:pt x="24103" y="0"/>
                    <a:pt x="155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 name="Google Shape;1731;p80">
              <a:extLst>
                <a:ext uri="{FF2B5EF4-FFF2-40B4-BE49-F238E27FC236}">
                  <a16:creationId xmlns:a16="http://schemas.microsoft.com/office/drawing/2014/main" id="{BD18240A-48D9-2367-79B8-D3F2F6D6C622}"/>
                </a:ext>
              </a:extLst>
            </p:cNvPr>
            <p:cNvSpPr/>
            <p:nvPr/>
          </p:nvSpPr>
          <p:spPr>
            <a:xfrm>
              <a:off x="3522925" y="1579650"/>
              <a:ext cx="524650" cy="523150"/>
            </a:xfrm>
            <a:custGeom>
              <a:avLst/>
              <a:gdLst/>
              <a:ahLst/>
              <a:cxnLst/>
              <a:rect l="l" t="t" r="r" b="b"/>
              <a:pathLst>
                <a:path w="20986" h="20926" extrusionOk="0">
                  <a:moveTo>
                    <a:pt x="10613" y="1"/>
                  </a:moveTo>
                  <a:cubicBezTo>
                    <a:pt x="5217" y="121"/>
                    <a:pt x="780" y="4318"/>
                    <a:pt x="421" y="9714"/>
                  </a:cubicBezTo>
                  <a:cubicBezTo>
                    <a:pt x="1" y="15110"/>
                    <a:pt x="3778" y="19906"/>
                    <a:pt x="9114" y="20866"/>
                  </a:cubicBezTo>
                  <a:cubicBezTo>
                    <a:pt x="9654" y="20866"/>
                    <a:pt x="10074" y="20926"/>
                    <a:pt x="10613" y="20926"/>
                  </a:cubicBezTo>
                  <a:cubicBezTo>
                    <a:pt x="14990" y="20926"/>
                    <a:pt x="18947" y="18168"/>
                    <a:pt x="20446" y="14091"/>
                  </a:cubicBezTo>
                  <a:lnTo>
                    <a:pt x="20566" y="13671"/>
                  </a:lnTo>
                  <a:cubicBezTo>
                    <a:pt x="20566" y="13431"/>
                    <a:pt x="20746" y="13191"/>
                    <a:pt x="20746" y="12951"/>
                  </a:cubicBezTo>
                  <a:cubicBezTo>
                    <a:pt x="20866" y="12352"/>
                    <a:pt x="20986" y="11692"/>
                    <a:pt x="20986" y="11033"/>
                  </a:cubicBezTo>
                  <a:lnTo>
                    <a:pt x="20986" y="10553"/>
                  </a:lnTo>
                  <a:cubicBezTo>
                    <a:pt x="20926" y="5637"/>
                    <a:pt x="17448" y="1380"/>
                    <a:pt x="12652" y="300"/>
                  </a:cubicBezTo>
                  <a:cubicBezTo>
                    <a:pt x="11992" y="180"/>
                    <a:pt x="11213" y="61"/>
                    <a:pt x="106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cxnSp>
        <p:nvCxnSpPr>
          <p:cNvPr id="6" name="Gerade Verbindung 5">
            <a:extLst>
              <a:ext uri="{FF2B5EF4-FFF2-40B4-BE49-F238E27FC236}">
                <a16:creationId xmlns:a16="http://schemas.microsoft.com/office/drawing/2014/main" id="{3ED6E1B4-D93A-66DE-47B6-3D282BBC4C3F}"/>
              </a:ext>
            </a:extLst>
          </p:cNvPr>
          <p:cNvCxnSpPr>
            <a:cxnSpLocks/>
          </p:cNvCxnSpPr>
          <p:nvPr/>
        </p:nvCxnSpPr>
        <p:spPr>
          <a:xfrm>
            <a:off x="5569527" y="2300628"/>
            <a:ext cx="706742" cy="41589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103CB0B3-E38E-725A-AE2B-E189C1689A46}"/>
              </a:ext>
            </a:extLst>
          </p:cNvPr>
          <p:cNvSpPr/>
          <p:nvPr/>
        </p:nvSpPr>
        <p:spPr>
          <a:xfrm rot="7538605" flipV="1">
            <a:off x="5823615" y="2151170"/>
            <a:ext cx="278781"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5320399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37"/>
                                        </p:tgtEl>
                                        <p:attrNameLst>
                                          <p:attrName>style.visibility</p:attrName>
                                        </p:attrNameLst>
                                      </p:cBhvr>
                                      <p:to>
                                        <p:strVal val="visible"/>
                                      </p:to>
                                    </p:set>
                                    <p:anim calcmode="lin" valueType="num">
                                      <p:cBhvr additive="base">
                                        <p:cTn id="7" dur="1000"/>
                                        <p:tgtEl>
                                          <p:spTgt spid="3537"/>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08"/>
                                        </p:tgtEl>
                                        <p:attrNameLst>
                                          <p:attrName>style.visibility</p:attrName>
                                        </p:attrNameLst>
                                      </p:cBhvr>
                                      <p:to>
                                        <p:strVal val="visible"/>
                                      </p:to>
                                    </p:set>
                                    <p:anim calcmode="lin" valueType="num">
                                      <p:cBhvr additive="base">
                                        <p:cTn id="12" dur="1000"/>
                                        <p:tgtEl>
                                          <p:spTgt spid="340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536"/>
                                        </p:tgtEl>
                                        <p:attrNameLst>
                                          <p:attrName>style.visibility</p:attrName>
                                        </p:attrNameLst>
                                      </p:cBhvr>
                                      <p:to>
                                        <p:strVal val="visible"/>
                                      </p:to>
                                    </p:set>
                                    <p:anim calcmode="lin" valueType="num">
                                      <p:cBhvr additive="base">
                                        <p:cTn id="17" dur="1000"/>
                                        <p:tgtEl>
                                          <p:spTgt spid="353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64">
          <a:extLst>
            <a:ext uri="{FF2B5EF4-FFF2-40B4-BE49-F238E27FC236}">
              <a16:creationId xmlns:a16="http://schemas.microsoft.com/office/drawing/2014/main" id="{4F4F42C1-23FB-F00B-882C-EB6416D06676}"/>
            </a:ext>
          </a:extLst>
        </p:cNvPr>
        <p:cNvGrpSpPr/>
        <p:nvPr/>
      </p:nvGrpSpPr>
      <p:grpSpPr>
        <a:xfrm>
          <a:off x="0" y="0"/>
          <a:ext cx="0" cy="0"/>
          <a:chOff x="0" y="0"/>
          <a:chExt cx="0" cy="0"/>
        </a:xfrm>
      </p:grpSpPr>
      <p:sp>
        <p:nvSpPr>
          <p:cNvPr id="965" name="Google Shape;965;p58">
            <a:extLst>
              <a:ext uri="{FF2B5EF4-FFF2-40B4-BE49-F238E27FC236}">
                <a16:creationId xmlns:a16="http://schemas.microsoft.com/office/drawing/2014/main" id="{0D69F705-CA1B-496C-88BB-63AFC3CDCB2A}"/>
              </a:ext>
            </a:extLst>
          </p:cNvPr>
          <p:cNvSpPr txBox="1">
            <a:spLocks noGrp="1"/>
          </p:cNvSpPr>
          <p:nvPr>
            <p:ph type="ctrTitle"/>
          </p:nvPr>
        </p:nvSpPr>
        <p:spPr>
          <a:xfrm>
            <a:off x="351928" y="1993478"/>
            <a:ext cx="5372469" cy="824250"/>
          </a:xfrm>
          <a:prstGeom prst="rect">
            <a:avLst/>
          </a:prstGeom>
        </p:spPr>
        <p:txBody>
          <a:bodyPr spcFirstLastPara="1" wrap="square" lIns="91425" tIns="91425" rIns="91425" bIns="91425" anchor="b" anchorCtr="0">
            <a:noAutofit/>
          </a:bodyPr>
          <a:lstStyle/>
          <a:p>
            <a:r>
              <a:rPr lang="de-DE" sz="4000" noProof="1"/>
              <a:t>Über uns</a:t>
            </a:r>
            <a:endParaRPr lang="de-DE" sz="2000" noProof="1"/>
          </a:p>
        </p:txBody>
      </p:sp>
      <p:sp>
        <p:nvSpPr>
          <p:cNvPr id="968" name="Google Shape;968;p58">
            <a:extLst>
              <a:ext uri="{FF2B5EF4-FFF2-40B4-BE49-F238E27FC236}">
                <a16:creationId xmlns:a16="http://schemas.microsoft.com/office/drawing/2014/main" id="{671BC2DF-259F-5D5C-A5EF-CA30EDCC545A}"/>
              </a:ext>
            </a:extLst>
          </p:cNvPr>
          <p:cNvSpPr>
            <a:spLocks noGrp="1" noRot="1" noMove="1" noResize="1" noEditPoints="1" noAdjustHandles="1" noChangeArrowheads="1" noChangeShapeType="1"/>
          </p:cNvSpPr>
          <p:nvPr/>
        </p:nvSpPr>
        <p:spPr>
          <a:xfrm>
            <a:off x="5120402" y="699805"/>
            <a:ext cx="3772223" cy="2641599"/>
          </a:xfrm>
          <a:custGeom>
            <a:avLst/>
            <a:gdLst/>
            <a:ahLst/>
            <a:cxnLst/>
            <a:rect l="l" t="t" r="r" b="b"/>
            <a:pathLst>
              <a:path w="263056" h="183540" extrusionOk="0">
                <a:moveTo>
                  <a:pt x="127069" y="0"/>
                </a:moveTo>
                <a:cubicBezTo>
                  <a:pt x="121906" y="0"/>
                  <a:pt x="115893" y="1622"/>
                  <a:pt x="108832" y="5374"/>
                </a:cubicBezTo>
                <a:cubicBezTo>
                  <a:pt x="76838" y="22371"/>
                  <a:pt x="108732" y="52216"/>
                  <a:pt x="87936" y="75762"/>
                </a:cubicBezTo>
                <a:cubicBezTo>
                  <a:pt x="65040" y="101657"/>
                  <a:pt x="18698" y="82860"/>
                  <a:pt x="7450" y="124903"/>
                </a:cubicBezTo>
                <a:cubicBezTo>
                  <a:pt x="1" y="152998"/>
                  <a:pt x="22412" y="180078"/>
                  <a:pt x="50096" y="180078"/>
                </a:cubicBezTo>
                <a:cubicBezTo>
                  <a:pt x="52510" y="180078"/>
                  <a:pt x="54963" y="179872"/>
                  <a:pt x="57441" y="179443"/>
                </a:cubicBezTo>
                <a:cubicBezTo>
                  <a:pt x="75738" y="176244"/>
                  <a:pt x="82037" y="158097"/>
                  <a:pt x="98184" y="153798"/>
                </a:cubicBezTo>
                <a:cubicBezTo>
                  <a:pt x="100109" y="153295"/>
                  <a:pt x="102055" y="153067"/>
                  <a:pt x="104013" y="153067"/>
                </a:cubicBezTo>
                <a:cubicBezTo>
                  <a:pt x="119194" y="153067"/>
                  <a:pt x="135081" y="166801"/>
                  <a:pt x="147125" y="173044"/>
                </a:cubicBezTo>
                <a:cubicBezTo>
                  <a:pt x="160350" y="179857"/>
                  <a:pt x="173228" y="183540"/>
                  <a:pt x="185330" y="183540"/>
                </a:cubicBezTo>
                <a:cubicBezTo>
                  <a:pt x="205022" y="183540"/>
                  <a:pt x="222662" y="173788"/>
                  <a:pt x="236410" y="151898"/>
                </a:cubicBezTo>
                <a:cubicBezTo>
                  <a:pt x="252507" y="126203"/>
                  <a:pt x="263055" y="79261"/>
                  <a:pt x="225562" y="66763"/>
                </a:cubicBezTo>
                <a:cubicBezTo>
                  <a:pt x="220012" y="64904"/>
                  <a:pt x="214754" y="64287"/>
                  <a:pt x="209789" y="64287"/>
                </a:cubicBezTo>
                <a:cubicBezTo>
                  <a:pt x="199981" y="64287"/>
                  <a:pt x="191318" y="66695"/>
                  <a:pt x="183819" y="66695"/>
                </a:cubicBezTo>
                <a:cubicBezTo>
                  <a:pt x="174187" y="66695"/>
                  <a:pt x="166475" y="62722"/>
                  <a:pt x="160723" y="44567"/>
                </a:cubicBezTo>
                <a:cubicBezTo>
                  <a:pt x="154618" y="25373"/>
                  <a:pt x="147493" y="0"/>
                  <a:pt x="1270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69" name="Google Shape;969;p58">
            <a:extLst>
              <a:ext uri="{FF2B5EF4-FFF2-40B4-BE49-F238E27FC236}">
                <a16:creationId xmlns:a16="http://schemas.microsoft.com/office/drawing/2014/main" id="{CF3B9B90-8624-31EB-0CCC-4DAA6C96E8F6}"/>
              </a:ext>
            </a:extLst>
          </p:cNvPr>
          <p:cNvSpPr>
            <a:spLocks noGrp="1" noRot="1" noMove="1" noResize="1" noEditPoints="1" noAdjustHandles="1" noChangeArrowheads="1" noChangeShapeType="1"/>
          </p:cNvSpPr>
          <p:nvPr/>
        </p:nvSpPr>
        <p:spPr>
          <a:xfrm>
            <a:off x="7335871" y="1874048"/>
            <a:ext cx="1808129" cy="1280749"/>
          </a:xfrm>
          <a:custGeom>
            <a:avLst/>
            <a:gdLst/>
            <a:ahLst/>
            <a:cxnLst/>
            <a:rect l="l" t="t" r="r" b="b"/>
            <a:pathLst>
              <a:path w="146526" h="71341" extrusionOk="0">
                <a:moveTo>
                  <a:pt x="146525" y="1"/>
                </a:moveTo>
                <a:cubicBezTo>
                  <a:pt x="122179" y="1"/>
                  <a:pt x="114181" y="15198"/>
                  <a:pt x="105732" y="31295"/>
                </a:cubicBezTo>
                <a:cubicBezTo>
                  <a:pt x="98134" y="45643"/>
                  <a:pt x="90335" y="60540"/>
                  <a:pt x="70138" y="66789"/>
                </a:cubicBezTo>
                <a:cubicBezTo>
                  <a:pt x="65597" y="68211"/>
                  <a:pt x="60713" y="68890"/>
                  <a:pt x="55736" y="68890"/>
                </a:cubicBezTo>
                <a:cubicBezTo>
                  <a:pt x="40768" y="68890"/>
                  <a:pt x="24952" y="62758"/>
                  <a:pt x="15048" y="52292"/>
                </a:cubicBezTo>
                <a:cubicBezTo>
                  <a:pt x="5300" y="41944"/>
                  <a:pt x="2700" y="28896"/>
                  <a:pt x="7699" y="15498"/>
                </a:cubicBezTo>
                <a:lnTo>
                  <a:pt x="5350" y="14598"/>
                </a:lnTo>
                <a:lnTo>
                  <a:pt x="5350" y="14598"/>
                </a:lnTo>
                <a:cubicBezTo>
                  <a:pt x="1" y="28946"/>
                  <a:pt x="2800" y="42943"/>
                  <a:pt x="13248" y="53991"/>
                </a:cubicBezTo>
                <a:cubicBezTo>
                  <a:pt x="23597" y="64939"/>
                  <a:pt x="40144" y="71338"/>
                  <a:pt x="55841" y="71338"/>
                </a:cubicBezTo>
                <a:cubicBezTo>
                  <a:pt x="56001" y="71340"/>
                  <a:pt x="56160" y="71341"/>
                  <a:pt x="56320" y="71341"/>
                </a:cubicBezTo>
                <a:cubicBezTo>
                  <a:pt x="61256" y="71341"/>
                  <a:pt x="66143" y="70593"/>
                  <a:pt x="70888" y="69189"/>
                </a:cubicBezTo>
                <a:cubicBezTo>
                  <a:pt x="92035" y="62590"/>
                  <a:pt x="100483" y="46593"/>
                  <a:pt x="107932" y="32445"/>
                </a:cubicBezTo>
                <a:cubicBezTo>
                  <a:pt x="116380" y="16348"/>
                  <a:pt x="123679" y="2501"/>
                  <a:pt x="146525" y="2501"/>
                </a:cubicBezTo>
                <a:lnTo>
                  <a:pt x="1465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0" name="Google Shape;970;p58">
            <a:extLst>
              <a:ext uri="{FF2B5EF4-FFF2-40B4-BE49-F238E27FC236}">
                <a16:creationId xmlns:a16="http://schemas.microsoft.com/office/drawing/2014/main" id="{BBEFA6BF-C2FA-E96F-985B-303793827689}"/>
              </a:ext>
            </a:extLst>
          </p:cNvPr>
          <p:cNvSpPr>
            <a:spLocks noGrp="1" noRot="1" noMove="1" noResize="1" noEditPoints="1" noAdjustHandles="1" noChangeArrowheads="1" noChangeShapeType="1"/>
          </p:cNvSpPr>
          <p:nvPr/>
        </p:nvSpPr>
        <p:spPr>
          <a:xfrm>
            <a:off x="7335871" y="1874048"/>
            <a:ext cx="1795597" cy="1280749"/>
          </a:xfrm>
          <a:custGeom>
            <a:avLst/>
            <a:gdLst/>
            <a:ahLst/>
            <a:cxnLst/>
            <a:rect l="l" t="t" r="r" b="b"/>
            <a:pathLst>
              <a:path w="146526" h="71341" extrusionOk="0">
                <a:moveTo>
                  <a:pt x="146525" y="1"/>
                </a:moveTo>
                <a:cubicBezTo>
                  <a:pt x="122179" y="1"/>
                  <a:pt x="114181" y="15198"/>
                  <a:pt x="105732" y="31295"/>
                </a:cubicBezTo>
                <a:cubicBezTo>
                  <a:pt x="98134" y="45643"/>
                  <a:pt x="90335" y="60540"/>
                  <a:pt x="70138" y="66789"/>
                </a:cubicBezTo>
                <a:cubicBezTo>
                  <a:pt x="65597" y="68211"/>
                  <a:pt x="60713" y="68890"/>
                  <a:pt x="55736" y="68890"/>
                </a:cubicBezTo>
                <a:cubicBezTo>
                  <a:pt x="40768" y="68890"/>
                  <a:pt x="24952" y="62758"/>
                  <a:pt x="15048" y="52292"/>
                </a:cubicBezTo>
                <a:cubicBezTo>
                  <a:pt x="5300" y="41944"/>
                  <a:pt x="2700" y="28896"/>
                  <a:pt x="7699" y="15498"/>
                </a:cubicBezTo>
                <a:lnTo>
                  <a:pt x="5350" y="14598"/>
                </a:lnTo>
                <a:lnTo>
                  <a:pt x="5350" y="14598"/>
                </a:lnTo>
                <a:cubicBezTo>
                  <a:pt x="1" y="28946"/>
                  <a:pt x="2800" y="42943"/>
                  <a:pt x="13248" y="53991"/>
                </a:cubicBezTo>
                <a:cubicBezTo>
                  <a:pt x="23597" y="64939"/>
                  <a:pt x="40144" y="71338"/>
                  <a:pt x="55841" y="71338"/>
                </a:cubicBezTo>
                <a:cubicBezTo>
                  <a:pt x="56001" y="71340"/>
                  <a:pt x="56160" y="71341"/>
                  <a:pt x="56320" y="71341"/>
                </a:cubicBezTo>
                <a:cubicBezTo>
                  <a:pt x="61256" y="71341"/>
                  <a:pt x="66143" y="70593"/>
                  <a:pt x="70888" y="69189"/>
                </a:cubicBezTo>
                <a:cubicBezTo>
                  <a:pt x="92035" y="62590"/>
                  <a:pt x="100483" y="46593"/>
                  <a:pt x="107932" y="32445"/>
                </a:cubicBezTo>
                <a:cubicBezTo>
                  <a:pt x="116380" y="16348"/>
                  <a:pt x="123679" y="2501"/>
                  <a:pt x="146525" y="2501"/>
                </a:cubicBezTo>
                <a:lnTo>
                  <a:pt x="146525"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1" name="Google Shape;971;p58">
            <a:extLst>
              <a:ext uri="{FF2B5EF4-FFF2-40B4-BE49-F238E27FC236}">
                <a16:creationId xmlns:a16="http://schemas.microsoft.com/office/drawing/2014/main" id="{3679D336-FA25-4F30-5A89-3F466F2219B5}"/>
              </a:ext>
            </a:extLst>
          </p:cNvPr>
          <p:cNvSpPr>
            <a:spLocks noGrp="1" noRot="1" noMove="1" noResize="1" noEditPoints="1" noAdjustHandles="1" noChangeArrowheads="1" noChangeShapeType="1"/>
          </p:cNvSpPr>
          <p:nvPr/>
        </p:nvSpPr>
        <p:spPr>
          <a:xfrm>
            <a:off x="6139552" y="1103167"/>
            <a:ext cx="186688" cy="173188"/>
          </a:xfrm>
          <a:custGeom>
            <a:avLst/>
            <a:gdLst/>
            <a:ahLst/>
            <a:cxnLst/>
            <a:rect l="l" t="t" r="r" b="b"/>
            <a:pathLst>
              <a:path w="10399" h="9647" extrusionOk="0">
                <a:moveTo>
                  <a:pt x="5349" y="648"/>
                </a:moveTo>
                <a:cubicBezTo>
                  <a:pt x="5499" y="648"/>
                  <a:pt x="5649" y="748"/>
                  <a:pt x="5699" y="848"/>
                </a:cubicBezTo>
                <a:lnTo>
                  <a:pt x="6599" y="2698"/>
                </a:lnTo>
                <a:cubicBezTo>
                  <a:pt x="6749" y="2998"/>
                  <a:pt x="7049" y="3198"/>
                  <a:pt x="7399" y="3248"/>
                </a:cubicBezTo>
                <a:lnTo>
                  <a:pt x="9399" y="3548"/>
                </a:lnTo>
                <a:cubicBezTo>
                  <a:pt x="9749" y="3598"/>
                  <a:pt x="9899" y="3998"/>
                  <a:pt x="9649" y="4248"/>
                </a:cubicBezTo>
                <a:lnTo>
                  <a:pt x="8199" y="5648"/>
                </a:lnTo>
                <a:cubicBezTo>
                  <a:pt x="7949" y="5898"/>
                  <a:pt x="7849" y="6247"/>
                  <a:pt x="7899" y="6547"/>
                </a:cubicBezTo>
                <a:lnTo>
                  <a:pt x="8249" y="8547"/>
                </a:lnTo>
                <a:cubicBezTo>
                  <a:pt x="8249" y="8647"/>
                  <a:pt x="8249" y="8747"/>
                  <a:pt x="8199" y="8847"/>
                </a:cubicBezTo>
                <a:cubicBezTo>
                  <a:pt x="8101" y="8945"/>
                  <a:pt x="7961" y="9021"/>
                  <a:pt x="7820" y="9021"/>
                </a:cubicBezTo>
                <a:cubicBezTo>
                  <a:pt x="7745" y="9021"/>
                  <a:pt x="7669" y="8999"/>
                  <a:pt x="7599" y="8947"/>
                </a:cubicBezTo>
                <a:lnTo>
                  <a:pt x="5849" y="8047"/>
                </a:lnTo>
                <a:cubicBezTo>
                  <a:pt x="5699" y="7947"/>
                  <a:pt x="5524" y="7897"/>
                  <a:pt x="5356" y="7897"/>
                </a:cubicBezTo>
                <a:cubicBezTo>
                  <a:pt x="5187" y="7897"/>
                  <a:pt x="5025" y="7947"/>
                  <a:pt x="4900" y="8047"/>
                </a:cubicBezTo>
                <a:lnTo>
                  <a:pt x="3050" y="8997"/>
                </a:lnTo>
                <a:cubicBezTo>
                  <a:pt x="2983" y="8997"/>
                  <a:pt x="2939" y="9019"/>
                  <a:pt x="2887" y="9019"/>
                </a:cubicBezTo>
                <a:cubicBezTo>
                  <a:pt x="2861" y="9019"/>
                  <a:pt x="2833" y="9014"/>
                  <a:pt x="2800" y="8997"/>
                </a:cubicBezTo>
                <a:cubicBezTo>
                  <a:pt x="2550" y="8997"/>
                  <a:pt x="2450" y="8747"/>
                  <a:pt x="2450" y="8547"/>
                </a:cubicBezTo>
                <a:lnTo>
                  <a:pt x="2800" y="6547"/>
                </a:lnTo>
                <a:cubicBezTo>
                  <a:pt x="2850" y="6247"/>
                  <a:pt x="2750" y="5898"/>
                  <a:pt x="2500" y="5648"/>
                </a:cubicBezTo>
                <a:lnTo>
                  <a:pt x="1050" y="4248"/>
                </a:lnTo>
                <a:cubicBezTo>
                  <a:pt x="1000" y="4148"/>
                  <a:pt x="950" y="4098"/>
                  <a:pt x="950" y="3998"/>
                </a:cubicBezTo>
                <a:cubicBezTo>
                  <a:pt x="900" y="3748"/>
                  <a:pt x="1050" y="3548"/>
                  <a:pt x="1300" y="3548"/>
                </a:cubicBezTo>
                <a:lnTo>
                  <a:pt x="3300" y="3248"/>
                </a:lnTo>
                <a:cubicBezTo>
                  <a:pt x="3600" y="3198"/>
                  <a:pt x="3900" y="2998"/>
                  <a:pt x="4050" y="2698"/>
                </a:cubicBezTo>
                <a:lnTo>
                  <a:pt x="4950" y="898"/>
                </a:lnTo>
                <a:cubicBezTo>
                  <a:pt x="5000" y="748"/>
                  <a:pt x="5150" y="648"/>
                  <a:pt x="5349" y="648"/>
                </a:cubicBezTo>
                <a:close/>
                <a:moveTo>
                  <a:pt x="5327" y="1"/>
                </a:moveTo>
                <a:cubicBezTo>
                  <a:pt x="4934" y="1"/>
                  <a:pt x="4546" y="233"/>
                  <a:pt x="4400" y="598"/>
                </a:cubicBezTo>
                <a:lnTo>
                  <a:pt x="3500" y="2398"/>
                </a:lnTo>
                <a:cubicBezTo>
                  <a:pt x="3450" y="2498"/>
                  <a:pt x="3300" y="2598"/>
                  <a:pt x="3200" y="2648"/>
                </a:cubicBezTo>
                <a:lnTo>
                  <a:pt x="1200" y="2898"/>
                </a:lnTo>
                <a:cubicBezTo>
                  <a:pt x="350" y="2998"/>
                  <a:pt x="0" y="4098"/>
                  <a:pt x="600" y="4698"/>
                </a:cubicBezTo>
                <a:lnTo>
                  <a:pt x="2050" y="6098"/>
                </a:lnTo>
                <a:cubicBezTo>
                  <a:pt x="2150" y="6197"/>
                  <a:pt x="2200" y="6297"/>
                  <a:pt x="2200" y="6447"/>
                </a:cubicBezTo>
                <a:lnTo>
                  <a:pt x="1850" y="8447"/>
                </a:lnTo>
                <a:cubicBezTo>
                  <a:pt x="1850" y="8497"/>
                  <a:pt x="1850" y="8547"/>
                  <a:pt x="1850" y="8597"/>
                </a:cubicBezTo>
                <a:cubicBezTo>
                  <a:pt x="1850" y="9147"/>
                  <a:pt x="2300" y="9647"/>
                  <a:pt x="2850" y="9647"/>
                </a:cubicBezTo>
                <a:cubicBezTo>
                  <a:pt x="3050" y="9597"/>
                  <a:pt x="3200" y="9547"/>
                  <a:pt x="3350" y="9497"/>
                </a:cubicBezTo>
                <a:lnTo>
                  <a:pt x="5100" y="8547"/>
                </a:lnTo>
                <a:cubicBezTo>
                  <a:pt x="5175" y="8522"/>
                  <a:pt x="5249" y="8510"/>
                  <a:pt x="5318" y="8510"/>
                </a:cubicBezTo>
                <a:cubicBezTo>
                  <a:pt x="5387" y="8510"/>
                  <a:pt x="5449" y="8522"/>
                  <a:pt x="5499" y="8547"/>
                </a:cubicBezTo>
                <a:lnTo>
                  <a:pt x="7299" y="9497"/>
                </a:lnTo>
                <a:cubicBezTo>
                  <a:pt x="7456" y="9581"/>
                  <a:pt x="7617" y="9618"/>
                  <a:pt x="7773" y="9618"/>
                </a:cubicBezTo>
                <a:cubicBezTo>
                  <a:pt x="8363" y="9618"/>
                  <a:pt x="8878" y="9080"/>
                  <a:pt x="8799" y="8447"/>
                </a:cubicBezTo>
                <a:lnTo>
                  <a:pt x="8449" y="6447"/>
                </a:lnTo>
                <a:cubicBezTo>
                  <a:pt x="8399" y="6297"/>
                  <a:pt x="8449" y="6147"/>
                  <a:pt x="8549" y="6098"/>
                </a:cubicBezTo>
                <a:lnTo>
                  <a:pt x="9999" y="4698"/>
                </a:lnTo>
                <a:cubicBezTo>
                  <a:pt x="10199" y="4548"/>
                  <a:pt x="10299" y="4348"/>
                  <a:pt x="10299" y="4098"/>
                </a:cubicBezTo>
                <a:cubicBezTo>
                  <a:pt x="10399" y="3548"/>
                  <a:pt x="9999" y="2998"/>
                  <a:pt x="9449" y="2948"/>
                </a:cubicBezTo>
                <a:lnTo>
                  <a:pt x="7449" y="2648"/>
                </a:lnTo>
                <a:cubicBezTo>
                  <a:pt x="7299" y="2598"/>
                  <a:pt x="7199" y="2498"/>
                  <a:pt x="7149" y="2398"/>
                </a:cubicBezTo>
                <a:lnTo>
                  <a:pt x="6249" y="598"/>
                </a:lnTo>
                <a:cubicBezTo>
                  <a:pt x="6149" y="399"/>
                  <a:pt x="5949" y="199"/>
                  <a:pt x="5749" y="99"/>
                </a:cubicBezTo>
                <a:cubicBezTo>
                  <a:pt x="5615" y="32"/>
                  <a:pt x="5471" y="1"/>
                  <a:pt x="53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2" name="Google Shape;972;p58">
            <a:extLst>
              <a:ext uri="{FF2B5EF4-FFF2-40B4-BE49-F238E27FC236}">
                <a16:creationId xmlns:a16="http://schemas.microsoft.com/office/drawing/2014/main" id="{F33AD78F-6C1E-A880-B0E3-D523B3727E4B}"/>
              </a:ext>
            </a:extLst>
          </p:cNvPr>
          <p:cNvSpPr>
            <a:spLocks noGrp="1" noRot="1" noMove="1" noResize="1" noEditPoints="1" noAdjustHandles="1" noChangeArrowheads="1" noChangeShapeType="1"/>
          </p:cNvSpPr>
          <p:nvPr/>
        </p:nvSpPr>
        <p:spPr>
          <a:xfrm>
            <a:off x="6594971" y="923804"/>
            <a:ext cx="328082" cy="321996"/>
          </a:xfrm>
          <a:custGeom>
            <a:avLst/>
            <a:gdLst/>
            <a:ahLst/>
            <a:cxnLst/>
            <a:rect l="l" t="t" r="r" b="b"/>
            <a:pathLst>
              <a:path w="18275" h="17936" extrusionOk="0">
                <a:moveTo>
                  <a:pt x="11872" y="0"/>
                </a:moveTo>
                <a:cubicBezTo>
                  <a:pt x="11548" y="0"/>
                  <a:pt x="11226" y="114"/>
                  <a:pt x="10976" y="341"/>
                </a:cubicBezTo>
                <a:lnTo>
                  <a:pt x="8027" y="2841"/>
                </a:lnTo>
                <a:cubicBezTo>
                  <a:pt x="7764" y="3066"/>
                  <a:pt x="7417" y="3178"/>
                  <a:pt x="7092" y="3178"/>
                </a:cubicBezTo>
                <a:cubicBezTo>
                  <a:pt x="6983" y="3178"/>
                  <a:pt x="6877" y="3166"/>
                  <a:pt x="6777" y="3141"/>
                </a:cubicBezTo>
                <a:lnTo>
                  <a:pt x="3027" y="2141"/>
                </a:lnTo>
                <a:cubicBezTo>
                  <a:pt x="2893" y="2096"/>
                  <a:pt x="2748" y="2071"/>
                  <a:pt x="2606" y="2071"/>
                </a:cubicBezTo>
                <a:cubicBezTo>
                  <a:pt x="2433" y="2071"/>
                  <a:pt x="2265" y="2108"/>
                  <a:pt x="2128" y="2191"/>
                </a:cubicBezTo>
                <a:cubicBezTo>
                  <a:pt x="1378" y="2491"/>
                  <a:pt x="1078" y="3291"/>
                  <a:pt x="1378" y="3991"/>
                </a:cubicBezTo>
                <a:lnTo>
                  <a:pt x="2827" y="7540"/>
                </a:lnTo>
                <a:cubicBezTo>
                  <a:pt x="2977" y="7940"/>
                  <a:pt x="2977" y="8440"/>
                  <a:pt x="2727" y="8790"/>
                </a:cubicBezTo>
                <a:lnTo>
                  <a:pt x="578" y="12039"/>
                </a:lnTo>
                <a:cubicBezTo>
                  <a:pt x="1" y="12953"/>
                  <a:pt x="673" y="14144"/>
                  <a:pt x="1704" y="14144"/>
                </a:cubicBezTo>
                <a:cubicBezTo>
                  <a:pt x="1745" y="14144"/>
                  <a:pt x="1786" y="14143"/>
                  <a:pt x="1828" y="14139"/>
                </a:cubicBezTo>
                <a:lnTo>
                  <a:pt x="5677" y="13889"/>
                </a:lnTo>
                <a:cubicBezTo>
                  <a:pt x="5723" y="13884"/>
                  <a:pt x="5769" y="13881"/>
                  <a:pt x="5815" y="13881"/>
                </a:cubicBezTo>
                <a:cubicBezTo>
                  <a:pt x="6217" y="13881"/>
                  <a:pt x="6607" y="14075"/>
                  <a:pt x="6877" y="14389"/>
                </a:cubicBezTo>
                <a:lnTo>
                  <a:pt x="9276" y="17438"/>
                </a:lnTo>
                <a:cubicBezTo>
                  <a:pt x="9476" y="17638"/>
                  <a:pt x="9726" y="17838"/>
                  <a:pt x="10026" y="17888"/>
                </a:cubicBezTo>
                <a:cubicBezTo>
                  <a:pt x="10147" y="17920"/>
                  <a:pt x="10267" y="17936"/>
                  <a:pt x="10386" y="17936"/>
                </a:cubicBezTo>
                <a:cubicBezTo>
                  <a:pt x="11003" y="17936"/>
                  <a:pt x="11558" y="17518"/>
                  <a:pt x="11726" y="16888"/>
                </a:cubicBezTo>
                <a:lnTo>
                  <a:pt x="12626" y="13139"/>
                </a:lnTo>
                <a:cubicBezTo>
                  <a:pt x="12726" y="12689"/>
                  <a:pt x="13076" y="12339"/>
                  <a:pt x="13476" y="12189"/>
                </a:cubicBezTo>
                <a:lnTo>
                  <a:pt x="17075" y="10839"/>
                </a:lnTo>
                <a:cubicBezTo>
                  <a:pt x="18175" y="10390"/>
                  <a:pt x="18275" y="8940"/>
                  <a:pt x="17325" y="8340"/>
                </a:cubicBezTo>
                <a:lnTo>
                  <a:pt x="14076" y="6340"/>
                </a:lnTo>
                <a:cubicBezTo>
                  <a:pt x="13676" y="6090"/>
                  <a:pt x="13426" y="5640"/>
                  <a:pt x="13426" y="5190"/>
                </a:cubicBezTo>
                <a:lnTo>
                  <a:pt x="13276" y="1341"/>
                </a:lnTo>
                <a:cubicBezTo>
                  <a:pt x="13226" y="1041"/>
                  <a:pt x="13126" y="741"/>
                  <a:pt x="12926" y="491"/>
                </a:cubicBezTo>
                <a:cubicBezTo>
                  <a:pt x="12653" y="164"/>
                  <a:pt x="12261" y="0"/>
                  <a:pt x="118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3" name="Google Shape;973;p58">
            <a:extLst>
              <a:ext uri="{FF2B5EF4-FFF2-40B4-BE49-F238E27FC236}">
                <a16:creationId xmlns:a16="http://schemas.microsoft.com/office/drawing/2014/main" id="{8DFB7BDE-6BD7-DAD0-C776-12689540E25F}"/>
              </a:ext>
            </a:extLst>
          </p:cNvPr>
          <p:cNvSpPr>
            <a:spLocks noGrp="1" noRot="1" noMove="1" noResize="1" noEditPoints="1" noAdjustHandles="1" noChangeArrowheads="1" noChangeShapeType="1"/>
          </p:cNvSpPr>
          <p:nvPr/>
        </p:nvSpPr>
        <p:spPr>
          <a:xfrm>
            <a:off x="8156156" y="1814050"/>
            <a:ext cx="341062" cy="327472"/>
          </a:xfrm>
          <a:custGeom>
            <a:avLst/>
            <a:gdLst/>
            <a:ahLst/>
            <a:cxnLst/>
            <a:rect l="l" t="t" r="r" b="b"/>
            <a:pathLst>
              <a:path w="18998" h="18241" extrusionOk="0">
                <a:moveTo>
                  <a:pt x="9149" y="643"/>
                </a:moveTo>
                <a:cubicBezTo>
                  <a:pt x="9549" y="643"/>
                  <a:pt x="9899" y="843"/>
                  <a:pt x="10049" y="1193"/>
                </a:cubicBezTo>
                <a:lnTo>
                  <a:pt x="12099" y="4443"/>
                </a:lnTo>
                <a:cubicBezTo>
                  <a:pt x="12399" y="4943"/>
                  <a:pt x="12898" y="5243"/>
                  <a:pt x="13448" y="5243"/>
                </a:cubicBezTo>
                <a:lnTo>
                  <a:pt x="17298" y="5443"/>
                </a:lnTo>
                <a:cubicBezTo>
                  <a:pt x="17548" y="5443"/>
                  <a:pt x="17748" y="5493"/>
                  <a:pt x="17948" y="5643"/>
                </a:cubicBezTo>
                <a:cubicBezTo>
                  <a:pt x="18398" y="6042"/>
                  <a:pt x="18448" y="6692"/>
                  <a:pt x="18098" y="7192"/>
                </a:cubicBezTo>
                <a:lnTo>
                  <a:pt x="15598" y="10142"/>
                </a:lnTo>
                <a:cubicBezTo>
                  <a:pt x="15248" y="10542"/>
                  <a:pt x="15098" y="11142"/>
                  <a:pt x="15248" y="11691"/>
                </a:cubicBezTo>
                <a:lnTo>
                  <a:pt x="16298" y="15391"/>
                </a:lnTo>
                <a:cubicBezTo>
                  <a:pt x="16348" y="15591"/>
                  <a:pt x="16298" y="15791"/>
                  <a:pt x="16248" y="15991"/>
                </a:cubicBezTo>
                <a:cubicBezTo>
                  <a:pt x="16090" y="16425"/>
                  <a:pt x="15652" y="16703"/>
                  <a:pt x="15205" y="16703"/>
                </a:cubicBezTo>
                <a:cubicBezTo>
                  <a:pt x="15085" y="16703"/>
                  <a:pt x="14964" y="16683"/>
                  <a:pt x="14848" y="16641"/>
                </a:cubicBezTo>
                <a:lnTo>
                  <a:pt x="11299" y="15191"/>
                </a:lnTo>
                <a:cubicBezTo>
                  <a:pt x="11079" y="15111"/>
                  <a:pt x="10859" y="15071"/>
                  <a:pt x="10642" y="15071"/>
                </a:cubicBezTo>
                <a:cubicBezTo>
                  <a:pt x="10317" y="15071"/>
                  <a:pt x="9999" y="15161"/>
                  <a:pt x="9699" y="15341"/>
                </a:cubicBezTo>
                <a:lnTo>
                  <a:pt x="6500" y="17490"/>
                </a:lnTo>
                <a:cubicBezTo>
                  <a:pt x="6325" y="17590"/>
                  <a:pt x="6125" y="17640"/>
                  <a:pt x="5925" y="17640"/>
                </a:cubicBezTo>
                <a:cubicBezTo>
                  <a:pt x="5725" y="17640"/>
                  <a:pt x="5525" y="17590"/>
                  <a:pt x="5350" y="17490"/>
                </a:cubicBezTo>
                <a:cubicBezTo>
                  <a:pt x="5000" y="17291"/>
                  <a:pt x="4800" y="16891"/>
                  <a:pt x="4850" y="16491"/>
                </a:cubicBezTo>
                <a:lnTo>
                  <a:pt x="5100" y="12641"/>
                </a:lnTo>
                <a:cubicBezTo>
                  <a:pt x="5150" y="12091"/>
                  <a:pt x="4900" y="11542"/>
                  <a:pt x="4500" y="11192"/>
                </a:cubicBezTo>
                <a:lnTo>
                  <a:pt x="1451" y="8792"/>
                </a:lnTo>
                <a:cubicBezTo>
                  <a:pt x="751" y="8242"/>
                  <a:pt x="1001" y="7142"/>
                  <a:pt x="1850" y="6892"/>
                </a:cubicBezTo>
                <a:lnTo>
                  <a:pt x="5600" y="5993"/>
                </a:lnTo>
                <a:cubicBezTo>
                  <a:pt x="6150" y="5843"/>
                  <a:pt x="6600" y="5443"/>
                  <a:pt x="6800" y="4943"/>
                </a:cubicBezTo>
                <a:lnTo>
                  <a:pt x="8149" y="1293"/>
                </a:lnTo>
                <a:cubicBezTo>
                  <a:pt x="8299" y="943"/>
                  <a:pt x="8649" y="643"/>
                  <a:pt x="9049" y="643"/>
                </a:cubicBezTo>
                <a:close/>
                <a:moveTo>
                  <a:pt x="9181" y="1"/>
                </a:moveTo>
                <a:cubicBezTo>
                  <a:pt x="8476" y="1"/>
                  <a:pt x="7826" y="422"/>
                  <a:pt x="7549" y="1093"/>
                </a:cubicBezTo>
                <a:lnTo>
                  <a:pt x="6200" y="4693"/>
                </a:lnTo>
                <a:cubicBezTo>
                  <a:pt x="6100" y="5043"/>
                  <a:pt x="5800" y="5293"/>
                  <a:pt x="5450" y="5393"/>
                </a:cubicBezTo>
                <a:lnTo>
                  <a:pt x="1700" y="6292"/>
                </a:lnTo>
                <a:cubicBezTo>
                  <a:pt x="351" y="6642"/>
                  <a:pt x="1" y="8392"/>
                  <a:pt x="1101" y="9292"/>
                </a:cubicBezTo>
                <a:lnTo>
                  <a:pt x="4100" y="11691"/>
                </a:lnTo>
                <a:cubicBezTo>
                  <a:pt x="4400" y="11891"/>
                  <a:pt x="4550" y="12241"/>
                  <a:pt x="4500" y="12591"/>
                </a:cubicBezTo>
                <a:lnTo>
                  <a:pt x="4250" y="16441"/>
                </a:lnTo>
                <a:cubicBezTo>
                  <a:pt x="4250" y="16441"/>
                  <a:pt x="4250" y="16491"/>
                  <a:pt x="4250" y="16491"/>
                </a:cubicBezTo>
                <a:cubicBezTo>
                  <a:pt x="4250" y="17440"/>
                  <a:pt x="5000" y="18240"/>
                  <a:pt x="5950" y="18240"/>
                </a:cubicBezTo>
                <a:cubicBezTo>
                  <a:pt x="6250" y="18240"/>
                  <a:pt x="6600" y="18140"/>
                  <a:pt x="6850" y="17990"/>
                </a:cubicBezTo>
                <a:lnTo>
                  <a:pt x="10099" y="15841"/>
                </a:lnTo>
                <a:cubicBezTo>
                  <a:pt x="10250" y="15720"/>
                  <a:pt x="10457" y="15654"/>
                  <a:pt x="10663" y="15654"/>
                </a:cubicBezTo>
                <a:cubicBezTo>
                  <a:pt x="10797" y="15654"/>
                  <a:pt x="10931" y="15682"/>
                  <a:pt x="11049" y="15741"/>
                </a:cubicBezTo>
                <a:lnTo>
                  <a:pt x="14648" y="17191"/>
                </a:lnTo>
                <a:cubicBezTo>
                  <a:pt x="14848" y="17274"/>
                  <a:pt x="15054" y="17313"/>
                  <a:pt x="15257" y="17313"/>
                </a:cubicBezTo>
                <a:cubicBezTo>
                  <a:pt x="15665" y="17313"/>
                  <a:pt x="16065" y="17157"/>
                  <a:pt x="16398" y="16891"/>
                </a:cubicBezTo>
                <a:cubicBezTo>
                  <a:pt x="16898" y="16441"/>
                  <a:pt x="17048" y="15791"/>
                  <a:pt x="16898" y="15191"/>
                </a:cubicBezTo>
                <a:lnTo>
                  <a:pt x="15848" y="11442"/>
                </a:lnTo>
                <a:cubicBezTo>
                  <a:pt x="15748" y="11092"/>
                  <a:pt x="15848" y="10742"/>
                  <a:pt x="16098" y="10442"/>
                </a:cubicBezTo>
                <a:lnTo>
                  <a:pt x="18598" y="7492"/>
                </a:lnTo>
                <a:cubicBezTo>
                  <a:pt x="18797" y="7192"/>
                  <a:pt x="18947" y="6842"/>
                  <a:pt x="18947" y="6492"/>
                </a:cubicBezTo>
                <a:cubicBezTo>
                  <a:pt x="18997" y="5543"/>
                  <a:pt x="18248" y="4743"/>
                  <a:pt x="17348" y="4743"/>
                </a:cubicBezTo>
                <a:lnTo>
                  <a:pt x="13498" y="4543"/>
                </a:lnTo>
                <a:cubicBezTo>
                  <a:pt x="13098" y="4543"/>
                  <a:pt x="12799" y="4343"/>
                  <a:pt x="12599" y="4043"/>
                </a:cubicBezTo>
                <a:lnTo>
                  <a:pt x="10549" y="793"/>
                </a:lnTo>
                <a:cubicBezTo>
                  <a:pt x="10349" y="493"/>
                  <a:pt x="10099" y="244"/>
                  <a:pt x="9749" y="94"/>
                </a:cubicBezTo>
                <a:cubicBezTo>
                  <a:pt x="9560" y="30"/>
                  <a:pt x="9368" y="1"/>
                  <a:pt x="91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4" name="Google Shape;974;p58">
            <a:extLst>
              <a:ext uri="{FF2B5EF4-FFF2-40B4-BE49-F238E27FC236}">
                <a16:creationId xmlns:a16="http://schemas.microsoft.com/office/drawing/2014/main" id="{31192255-77BF-3AD0-A532-222B35A97FBA}"/>
              </a:ext>
            </a:extLst>
          </p:cNvPr>
          <p:cNvSpPr>
            <a:spLocks noGrp="1" noRot="1" noMove="1" noResize="1" noEditPoints="1" noAdjustHandles="1" noChangeArrowheads="1" noChangeShapeType="1"/>
          </p:cNvSpPr>
          <p:nvPr/>
        </p:nvSpPr>
        <p:spPr>
          <a:xfrm>
            <a:off x="8166030" y="2573190"/>
            <a:ext cx="170531" cy="162757"/>
          </a:xfrm>
          <a:custGeom>
            <a:avLst/>
            <a:gdLst/>
            <a:ahLst/>
            <a:cxnLst/>
            <a:rect l="l" t="t" r="r" b="b"/>
            <a:pathLst>
              <a:path w="9499" h="9066" extrusionOk="0">
                <a:moveTo>
                  <a:pt x="2800" y="0"/>
                </a:moveTo>
                <a:cubicBezTo>
                  <a:pt x="2400" y="0"/>
                  <a:pt x="2100" y="350"/>
                  <a:pt x="2100" y="750"/>
                </a:cubicBezTo>
                <a:lnTo>
                  <a:pt x="2250" y="2750"/>
                </a:lnTo>
                <a:cubicBezTo>
                  <a:pt x="2250" y="2950"/>
                  <a:pt x="2200" y="3200"/>
                  <a:pt x="2000" y="3349"/>
                </a:cubicBezTo>
                <a:lnTo>
                  <a:pt x="451" y="4599"/>
                </a:lnTo>
                <a:cubicBezTo>
                  <a:pt x="1" y="4999"/>
                  <a:pt x="151" y="5699"/>
                  <a:pt x="751" y="5849"/>
                </a:cubicBezTo>
                <a:lnTo>
                  <a:pt x="2650" y="6299"/>
                </a:lnTo>
                <a:cubicBezTo>
                  <a:pt x="2900" y="6399"/>
                  <a:pt x="3100" y="6549"/>
                  <a:pt x="3150" y="6749"/>
                </a:cubicBezTo>
                <a:lnTo>
                  <a:pt x="3900" y="8649"/>
                </a:lnTo>
                <a:cubicBezTo>
                  <a:pt x="3950" y="8749"/>
                  <a:pt x="4000" y="8849"/>
                  <a:pt x="4150" y="8948"/>
                </a:cubicBezTo>
                <a:cubicBezTo>
                  <a:pt x="4265" y="9026"/>
                  <a:pt x="4403" y="9065"/>
                  <a:pt x="4543" y="9065"/>
                </a:cubicBezTo>
                <a:cubicBezTo>
                  <a:pt x="4767" y="9065"/>
                  <a:pt x="4996" y="8964"/>
                  <a:pt x="5150" y="8749"/>
                </a:cubicBezTo>
                <a:lnTo>
                  <a:pt x="6150" y="7049"/>
                </a:lnTo>
                <a:cubicBezTo>
                  <a:pt x="6300" y="6849"/>
                  <a:pt x="6500" y="6749"/>
                  <a:pt x="6749" y="6749"/>
                </a:cubicBezTo>
                <a:lnTo>
                  <a:pt x="8749" y="6599"/>
                </a:lnTo>
                <a:cubicBezTo>
                  <a:pt x="8899" y="6599"/>
                  <a:pt x="9049" y="6549"/>
                  <a:pt x="9149" y="6449"/>
                </a:cubicBezTo>
                <a:cubicBezTo>
                  <a:pt x="9449" y="6199"/>
                  <a:pt x="9499" y="5749"/>
                  <a:pt x="9249" y="5449"/>
                </a:cubicBezTo>
                <a:lnTo>
                  <a:pt x="7949" y="3949"/>
                </a:lnTo>
                <a:cubicBezTo>
                  <a:pt x="7799" y="3749"/>
                  <a:pt x="7749" y="3549"/>
                  <a:pt x="7799" y="3299"/>
                </a:cubicBezTo>
                <a:lnTo>
                  <a:pt x="8299" y="1400"/>
                </a:lnTo>
                <a:cubicBezTo>
                  <a:pt x="8349" y="1250"/>
                  <a:pt x="8349" y="1050"/>
                  <a:pt x="8299" y="950"/>
                </a:cubicBezTo>
                <a:cubicBezTo>
                  <a:pt x="8183" y="640"/>
                  <a:pt x="7917" y="450"/>
                  <a:pt x="7617" y="450"/>
                </a:cubicBezTo>
                <a:cubicBezTo>
                  <a:pt x="7529" y="450"/>
                  <a:pt x="7439" y="466"/>
                  <a:pt x="7349" y="500"/>
                </a:cubicBezTo>
                <a:lnTo>
                  <a:pt x="5550" y="1250"/>
                </a:lnTo>
                <a:cubicBezTo>
                  <a:pt x="5437" y="1295"/>
                  <a:pt x="5325" y="1320"/>
                  <a:pt x="5217" y="1320"/>
                </a:cubicBezTo>
                <a:cubicBezTo>
                  <a:pt x="5085" y="1320"/>
                  <a:pt x="4960" y="1282"/>
                  <a:pt x="4850" y="1200"/>
                </a:cubicBezTo>
                <a:lnTo>
                  <a:pt x="3200" y="100"/>
                </a:lnTo>
                <a:cubicBezTo>
                  <a:pt x="3050" y="50"/>
                  <a:pt x="2950" y="0"/>
                  <a:pt x="28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5" name="Google Shape;975;p58">
            <a:extLst>
              <a:ext uri="{FF2B5EF4-FFF2-40B4-BE49-F238E27FC236}">
                <a16:creationId xmlns:a16="http://schemas.microsoft.com/office/drawing/2014/main" id="{0E2CE896-F093-4777-EAC8-39719F4232D8}"/>
              </a:ext>
            </a:extLst>
          </p:cNvPr>
          <p:cNvSpPr>
            <a:spLocks noGrp="1" noRot="1" noMove="1" noResize="1" noEditPoints="1" noAdjustHandles="1" noChangeArrowheads="1" noChangeShapeType="1"/>
          </p:cNvSpPr>
          <p:nvPr/>
        </p:nvSpPr>
        <p:spPr>
          <a:xfrm>
            <a:off x="6119804" y="2627029"/>
            <a:ext cx="116691" cy="110372"/>
          </a:xfrm>
          <a:custGeom>
            <a:avLst/>
            <a:gdLst/>
            <a:ahLst/>
            <a:cxnLst/>
            <a:rect l="l" t="t" r="r" b="b"/>
            <a:pathLst>
              <a:path w="6500" h="6148" extrusionOk="0">
                <a:moveTo>
                  <a:pt x="1900" y="1"/>
                </a:moveTo>
                <a:cubicBezTo>
                  <a:pt x="1650" y="1"/>
                  <a:pt x="1400" y="250"/>
                  <a:pt x="1450" y="500"/>
                </a:cubicBezTo>
                <a:lnTo>
                  <a:pt x="1550" y="1850"/>
                </a:lnTo>
                <a:cubicBezTo>
                  <a:pt x="1550" y="2050"/>
                  <a:pt x="1500" y="2200"/>
                  <a:pt x="1400" y="2300"/>
                </a:cubicBezTo>
                <a:lnTo>
                  <a:pt x="351" y="3150"/>
                </a:lnTo>
                <a:cubicBezTo>
                  <a:pt x="1" y="3400"/>
                  <a:pt x="151" y="3900"/>
                  <a:pt x="551" y="4000"/>
                </a:cubicBezTo>
                <a:lnTo>
                  <a:pt x="1850" y="4300"/>
                </a:lnTo>
                <a:cubicBezTo>
                  <a:pt x="2000" y="4350"/>
                  <a:pt x="2100" y="4450"/>
                  <a:pt x="2200" y="4600"/>
                </a:cubicBezTo>
                <a:lnTo>
                  <a:pt x="2650" y="5850"/>
                </a:lnTo>
                <a:cubicBezTo>
                  <a:pt x="2700" y="5949"/>
                  <a:pt x="2750" y="5999"/>
                  <a:pt x="2850" y="6099"/>
                </a:cubicBezTo>
                <a:cubicBezTo>
                  <a:pt x="2929" y="6131"/>
                  <a:pt x="3013" y="6148"/>
                  <a:pt x="3096" y="6148"/>
                </a:cubicBezTo>
                <a:cubicBezTo>
                  <a:pt x="3275" y="6148"/>
                  <a:pt x="3447" y="6070"/>
                  <a:pt x="3550" y="5899"/>
                </a:cubicBezTo>
                <a:lnTo>
                  <a:pt x="4250" y="4750"/>
                </a:lnTo>
                <a:cubicBezTo>
                  <a:pt x="4300" y="4600"/>
                  <a:pt x="4450" y="4550"/>
                  <a:pt x="4600" y="4550"/>
                </a:cubicBezTo>
                <a:lnTo>
                  <a:pt x="5950" y="4450"/>
                </a:lnTo>
                <a:cubicBezTo>
                  <a:pt x="6050" y="4450"/>
                  <a:pt x="6150" y="4400"/>
                  <a:pt x="6250" y="4350"/>
                </a:cubicBezTo>
                <a:cubicBezTo>
                  <a:pt x="6449" y="4150"/>
                  <a:pt x="6499" y="3850"/>
                  <a:pt x="6299" y="3650"/>
                </a:cubicBezTo>
                <a:lnTo>
                  <a:pt x="5400" y="2650"/>
                </a:lnTo>
                <a:cubicBezTo>
                  <a:pt x="5350" y="2500"/>
                  <a:pt x="5300" y="2350"/>
                  <a:pt x="5350" y="2200"/>
                </a:cubicBezTo>
                <a:lnTo>
                  <a:pt x="5700" y="900"/>
                </a:lnTo>
                <a:cubicBezTo>
                  <a:pt x="5700" y="800"/>
                  <a:pt x="5700" y="700"/>
                  <a:pt x="5650" y="600"/>
                </a:cubicBezTo>
                <a:cubicBezTo>
                  <a:pt x="5575" y="415"/>
                  <a:pt x="5391" y="312"/>
                  <a:pt x="5220" y="312"/>
                </a:cubicBezTo>
                <a:cubicBezTo>
                  <a:pt x="5160" y="312"/>
                  <a:pt x="5101" y="325"/>
                  <a:pt x="5050" y="350"/>
                </a:cubicBezTo>
                <a:lnTo>
                  <a:pt x="3800" y="850"/>
                </a:lnTo>
                <a:cubicBezTo>
                  <a:pt x="3738" y="871"/>
                  <a:pt x="3667" y="883"/>
                  <a:pt x="3598" y="883"/>
                </a:cubicBezTo>
                <a:cubicBezTo>
                  <a:pt x="3501" y="883"/>
                  <a:pt x="3409" y="859"/>
                  <a:pt x="3350" y="800"/>
                </a:cubicBezTo>
                <a:lnTo>
                  <a:pt x="2200" y="101"/>
                </a:lnTo>
                <a:cubicBezTo>
                  <a:pt x="2100" y="1"/>
                  <a:pt x="2000" y="1"/>
                  <a:pt x="19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6" name="Google Shape;976;p58">
            <a:extLst>
              <a:ext uri="{FF2B5EF4-FFF2-40B4-BE49-F238E27FC236}">
                <a16:creationId xmlns:a16="http://schemas.microsoft.com/office/drawing/2014/main" id="{D8834B8C-EF07-AA2D-CC41-96758D27AB06}"/>
              </a:ext>
            </a:extLst>
          </p:cNvPr>
          <p:cNvSpPr>
            <a:spLocks noGrp="1" noRot="1" noMove="1" noResize="1" noEditPoints="1" noAdjustHandles="1" noChangeArrowheads="1" noChangeShapeType="1"/>
          </p:cNvSpPr>
          <p:nvPr/>
        </p:nvSpPr>
        <p:spPr>
          <a:xfrm>
            <a:off x="6541616" y="1447766"/>
            <a:ext cx="813123" cy="455239"/>
          </a:xfrm>
          <a:custGeom>
            <a:avLst/>
            <a:gdLst/>
            <a:ahLst/>
            <a:cxnLst/>
            <a:rect l="l" t="t" r="r" b="b"/>
            <a:pathLst>
              <a:path w="45293" h="25358" extrusionOk="0">
                <a:moveTo>
                  <a:pt x="5550" y="0"/>
                </a:moveTo>
                <a:lnTo>
                  <a:pt x="0" y="2750"/>
                </a:lnTo>
                <a:cubicBezTo>
                  <a:pt x="200" y="3350"/>
                  <a:pt x="400" y="3850"/>
                  <a:pt x="600" y="4349"/>
                </a:cubicBezTo>
                <a:cubicBezTo>
                  <a:pt x="800" y="4849"/>
                  <a:pt x="1000" y="5349"/>
                  <a:pt x="1200" y="5849"/>
                </a:cubicBezTo>
                <a:cubicBezTo>
                  <a:pt x="1650" y="6849"/>
                  <a:pt x="2150" y="7849"/>
                  <a:pt x="2700" y="8799"/>
                </a:cubicBezTo>
                <a:cubicBezTo>
                  <a:pt x="3750" y="10798"/>
                  <a:pt x="4950" y="12648"/>
                  <a:pt x="6299" y="14448"/>
                </a:cubicBezTo>
                <a:cubicBezTo>
                  <a:pt x="9099" y="17997"/>
                  <a:pt x="12598" y="21396"/>
                  <a:pt x="17497" y="23546"/>
                </a:cubicBezTo>
                <a:cubicBezTo>
                  <a:pt x="18747" y="24096"/>
                  <a:pt x="20047" y="24496"/>
                  <a:pt x="21397" y="24796"/>
                </a:cubicBezTo>
                <a:cubicBezTo>
                  <a:pt x="22697" y="25096"/>
                  <a:pt x="23996" y="25246"/>
                  <a:pt x="25346" y="25346"/>
                </a:cubicBezTo>
                <a:cubicBezTo>
                  <a:pt x="25726" y="25354"/>
                  <a:pt x="26105" y="25358"/>
                  <a:pt x="26482" y="25358"/>
                </a:cubicBezTo>
                <a:cubicBezTo>
                  <a:pt x="28491" y="25358"/>
                  <a:pt x="30475" y="25240"/>
                  <a:pt x="32495" y="24946"/>
                </a:cubicBezTo>
                <a:cubicBezTo>
                  <a:pt x="34644" y="24596"/>
                  <a:pt x="36844" y="24196"/>
                  <a:pt x="38994" y="23596"/>
                </a:cubicBezTo>
                <a:cubicBezTo>
                  <a:pt x="40043" y="23296"/>
                  <a:pt x="41093" y="23046"/>
                  <a:pt x="42093" y="22696"/>
                </a:cubicBezTo>
                <a:lnTo>
                  <a:pt x="43693" y="22146"/>
                </a:lnTo>
                <a:lnTo>
                  <a:pt x="44443" y="21846"/>
                </a:lnTo>
                <a:lnTo>
                  <a:pt x="45293" y="21546"/>
                </a:lnTo>
                <a:lnTo>
                  <a:pt x="39944" y="10098"/>
                </a:lnTo>
                <a:lnTo>
                  <a:pt x="38394" y="10648"/>
                </a:lnTo>
                <a:cubicBezTo>
                  <a:pt x="37494" y="10948"/>
                  <a:pt x="36594" y="11198"/>
                  <a:pt x="35694" y="11448"/>
                </a:cubicBezTo>
                <a:cubicBezTo>
                  <a:pt x="33945" y="11998"/>
                  <a:pt x="32145" y="12448"/>
                  <a:pt x="30395" y="12848"/>
                </a:cubicBezTo>
                <a:cubicBezTo>
                  <a:pt x="28795" y="13198"/>
                  <a:pt x="27096" y="13448"/>
                  <a:pt x="25446" y="13598"/>
                </a:cubicBezTo>
                <a:cubicBezTo>
                  <a:pt x="25093" y="13637"/>
                  <a:pt x="24740" y="13656"/>
                  <a:pt x="24388" y="13656"/>
                </a:cubicBezTo>
                <a:cubicBezTo>
                  <a:pt x="23394" y="13656"/>
                  <a:pt x="22407" y="13506"/>
                  <a:pt x="21447" y="13248"/>
                </a:cubicBezTo>
                <a:cubicBezTo>
                  <a:pt x="20747" y="13048"/>
                  <a:pt x="20047" y="12798"/>
                  <a:pt x="19347" y="12498"/>
                </a:cubicBezTo>
                <a:cubicBezTo>
                  <a:pt x="18647" y="12148"/>
                  <a:pt x="17947" y="11748"/>
                  <a:pt x="17247" y="11348"/>
                </a:cubicBezTo>
                <a:cubicBezTo>
                  <a:pt x="15798" y="10398"/>
                  <a:pt x="14398" y="9349"/>
                  <a:pt x="13098" y="8199"/>
                </a:cubicBezTo>
                <a:cubicBezTo>
                  <a:pt x="11698" y="6999"/>
                  <a:pt x="10399" y="5699"/>
                  <a:pt x="9199" y="4299"/>
                </a:cubicBezTo>
                <a:cubicBezTo>
                  <a:pt x="8549" y="3600"/>
                  <a:pt x="7949" y="2900"/>
                  <a:pt x="7299" y="2150"/>
                </a:cubicBezTo>
                <a:cubicBezTo>
                  <a:pt x="6999" y="1800"/>
                  <a:pt x="6699" y="1450"/>
                  <a:pt x="6399" y="1050"/>
                </a:cubicBezTo>
                <a:lnTo>
                  <a:pt x="55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7" name="Google Shape;977;p58">
            <a:extLst>
              <a:ext uri="{FF2B5EF4-FFF2-40B4-BE49-F238E27FC236}">
                <a16:creationId xmlns:a16="http://schemas.microsoft.com/office/drawing/2014/main" id="{8A896B65-A73A-7EF6-4479-66C09CFF374A}"/>
              </a:ext>
            </a:extLst>
          </p:cNvPr>
          <p:cNvSpPr>
            <a:spLocks noGrp="1" noRot="1" noMove="1" noResize="1" noEditPoints="1" noAdjustHandles="1" noChangeArrowheads="1" noChangeShapeType="1"/>
          </p:cNvSpPr>
          <p:nvPr/>
        </p:nvSpPr>
        <p:spPr>
          <a:xfrm>
            <a:off x="6982278" y="1629050"/>
            <a:ext cx="770934" cy="866962"/>
          </a:xfrm>
          <a:custGeom>
            <a:avLst/>
            <a:gdLst/>
            <a:ahLst/>
            <a:cxnLst/>
            <a:rect l="l" t="t" r="r" b="b"/>
            <a:pathLst>
              <a:path w="42943" h="48292" extrusionOk="0">
                <a:moveTo>
                  <a:pt x="15298" y="0"/>
                </a:moveTo>
                <a:cubicBezTo>
                  <a:pt x="15298" y="0"/>
                  <a:pt x="4199" y="10898"/>
                  <a:pt x="0" y="37794"/>
                </a:cubicBezTo>
                <a:lnTo>
                  <a:pt x="26696" y="48292"/>
                </a:lnTo>
                <a:cubicBezTo>
                  <a:pt x="28295" y="44792"/>
                  <a:pt x="32295" y="26746"/>
                  <a:pt x="42943" y="11298"/>
                </a:cubicBezTo>
                <a:cubicBezTo>
                  <a:pt x="40393" y="9349"/>
                  <a:pt x="37644" y="7649"/>
                  <a:pt x="34744" y="6249"/>
                </a:cubicBezTo>
                <a:cubicBezTo>
                  <a:pt x="31045" y="4600"/>
                  <a:pt x="27295" y="3100"/>
                  <a:pt x="23446" y="1800"/>
                </a:cubicBezTo>
                <a:cubicBezTo>
                  <a:pt x="20747" y="1000"/>
                  <a:pt x="18047" y="400"/>
                  <a:pt x="152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8" name="Google Shape;978;p58">
            <a:extLst>
              <a:ext uri="{FF2B5EF4-FFF2-40B4-BE49-F238E27FC236}">
                <a16:creationId xmlns:a16="http://schemas.microsoft.com/office/drawing/2014/main" id="{0F0FCC2C-E5D0-8316-2E14-0D8E0420F808}"/>
              </a:ext>
            </a:extLst>
          </p:cNvPr>
          <p:cNvSpPr>
            <a:spLocks noGrp="1" noRot="1" noMove="1" noResize="1" noEditPoints="1" noAdjustHandles="1" noChangeArrowheads="1" noChangeShapeType="1"/>
          </p:cNvSpPr>
          <p:nvPr/>
        </p:nvSpPr>
        <p:spPr>
          <a:xfrm>
            <a:off x="7387933" y="1522250"/>
            <a:ext cx="253094" cy="215735"/>
          </a:xfrm>
          <a:custGeom>
            <a:avLst/>
            <a:gdLst/>
            <a:ahLst/>
            <a:cxnLst/>
            <a:rect l="l" t="t" r="r" b="b"/>
            <a:pathLst>
              <a:path w="14098" h="12017" extrusionOk="0">
                <a:moveTo>
                  <a:pt x="14098" y="0"/>
                </a:moveTo>
                <a:lnTo>
                  <a:pt x="5899" y="2800"/>
                </a:lnTo>
                <a:cubicBezTo>
                  <a:pt x="5537" y="5287"/>
                  <a:pt x="4726" y="7734"/>
                  <a:pt x="1688" y="7734"/>
                </a:cubicBezTo>
                <a:cubicBezTo>
                  <a:pt x="1367" y="7734"/>
                  <a:pt x="1022" y="7706"/>
                  <a:pt x="650" y="7649"/>
                </a:cubicBezTo>
                <a:lnTo>
                  <a:pt x="650" y="7649"/>
                </a:lnTo>
                <a:cubicBezTo>
                  <a:pt x="650" y="7649"/>
                  <a:pt x="0" y="9049"/>
                  <a:pt x="4449" y="10799"/>
                </a:cubicBezTo>
                <a:cubicBezTo>
                  <a:pt x="6843" y="11751"/>
                  <a:pt x="8332" y="12017"/>
                  <a:pt x="9249" y="12017"/>
                </a:cubicBezTo>
                <a:cubicBezTo>
                  <a:pt x="10400" y="12017"/>
                  <a:pt x="10648" y="11598"/>
                  <a:pt x="10648" y="11598"/>
                </a:cubicBezTo>
                <a:cubicBezTo>
                  <a:pt x="9249" y="8599"/>
                  <a:pt x="12198" y="2950"/>
                  <a:pt x="14098"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9" name="Google Shape;979;p58">
            <a:extLst>
              <a:ext uri="{FF2B5EF4-FFF2-40B4-BE49-F238E27FC236}">
                <a16:creationId xmlns:a16="http://schemas.microsoft.com/office/drawing/2014/main" id="{D205691C-E6DE-08B1-F4F6-1B7DB47C6950}"/>
              </a:ext>
            </a:extLst>
          </p:cNvPr>
          <p:cNvSpPr>
            <a:spLocks noGrp="1" noRot="1" noMove="1" noResize="1" noEditPoints="1" noAdjustHandles="1" noChangeArrowheads="1" noChangeShapeType="1"/>
          </p:cNvSpPr>
          <p:nvPr/>
        </p:nvSpPr>
        <p:spPr>
          <a:xfrm>
            <a:off x="7486654" y="1542896"/>
            <a:ext cx="94251" cy="64916"/>
          </a:xfrm>
          <a:custGeom>
            <a:avLst/>
            <a:gdLst/>
            <a:ahLst/>
            <a:cxnLst/>
            <a:rect l="l" t="t" r="r" b="b"/>
            <a:pathLst>
              <a:path w="5250" h="3616" extrusionOk="0">
                <a:moveTo>
                  <a:pt x="5249" y="0"/>
                </a:moveTo>
                <a:lnTo>
                  <a:pt x="400" y="1650"/>
                </a:lnTo>
                <a:cubicBezTo>
                  <a:pt x="300" y="2300"/>
                  <a:pt x="200" y="2900"/>
                  <a:pt x="0" y="3550"/>
                </a:cubicBezTo>
                <a:cubicBezTo>
                  <a:pt x="214" y="3594"/>
                  <a:pt x="450" y="3615"/>
                  <a:pt x="698" y="3615"/>
                </a:cubicBezTo>
                <a:cubicBezTo>
                  <a:pt x="2136" y="3615"/>
                  <a:pt x="4010" y="2901"/>
                  <a:pt x="4649" y="1750"/>
                </a:cubicBezTo>
                <a:cubicBezTo>
                  <a:pt x="4949" y="1200"/>
                  <a:pt x="5149" y="600"/>
                  <a:pt x="5249" y="0"/>
                </a:cubicBezTo>
                <a:close/>
              </a:path>
            </a:pathLst>
          </a:custGeom>
          <a:solidFill>
            <a:srgbClr val="CE6F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0" name="Google Shape;980;p58">
            <a:extLst>
              <a:ext uri="{FF2B5EF4-FFF2-40B4-BE49-F238E27FC236}">
                <a16:creationId xmlns:a16="http://schemas.microsoft.com/office/drawing/2014/main" id="{F1EDF54E-15C2-C509-DC62-B32D51A70E12}"/>
              </a:ext>
            </a:extLst>
          </p:cNvPr>
          <p:cNvSpPr>
            <a:spLocks noGrp="1" noRot="1" noMove="1" noResize="1" noEditPoints="1" noAdjustHandles="1" noChangeArrowheads="1" noChangeShapeType="1"/>
          </p:cNvSpPr>
          <p:nvPr/>
        </p:nvSpPr>
        <p:spPr>
          <a:xfrm>
            <a:off x="7454501" y="1245477"/>
            <a:ext cx="208590" cy="154463"/>
          </a:xfrm>
          <a:custGeom>
            <a:avLst/>
            <a:gdLst/>
            <a:ahLst/>
            <a:cxnLst/>
            <a:rect l="l" t="t" r="r" b="b"/>
            <a:pathLst>
              <a:path w="11619" h="8604" extrusionOk="0">
                <a:moveTo>
                  <a:pt x="7180" y="0"/>
                </a:moveTo>
                <a:cubicBezTo>
                  <a:pt x="4612" y="0"/>
                  <a:pt x="0" y="5413"/>
                  <a:pt x="1691" y="8119"/>
                </a:cubicBezTo>
                <a:cubicBezTo>
                  <a:pt x="1902" y="8455"/>
                  <a:pt x="2213" y="8604"/>
                  <a:pt x="2590" y="8604"/>
                </a:cubicBezTo>
                <a:cubicBezTo>
                  <a:pt x="5349" y="8604"/>
                  <a:pt x="11619" y="636"/>
                  <a:pt x="7440" y="20"/>
                </a:cubicBezTo>
                <a:cubicBezTo>
                  <a:pt x="7356" y="7"/>
                  <a:pt x="7269" y="0"/>
                  <a:pt x="718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1" name="Google Shape;981;p58">
            <a:extLst>
              <a:ext uri="{FF2B5EF4-FFF2-40B4-BE49-F238E27FC236}">
                <a16:creationId xmlns:a16="http://schemas.microsoft.com/office/drawing/2014/main" id="{E82390CF-D5F8-3394-6550-AEFF26E17BE1}"/>
              </a:ext>
            </a:extLst>
          </p:cNvPr>
          <p:cNvSpPr>
            <a:spLocks noGrp="1" noRot="1" noMove="1" noResize="1" noEditPoints="1" noAdjustHandles="1" noChangeArrowheads="1" noChangeShapeType="1"/>
          </p:cNvSpPr>
          <p:nvPr/>
        </p:nvSpPr>
        <p:spPr>
          <a:xfrm>
            <a:off x="7395796" y="1273698"/>
            <a:ext cx="325102" cy="306988"/>
          </a:xfrm>
          <a:custGeom>
            <a:avLst/>
            <a:gdLst/>
            <a:ahLst/>
            <a:cxnLst/>
            <a:rect l="l" t="t" r="r" b="b"/>
            <a:pathLst>
              <a:path w="18109" h="17100" extrusionOk="0">
                <a:moveTo>
                  <a:pt x="11211" y="1"/>
                </a:moveTo>
                <a:cubicBezTo>
                  <a:pt x="6917" y="1"/>
                  <a:pt x="3066" y="4715"/>
                  <a:pt x="1612" y="8396"/>
                </a:cubicBezTo>
                <a:cubicBezTo>
                  <a:pt x="1" y="12494"/>
                  <a:pt x="2799" y="17100"/>
                  <a:pt x="7156" y="17100"/>
                </a:cubicBezTo>
                <a:cubicBezTo>
                  <a:pt x="7530" y="17100"/>
                  <a:pt x="7915" y="17066"/>
                  <a:pt x="8311" y="16995"/>
                </a:cubicBezTo>
                <a:cubicBezTo>
                  <a:pt x="11610" y="16395"/>
                  <a:pt x="13160" y="14095"/>
                  <a:pt x="16059" y="10446"/>
                </a:cubicBezTo>
                <a:cubicBezTo>
                  <a:pt x="16659" y="9646"/>
                  <a:pt x="17109" y="8746"/>
                  <a:pt x="17359" y="7797"/>
                </a:cubicBezTo>
                <a:cubicBezTo>
                  <a:pt x="18109" y="4347"/>
                  <a:pt x="15959" y="948"/>
                  <a:pt x="12510" y="148"/>
                </a:cubicBezTo>
                <a:cubicBezTo>
                  <a:pt x="12074" y="48"/>
                  <a:pt x="11640" y="1"/>
                  <a:pt x="11211"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2" name="Google Shape;982;p58">
            <a:extLst>
              <a:ext uri="{FF2B5EF4-FFF2-40B4-BE49-F238E27FC236}">
                <a16:creationId xmlns:a16="http://schemas.microsoft.com/office/drawing/2014/main" id="{6554F7D8-72BA-5997-6872-D3F60E6D83B4}"/>
              </a:ext>
            </a:extLst>
          </p:cNvPr>
          <p:cNvSpPr>
            <a:spLocks noGrp="1" noRot="1" noMove="1" noResize="1" noEditPoints="1" noAdjustHandles="1" noChangeArrowheads="1" noChangeShapeType="1"/>
          </p:cNvSpPr>
          <p:nvPr/>
        </p:nvSpPr>
        <p:spPr>
          <a:xfrm>
            <a:off x="7589360" y="1366423"/>
            <a:ext cx="283506" cy="160047"/>
          </a:xfrm>
          <a:custGeom>
            <a:avLst/>
            <a:gdLst/>
            <a:ahLst/>
            <a:cxnLst/>
            <a:rect l="l" t="t" r="r" b="b"/>
            <a:pathLst>
              <a:path w="15792" h="8915" extrusionOk="0">
                <a:moveTo>
                  <a:pt x="6555" y="1"/>
                </a:moveTo>
                <a:cubicBezTo>
                  <a:pt x="1177" y="1"/>
                  <a:pt x="1" y="8282"/>
                  <a:pt x="2378" y="8830"/>
                </a:cubicBezTo>
                <a:cubicBezTo>
                  <a:pt x="2632" y="8887"/>
                  <a:pt x="2905" y="8914"/>
                  <a:pt x="3193" y="8914"/>
                </a:cubicBezTo>
                <a:cubicBezTo>
                  <a:pt x="7718" y="8914"/>
                  <a:pt x="15791" y="2253"/>
                  <a:pt x="8177" y="232"/>
                </a:cubicBezTo>
                <a:cubicBezTo>
                  <a:pt x="7599" y="74"/>
                  <a:pt x="7059" y="1"/>
                  <a:pt x="655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3" name="Google Shape;983;p58">
            <a:extLst>
              <a:ext uri="{FF2B5EF4-FFF2-40B4-BE49-F238E27FC236}">
                <a16:creationId xmlns:a16="http://schemas.microsoft.com/office/drawing/2014/main" id="{A04F3463-3BD0-28E0-4533-2F58DCC85058}"/>
              </a:ext>
            </a:extLst>
          </p:cNvPr>
          <p:cNvSpPr>
            <a:spLocks noGrp="1" noRot="1" noMove="1" noResize="1" noEditPoints="1" noAdjustHandles="1" noChangeArrowheads="1" noChangeShapeType="1"/>
          </p:cNvSpPr>
          <p:nvPr/>
        </p:nvSpPr>
        <p:spPr>
          <a:xfrm>
            <a:off x="7529722" y="1190075"/>
            <a:ext cx="301782" cy="230331"/>
          </a:xfrm>
          <a:custGeom>
            <a:avLst/>
            <a:gdLst/>
            <a:ahLst/>
            <a:cxnLst/>
            <a:rect l="l" t="t" r="r" b="b"/>
            <a:pathLst>
              <a:path w="16810" h="12830" extrusionOk="0">
                <a:moveTo>
                  <a:pt x="5076" y="0"/>
                </a:moveTo>
                <a:cubicBezTo>
                  <a:pt x="3334" y="0"/>
                  <a:pt x="1923" y="539"/>
                  <a:pt x="1551" y="1806"/>
                </a:cubicBezTo>
                <a:cubicBezTo>
                  <a:pt x="1" y="7105"/>
                  <a:pt x="8549" y="11455"/>
                  <a:pt x="11699" y="12604"/>
                </a:cubicBezTo>
                <a:cubicBezTo>
                  <a:pt x="12112" y="12759"/>
                  <a:pt x="12500" y="12829"/>
                  <a:pt x="12857" y="12829"/>
                </a:cubicBezTo>
                <a:cubicBezTo>
                  <a:pt x="16083" y="12829"/>
                  <a:pt x="16810" y="7071"/>
                  <a:pt x="11499" y="5406"/>
                </a:cubicBezTo>
                <a:cubicBezTo>
                  <a:pt x="7899" y="4306"/>
                  <a:pt x="5100" y="1656"/>
                  <a:pt x="10649" y="1456"/>
                </a:cubicBezTo>
                <a:cubicBezTo>
                  <a:pt x="8940" y="551"/>
                  <a:pt x="6838" y="0"/>
                  <a:pt x="50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4" name="Google Shape;984;p58">
            <a:extLst>
              <a:ext uri="{FF2B5EF4-FFF2-40B4-BE49-F238E27FC236}">
                <a16:creationId xmlns:a16="http://schemas.microsoft.com/office/drawing/2014/main" id="{38A48D50-FFFE-ED97-1024-77C5E54DB217}"/>
              </a:ext>
            </a:extLst>
          </p:cNvPr>
          <p:cNvSpPr>
            <a:spLocks noGrp="1" noRot="1" noMove="1" noResize="1" noEditPoints="1" noAdjustHandles="1" noChangeArrowheads="1" noChangeShapeType="1"/>
          </p:cNvSpPr>
          <p:nvPr/>
        </p:nvSpPr>
        <p:spPr>
          <a:xfrm>
            <a:off x="7754092" y="1391808"/>
            <a:ext cx="56604" cy="47000"/>
          </a:xfrm>
          <a:custGeom>
            <a:avLst/>
            <a:gdLst/>
            <a:ahLst/>
            <a:cxnLst/>
            <a:rect l="l" t="t" r="r" b="b"/>
            <a:pathLst>
              <a:path w="3153" h="2618" extrusionOk="0">
                <a:moveTo>
                  <a:pt x="371" y="0"/>
                </a:moveTo>
                <a:cubicBezTo>
                  <a:pt x="147" y="0"/>
                  <a:pt x="1" y="18"/>
                  <a:pt x="1" y="18"/>
                </a:cubicBezTo>
                <a:cubicBezTo>
                  <a:pt x="1250" y="368"/>
                  <a:pt x="2250" y="1367"/>
                  <a:pt x="2600" y="2617"/>
                </a:cubicBezTo>
                <a:cubicBezTo>
                  <a:pt x="3153" y="249"/>
                  <a:pt x="1213" y="0"/>
                  <a:pt x="3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5" name="Google Shape;985;p58">
            <a:extLst>
              <a:ext uri="{FF2B5EF4-FFF2-40B4-BE49-F238E27FC236}">
                <a16:creationId xmlns:a16="http://schemas.microsoft.com/office/drawing/2014/main" id="{DF5845A4-8C30-EFFD-3DA8-05498F0530D9}"/>
              </a:ext>
            </a:extLst>
          </p:cNvPr>
          <p:cNvSpPr>
            <a:spLocks noGrp="1" noRot="1" noMove="1" noResize="1" noEditPoints="1" noAdjustHandles="1" noChangeArrowheads="1" noChangeShapeType="1"/>
          </p:cNvSpPr>
          <p:nvPr/>
        </p:nvSpPr>
        <p:spPr>
          <a:xfrm>
            <a:off x="7756785" y="1387625"/>
            <a:ext cx="65527" cy="21435"/>
          </a:xfrm>
          <a:custGeom>
            <a:avLst/>
            <a:gdLst/>
            <a:ahLst/>
            <a:cxnLst/>
            <a:rect l="l" t="t" r="r" b="b"/>
            <a:pathLst>
              <a:path w="3650" h="1194" extrusionOk="0">
                <a:moveTo>
                  <a:pt x="1" y="1"/>
                </a:moveTo>
                <a:cubicBezTo>
                  <a:pt x="1" y="1"/>
                  <a:pt x="901" y="1193"/>
                  <a:pt x="1991" y="1193"/>
                </a:cubicBezTo>
                <a:cubicBezTo>
                  <a:pt x="2526" y="1193"/>
                  <a:pt x="3107" y="906"/>
                  <a:pt x="3650" y="51"/>
                </a:cubicBezTo>
                <a:lnTo>
                  <a:pt x="3650" y="51"/>
                </a:lnTo>
                <a:cubicBezTo>
                  <a:pt x="3087" y="345"/>
                  <a:pt x="2463" y="495"/>
                  <a:pt x="1844" y="495"/>
                </a:cubicBezTo>
                <a:cubicBezTo>
                  <a:pt x="1200" y="495"/>
                  <a:pt x="562" y="332"/>
                  <a:pt x="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6" name="Google Shape;986;p58">
            <a:extLst>
              <a:ext uri="{FF2B5EF4-FFF2-40B4-BE49-F238E27FC236}">
                <a16:creationId xmlns:a16="http://schemas.microsoft.com/office/drawing/2014/main" id="{D9E536C7-5AE9-6B0D-AEDA-A59DCC5D9DA2}"/>
              </a:ext>
            </a:extLst>
          </p:cNvPr>
          <p:cNvSpPr>
            <a:spLocks noGrp="1" noRot="1" noMove="1" noResize="1" noEditPoints="1" noAdjustHandles="1" noChangeArrowheads="1" noChangeShapeType="1"/>
          </p:cNvSpPr>
          <p:nvPr/>
        </p:nvSpPr>
        <p:spPr>
          <a:xfrm>
            <a:off x="7575501" y="1489038"/>
            <a:ext cx="119384" cy="75185"/>
          </a:xfrm>
          <a:custGeom>
            <a:avLst/>
            <a:gdLst/>
            <a:ahLst/>
            <a:cxnLst/>
            <a:rect l="l" t="t" r="r" b="b"/>
            <a:pathLst>
              <a:path w="6650" h="4188" extrusionOk="0">
                <a:moveTo>
                  <a:pt x="4040" y="1"/>
                </a:moveTo>
                <a:cubicBezTo>
                  <a:pt x="3100" y="1"/>
                  <a:pt x="2090" y="413"/>
                  <a:pt x="1450" y="901"/>
                </a:cubicBezTo>
                <a:cubicBezTo>
                  <a:pt x="250" y="1750"/>
                  <a:pt x="0" y="3250"/>
                  <a:pt x="1450" y="3850"/>
                </a:cubicBezTo>
                <a:cubicBezTo>
                  <a:pt x="1975" y="4075"/>
                  <a:pt x="2550" y="4188"/>
                  <a:pt x="3125" y="4188"/>
                </a:cubicBezTo>
                <a:cubicBezTo>
                  <a:pt x="3700" y="4188"/>
                  <a:pt x="4275" y="4075"/>
                  <a:pt x="4800" y="3850"/>
                </a:cubicBezTo>
                <a:cubicBezTo>
                  <a:pt x="6199" y="3400"/>
                  <a:pt x="6649" y="1650"/>
                  <a:pt x="5649" y="601"/>
                </a:cubicBezTo>
                <a:cubicBezTo>
                  <a:pt x="5219" y="171"/>
                  <a:pt x="4644" y="1"/>
                  <a:pt x="4040"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7" name="Google Shape;987;p58">
            <a:extLst>
              <a:ext uri="{FF2B5EF4-FFF2-40B4-BE49-F238E27FC236}">
                <a16:creationId xmlns:a16="http://schemas.microsoft.com/office/drawing/2014/main" id="{857CBDC5-C45E-7088-AC52-3CDF3B6309A8}"/>
              </a:ext>
            </a:extLst>
          </p:cNvPr>
          <p:cNvSpPr>
            <a:spLocks noGrp="1" noRot="1" noMove="1" noResize="1" noEditPoints="1" noAdjustHandles="1" noChangeArrowheads="1" noChangeShapeType="1"/>
          </p:cNvSpPr>
          <p:nvPr/>
        </p:nvSpPr>
        <p:spPr>
          <a:xfrm>
            <a:off x="6254430" y="2307529"/>
            <a:ext cx="1042879" cy="1302238"/>
          </a:xfrm>
          <a:custGeom>
            <a:avLst/>
            <a:gdLst/>
            <a:ahLst/>
            <a:cxnLst/>
            <a:rect l="l" t="t" r="r" b="b"/>
            <a:pathLst>
              <a:path w="58091" h="72538" extrusionOk="0">
                <a:moveTo>
                  <a:pt x="40543" y="1"/>
                </a:moveTo>
                <a:cubicBezTo>
                  <a:pt x="40543" y="1"/>
                  <a:pt x="19647" y="15748"/>
                  <a:pt x="13098" y="28546"/>
                </a:cubicBezTo>
                <a:cubicBezTo>
                  <a:pt x="6349" y="41893"/>
                  <a:pt x="0" y="68938"/>
                  <a:pt x="0" y="68938"/>
                </a:cubicBezTo>
                <a:lnTo>
                  <a:pt x="9899" y="72538"/>
                </a:lnTo>
                <a:cubicBezTo>
                  <a:pt x="9899" y="72538"/>
                  <a:pt x="18197" y="49592"/>
                  <a:pt x="25746" y="36944"/>
                </a:cubicBezTo>
                <a:cubicBezTo>
                  <a:pt x="33944" y="23197"/>
                  <a:pt x="47542" y="20097"/>
                  <a:pt x="58090" y="6849"/>
                </a:cubicBezTo>
                <a:lnTo>
                  <a:pt x="40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8" name="Google Shape;988;p58">
            <a:extLst>
              <a:ext uri="{FF2B5EF4-FFF2-40B4-BE49-F238E27FC236}">
                <a16:creationId xmlns:a16="http://schemas.microsoft.com/office/drawing/2014/main" id="{94B5375B-C5DB-9915-42A6-3A2F42B116FF}"/>
              </a:ext>
            </a:extLst>
          </p:cNvPr>
          <p:cNvSpPr>
            <a:spLocks noGrp="1" noRot="1" noMove="1" noResize="1" noEditPoints="1" noAdjustHandles="1" noChangeArrowheads="1" noChangeShapeType="1"/>
          </p:cNvSpPr>
          <p:nvPr/>
        </p:nvSpPr>
        <p:spPr>
          <a:xfrm>
            <a:off x="6835983" y="2373953"/>
            <a:ext cx="624657" cy="1430563"/>
          </a:xfrm>
          <a:custGeom>
            <a:avLst/>
            <a:gdLst/>
            <a:ahLst/>
            <a:cxnLst/>
            <a:rect l="l" t="t" r="r" b="b"/>
            <a:pathLst>
              <a:path w="34795" h="79686" extrusionOk="0">
                <a:moveTo>
                  <a:pt x="17648" y="0"/>
                </a:moveTo>
                <a:cubicBezTo>
                  <a:pt x="17648" y="0"/>
                  <a:pt x="3900" y="22446"/>
                  <a:pt x="2000" y="36194"/>
                </a:cubicBezTo>
                <a:cubicBezTo>
                  <a:pt x="1" y="51291"/>
                  <a:pt x="4800" y="79686"/>
                  <a:pt x="4800" y="79686"/>
                </a:cubicBezTo>
                <a:lnTo>
                  <a:pt x="14698" y="77286"/>
                </a:lnTo>
                <a:cubicBezTo>
                  <a:pt x="14698" y="77286"/>
                  <a:pt x="12348" y="56740"/>
                  <a:pt x="15748" y="42343"/>
                </a:cubicBezTo>
                <a:cubicBezTo>
                  <a:pt x="19497" y="26745"/>
                  <a:pt x="30445" y="17797"/>
                  <a:pt x="34795" y="6799"/>
                </a:cubicBezTo>
                <a:lnTo>
                  <a:pt x="176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9" name="Google Shape;989;p58">
            <a:extLst>
              <a:ext uri="{FF2B5EF4-FFF2-40B4-BE49-F238E27FC236}">
                <a16:creationId xmlns:a16="http://schemas.microsoft.com/office/drawing/2014/main" id="{1E899B9C-0D58-6ECE-6C93-75482F433FCC}"/>
              </a:ext>
            </a:extLst>
          </p:cNvPr>
          <p:cNvSpPr>
            <a:spLocks noGrp="1" noRot="1" noMove="1" noResize="1" noEditPoints="1" noAdjustHandles="1" noChangeArrowheads="1" noChangeShapeType="1"/>
          </p:cNvSpPr>
          <p:nvPr/>
        </p:nvSpPr>
        <p:spPr>
          <a:xfrm>
            <a:off x="7549470" y="1391054"/>
            <a:ext cx="20663" cy="21884"/>
          </a:xfrm>
          <a:custGeom>
            <a:avLst/>
            <a:gdLst/>
            <a:ahLst/>
            <a:cxnLst/>
            <a:rect l="l" t="t" r="r" b="b"/>
            <a:pathLst>
              <a:path w="1151" h="1219" extrusionOk="0">
                <a:moveTo>
                  <a:pt x="763" y="1"/>
                </a:moveTo>
                <a:cubicBezTo>
                  <a:pt x="574" y="1"/>
                  <a:pt x="347" y="140"/>
                  <a:pt x="201" y="360"/>
                </a:cubicBezTo>
                <a:cubicBezTo>
                  <a:pt x="1" y="660"/>
                  <a:pt x="1" y="1010"/>
                  <a:pt x="201" y="1160"/>
                </a:cubicBezTo>
                <a:cubicBezTo>
                  <a:pt x="254" y="1200"/>
                  <a:pt x="319" y="1218"/>
                  <a:pt x="388" y="1218"/>
                </a:cubicBezTo>
                <a:cubicBezTo>
                  <a:pt x="577" y="1218"/>
                  <a:pt x="804" y="1079"/>
                  <a:pt x="951" y="860"/>
                </a:cubicBezTo>
                <a:cubicBezTo>
                  <a:pt x="1150" y="610"/>
                  <a:pt x="1150" y="260"/>
                  <a:pt x="951" y="60"/>
                </a:cubicBezTo>
                <a:cubicBezTo>
                  <a:pt x="897" y="20"/>
                  <a:pt x="833" y="1"/>
                  <a:pt x="76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0" name="Google Shape;990;p58">
            <a:extLst>
              <a:ext uri="{FF2B5EF4-FFF2-40B4-BE49-F238E27FC236}">
                <a16:creationId xmlns:a16="http://schemas.microsoft.com/office/drawing/2014/main" id="{0BE9D2FC-CD83-3A2A-2827-27D93CE6A795}"/>
              </a:ext>
            </a:extLst>
          </p:cNvPr>
          <p:cNvSpPr>
            <a:spLocks noGrp="1" noRot="1" noMove="1" noResize="1" noEditPoints="1" noAdjustHandles="1" noChangeArrowheads="1" noChangeShapeType="1"/>
          </p:cNvSpPr>
          <p:nvPr/>
        </p:nvSpPr>
        <p:spPr>
          <a:xfrm>
            <a:off x="7485756" y="1347088"/>
            <a:ext cx="21561" cy="21866"/>
          </a:xfrm>
          <a:custGeom>
            <a:avLst/>
            <a:gdLst/>
            <a:ahLst/>
            <a:cxnLst/>
            <a:rect l="l" t="t" r="r" b="b"/>
            <a:pathLst>
              <a:path w="1201" h="1218" extrusionOk="0">
                <a:moveTo>
                  <a:pt x="804" y="0"/>
                </a:moveTo>
                <a:cubicBezTo>
                  <a:pt x="600" y="0"/>
                  <a:pt x="347" y="140"/>
                  <a:pt x="200" y="359"/>
                </a:cubicBezTo>
                <a:cubicBezTo>
                  <a:pt x="50" y="659"/>
                  <a:pt x="0" y="1009"/>
                  <a:pt x="200" y="1159"/>
                </a:cubicBezTo>
                <a:cubicBezTo>
                  <a:pt x="254" y="1199"/>
                  <a:pt x="318" y="1218"/>
                  <a:pt x="388" y="1218"/>
                </a:cubicBezTo>
                <a:cubicBezTo>
                  <a:pt x="581" y="1218"/>
                  <a:pt x="817" y="1079"/>
                  <a:pt x="1000" y="859"/>
                </a:cubicBezTo>
                <a:cubicBezTo>
                  <a:pt x="1200" y="609"/>
                  <a:pt x="1200" y="259"/>
                  <a:pt x="1000" y="59"/>
                </a:cubicBezTo>
                <a:cubicBezTo>
                  <a:pt x="947" y="19"/>
                  <a:pt x="879" y="0"/>
                  <a:pt x="80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1" name="Google Shape;991;p58">
            <a:extLst>
              <a:ext uri="{FF2B5EF4-FFF2-40B4-BE49-F238E27FC236}">
                <a16:creationId xmlns:a16="http://schemas.microsoft.com/office/drawing/2014/main" id="{7FC2EF24-ECBD-A784-E375-A09A1D5CB562}"/>
              </a:ext>
            </a:extLst>
          </p:cNvPr>
          <p:cNvSpPr>
            <a:spLocks noGrp="1" noRot="1" noMove="1" noResize="1" noEditPoints="1" noAdjustHandles="1" noChangeArrowheads="1" noChangeShapeType="1"/>
          </p:cNvSpPr>
          <p:nvPr/>
        </p:nvSpPr>
        <p:spPr>
          <a:xfrm>
            <a:off x="7461520" y="1380444"/>
            <a:ext cx="60141" cy="52978"/>
          </a:xfrm>
          <a:custGeom>
            <a:avLst/>
            <a:gdLst/>
            <a:ahLst/>
            <a:cxnLst/>
            <a:rect l="l" t="t" r="r" b="b"/>
            <a:pathLst>
              <a:path w="3350" h="2951" extrusionOk="0">
                <a:moveTo>
                  <a:pt x="3350" y="1"/>
                </a:moveTo>
                <a:lnTo>
                  <a:pt x="3350" y="1"/>
                </a:lnTo>
                <a:cubicBezTo>
                  <a:pt x="2300" y="651"/>
                  <a:pt x="1150" y="1201"/>
                  <a:pt x="1" y="1601"/>
                </a:cubicBezTo>
                <a:cubicBezTo>
                  <a:pt x="151" y="2500"/>
                  <a:pt x="1250" y="2950"/>
                  <a:pt x="1250" y="2950"/>
                </a:cubicBezTo>
                <a:lnTo>
                  <a:pt x="3350" y="1"/>
                </a:lnTo>
                <a:close/>
              </a:path>
            </a:pathLst>
          </a:custGeom>
          <a:solidFill>
            <a:srgbClr val="DE5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2" name="Google Shape;992;p58">
            <a:extLst>
              <a:ext uri="{FF2B5EF4-FFF2-40B4-BE49-F238E27FC236}">
                <a16:creationId xmlns:a16="http://schemas.microsoft.com/office/drawing/2014/main" id="{04F29E05-5EA3-E909-634E-80647B625EAD}"/>
              </a:ext>
            </a:extLst>
          </p:cNvPr>
          <p:cNvSpPr>
            <a:spLocks noGrp="1" noRot="1" noMove="1" noResize="1" noEditPoints="1" noAdjustHandles="1" noChangeArrowheads="1" noChangeShapeType="1"/>
          </p:cNvSpPr>
          <p:nvPr/>
        </p:nvSpPr>
        <p:spPr>
          <a:xfrm>
            <a:off x="7488449" y="1455467"/>
            <a:ext cx="54558" cy="14739"/>
          </a:xfrm>
          <a:custGeom>
            <a:avLst/>
            <a:gdLst/>
            <a:ahLst/>
            <a:cxnLst/>
            <a:rect l="l" t="t" r="r" b="b"/>
            <a:pathLst>
              <a:path w="3039" h="821" extrusionOk="0">
                <a:moveTo>
                  <a:pt x="147" y="0"/>
                </a:moveTo>
                <a:cubicBezTo>
                  <a:pt x="100" y="0"/>
                  <a:pt x="50" y="36"/>
                  <a:pt x="50" y="71"/>
                </a:cubicBezTo>
                <a:cubicBezTo>
                  <a:pt x="0" y="121"/>
                  <a:pt x="0" y="171"/>
                  <a:pt x="100" y="221"/>
                </a:cubicBezTo>
                <a:cubicBezTo>
                  <a:pt x="650" y="621"/>
                  <a:pt x="1300" y="821"/>
                  <a:pt x="2000" y="821"/>
                </a:cubicBezTo>
                <a:cubicBezTo>
                  <a:pt x="2350" y="821"/>
                  <a:pt x="2650" y="771"/>
                  <a:pt x="2950" y="671"/>
                </a:cubicBezTo>
                <a:cubicBezTo>
                  <a:pt x="3039" y="626"/>
                  <a:pt x="3009" y="463"/>
                  <a:pt x="2931" y="463"/>
                </a:cubicBezTo>
                <a:cubicBezTo>
                  <a:pt x="2921" y="463"/>
                  <a:pt x="2911" y="466"/>
                  <a:pt x="2900" y="471"/>
                </a:cubicBezTo>
                <a:cubicBezTo>
                  <a:pt x="2601" y="565"/>
                  <a:pt x="2297" y="610"/>
                  <a:pt x="1997" y="610"/>
                </a:cubicBezTo>
                <a:cubicBezTo>
                  <a:pt x="1345" y="610"/>
                  <a:pt x="714" y="398"/>
                  <a:pt x="200" y="21"/>
                </a:cubicBezTo>
                <a:cubicBezTo>
                  <a:pt x="186" y="6"/>
                  <a:pt x="167" y="0"/>
                  <a:pt x="1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3" name="Google Shape;993;p58">
            <a:extLst>
              <a:ext uri="{FF2B5EF4-FFF2-40B4-BE49-F238E27FC236}">
                <a16:creationId xmlns:a16="http://schemas.microsoft.com/office/drawing/2014/main" id="{A9C6AEDD-5B53-AFCC-E594-19AE59A0FD2A}"/>
              </a:ext>
            </a:extLst>
          </p:cNvPr>
          <p:cNvSpPr>
            <a:spLocks noGrp="1" noRot="1" noMove="1" noResize="1" noEditPoints="1" noAdjustHandles="1" noChangeArrowheads="1" noChangeShapeType="1"/>
          </p:cNvSpPr>
          <p:nvPr/>
        </p:nvSpPr>
        <p:spPr>
          <a:xfrm>
            <a:off x="7581784" y="1363712"/>
            <a:ext cx="24254" cy="37395"/>
          </a:xfrm>
          <a:custGeom>
            <a:avLst/>
            <a:gdLst/>
            <a:ahLst/>
            <a:cxnLst/>
            <a:rect l="l" t="t" r="r" b="b"/>
            <a:pathLst>
              <a:path w="1351" h="2083" extrusionOk="0">
                <a:moveTo>
                  <a:pt x="236" y="0"/>
                </a:moveTo>
                <a:cubicBezTo>
                  <a:pt x="167" y="0"/>
                  <a:pt x="109" y="24"/>
                  <a:pt x="50" y="83"/>
                </a:cubicBezTo>
                <a:cubicBezTo>
                  <a:pt x="0" y="233"/>
                  <a:pt x="50" y="333"/>
                  <a:pt x="150" y="433"/>
                </a:cubicBezTo>
                <a:cubicBezTo>
                  <a:pt x="600" y="733"/>
                  <a:pt x="900" y="1283"/>
                  <a:pt x="900" y="1833"/>
                </a:cubicBezTo>
                <a:cubicBezTo>
                  <a:pt x="900" y="1983"/>
                  <a:pt x="1000" y="2083"/>
                  <a:pt x="1150" y="2083"/>
                </a:cubicBezTo>
                <a:lnTo>
                  <a:pt x="1150" y="2033"/>
                </a:lnTo>
                <a:cubicBezTo>
                  <a:pt x="1250" y="2033"/>
                  <a:pt x="1350" y="1933"/>
                  <a:pt x="1350" y="1833"/>
                </a:cubicBezTo>
                <a:cubicBezTo>
                  <a:pt x="1350" y="1083"/>
                  <a:pt x="950" y="433"/>
                  <a:pt x="400" y="33"/>
                </a:cubicBezTo>
                <a:cubicBezTo>
                  <a:pt x="338" y="12"/>
                  <a:pt x="285" y="0"/>
                  <a:pt x="2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4" name="Google Shape;994;p58">
            <a:extLst>
              <a:ext uri="{FF2B5EF4-FFF2-40B4-BE49-F238E27FC236}">
                <a16:creationId xmlns:a16="http://schemas.microsoft.com/office/drawing/2014/main" id="{97EE5561-056E-FA7E-8BAB-6D9BCFBCE304}"/>
              </a:ext>
            </a:extLst>
          </p:cNvPr>
          <p:cNvSpPr>
            <a:spLocks noGrp="1" noRot="1" noMove="1" noResize="1" noEditPoints="1" noAdjustHandles="1" noChangeArrowheads="1" noChangeShapeType="1"/>
          </p:cNvSpPr>
          <p:nvPr/>
        </p:nvSpPr>
        <p:spPr>
          <a:xfrm>
            <a:off x="7488449" y="1309603"/>
            <a:ext cx="42188" cy="12531"/>
          </a:xfrm>
          <a:custGeom>
            <a:avLst/>
            <a:gdLst/>
            <a:ahLst/>
            <a:cxnLst/>
            <a:rect l="l" t="t" r="r" b="b"/>
            <a:pathLst>
              <a:path w="2350" h="698" extrusionOk="0">
                <a:moveTo>
                  <a:pt x="1296" y="1"/>
                </a:moveTo>
                <a:cubicBezTo>
                  <a:pt x="906" y="1"/>
                  <a:pt x="513" y="102"/>
                  <a:pt x="150" y="297"/>
                </a:cubicBezTo>
                <a:cubicBezTo>
                  <a:pt x="50" y="347"/>
                  <a:pt x="0" y="497"/>
                  <a:pt x="50" y="597"/>
                </a:cubicBezTo>
                <a:cubicBezTo>
                  <a:pt x="100" y="647"/>
                  <a:pt x="200" y="697"/>
                  <a:pt x="250" y="697"/>
                </a:cubicBezTo>
                <a:lnTo>
                  <a:pt x="400" y="697"/>
                </a:lnTo>
                <a:cubicBezTo>
                  <a:pt x="656" y="527"/>
                  <a:pt x="959" y="437"/>
                  <a:pt x="1275" y="437"/>
                </a:cubicBezTo>
                <a:cubicBezTo>
                  <a:pt x="1515" y="437"/>
                  <a:pt x="1762" y="489"/>
                  <a:pt x="2000" y="597"/>
                </a:cubicBezTo>
                <a:cubicBezTo>
                  <a:pt x="2027" y="611"/>
                  <a:pt x="2057" y="617"/>
                  <a:pt x="2088" y="617"/>
                </a:cubicBezTo>
                <a:cubicBezTo>
                  <a:pt x="2173" y="617"/>
                  <a:pt x="2263" y="571"/>
                  <a:pt x="2300" y="497"/>
                </a:cubicBezTo>
                <a:cubicBezTo>
                  <a:pt x="2350" y="347"/>
                  <a:pt x="2300" y="248"/>
                  <a:pt x="2200" y="198"/>
                </a:cubicBezTo>
                <a:cubicBezTo>
                  <a:pt x="1912" y="65"/>
                  <a:pt x="1605" y="1"/>
                  <a:pt x="129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5" name="Google Shape;995;p58">
            <a:extLst>
              <a:ext uri="{FF2B5EF4-FFF2-40B4-BE49-F238E27FC236}">
                <a16:creationId xmlns:a16="http://schemas.microsoft.com/office/drawing/2014/main" id="{7D8F4B27-256B-C1DE-9908-B489A9BBCC25}"/>
              </a:ext>
            </a:extLst>
          </p:cNvPr>
          <p:cNvSpPr>
            <a:spLocks noGrp="1" noRot="1" noMove="1" noResize="1" noEditPoints="1" noAdjustHandles="1" noChangeArrowheads="1" noChangeShapeType="1"/>
          </p:cNvSpPr>
          <p:nvPr/>
        </p:nvSpPr>
        <p:spPr>
          <a:xfrm>
            <a:off x="7573705" y="1832775"/>
            <a:ext cx="355406" cy="829280"/>
          </a:xfrm>
          <a:custGeom>
            <a:avLst/>
            <a:gdLst/>
            <a:ahLst/>
            <a:cxnLst/>
            <a:rect l="l" t="t" r="r" b="b"/>
            <a:pathLst>
              <a:path w="19797" h="46193" extrusionOk="0">
                <a:moveTo>
                  <a:pt x="9999" y="0"/>
                </a:moveTo>
                <a:lnTo>
                  <a:pt x="0" y="7349"/>
                </a:lnTo>
                <a:lnTo>
                  <a:pt x="1350" y="9399"/>
                </a:lnTo>
                <a:cubicBezTo>
                  <a:pt x="1800" y="10099"/>
                  <a:pt x="2300" y="10798"/>
                  <a:pt x="2750" y="11498"/>
                </a:cubicBezTo>
                <a:cubicBezTo>
                  <a:pt x="3250" y="12248"/>
                  <a:pt x="3650" y="12948"/>
                  <a:pt x="4150" y="13648"/>
                </a:cubicBezTo>
                <a:cubicBezTo>
                  <a:pt x="4600" y="14398"/>
                  <a:pt x="5000" y="15098"/>
                  <a:pt x="5449" y="15848"/>
                </a:cubicBezTo>
                <a:cubicBezTo>
                  <a:pt x="6249" y="17247"/>
                  <a:pt x="7049" y="18647"/>
                  <a:pt x="7699" y="20147"/>
                </a:cubicBezTo>
                <a:cubicBezTo>
                  <a:pt x="7899" y="20497"/>
                  <a:pt x="8049" y="20847"/>
                  <a:pt x="8199" y="21197"/>
                </a:cubicBezTo>
                <a:lnTo>
                  <a:pt x="8399" y="21747"/>
                </a:lnTo>
                <a:lnTo>
                  <a:pt x="8449" y="21847"/>
                </a:lnTo>
                <a:lnTo>
                  <a:pt x="8449" y="21896"/>
                </a:lnTo>
                <a:lnTo>
                  <a:pt x="8499" y="22046"/>
                </a:lnTo>
                <a:cubicBezTo>
                  <a:pt x="8649" y="22496"/>
                  <a:pt x="8799" y="22996"/>
                  <a:pt x="8799" y="23496"/>
                </a:cubicBezTo>
                <a:cubicBezTo>
                  <a:pt x="8849" y="24196"/>
                  <a:pt x="8849" y="24896"/>
                  <a:pt x="8799" y="25646"/>
                </a:cubicBezTo>
                <a:cubicBezTo>
                  <a:pt x="8749" y="26396"/>
                  <a:pt x="8699" y="27196"/>
                  <a:pt x="8599" y="27995"/>
                </a:cubicBezTo>
                <a:cubicBezTo>
                  <a:pt x="8399" y="29645"/>
                  <a:pt x="8049" y="31345"/>
                  <a:pt x="7699" y="33045"/>
                </a:cubicBezTo>
                <a:cubicBezTo>
                  <a:pt x="6949" y="36444"/>
                  <a:pt x="5999" y="39993"/>
                  <a:pt x="5050" y="43443"/>
                </a:cubicBezTo>
                <a:lnTo>
                  <a:pt x="10549" y="46192"/>
                </a:lnTo>
                <a:cubicBezTo>
                  <a:pt x="11698" y="44592"/>
                  <a:pt x="12748" y="42943"/>
                  <a:pt x="13698" y="41193"/>
                </a:cubicBezTo>
                <a:cubicBezTo>
                  <a:pt x="14648" y="39493"/>
                  <a:pt x="15548" y="37744"/>
                  <a:pt x="16348" y="35894"/>
                </a:cubicBezTo>
                <a:cubicBezTo>
                  <a:pt x="17147" y="34044"/>
                  <a:pt x="17847" y="32145"/>
                  <a:pt x="18447" y="30195"/>
                </a:cubicBezTo>
                <a:cubicBezTo>
                  <a:pt x="19097" y="28045"/>
                  <a:pt x="19547" y="25846"/>
                  <a:pt x="19697" y="23596"/>
                </a:cubicBezTo>
                <a:cubicBezTo>
                  <a:pt x="19797" y="22246"/>
                  <a:pt x="19697" y="20897"/>
                  <a:pt x="19447" y="19547"/>
                </a:cubicBezTo>
                <a:lnTo>
                  <a:pt x="19347" y="18947"/>
                </a:lnTo>
                <a:lnTo>
                  <a:pt x="19297" y="18697"/>
                </a:lnTo>
                <a:lnTo>
                  <a:pt x="19247" y="18497"/>
                </a:lnTo>
                <a:lnTo>
                  <a:pt x="19047" y="17697"/>
                </a:lnTo>
                <a:cubicBezTo>
                  <a:pt x="18897" y="17147"/>
                  <a:pt x="18747" y="16597"/>
                  <a:pt x="18597" y="16098"/>
                </a:cubicBezTo>
                <a:cubicBezTo>
                  <a:pt x="17947" y="14098"/>
                  <a:pt x="17197" y="12098"/>
                  <a:pt x="16298" y="10199"/>
                </a:cubicBezTo>
                <a:cubicBezTo>
                  <a:pt x="15848" y="9299"/>
                  <a:pt x="15398" y="8349"/>
                  <a:pt x="14898" y="7449"/>
                </a:cubicBezTo>
                <a:cubicBezTo>
                  <a:pt x="14448" y="6549"/>
                  <a:pt x="13948" y="5699"/>
                  <a:pt x="13398" y="4850"/>
                </a:cubicBezTo>
                <a:cubicBezTo>
                  <a:pt x="12898" y="3950"/>
                  <a:pt x="12298" y="3100"/>
                  <a:pt x="11748" y="2300"/>
                </a:cubicBezTo>
                <a:lnTo>
                  <a:pt x="10849" y="1050"/>
                </a:lnTo>
                <a:lnTo>
                  <a:pt x="10399" y="400"/>
                </a:lnTo>
                <a:lnTo>
                  <a:pt x="999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6" name="Google Shape;996;p58">
            <a:extLst>
              <a:ext uri="{FF2B5EF4-FFF2-40B4-BE49-F238E27FC236}">
                <a16:creationId xmlns:a16="http://schemas.microsoft.com/office/drawing/2014/main" id="{D24722C1-B958-D8CF-0EB6-578067EEFC7F}"/>
              </a:ext>
            </a:extLst>
          </p:cNvPr>
          <p:cNvSpPr>
            <a:spLocks noGrp="1" noRot="1" noMove="1" noResize="1" noEditPoints="1" noAdjustHandles="1" noChangeArrowheads="1" noChangeShapeType="1"/>
          </p:cNvSpPr>
          <p:nvPr/>
        </p:nvSpPr>
        <p:spPr>
          <a:xfrm>
            <a:off x="7220993" y="1117888"/>
            <a:ext cx="728764" cy="641443"/>
          </a:xfrm>
          <a:custGeom>
            <a:avLst/>
            <a:gdLst/>
            <a:ahLst/>
            <a:cxnLst/>
            <a:rect l="l" t="t" r="r" b="b"/>
            <a:pathLst>
              <a:path w="40594" h="35730" extrusionOk="0">
                <a:moveTo>
                  <a:pt x="20257" y="0"/>
                </a:moveTo>
                <a:cubicBezTo>
                  <a:pt x="17918" y="0"/>
                  <a:pt x="15539" y="459"/>
                  <a:pt x="13249" y="1428"/>
                </a:cubicBezTo>
                <a:cubicBezTo>
                  <a:pt x="4200" y="5327"/>
                  <a:pt x="1" y="15826"/>
                  <a:pt x="3900" y="24924"/>
                </a:cubicBezTo>
                <a:cubicBezTo>
                  <a:pt x="6810" y="31677"/>
                  <a:pt x="13397" y="35729"/>
                  <a:pt x="20312" y="35729"/>
                </a:cubicBezTo>
                <a:cubicBezTo>
                  <a:pt x="22663" y="35729"/>
                  <a:pt x="25051" y="35261"/>
                  <a:pt x="27346" y="34272"/>
                </a:cubicBezTo>
                <a:cubicBezTo>
                  <a:pt x="36395" y="30373"/>
                  <a:pt x="40594" y="19875"/>
                  <a:pt x="36694" y="10827"/>
                </a:cubicBezTo>
                <a:cubicBezTo>
                  <a:pt x="33814" y="4056"/>
                  <a:pt x="27211" y="0"/>
                  <a:pt x="20257" y="0"/>
                </a:cubicBezTo>
                <a:close/>
              </a:path>
            </a:pathLst>
          </a:custGeom>
          <a:solidFill>
            <a:srgbClr val="FFFFFF">
              <a:alpha val="10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7" name="Google Shape;997;p58">
            <a:extLst>
              <a:ext uri="{FF2B5EF4-FFF2-40B4-BE49-F238E27FC236}">
                <a16:creationId xmlns:a16="http://schemas.microsoft.com/office/drawing/2014/main" id="{1E12782F-87E1-F821-FDF5-B22D5805CCF6}"/>
              </a:ext>
            </a:extLst>
          </p:cNvPr>
          <p:cNvSpPr>
            <a:spLocks noGrp="1" noRot="1" noMove="1" noResize="1" noEditPoints="1" noAdjustHandles="1" noChangeArrowheads="1" noChangeShapeType="1"/>
          </p:cNvSpPr>
          <p:nvPr/>
        </p:nvSpPr>
        <p:spPr>
          <a:xfrm>
            <a:off x="7324094" y="1633700"/>
            <a:ext cx="324114" cy="137157"/>
          </a:xfrm>
          <a:custGeom>
            <a:avLst/>
            <a:gdLst/>
            <a:ahLst/>
            <a:cxnLst/>
            <a:rect l="l" t="t" r="r" b="b"/>
            <a:pathLst>
              <a:path w="18054" h="7640" extrusionOk="0">
                <a:moveTo>
                  <a:pt x="918" y="0"/>
                </a:moveTo>
                <a:cubicBezTo>
                  <a:pt x="439" y="0"/>
                  <a:pt x="1" y="562"/>
                  <a:pt x="407" y="1041"/>
                </a:cubicBezTo>
                <a:cubicBezTo>
                  <a:pt x="3956" y="5190"/>
                  <a:pt x="9105" y="7590"/>
                  <a:pt x="14554" y="7640"/>
                </a:cubicBezTo>
                <a:cubicBezTo>
                  <a:pt x="15554" y="7640"/>
                  <a:pt x="16504" y="7540"/>
                  <a:pt x="17454" y="7390"/>
                </a:cubicBezTo>
                <a:cubicBezTo>
                  <a:pt x="17804" y="7340"/>
                  <a:pt x="18054" y="7040"/>
                  <a:pt x="17954" y="6690"/>
                </a:cubicBezTo>
                <a:cubicBezTo>
                  <a:pt x="17908" y="6370"/>
                  <a:pt x="17653" y="6134"/>
                  <a:pt x="17343" y="6134"/>
                </a:cubicBezTo>
                <a:cubicBezTo>
                  <a:pt x="17314" y="6134"/>
                  <a:pt x="17284" y="6136"/>
                  <a:pt x="17254" y="6140"/>
                </a:cubicBezTo>
                <a:cubicBezTo>
                  <a:pt x="16353" y="6284"/>
                  <a:pt x="15449" y="6355"/>
                  <a:pt x="14551" y="6355"/>
                </a:cubicBezTo>
                <a:cubicBezTo>
                  <a:pt x="9523" y="6355"/>
                  <a:pt x="4673" y="4144"/>
                  <a:pt x="1407" y="241"/>
                </a:cubicBezTo>
                <a:cubicBezTo>
                  <a:pt x="1263" y="71"/>
                  <a:pt x="1088" y="0"/>
                  <a:pt x="9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8" name="Google Shape;998;p58">
            <a:extLst>
              <a:ext uri="{FF2B5EF4-FFF2-40B4-BE49-F238E27FC236}">
                <a16:creationId xmlns:a16="http://schemas.microsoft.com/office/drawing/2014/main" id="{34010432-A698-EEC3-4D3C-5CDA6DA15336}"/>
              </a:ext>
            </a:extLst>
          </p:cNvPr>
          <p:cNvSpPr>
            <a:spLocks noGrp="1" noRot="1" noMove="1" noResize="1" noEditPoints="1" noAdjustHandles="1" noChangeArrowheads="1" noChangeShapeType="1"/>
          </p:cNvSpPr>
          <p:nvPr/>
        </p:nvSpPr>
        <p:spPr>
          <a:xfrm>
            <a:off x="6889841" y="3613340"/>
            <a:ext cx="233347" cy="240546"/>
          </a:xfrm>
          <a:custGeom>
            <a:avLst/>
            <a:gdLst/>
            <a:ahLst/>
            <a:cxnLst/>
            <a:rect l="l" t="t" r="r" b="b"/>
            <a:pathLst>
              <a:path w="12998" h="13399" extrusionOk="0">
                <a:moveTo>
                  <a:pt x="11798" y="1"/>
                </a:moveTo>
                <a:lnTo>
                  <a:pt x="0" y="1501"/>
                </a:lnTo>
                <a:lnTo>
                  <a:pt x="900" y="13398"/>
                </a:lnTo>
                <a:lnTo>
                  <a:pt x="12998" y="10299"/>
                </a:lnTo>
                <a:lnTo>
                  <a:pt x="1179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9" name="Google Shape;999;p58">
            <a:extLst>
              <a:ext uri="{FF2B5EF4-FFF2-40B4-BE49-F238E27FC236}">
                <a16:creationId xmlns:a16="http://schemas.microsoft.com/office/drawing/2014/main" id="{29E3A156-42B9-2F3B-8274-B59AE67F5881}"/>
              </a:ext>
            </a:extLst>
          </p:cNvPr>
          <p:cNvSpPr>
            <a:spLocks noGrp="1" noRot="1" noMove="1" noResize="1" noEditPoints="1" noAdjustHandles="1" noChangeArrowheads="1" noChangeShapeType="1"/>
          </p:cNvSpPr>
          <p:nvPr/>
        </p:nvSpPr>
        <p:spPr>
          <a:xfrm>
            <a:off x="6749955" y="3767246"/>
            <a:ext cx="419011" cy="211947"/>
          </a:xfrm>
          <a:custGeom>
            <a:avLst/>
            <a:gdLst/>
            <a:ahLst/>
            <a:cxnLst/>
            <a:rect l="l" t="t" r="r" b="b"/>
            <a:pathLst>
              <a:path w="23340" h="11806" extrusionOk="0">
                <a:moveTo>
                  <a:pt x="19802" y="0"/>
                </a:moveTo>
                <a:cubicBezTo>
                  <a:pt x="19748" y="0"/>
                  <a:pt x="19693" y="9"/>
                  <a:pt x="19640" y="26"/>
                </a:cubicBezTo>
                <a:lnTo>
                  <a:pt x="9292" y="2326"/>
                </a:lnTo>
                <a:cubicBezTo>
                  <a:pt x="8842" y="2376"/>
                  <a:pt x="8442" y="2626"/>
                  <a:pt x="8192" y="2976"/>
                </a:cubicBezTo>
                <a:cubicBezTo>
                  <a:pt x="6592" y="5025"/>
                  <a:pt x="5293" y="6125"/>
                  <a:pt x="1043" y="8725"/>
                </a:cubicBezTo>
                <a:cubicBezTo>
                  <a:pt x="0" y="9360"/>
                  <a:pt x="644" y="11805"/>
                  <a:pt x="3125" y="11805"/>
                </a:cubicBezTo>
                <a:cubicBezTo>
                  <a:pt x="3378" y="11805"/>
                  <a:pt x="3651" y="11780"/>
                  <a:pt x="3943" y="11724"/>
                </a:cubicBezTo>
                <a:cubicBezTo>
                  <a:pt x="7092" y="11174"/>
                  <a:pt x="11791" y="10074"/>
                  <a:pt x="14091" y="9625"/>
                </a:cubicBezTo>
                <a:cubicBezTo>
                  <a:pt x="17790" y="8975"/>
                  <a:pt x="19290" y="8875"/>
                  <a:pt x="22240" y="8375"/>
                </a:cubicBezTo>
                <a:cubicBezTo>
                  <a:pt x="22340" y="8375"/>
                  <a:pt x="22390" y="8325"/>
                  <a:pt x="22490" y="8325"/>
                </a:cubicBezTo>
                <a:cubicBezTo>
                  <a:pt x="23039" y="8075"/>
                  <a:pt x="23339" y="7425"/>
                  <a:pt x="23089" y="6825"/>
                </a:cubicBezTo>
                <a:lnTo>
                  <a:pt x="20390" y="426"/>
                </a:lnTo>
                <a:cubicBezTo>
                  <a:pt x="20308" y="179"/>
                  <a:pt x="20056" y="0"/>
                  <a:pt x="19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0" name="Google Shape;1000;p58">
            <a:extLst>
              <a:ext uri="{FF2B5EF4-FFF2-40B4-BE49-F238E27FC236}">
                <a16:creationId xmlns:a16="http://schemas.microsoft.com/office/drawing/2014/main" id="{191875F3-DA7B-E8B0-88D1-0692A1638476}"/>
              </a:ext>
            </a:extLst>
          </p:cNvPr>
          <p:cNvSpPr>
            <a:spLocks noGrp="1" noRot="1" noMove="1" noResize="1" noEditPoints="1" noAdjustHandles="1" noChangeArrowheads="1" noChangeShapeType="1"/>
          </p:cNvSpPr>
          <p:nvPr/>
        </p:nvSpPr>
        <p:spPr>
          <a:xfrm>
            <a:off x="6210446" y="3395253"/>
            <a:ext cx="285409" cy="247727"/>
          </a:xfrm>
          <a:custGeom>
            <a:avLst/>
            <a:gdLst/>
            <a:ahLst/>
            <a:cxnLst/>
            <a:rect l="l" t="t" r="r" b="b"/>
            <a:pathLst>
              <a:path w="15898" h="13799" extrusionOk="0">
                <a:moveTo>
                  <a:pt x="4000" y="1"/>
                </a:moveTo>
                <a:lnTo>
                  <a:pt x="1" y="10849"/>
                </a:lnTo>
                <a:lnTo>
                  <a:pt x="12149" y="13799"/>
                </a:lnTo>
                <a:lnTo>
                  <a:pt x="15898" y="4200"/>
                </a:lnTo>
                <a:lnTo>
                  <a:pt x="40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1" name="Google Shape;1001;p58">
            <a:extLst>
              <a:ext uri="{FF2B5EF4-FFF2-40B4-BE49-F238E27FC236}">
                <a16:creationId xmlns:a16="http://schemas.microsoft.com/office/drawing/2014/main" id="{1D7FFBB5-2667-A84D-281C-9524130E96C2}"/>
              </a:ext>
            </a:extLst>
          </p:cNvPr>
          <p:cNvSpPr>
            <a:spLocks noGrp="1" noRot="1" noMove="1" noResize="1" noEditPoints="1" noAdjustHandles="1" noChangeArrowheads="1" noChangeShapeType="1"/>
          </p:cNvSpPr>
          <p:nvPr/>
        </p:nvSpPr>
        <p:spPr>
          <a:xfrm>
            <a:off x="6021981" y="3555245"/>
            <a:ext cx="411956" cy="207351"/>
          </a:xfrm>
          <a:custGeom>
            <a:avLst/>
            <a:gdLst/>
            <a:ahLst/>
            <a:cxnLst/>
            <a:rect l="l" t="t" r="r" b="b"/>
            <a:pathLst>
              <a:path w="22947" h="11550" extrusionOk="0">
                <a:moveTo>
                  <a:pt x="11716" y="0"/>
                </a:moveTo>
                <a:cubicBezTo>
                  <a:pt x="11444" y="0"/>
                  <a:pt x="11171" y="66"/>
                  <a:pt x="10899" y="187"/>
                </a:cubicBezTo>
                <a:cubicBezTo>
                  <a:pt x="8599" y="1237"/>
                  <a:pt x="6899" y="1587"/>
                  <a:pt x="1900" y="1887"/>
                </a:cubicBezTo>
                <a:cubicBezTo>
                  <a:pt x="550" y="1937"/>
                  <a:pt x="1" y="4887"/>
                  <a:pt x="3050" y="5886"/>
                </a:cubicBezTo>
                <a:cubicBezTo>
                  <a:pt x="6149" y="6886"/>
                  <a:pt x="10799" y="8086"/>
                  <a:pt x="12998" y="8786"/>
                </a:cubicBezTo>
                <a:cubicBezTo>
                  <a:pt x="16598" y="9986"/>
                  <a:pt x="17947" y="10585"/>
                  <a:pt x="20797" y="11535"/>
                </a:cubicBezTo>
                <a:lnTo>
                  <a:pt x="21047" y="11535"/>
                </a:lnTo>
                <a:cubicBezTo>
                  <a:pt x="21108" y="11545"/>
                  <a:pt x="21168" y="11549"/>
                  <a:pt x="21227" y="11549"/>
                </a:cubicBezTo>
                <a:cubicBezTo>
                  <a:pt x="21795" y="11549"/>
                  <a:pt x="22251" y="11124"/>
                  <a:pt x="22297" y="10536"/>
                </a:cubicBezTo>
                <a:lnTo>
                  <a:pt x="22947" y="3587"/>
                </a:lnTo>
                <a:cubicBezTo>
                  <a:pt x="22947" y="3287"/>
                  <a:pt x="22747" y="2987"/>
                  <a:pt x="22497" y="2887"/>
                </a:cubicBezTo>
                <a:lnTo>
                  <a:pt x="12248" y="87"/>
                </a:lnTo>
                <a:cubicBezTo>
                  <a:pt x="12071" y="28"/>
                  <a:pt x="11893" y="0"/>
                  <a:pt x="117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2" name="Google Shape;1002;p58">
            <a:extLst>
              <a:ext uri="{FF2B5EF4-FFF2-40B4-BE49-F238E27FC236}">
                <a16:creationId xmlns:a16="http://schemas.microsoft.com/office/drawing/2014/main" id="{922E3A5A-9477-4B32-0DAD-9A32D32EA500}"/>
              </a:ext>
            </a:extLst>
          </p:cNvPr>
          <p:cNvSpPr>
            <a:spLocks noGrp="1" noRot="1" noMove="1" noResize="1" noEditPoints="1" noAdjustHandles="1" noChangeArrowheads="1" noChangeShapeType="1"/>
          </p:cNvSpPr>
          <p:nvPr/>
        </p:nvSpPr>
        <p:spPr>
          <a:xfrm>
            <a:off x="6948169" y="2266256"/>
            <a:ext cx="534015" cy="263866"/>
          </a:xfrm>
          <a:custGeom>
            <a:avLst/>
            <a:gdLst/>
            <a:ahLst/>
            <a:cxnLst/>
            <a:rect l="l" t="t" r="r" b="b"/>
            <a:pathLst>
              <a:path w="29746" h="14698" extrusionOk="0">
                <a:moveTo>
                  <a:pt x="1950" y="0"/>
                </a:moveTo>
                <a:lnTo>
                  <a:pt x="1" y="3200"/>
                </a:lnTo>
                <a:cubicBezTo>
                  <a:pt x="400" y="3449"/>
                  <a:pt x="10949" y="9998"/>
                  <a:pt x="28795" y="14697"/>
                </a:cubicBezTo>
                <a:lnTo>
                  <a:pt x="29745" y="11098"/>
                </a:lnTo>
                <a:cubicBezTo>
                  <a:pt x="12498" y="6499"/>
                  <a:pt x="2050" y="100"/>
                  <a:pt x="19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3" name="Google Shape;1003;p58">
            <a:extLst>
              <a:ext uri="{FF2B5EF4-FFF2-40B4-BE49-F238E27FC236}">
                <a16:creationId xmlns:a16="http://schemas.microsoft.com/office/drawing/2014/main" id="{F6AAC244-0E1B-33C1-51A0-A46B52319533}"/>
              </a:ext>
            </a:extLst>
          </p:cNvPr>
          <p:cNvSpPr>
            <a:spLocks noGrp="1" noRot="1" noMove="1" noResize="1" noEditPoints="1" noAdjustHandles="1" noChangeArrowheads="1" noChangeShapeType="1"/>
          </p:cNvSpPr>
          <p:nvPr/>
        </p:nvSpPr>
        <p:spPr>
          <a:xfrm>
            <a:off x="6459053" y="2723955"/>
            <a:ext cx="161555" cy="217207"/>
          </a:xfrm>
          <a:custGeom>
            <a:avLst/>
            <a:gdLst/>
            <a:ahLst/>
            <a:cxnLst/>
            <a:rect l="l" t="t" r="r" b="b"/>
            <a:pathLst>
              <a:path w="8999" h="12099" extrusionOk="0">
                <a:moveTo>
                  <a:pt x="6585" y="138"/>
                </a:moveTo>
                <a:cubicBezTo>
                  <a:pt x="6873" y="138"/>
                  <a:pt x="7161" y="227"/>
                  <a:pt x="7449" y="351"/>
                </a:cubicBezTo>
                <a:cubicBezTo>
                  <a:pt x="8299" y="800"/>
                  <a:pt x="8799" y="1800"/>
                  <a:pt x="8849" y="3200"/>
                </a:cubicBezTo>
                <a:cubicBezTo>
                  <a:pt x="8899" y="4750"/>
                  <a:pt x="8499" y="6299"/>
                  <a:pt x="7799" y="7699"/>
                </a:cubicBezTo>
                <a:cubicBezTo>
                  <a:pt x="7099" y="9149"/>
                  <a:pt x="5999" y="10349"/>
                  <a:pt x="4699" y="11249"/>
                </a:cubicBezTo>
                <a:cubicBezTo>
                  <a:pt x="3910" y="11709"/>
                  <a:pt x="3208" y="11975"/>
                  <a:pt x="2578" y="11975"/>
                </a:cubicBezTo>
                <a:cubicBezTo>
                  <a:pt x="2249" y="11975"/>
                  <a:pt x="1941" y="11903"/>
                  <a:pt x="1650" y="11749"/>
                </a:cubicBezTo>
                <a:cubicBezTo>
                  <a:pt x="800" y="11299"/>
                  <a:pt x="250" y="10299"/>
                  <a:pt x="200" y="8949"/>
                </a:cubicBezTo>
                <a:cubicBezTo>
                  <a:pt x="200" y="5750"/>
                  <a:pt x="1700" y="2750"/>
                  <a:pt x="4300" y="850"/>
                </a:cubicBezTo>
                <a:cubicBezTo>
                  <a:pt x="4899" y="401"/>
                  <a:pt x="5649" y="151"/>
                  <a:pt x="6399" y="151"/>
                </a:cubicBezTo>
                <a:cubicBezTo>
                  <a:pt x="6461" y="142"/>
                  <a:pt x="6523" y="138"/>
                  <a:pt x="6585" y="138"/>
                </a:cubicBezTo>
                <a:close/>
                <a:moveTo>
                  <a:pt x="6360" y="0"/>
                </a:moveTo>
                <a:cubicBezTo>
                  <a:pt x="5693" y="0"/>
                  <a:pt x="4956" y="246"/>
                  <a:pt x="4200" y="750"/>
                </a:cubicBezTo>
                <a:cubicBezTo>
                  <a:pt x="1600" y="2650"/>
                  <a:pt x="50" y="5700"/>
                  <a:pt x="0" y="8949"/>
                </a:cubicBezTo>
                <a:cubicBezTo>
                  <a:pt x="100" y="10349"/>
                  <a:pt x="650" y="11399"/>
                  <a:pt x="1550" y="11898"/>
                </a:cubicBezTo>
                <a:cubicBezTo>
                  <a:pt x="1850" y="12048"/>
                  <a:pt x="2200" y="12098"/>
                  <a:pt x="2550" y="12098"/>
                </a:cubicBezTo>
                <a:cubicBezTo>
                  <a:pt x="3350" y="12098"/>
                  <a:pt x="4100" y="11848"/>
                  <a:pt x="4749" y="11399"/>
                </a:cubicBezTo>
                <a:cubicBezTo>
                  <a:pt x="6099" y="10499"/>
                  <a:pt x="7199" y="9249"/>
                  <a:pt x="7899" y="7799"/>
                </a:cubicBezTo>
                <a:cubicBezTo>
                  <a:pt x="8649" y="6399"/>
                  <a:pt x="8999" y="4800"/>
                  <a:pt x="8999" y="3200"/>
                </a:cubicBezTo>
                <a:cubicBezTo>
                  <a:pt x="8949" y="1750"/>
                  <a:pt x="8399" y="750"/>
                  <a:pt x="7449" y="251"/>
                </a:cubicBezTo>
                <a:cubicBezTo>
                  <a:pt x="7117" y="84"/>
                  <a:pt x="6750" y="0"/>
                  <a:pt x="63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4" name="Google Shape;1004;p58">
            <a:extLst>
              <a:ext uri="{FF2B5EF4-FFF2-40B4-BE49-F238E27FC236}">
                <a16:creationId xmlns:a16="http://schemas.microsoft.com/office/drawing/2014/main" id="{C8EB8CCD-1AEA-8F1A-1A78-0CFC4D04B913}"/>
              </a:ext>
            </a:extLst>
          </p:cNvPr>
          <p:cNvSpPr>
            <a:spLocks noGrp="1" noRot="1" noMove="1" noResize="1" noEditPoints="1" noAdjustHandles="1" noChangeArrowheads="1" noChangeShapeType="1"/>
          </p:cNvSpPr>
          <p:nvPr/>
        </p:nvSpPr>
        <p:spPr>
          <a:xfrm>
            <a:off x="6847653" y="2933963"/>
            <a:ext cx="146313" cy="234262"/>
          </a:xfrm>
          <a:custGeom>
            <a:avLst/>
            <a:gdLst/>
            <a:ahLst/>
            <a:cxnLst/>
            <a:rect l="l" t="t" r="r" b="b"/>
            <a:pathLst>
              <a:path w="8150" h="13049" extrusionOk="0">
                <a:moveTo>
                  <a:pt x="4550" y="200"/>
                </a:moveTo>
                <a:cubicBezTo>
                  <a:pt x="6549" y="350"/>
                  <a:pt x="7949" y="3350"/>
                  <a:pt x="7699" y="6849"/>
                </a:cubicBezTo>
                <a:cubicBezTo>
                  <a:pt x="7408" y="10490"/>
                  <a:pt x="5373" y="12905"/>
                  <a:pt x="3699" y="12905"/>
                </a:cubicBezTo>
                <a:cubicBezTo>
                  <a:pt x="3649" y="12905"/>
                  <a:pt x="3599" y="12903"/>
                  <a:pt x="3550" y="12898"/>
                </a:cubicBezTo>
                <a:cubicBezTo>
                  <a:pt x="1550" y="12748"/>
                  <a:pt x="150" y="9699"/>
                  <a:pt x="400" y="6249"/>
                </a:cubicBezTo>
                <a:cubicBezTo>
                  <a:pt x="700" y="2850"/>
                  <a:pt x="2450" y="200"/>
                  <a:pt x="4400" y="200"/>
                </a:cubicBezTo>
                <a:close/>
                <a:moveTo>
                  <a:pt x="4400" y="1"/>
                </a:moveTo>
                <a:cubicBezTo>
                  <a:pt x="2400" y="1"/>
                  <a:pt x="550" y="2750"/>
                  <a:pt x="300" y="6249"/>
                </a:cubicBezTo>
                <a:cubicBezTo>
                  <a:pt x="1" y="9849"/>
                  <a:pt x="1450" y="12898"/>
                  <a:pt x="3550" y="13048"/>
                </a:cubicBezTo>
                <a:lnTo>
                  <a:pt x="3700" y="13048"/>
                </a:lnTo>
                <a:cubicBezTo>
                  <a:pt x="5500" y="13048"/>
                  <a:pt x="7499" y="10649"/>
                  <a:pt x="7849" y="6799"/>
                </a:cubicBezTo>
                <a:cubicBezTo>
                  <a:pt x="8149" y="3250"/>
                  <a:pt x="6649" y="150"/>
                  <a:pt x="4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5" name="Google Shape;1005;p58">
            <a:extLst>
              <a:ext uri="{FF2B5EF4-FFF2-40B4-BE49-F238E27FC236}">
                <a16:creationId xmlns:a16="http://schemas.microsoft.com/office/drawing/2014/main" id="{137AFCF2-E996-9ACD-89EE-7D45274A63FA}"/>
              </a:ext>
            </a:extLst>
          </p:cNvPr>
          <p:cNvSpPr>
            <a:spLocks noGrp="1" noRot="1" noMove="1" noResize="1" noEditPoints="1" noAdjustHandles="1" noChangeArrowheads="1" noChangeShapeType="1"/>
          </p:cNvSpPr>
          <p:nvPr/>
        </p:nvSpPr>
        <p:spPr>
          <a:xfrm>
            <a:off x="7188696" y="1799635"/>
            <a:ext cx="277330" cy="296109"/>
          </a:xfrm>
          <a:custGeom>
            <a:avLst/>
            <a:gdLst/>
            <a:ahLst/>
            <a:cxnLst/>
            <a:rect l="l" t="t" r="r" b="b"/>
            <a:pathLst>
              <a:path w="15448" h="16494" extrusionOk="0">
                <a:moveTo>
                  <a:pt x="9467" y="187"/>
                </a:moveTo>
                <a:cubicBezTo>
                  <a:pt x="10088" y="187"/>
                  <a:pt x="10737" y="335"/>
                  <a:pt x="11348" y="597"/>
                </a:cubicBezTo>
                <a:cubicBezTo>
                  <a:pt x="13048" y="1346"/>
                  <a:pt x="14298" y="2846"/>
                  <a:pt x="14798" y="4646"/>
                </a:cubicBezTo>
                <a:cubicBezTo>
                  <a:pt x="15348" y="6696"/>
                  <a:pt x="15198" y="8895"/>
                  <a:pt x="14348" y="10845"/>
                </a:cubicBezTo>
                <a:cubicBezTo>
                  <a:pt x="13548" y="12794"/>
                  <a:pt x="12098" y="14444"/>
                  <a:pt x="10248" y="15494"/>
                </a:cubicBezTo>
                <a:cubicBezTo>
                  <a:pt x="9316" y="16048"/>
                  <a:pt x="8264" y="16330"/>
                  <a:pt x="7202" y="16330"/>
                </a:cubicBezTo>
                <a:cubicBezTo>
                  <a:pt x="6443" y="16330"/>
                  <a:pt x="5679" y="16186"/>
                  <a:pt x="4949" y="15894"/>
                </a:cubicBezTo>
                <a:cubicBezTo>
                  <a:pt x="1550" y="14494"/>
                  <a:pt x="200" y="9895"/>
                  <a:pt x="2000" y="5696"/>
                </a:cubicBezTo>
                <a:cubicBezTo>
                  <a:pt x="2750" y="3696"/>
                  <a:pt x="4199" y="2046"/>
                  <a:pt x="6049" y="1047"/>
                </a:cubicBezTo>
                <a:cubicBezTo>
                  <a:pt x="6999" y="497"/>
                  <a:pt x="8099" y="197"/>
                  <a:pt x="9199" y="197"/>
                </a:cubicBezTo>
                <a:cubicBezTo>
                  <a:pt x="9287" y="190"/>
                  <a:pt x="9377" y="187"/>
                  <a:pt x="9467" y="187"/>
                </a:cubicBezTo>
                <a:close/>
                <a:moveTo>
                  <a:pt x="9070" y="1"/>
                </a:moveTo>
                <a:cubicBezTo>
                  <a:pt x="8002" y="1"/>
                  <a:pt x="6921" y="289"/>
                  <a:pt x="5949" y="897"/>
                </a:cubicBezTo>
                <a:cubicBezTo>
                  <a:pt x="4049" y="1946"/>
                  <a:pt x="2600" y="3596"/>
                  <a:pt x="1800" y="5646"/>
                </a:cubicBezTo>
                <a:cubicBezTo>
                  <a:pt x="0" y="9945"/>
                  <a:pt x="1400" y="14594"/>
                  <a:pt x="4899" y="16044"/>
                </a:cubicBezTo>
                <a:cubicBezTo>
                  <a:pt x="5599" y="16344"/>
                  <a:pt x="6349" y="16494"/>
                  <a:pt x="7099" y="16494"/>
                </a:cubicBezTo>
                <a:cubicBezTo>
                  <a:pt x="8199" y="16494"/>
                  <a:pt x="9349" y="16194"/>
                  <a:pt x="10298" y="15644"/>
                </a:cubicBezTo>
                <a:cubicBezTo>
                  <a:pt x="12198" y="14544"/>
                  <a:pt x="13648" y="12894"/>
                  <a:pt x="14448" y="10895"/>
                </a:cubicBezTo>
                <a:cubicBezTo>
                  <a:pt x="15298" y="8895"/>
                  <a:pt x="15447" y="6696"/>
                  <a:pt x="14898" y="4646"/>
                </a:cubicBezTo>
                <a:cubicBezTo>
                  <a:pt x="14748" y="3996"/>
                  <a:pt x="14498" y="3396"/>
                  <a:pt x="14148" y="2846"/>
                </a:cubicBezTo>
                <a:cubicBezTo>
                  <a:pt x="13038" y="1019"/>
                  <a:pt x="11077" y="1"/>
                  <a:pt x="90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6" name="Google Shape;1006;p58">
            <a:extLst>
              <a:ext uri="{FF2B5EF4-FFF2-40B4-BE49-F238E27FC236}">
                <a16:creationId xmlns:a16="http://schemas.microsoft.com/office/drawing/2014/main" id="{E256CBD4-A579-FF8E-F60F-104B0067D31F}"/>
              </a:ext>
            </a:extLst>
          </p:cNvPr>
          <p:cNvSpPr>
            <a:spLocks noGrp="1" noRot="1" noMove="1" noResize="1" noEditPoints="1" noAdjustHandles="1" noChangeArrowheads="1" noChangeShapeType="1"/>
          </p:cNvSpPr>
          <p:nvPr/>
        </p:nvSpPr>
        <p:spPr>
          <a:xfrm>
            <a:off x="6459053" y="1326550"/>
            <a:ext cx="220798" cy="223545"/>
          </a:xfrm>
          <a:custGeom>
            <a:avLst/>
            <a:gdLst/>
            <a:ahLst/>
            <a:cxnLst/>
            <a:rect l="l" t="t" r="r" b="b"/>
            <a:pathLst>
              <a:path w="12299" h="12452" extrusionOk="0">
                <a:moveTo>
                  <a:pt x="4767" y="0"/>
                </a:moveTo>
                <a:cubicBezTo>
                  <a:pt x="4595" y="0"/>
                  <a:pt x="4422" y="18"/>
                  <a:pt x="4250" y="53"/>
                </a:cubicBezTo>
                <a:cubicBezTo>
                  <a:pt x="0" y="903"/>
                  <a:pt x="1200" y="5102"/>
                  <a:pt x="5049" y="12451"/>
                </a:cubicBezTo>
                <a:lnTo>
                  <a:pt x="12298" y="8852"/>
                </a:lnTo>
                <a:cubicBezTo>
                  <a:pt x="12298" y="8852"/>
                  <a:pt x="8675" y="0"/>
                  <a:pt x="47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7" name="Google Shape;1007;p58">
            <a:extLst>
              <a:ext uri="{FF2B5EF4-FFF2-40B4-BE49-F238E27FC236}">
                <a16:creationId xmlns:a16="http://schemas.microsoft.com/office/drawing/2014/main" id="{2591FE56-E7E8-EA2A-3815-0D2A02D3B653}"/>
              </a:ext>
            </a:extLst>
          </p:cNvPr>
          <p:cNvSpPr>
            <a:spLocks noGrp="1" noRot="1" noMove="1" noResize="1" noEditPoints="1" noAdjustHandles="1" noChangeArrowheads="1" noChangeShapeType="1"/>
          </p:cNvSpPr>
          <p:nvPr/>
        </p:nvSpPr>
        <p:spPr>
          <a:xfrm>
            <a:off x="6605832" y="1344000"/>
            <a:ext cx="68632" cy="128899"/>
          </a:xfrm>
          <a:custGeom>
            <a:avLst/>
            <a:gdLst/>
            <a:ahLst/>
            <a:cxnLst/>
            <a:rect l="l" t="t" r="r" b="b"/>
            <a:pathLst>
              <a:path w="3823" h="7180" extrusionOk="0">
                <a:moveTo>
                  <a:pt x="1906" y="0"/>
                </a:moveTo>
                <a:cubicBezTo>
                  <a:pt x="538" y="0"/>
                  <a:pt x="0" y="1881"/>
                  <a:pt x="373" y="5280"/>
                </a:cubicBezTo>
                <a:lnTo>
                  <a:pt x="3622" y="7180"/>
                </a:lnTo>
                <a:cubicBezTo>
                  <a:pt x="3622" y="7180"/>
                  <a:pt x="3822" y="381"/>
                  <a:pt x="2222" y="31"/>
                </a:cubicBezTo>
                <a:cubicBezTo>
                  <a:pt x="2113" y="11"/>
                  <a:pt x="2007" y="0"/>
                  <a:pt x="19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8" name="Google Shape;1008;p58">
            <a:extLst>
              <a:ext uri="{FF2B5EF4-FFF2-40B4-BE49-F238E27FC236}">
                <a16:creationId xmlns:a16="http://schemas.microsoft.com/office/drawing/2014/main" id="{B589D8F6-D98F-4723-F007-984482E581BD}"/>
              </a:ext>
            </a:extLst>
          </p:cNvPr>
          <p:cNvSpPr>
            <a:spLocks noGrp="1" noRot="1" noMove="1" noResize="1" noEditPoints="1" noAdjustHandles="1" noChangeArrowheads="1" noChangeShapeType="1"/>
          </p:cNvSpPr>
          <p:nvPr/>
        </p:nvSpPr>
        <p:spPr>
          <a:xfrm>
            <a:off x="7583579" y="2539978"/>
            <a:ext cx="225286" cy="229415"/>
          </a:xfrm>
          <a:custGeom>
            <a:avLst/>
            <a:gdLst/>
            <a:ahLst/>
            <a:cxnLst/>
            <a:rect l="l" t="t" r="r" b="b"/>
            <a:pathLst>
              <a:path w="12549" h="12779" extrusionOk="0">
                <a:moveTo>
                  <a:pt x="5299" y="0"/>
                </a:moveTo>
                <a:cubicBezTo>
                  <a:pt x="5299" y="0"/>
                  <a:pt x="0" y="9049"/>
                  <a:pt x="3200" y="11798"/>
                </a:cubicBezTo>
                <a:cubicBezTo>
                  <a:pt x="3969" y="12462"/>
                  <a:pt x="4697" y="12779"/>
                  <a:pt x="5406" y="12779"/>
                </a:cubicBezTo>
                <a:cubicBezTo>
                  <a:pt x="7739" y="12779"/>
                  <a:pt x="9864" y="9351"/>
                  <a:pt x="12548" y="3600"/>
                </a:cubicBezTo>
                <a:lnTo>
                  <a:pt x="52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9" name="Google Shape;1009;p58">
            <a:extLst>
              <a:ext uri="{FF2B5EF4-FFF2-40B4-BE49-F238E27FC236}">
                <a16:creationId xmlns:a16="http://schemas.microsoft.com/office/drawing/2014/main" id="{6634BD8E-72E8-6731-D4D8-C0F24588F2AB}"/>
              </a:ext>
            </a:extLst>
          </p:cNvPr>
          <p:cNvSpPr>
            <a:spLocks noGrp="1" noRot="1" noMove="1" noResize="1" noEditPoints="1" noAdjustHandles="1" noChangeArrowheads="1" noChangeShapeType="1"/>
          </p:cNvSpPr>
          <p:nvPr/>
        </p:nvSpPr>
        <p:spPr>
          <a:xfrm>
            <a:off x="7575501" y="2555237"/>
            <a:ext cx="107715" cy="111503"/>
          </a:xfrm>
          <a:custGeom>
            <a:avLst/>
            <a:gdLst/>
            <a:ahLst/>
            <a:cxnLst/>
            <a:rect l="l" t="t" r="r" b="b"/>
            <a:pathLst>
              <a:path w="6000" h="6211" extrusionOk="0">
                <a:moveTo>
                  <a:pt x="5549" y="0"/>
                </a:moveTo>
                <a:cubicBezTo>
                  <a:pt x="5549" y="0"/>
                  <a:pt x="0" y="3950"/>
                  <a:pt x="700" y="5449"/>
                </a:cubicBezTo>
                <a:cubicBezTo>
                  <a:pt x="965" y="5961"/>
                  <a:pt x="1366" y="6211"/>
                  <a:pt x="1893" y="6211"/>
                </a:cubicBezTo>
                <a:cubicBezTo>
                  <a:pt x="2860" y="6211"/>
                  <a:pt x="4252" y="5368"/>
                  <a:pt x="5999" y="3750"/>
                </a:cubicBezTo>
                <a:lnTo>
                  <a:pt x="5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0" name="Google Shape;1010;p58">
            <a:extLst>
              <a:ext uri="{FF2B5EF4-FFF2-40B4-BE49-F238E27FC236}">
                <a16:creationId xmlns:a16="http://schemas.microsoft.com/office/drawing/2014/main" id="{EB7E7B31-A285-FD61-3276-9CAECFA41C03}"/>
              </a:ext>
            </a:extLst>
          </p:cNvPr>
          <p:cNvSpPr>
            <a:spLocks noGrp="1" noRot="1" noMove="1" noResize="1" noEditPoints="1" noAdjustHandles="1" noChangeArrowheads="1" noChangeShapeType="1"/>
          </p:cNvSpPr>
          <p:nvPr/>
        </p:nvSpPr>
        <p:spPr>
          <a:xfrm>
            <a:off x="7737935" y="2005981"/>
            <a:ext cx="132849" cy="114896"/>
          </a:xfrm>
          <a:custGeom>
            <a:avLst/>
            <a:gdLst/>
            <a:ahLst/>
            <a:cxnLst/>
            <a:rect l="l" t="t" r="r" b="b"/>
            <a:pathLst>
              <a:path w="7400" h="6400" extrusionOk="0">
                <a:moveTo>
                  <a:pt x="5600" y="1"/>
                </a:moveTo>
                <a:lnTo>
                  <a:pt x="1" y="2800"/>
                </a:lnTo>
                <a:lnTo>
                  <a:pt x="1851" y="6400"/>
                </a:lnTo>
                <a:lnTo>
                  <a:pt x="7400" y="3550"/>
                </a:lnTo>
                <a:lnTo>
                  <a:pt x="56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1" name="Google Shape;1011;p58">
            <a:extLst>
              <a:ext uri="{FF2B5EF4-FFF2-40B4-BE49-F238E27FC236}">
                <a16:creationId xmlns:a16="http://schemas.microsoft.com/office/drawing/2014/main" id="{F29559E5-C119-5703-E5FC-A4F5F4AB3EA5}"/>
              </a:ext>
            </a:extLst>
          </p:cNvPr>
          <p:cNvSpPr>
            <a:spLocks noGrp="1" noRot="1" noMove="1" noResize="1" noEditPoints="1" noAdjustHandles="1" noChangeArrowheads="1" noChangeShapeType="1"/>
          </p:cNvSpPr>
          <p:nvPr/>
        </p:nvSpPr>
        <p:spPr>
          <a:xfrm>
            <a:off x="7452221" y="2336091"/>
            <a:ext cx="17396" cy="14542"/>
          </a:xfrm>
          <a:custGeom>
            <a:avLst/>
            <a:gdLst/>
            <a:ahLst/>
            <a:cxnLst/>
            <a:rect l="l" t="t" r="r" b="b"/>
            <a:pathLst>
              <a:path w="969" h="810" extrusionOk="0">
                <a:moveTo>
                  <a:pt x="477" y="1"/>
                </a:moveTo>
                <a:cubicBezTo>
                  <a:pt x="15" y="1"/>
                  <a:pt x="1" y="715"/>
                  <a:pt x="519" y="809"/>
                </a:cubicBezTo>
                <a:cubicBezTo>
                  <a:pt x="669" y="809"/>
                  <a:pt x="868" y="709"/>
                  <a:pt x="918" y="509"/>
                </a:cubicBezTo>
                <a:lnTo>
                  <a:pt x="918" y="409"/>
                </a:lnTo>
                <a:cubicBezTo>
                  <a:pt x="968" y="209"/>
                  <a:pt x="818" y="9"/>
                  <a:pt x="569" y="9"/>
                </a:cubicBezTo>
                <a:cubicBezTo>
                  <a:pt x="536" y="4"/>
                  <a:pt x="506" y="1"/>
                  <a:pt x="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2" name="Google Shape;1012;p58">
            <a:extLst>
              <a:ext uri="{FF2B5EF4-FFF2-40B4-BE49-F238E27FC236}">
                <a16:creationId xmlns:a16="http://schemas.microsoft.com/office/drawing/2014/main" id="{EAD09ADD-5D5B-19E8-39E0-FFAC2588EB9F}"/>
              </a:ext>
            </a:extLst>
          </p:cNvPr>
          <p:cNvSpPr>
            <a:spLocks noGrp="1" noRot="1" noMove="1" noResize="1" noEditPoints="1" noAdjustHandles="1" noChangeArrowheads="1" noChangeShapeType="1"/>
          </p:cNvSpPr>
          <p:nvPr/>
        </p:nvSpPr>
        <p:spPr>
          <a:xfrm>
            <a:off x="7446261" y="2364725"/>
            <a:ext cx="13482" cy="13069"/>
          </a:xfrm>
          <a:custGeom>
            <a:avLst/>
            <a:gdLst/>
            <a:ahLst/>
            <a:cxnLst/>
            <a:rect l="l" t="t" r="r" b="b"/>
            <a:pathLst>
              <a:path w="751" h="728" extrusionOk="0">
                <a:moveTo>
                  <a:pt x="419" y="1"/>
                </a:moveTo>
                <a:cubicBezTo>
                  <a:pt x="299" y="1"/>
                  <a:pt x="191" y="82"/>
                  <a:pt x="151" y="164"/>
                </a:cubicBezTo>
                <a:cubicBezTo>
                  <a:pt x="1" y="364"/>
                  <a:pt x="51" y="614"/>
                  <a:pt x="251" y="714"/>
                </a:cubicBezTo>
                <a:cubicBezTo>
                  <a:pt x="278" y="723"/>
                  <a:pt x="306" y="727"/>
                  <a:pt x="333" y="727"/>
                </a:cubicBezTo>
                <a:cubicBezTo>
                  <a:pt x="454" y="727"/>
                  <a:pt x="569" y="646"/>
                  <a:pt x="651" y="564"/>
                </a:cubicBezTo>
                <a:cubicBezTo>
                  <a:pt x="751" y="364"/>
                  <a:pt x="701" y="114"/>
                  <a:pt x="501" y="14"/>
                </a:cubicBezTo>
                <a:cubicBezTo>
                  <a:pt x="473" y="5"/>
                  <a:pt x="446" y="1"/>
                  <a:pt x="4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3" name="Google Shape;1013;p58">
            <a:extLst>
              <a:ext uri="{FF2B5EF4-FFF2-40B4-BE49-F238E27FC236}">
                <a16:creationId xmlns:a16="http://schemas.microsoft.com/office/drawing/2014/main" id="{BA9B4C07-EA8F-3AFD-34DE-D861D26A4FEA}"/>
              </a:ext>
            </a:extLst>
          </p:cNvPr>
          <p:cNvSpPr>
            <a:spLocks noGrp="1" noRot="1" noMove="1" noResize="1" noEditPoints="1" noAdjustHandles="1" noChangeArrowheads="1" noChangeShapeType="1"/>
          </p:cNvSpPr>
          <p:nvPr/>
        </p:nvSpPr>
        <p:spPr>
          <a:xfrm>
            <a:off x="7431306" y="2390954"/>
            <a:ext cx="17665" cy="14649"/>
          </a:xfrm>
          <a:custGeom>
            <a:avLst/>
            <a:gdLst/>
            <a:ahLst/>
            <a:cxnLst/>
            <a:rect l="l" t="t" r="r" b="b"/>
            <a:pathLst>
              <a:path w="984" h="816" extrusionOk="0">
                <a:moveTo>
                  <a:pt x="539" y="1"/>
                </a:moveTo>
                <a:cubicBezTo>
                  <a:pt x="78" y="1"/>
                  <a:pt x="0" y="754"/>
                  <a:pt x="534" y="803"/>
                </a:cubicBezTo>
                <a:cubicBezTo>
                  <a:pt x="568" y="811"/>
                  <a:pt x="602" y="815"/>
                  <a:pt x="636" y="815"/>
                </a:cubicBezTo>
                <a:cubicBezTo>
                  <a:pt x="798" y="815"/>
                  <a:pt x="942" y="718"/>
                  <a:pt x="984" y="553"/>
                </a:cubicBezTo>
                <a:cubicBezTo>
                  <a:pt x="984" y="503"/>
                  <a:pt x="984" y="503"/>
                  <a:pt x="984" y="453"/>
                </a:cubicBezTo>
                <a:cubicBezTo>
                  <a:pt x="984" y="203"/>
                  <a:pt x="834" y="53"/>
                  <a:pt x="584" y="3"/>
                </a:cubicBezTo>
                <a:cubicBezTo>
                  <a:pt x="569" y="1"/>
                  <a:pt x="554" y="1"/>
                  <a:pt x="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4" name="Google Shape;1014;p58">
            <a:extLst>
              <a:ext uri="{FF2B5EF4-FFF2-40B4-BE49-F238E27FC236}">
                <a16:creationId xmlns:a16="http://schemas.microsoft.com/office/drawing/2014/main" id="{6544E8DF-B43C-D848-F919-C9263BB9FCC6}"/>
              </a:ext>
            </a:extLst>
          </p:cNvPr>
          <p:cNvSpPr>
            <a:spLocks noGrp="1" noRot="1" noMove="1" noResize="1" noEditPoints="1" noAdjustHandles="1" noChangeArrowheads="1" noChangeShapeType="1"/>
          </p:cNvSpPr>
          <p:nvPr/>
        </p:nvSpPr>
        <p:spPr>
          <a:xfrm>
            <a:off x="7461790" y="2355049"/>
            <a:ext cx="16804" cy="14649"/>
          </a:xfrm>
          <a:custGeom>
            <a:avLst/>
            <a:gdLst/>
            <a:ahLst/>
            <a:cxnLst/>
            <a:rect l="l" t="t" r="r" b="b"/>
            <a:pathLst>
              <a:path w="936" h="816" extrusionOk="0">
                <a:moveTo>
                  <a:pt x="537" y="1"/>
                </a:moveTo>
                <a:cubicBezTo>
                  <a:pt x="33" y="1"/>
                  <a:pt x="1" y="755"/>
                  <a:pt x="485" y="803"/>
                </a:cubicBezTo>
                <a:cubicBezTo>
                  <a:pt x="520" y="812"/>
                  <a:pt x="554" y="816"/>
                  <a:pt x="588" y="816"/>
                </a:cubicBezTo>
                <a:cubicBezTo>
                  <a:pt x="750" y="816"/>
                  <a:pt x="894" y="719"/>
                  <a:pt x="935" y="553"/>
                </a:cubicBezTo>
                <a:cubicBezTo>
                  <a:pt x="935" y="503"/>
                  <a:pt x="935" y="453"/>
                  <a:pt x="935" y="453"/>
                </a:cubicBezTo>
                <a:cubicBezTo>
                  <a:pt x="935" y="203"/>
                  <a:pt x="785" y="3"/>
                  <a:pt x="585" y="3"/>
                </a:cubicBezTo>
                <a:cubicBezTo>
                  <a:pt x="569" y="2"/>
                  <a:pt x="553" y="1"/>
                  <a:pt x="5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5" name="Google Shape;1015;p58">
            <a:extLst>
              <a:ext uri="{FF2B5EF4-FFF2-40B4-BE49-F238E27FC236}">
                <a16:creationId xmlns:a16="http://schemas.microsoft.com/office/drawing/2014/main" id="{41DE9FF3-729B-F066-D963-6B2330C20AFA}"/>
              </a:ext>
            </a:extLst>
          </p:cNvPr>
          <p:cNvSpPr>
            <a:spLocks noGrp="1" noRot="1" noMove="1" noResize="1" noEditPoints="1" noAdjustHandles="1" noChangeArrowheads="1" noChangeShapeType="1"/>
          </p:cNvSpPr>
          <p:nvPr/>
        </p:nvSpPr>
        <p:spPr>
          <a:xfrm>
            <a:off x="7451952" y="2382875"/>
            <a:ext cx="16768" cy="14595"/>
          </a:xfrm>
          <a:custGeom>
            <a:avLst/>
            <a:gdLst/>
            <a:ahLst/>
            <a:cxnLst/>
            <a:rect l="l" t="t" r="r" b="b"/>
            <a:pathLst>
              <a:path w="934" h="813" extrusionOk="0">
                <a:moveTo>
                  <a:pt x="535" y="1"/>
                </a:moveTo>
                <a:cubicBezTo>
                  <a:pt x="31" y="1"/>
                  <a:pt x="0" y="754"/>
                  <a:pt x="534" y="803"/>
                </a:cubicBezTo>
                <a:cubicBezTo>
                  <a:pt x="554" y="810"/>
                  <a:pt x="575" y="813"/>
                  <a:pt x="596" y="813"/>
                </a:cubicBezTo>
                <a:cubicBezTo>
                  <a:pt x="734" y="813"/>
                  <a:pt x="890" y="683"/>
                  <a:pt x="933" y="553"/>
                </a:cubicBezTo>
                <a:cubicBezTo>
                  <a:pt x="933" y="503"/>
                  <a:pt x="933" y="453"/>
                  <a:pt x="933" y="453"/>
                </a:cubicBezTo>
                <a:cubicBezTo>
                  <a:pt x="933" y="203"/>
                  <a:pt x="783" y="3"/>
                  <a:pt x="584" y="3"/>
                </a:cubicBezTo>
                <a:cubicBezTo>
                  <a:pt x="567" y="1"/>
                  <a:pt x="551" y="1"/>
                  <a:pt x="5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6" name="Google Shape;1016;p58">
            <a:extLst>
              <a:ext uri="{FF2B5EF4-FFF2-40B4-BE49-F238E27FC236}">
                <a16:creationId xmlns:a16="http://schemas.microsoft.com/office/drawing/2014/main" id="{F61AC8E9-9B82-A1D8-8B6F-ED5CEB45F593}"/>
              </a:ext>
            </a:extLst>
          </p:cNvPr>
          <p:cNvSpPr>
            <a:spLocks noGrp="1" noRot="1" noMove="1" noResize="1" noEditPoints="1" noAdjustHandles="1" noChangeArrowheads="1" noChangeShapeType="1"/>
          </p:cNvSpPr>
          <p:nvPr/>
        </p:nvSpPr>
        <p:spPr>
          <a:xfrm>
            <a:off x="7446261" y="2411258"/>
            <a:ext cx="13482" cy="14039"/>
          </a:xfrm>
          <a:custGeom>
            <a:avLst/>
            <a:gdLst/>
            <a:ahLst/>
            <a:cxnLst/>
            <a:rect l="l" t="t" r="r" b="b"/>
            <a:pathLst>
              <a:path w="751" h="782" extrusionOk="0">
                <a:moveTo>
                  <a:pt x="403" y="0"/>
                </a:moveTo>
                <a:cubicBezTo>
                  <a:pt x="261" y="0"/>
                  <a:pt x="123" y="89"/>
                  <a:pt x="101" y="272"/>
                </a:cubicBezTo>
                <a:cubicBezTo>
                  <a:pt x="1" y="472"/>
                  <a:pt x="101" y="672"/>
                  <a:pt x="251" y="772"/>
                </a:cubicBezTo>
                <a:cubicBezTo>
                  <a:pt x="277" y="778"/>
                  <a:pt x="303" y="781"/>
                  <a:pt x="329" y="781"/>
                </a:cubicBezTo>
                <a:cubicBezTo>
                  <a:pt x="501" y="781"/>
                  <a:pt x="657" y="645"/>
                  <a:pt x="701" y="472"/>
                </a:cubicBezTo>
                <a:cubicBezTo>
                  <a:pt x="701" y="422"/>
                  <a:pt x="701" y="422"/>
                  <a:pt x="751" y="372"/>
                </a:cubicBezTo>
                <a:cubicBezTo>
                  <a:pt x="751" y="127"/>
                  <a:pt x="573" y="0"/>
                  <a:pt x="4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Tree>
    <p:extLst>
      <p:ext uri="{BB962C8B-B14F-4D97-AF65-F5344CB8AC3E}">
        <p14:creationId xmlns:p14="http://schemas.microsoft.com/office/powerpoint/2010/main" val="3864527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21">
          <a:extLst>
            <a:ext uri="{FF2B5EF4-FFF2-40B4-BE49-F238E27FC236}">
              <a16:creationId xmlns:a16="http://schemas.microsoft.com/office/drawing/2014/main" id="{E460E59B-100D-DDE4-3E4B-931B95AFB45D}"/>
            </a:ext>
          </a:extLst>
        </p:cNvPr>
        <p:cNvGrpSpPr/>
        <p:nvPr/>
      </p:nvGrpSpPr>
      <p:grpSpPr>
        <a:xfrm>
          <a:off x="0" y="0"/>
          <a:ext cx="0" cy="0"/>
          <a:chOff x="0" y="0"/>
          <a:chExt cx="0" cy="0"/>
        </a:xfrm>
      </p:grpSpPr>
      <p:sp>
        <p:nvSpPr>
          <p:cNvPr id="2522" name="Google Shape;2522;p98">
            <a:extLst>
              <a:ext uri="{FF2B5EF4-FFF2-40B4-BE49-F238E27FC236}">
                <a16:creationId xmlns:a16="http://schemas.microsoft.com/office/drawing/2014/main" id="{2B0D9F6C-2A7D-8216-CBD0-446AC6009670}"/>
              </a:ext>
            </a:extLst>
          </p:cNvPr>
          <p:cNvSpPr txBox="1">
            <a:spLocks noGrp="1"/>
          </p:cNvSpPr>
          <p:nvPr>
            <p:ph type="title"/>
          </p:nvPr>
        </p:nvSpPr>
        <p:spPr>
          <a:xfrm>
            <a:off x="953938" y="1427976"/>
            <a:ext cx="2566800" cy="205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DE" noProof="1">
                <a:effectLst>
                  <a:outerShdw blurRad="50800" dist="38100" dir="18900000" sx="107000" sy="107000" algn="bl" rotWithShape="0">
                    <a:schemeClr val="tx1">
                      <a:alpha val="40000"/>
                    </a:schemeClr>
                  </a:outerShdw>
                </a:effectLst>
              </a:rPr>
              <a:t>Unser TEAM</a:t>
            </a:r>
          </a:p>
        </p:txBody>
      </p:sp>
      <p:cxnSp>
        <p:nvCxnSpPr>
          <p:cNvPr id="2525" name="Google Shape;2525;p98">
            <a:extLst>
              <a:ext uri="{FF2B5EF4-FFF2-40B4-BE49-F238E27FC236}">
                <a16:creationId xmlns:a16="http://schemas.microsoft.com/office/drawing/2014/main" id="{B3CA8E13-01E9-A349-3833-CC8124D86EF3}"/>
              </a:ext>
            </a:extLst>
          </p:cNvPr>
          <p:cNvCxnSpPr>
            <a:cxnSpLocks/>
          </p:cNvCxnSpPr>
          <p:nvPr/>
        </p:nvCxnSpPr>
        <p:spPr>
          <a:xfrm>
            <a:off x="6738895" y="4240723"/>
            <a:ext cx="1606319" cy="0"/>
          </a:xfrm>
          <a:prstGeom prst="straightConnector1">
            <a:avLst/>
          </a:prstGeom>
          <a:noFill/>
          <a:ln w="76200" cap="flat" cmpd="sng">
            <a:solidFill>
              <a:schemeClr val="accent6"/>
            </a:solidFill>
            <a:prstDash val="solid"/>
            <a:round/>
            <a:headEnd type="none" w="med" len="med"/>
            <a:tailEnd type="none" w="med" len="med"/>
          </a:ln>
        </p:spPr>
      </p:cxnSp>
      <p:cxnSp>
        <p:nvCxnSpPr>
          <p:cNvPr id="2526" name="Google Shape;2526;p98">
            <a:extLst>
              <a:ext uri="{FF2B5EF4-FFF2-40B4-BE49-F238E27FC236}">
                <a16:creationId xmlns:a16="http://schemas.microsoft.com/office/drawing/2014/main" id="{628897A9-CFB1-B21C-7EC2-405FDB13DEB0}"/>
              </a:ext>
            </a:extLst>
          </p:cNvPr>
          <p:cNvCxnSpPr>
            <a:cxnSpLocks/>
          </p:cNvCxnSpPr>
          <p:nvPr/>
        </p:nvCxnSpPr>
        <p:spPr>
          <a:xfrm>
            <a:off x="6982838" y="1325762"/>
            <a:ext cx="1659165" cy="0"/>
          </a:xfrm>
          <a:prstGeom prst="straightConnector1">
            <a:avLst/>
          </a:prstGeom>
          <a:noFill/>
          <a:ln w="76200" cap="flat" cmpd="sng">
            <a:solidFill>
              <a:schemeClr val="accent4"/>
            </a:solidFill>
            <a:prstDash val="solid"/>
            <a:round/>
            <a:headEnd type="none" w="med" len="med"/>
            <a:tailEnd type="none" w="med" len="med"/>
          </a:ln>
        </p:spPr>
      </p:cxnSp>
      <p:sp>
        <p:nvSpPr>
          <p:cNvPr id="3" name="Träne 2">
            <a:extLst>
              <a:ext uri="{FF2B5EF4-FFF2-40B4-BE49-F238E27FC236}">
                <a16:creationId xmlns:a16="http://schemas.microsoft.com/office/drawing/2014/main" id="{66404800-3037-0C66-D181-7C042032FFBE}"/>
              </a:ext>
            </a:extLst>
          </p:cNvPr>
          <p:cNvSpPr/>
          <p:nvPr/>
        </p:nvSpPr>
        <p:spPr>
          <a:xfrm rot="2840686">
            <a:off x="5488282" y="678409"/>
            <a:ext cx="1221536" cy="1198632"/>
          </a:xfrm>
          <a:prstGeom prst="teardrop">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58BB4FF9-DF92-B7B3-DDB2-1D3162D42199}"/>
              </a:ext>
            </a:extLst>
          </p:cNvPr>
          <p:cNvSpPr txBox="1"/>
          <p:nvPr/>
        </p:nvSpPr>
        <p:spPr>
          <a:xfrm>
            <a:off x="1060403" y="3663174"/>
            <a:ext cx="878767" cy="338554"/>
          </a:xfrm>
          <a:prstGeom prst="rect">
            <a:avLst/>
          </a:prstGeom>
          <a:noFill/>
        </p:spPr>
        <p:txBody>
          <a:bodyPr wrap="none" rtlCol="0">
            <a:spAutoFit/>
          </a:bodyPr>
          <a:lstStyle/>
          <a:p>
            <a:r>
              <a:rPr lang="de-DE" sz="1600" b="1">
                <a:solidFill>
                  <a:schemeClr val="tx1"/>
                </a:solidFill>
                <a:effectLst>
                  <a:outerShdw blurRad="50800" dist="38100" dir="18900000" sx="107000" sy="107000" algn="bl" rotWithShape="0">
                    <a:schemeClr val="tx1">
                      <a:alpha val="31000"/>
                    </a:schemeClr>
                  </a:outerShdw>
                </a:effectLst>
              </a:rPr>
              <a:t>Ahmed</a:t>
            </a:r>
          </a:p>
        </p:txBody>
      </p:sp>
      <p:sp>
        <p:nvSpPr>
          <p:cNvPr id="15" name="Textfeld 14">
            <a:extLst>
              <a:ext uri="{FF2B5EF4-FFF2-40B4-BE49-F238E27FC236}">
                <a16:creationId xmlns:a16="http://schemas.microsoft.com/office/drawing/2014/main" id="{22EEFAE7-AF9A-AA59-EFDE-5ED9D3099271}"/>
              </a:ext>
            </a:extLst>
          </p:cNvPr>
          <p:cNvSpPr txBox="1"/>
          <p:nvPr/>
        </p:nvSpPr>
        <p:spPr>
          <a:xfrm>
            <a:off x="6649403" y="2201779"/>
            <a:ext cx="732893" cy="338554"/>
          </a:xfrm>
          <a:prstGeom prst="rect">
            <a:avLst/>
          </a:prstGeom>
          <a:noFill/>
        </p:spPr>
        <p:txBody>
          <a:bodyPr wrap="none" rtlCol="0">
            <a:spAutoFit/>
          </a:bodyPr>
          <a:lstStyle/>
          <a:p>
            <a:r>
              <a:rPr lang="de-DE" sz="1600" b="1">
                <a:solidFill>
                  <a:schemeClr val="tx1"/>
                </a:solidFill>
                <a:effectLst>
                  <a:outerShdw blurRad="50800" dist="38100" dir="18900000" sx="107000" sy="107000" algn="bl" rotWithShape="0">
                    <a:schemeClr val="tx1">
                      <a:alpha val="31000"/>
                    </a:schemeClr>
                  </a:outerShdw>
                </a:effectLst>
              </a:rPr>
              <a:t>Stella</a:t>
            </a:r>
          </a:p>
        </p:txBody>
      </p:sp>
      <p:sp>
        <p:nvSpPr>
          <p:cNvPr id="16" name="Textfeld 15">
            <a:extLst>
              <a:ext uri="{FF2B5EF4-FFF2-40B4-BE49-F238E27FC236}">
                <a16:creationId xmlns:a16="http://schemas.microsoft.com/office/drawing/2014/main" id="{45B6C243-0221-75FD-F53A-7CE43DCE8B92}"/>
              </a:ext>
            </a:extLst>
          </p:cNvPr>
          <p:cNvSpPr txBox="1"/>
          <p:nvPr/>
        </p:nvSpPr>
        <p:spPr>
          <a:xfrm>
            <a:off x="7085886" y="3767698"/>
            <a:ext cx="550151" cy="338554"/>
          </a:xfrm>
          <a:prstGeom prst="rect">
            <a:avLst/>
          </a:prstGeom>
          <a:noFill/>
        </p:spPr>
        <p:txBody>
          <a:bodyPr wrap="none" rtlCol="0">
            <a:spAutoFit/>
          </a:bodyPr>
          <a:lstStyle/>
          <a:p>
            <a:r>
              <a:rPr lang="de-DE" sz="1600" b="1">
                <a:solidFill>
                  <a:schemeClr val="tx1"/>
                </a:solidFill>
                <a:effectLst>
                  <a:outerShdw blurRad="50800" dist="38100" dir="18900000" sx="107000" sy="107000" algn="bl" rotWithShape="0">
                    <a:schemeClr val="tx1">
                      <a:alpha val="31000"/>
                    </a:schemeClr>
                  </a:outerShdw>
                </a:effectLst>
              </a:rPr>
              <a:t>Tim</a:t>
            </a:r>
          </a:p>
        </p:txBody>
      </p:sp>
      <p:sp>
        <p:nvSpPr>
          <p:cNvPr id="17" name="Textfeld 16">
            <a:extLst>
              <a:ext uri="{FF2B5EF4-FFF2-40B4-BE49-F238E27FC236}">
                <a16:creationId xmlns:a16="http://schemas.microsoft.com/office/drawing/2014/main" id="{503BF5F3-E0DF-422A-D166-F6BEF222FB1C}"/>
              </a:ext>
            </a:extLst>
          </p:cNvPr>
          <p:cNvSpPr txBox="1"/>
          <p:nvPr/>
        </p:nvSpPr>
        <p:spPr>
          <a:xfrm>
            <a:off x="1502997" y="400055"/>
            <a:ext cx="970137" cy="338554"/>
          </a:xfrm>
          <a:prstGeom prst="rect">
            <a:avLst/>
          </a:prstGeom>
          <a:noFill/>
        </p:spPr>
        <p:txBody>
          <a:bodyPr wrap="none" rtlCol="0">
            <a:spAutoFit/>
          </a:bodyPr>
          <a:lstStyle/>
          <a:p>
            <a:r>
              <a:rPr lang="de-DE" sz="1600" b="1">
                <a:solidFill>
                  <a:schemeClr val="tx1"/>
                </a:solidFill>
                <a:effectLst>
                  <a:outerShdw blurRad="50800" dist="38100" dir="18900000" sx="107000" sy="107000" algn="bl" rotWithShape="0">
                    <a:schemeClr val="tx1">
                      <a:alpha val="31000"/>
                    </a:schemeClr>
                  </a:outerShdw>
                </a:effectLst>
              </a:rPr>
              <a:t>Bassma</a:t>
            </a:r>
          </a:p>
        </p:txBody>
      </p:sp>
      <p:sp>
        <p:nvSpPr>
          <p:cNvPr id="18" name="Textfeld 17">
            <a:extLst>
              <a:ext uri="{FF2B5EF4-FFF2-40B4-BE49-F238E27FC236}">
                <a16:creationId xmlns:a16="http://schemas.microsoft.com/office/drawing/2014/main" id="{3ED9C500-CF29-B82E-AAC8-559F932AEE18}"/>
              </a:ext>
            </a:extLst>
          </p:cNvPr>
          <p:cNvSpPr txBox="1"/>
          <p:nvPr/>
        </p:nvSpPr>
        <p:spPr>
          <a:xfrm>
            <a:off x="7396090" y="922225"/>
            <a:ext cx="936475" cy="338554"/>
          </a:xfrm>
          <a:prstGeom prst="rect">
            <a:avLst/>
          </a:prstGeom>
          <a:noFill/>
        </p:spPr>
        <p:txBody>
          <a:bodyPr wrap="none" rtlCol="0">
            <a:spAutoFit/>
          </a:bodyPr>
          <a:lstStyle/>
          <a:p>
            <a:r>
              <a:rPr lang="de-DE" sz="1600" b="1" err="1">
                <a:solidFill>
                  <a:schemeClr val="tx1"/>
                </a:solidFill>
                <a:effectLst>
                  <a:outerShdw blurRad="50800" dist="38100" dir="18900000" sx="107000" sy="107000" algn="bl" rotWithShape="0">
                    <a:schemeClr val="tx1">
                      <a:alpha val="31000"/>
                    </a:schemeClr>
                  </a:outerShdw>
                </a:effectLst>
              </a:rPr>
              <a:t>Junwey</a:t>
            </a:r>
            <a:endParaRPr lang="de-DE" sz="1600" b="1">
              <a:solidFill>
                <a:schemeClr val="tx1"/>
              </a:solidFill>
              <a:effectLst>
                <a:outerShdw blurRad="50800" dist="38100" dir="18900000" sx="107000" sy="107000" algn="bl" rotWithShape="0">
                  <a:schemeClr val="tx1">
                    <a:alpha val="31000"/>
                  </a:schemeClr>
                </a:outerShdw>
              </a:effectLst>
            </a:endParaRPr>
          </a:p>
        </p:txBody>
      </p:sp>
      <p:cxnSp>
        <p:nvCxnSpPr>
          <p:cNvPr id="19" name="Google Shape;2526;p98">
            <a:extLst>
              <a:ext uri="{FF2B5EF4-FFF2-40B4-BE49-F238E27FC236}">
                <a16:creationId xmlns:a16="http://schemas.microsoft.com/office/drawing/2014/main" id="{6BF7DC86-60D5-021E-C46B-344D3FDE1FE6}"/>
              </a:ext>
            </a:extLst>
          </p:cNvPr>
          <p:cNvCxnSpPr>
            <a:cxnSpLocks/>
          </p:cNvCxnSpPr>
          <p:nvPr/>
        </p:nvCxnSpPr>
        <p:spPr>
          <a:xfrm>
            <a:off x="6070768" y="2619446"/>
            <a:ext cx="1741652" cy="0"/>
          </a:xfrm>
          <a:prstGeom prst="straightConnector1">
            <a:avLst/>
          </a:prstGeom>
          <a:noFill/>
          <a:ln w="76200" cap="flat" cmpd="sng">
            <a:solidFill>
              <a:schemeClr val="bg2"/>
            </a:solidFill>
            <a:prstDash val="solid"/>
            <a:round/>
            <a:headEnd type="none" w="med" len="med"/>
            <a:tailEnd type="none" w="med" len="med"/>
          </a:ln>
        </p:spPr>
      </p:cxnSp>
      <p:cxnSp>
        <p:nvCxnSpPr>
          <p:cNvPr id="21" name="Google Shape;2526;p98">
            <a:extLst>
              <a:ext uri="{FF2B5EF4-FFF2-40B4-BE49-F238E27FC236}">
                <a16:creationId xmlns:a16="http://schemas.microsoft.com/office/drawing/2014/main" id="{A8E76DEF-2424-424B-32F1-F2948DDBB5FB}"/>
              </a:ext>
            </a:extLst>
          </p:cNvPr>
          <p:cNvCxnSpPr>
            <a:cxnSpLocks/>
          </p:cNvCxnSpPr>
          <p:nvPr/>
        </p:nvCxnSpPr>
        <p:spPr>
          <a:xfrm>
            <a:off x="656134" y="4063065"/>
            <a:ext cx="1584714" cy="7623"/>
          </a:xfrm>
          <a:prstGeom prst="straightConnector1">
            <a:avLst/>
          </a:prstGeom>
          <a:noFill/>
          <a:ln w="76200" cap="flat" cmpd="sng">
            <a:solidFill>
              <a:schemeClr val="accent5"/>
            </a:solidFill>
            <a:prstDash val="solid"/>
            <a:round/>
            <a:headEnd type="none" w="med" len="med"/>
            <a:tailEnd type="none" w="med" len="med"/>
          </a:ln>
        </p:spPr>
      </p:cxnSp>
      <p:cxnSp>
        <p:nvCxnSpPr>
          <p:cNvPr id="22" name="Google Shape;2526;p98">
            <a:extLst>
              <a:ext uri="{FF2B5EF4-FFF2-40B4-BE49-F238E27FC236}">
                <a16:creationId xmlns:a16="http://schemas.microsoft.com/office/drawing/2014/main" id="{BE604CCC-CD49-C28F-AAB9-8F04FB398431}"/>
              </a:ext>
            </a:extLst>
          </p:cNvPr>
          <p:cNvCxnSpPr>
            <a:cxnSpLocks/>
          </p:cNvCxnSpPr>
          <p:nvPr/>
        </p:nvCxnSpPr>
        <p:spPr>
          <a:xfrm>
            <a:off x="1284348" y="827430"/>
            <a:ext cx="1475632" cy="0"/>
          </a:xfrm>
          <a:prstGeom prst="straightConnector1">
            <a:avLst/>
          </a:prstGeom>
          <a:noFill/>
          <a:ln w="76200" cap="flat" cmpd="sng">
            <a:solidFill>
              <a:schemeClr val="accent3">
                <a:lumMod val="40000"/>
                <a:lumOff val="60000"/>
              </a:schemeClr>
            </a:solidFill>
            <a:prstDash val="solid"/>
            <a:round/>
            <a:headEnd type="none" w="med" len="med"/>
            <a:tailEnd type="none" w="med" len="med"/>
          </a:ln>
        </p:spPr>
      </p:cxnSp>
      <p:sp>
        <p:nvSpPr>
          <p:cNvPr id="24" name="Träne 23">
            <a:extLst>
              <a:ext uri="{FF2B5EF4-FFF2-40B4-BE49-F238E27FC236}">
                <a16:creationId xmlns:a16="http://schemas.microsoft.com/office/drawing/2014/main" id="{AB481783-7ABE-E460-F53E-7B04D9968F5A}"/>
              </a:ext>
            </a:extLst>
          </p:cNvPr>
          <p:cNvSpPr/>
          <p:nvPr/>
        </p:nvSpPr>
        <p:spPr>
          <a:xfrm rot="13727924">
            <a:off x="3002455" y="304241"/>
            <a:ext cx="1221536" cy="1198632"/>
          </a:xfrm>
          <a:prstGeom prst="teardrop">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räne 24">
            <a:extLst>
              <a:ext uri="{FF2B5EF4-FFF2-40B4-BE49-F238E27FC236}">
                <a16:creationId xmlns:a16="http://schemas.microsoft.com/office/drawing/2014/main" id="{81F12426-983C-1F23-E915-B431B1EEE89A}"/>
              </a:ext>
            </a:extLst>
          </p:cNvPr>
          <p:cNvSpPr/>
          <p:nvPr/>
        </p:nvSpPr>
        <p:spPr>
          <a:xfrm rot="2840686">
            <a:off x="4584318" y="1972434"/>
            <a:ext cx="1221536" cy="1198632"/>
          </a:xfrm>
          <a:prstGeom prst="teardrop">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Träne 25">
            <a:extLst>
              <a:ext uri="{FF2B5EF4-FFF2-40B4-BE49-F238E27FC236}">
                <a16:creationId xmlns:a16="http://schemas.microsoft.com/office/drawing/2014/main" id="{1931BCE0-653A-525B-7EBE-296EFF9FA188}"/>
              </a:ext>
            </a:extLst>
          </p:cNvPr>
          <p:cNvSpPr/>
          <p:nvPr/>
        </p:nvSpPr>
        <p:spPr>
          <a:xfrm rot="2840686">
            <a:off x="5268270" y="3589873"/>
            <a:ext cx="1221536" cy="1198632"/>
          </a:xfrm>
          <a:prstGeom prst="teardrop">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räne 26">
            <a:extLst>
              <a:ext uri="{FF2B5EF4-FFF2-40B4-BE49-F238E27FC236}">
                <a16:creationId xmlns:a16="http://schemas.microsoft.com/office/drawing/2014/main" id="{88DAE16F-E37A-2299-A87B-D2BE04678CE8}"/>
              </a:ext>
            </a:extLst>
          </p:cNvPr>
          <p:cNvSpPr/>
          <p:nvPr/>
        </p:nvSpPr>
        <p:spPr>
          <a:xfrm rot="13337464">
            <a:off x="2471071" y="3463749"/>
            <a:ext cx="1221536" cy="1198632"/>
          </a:xfrm>
          <a:prstGeom prst="teardrop">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feld 31">
            <a:extLst>
              <a:ext uri="{FF2B5EF4-FFF2-40B4-BE49-F238E27FC236}">
                <a16:creationId xmlns:a16="http://schemas.microsoft.com/office/drawing/2014/main" id="{ED384687-DCF4-391F-1329-C993EF886D52}"/>
              </a:ext>
            </a:extLst>
          </p:cNvPr>
          <p:cNvSpPr txBox="1"/>
          <p:nvPr/>
        </p:nvSpPr>
        <p:spPr>
          <a:xfrm>
            <a:off x="708410" y="872129"/>
            <a:ext cx="2119491" cy="276999"/>
          </a:xfrm>
          <a:prstGeom prst="rect">
            <a:avLst/>
          </a:prstGeom>
          <a:noFill/>
        </p:spPr>
        <p:txBody>
          <a:bodyPr wrap="none" rtlCol="0">
            <a:spAutoFit/>
          </a:bodyPr>
          <a:lstStyle/>
          <a:p>
            <a:r>
              <a:rPr lang="de-DE" sz="1200">
                <a:solidFill>
                  <a:schemeClr val="tx1"/>
                </a:solidFill>
                <a:effectLst>
                  <a:outerShdw blurRad="50800" dist="38100" dir="18900000" sx="107000" sy="107000" algn="bl" rotWithShape="0">
                    <a:schemeClr val="tx1">
                      <a:alpha val="31000"/>
                    </a:schemeClr>
                  </a:outerShdw>
                </a:effectLst>
              </a:rPr>
              <a:t>Entwicklung, Dokumentation</a:t>
            </a:r>
          </a:p>
        </p:txBody>
      </p:sp>
      <p:sp>
        <p:nvSpPr>
          <p:cNvPr id="33" name="Textfeld 32">
            <a:extLst>
              <a:ext uri="{FF2B5EF4-FFF2-40B4-BE49-F238E27FC236}">
                <a16:creationId xmlns:a16="http://schemas.microsoft.com/office/drawing/2014/main" id="{911060E2-0556-EDB3-5E88-CC6E74178EF7}"/>
              </a:ext>
            </a:extLst>
          </p:cNvPr>
          <p:cNvSpPr txBox="1"/>
          <p:nvPr/>
        </p:nvSpPr>
        <p:spPr>
          <a:xfrm>
            <a:off x="6977943" y="1374523"/>
            <a:ext cx="1983235" cy="276999"/>
          </a:xfrm>
          <a:prstGeom prst="rect">
            <a:avLst/>
          </a:prstGeom>
          <a:noFill/>
        </p:spPr>
        <p:txBody>
          <a:bodyPr wrap="none" rtlCol="0">
            <a:spAutoFit/>
          </a:bodyPr>
          <a:lstStyle/>
          <a:p>
            <a:r>
              <a:rPr lang="de-DE" sz="1200">
                <a:solidFill>
                  <a:schemeClr val="tx1"/>
                </a:solidFill>
                <a:effectLst>
                  <a:outerShdw blurRad="50800" dist="38100" dir="18900000" sx="107000" sy="107000" algn="bl" rotWithShape="0">
                    <a:schemeClr val="tx1">
                      <a:alpha val="31000"/>
                    </a:schemeClr>
                  </a:outerShdw>
                </a:effectLst>
              </a:rPr>
              <a:t>UI-Design, Dokumentation</a:t>
            </a:r>
          </a:p>
        </p:txBody>
      </p:sp>
      <p:sp>
        <p:nvSpPr>
          <p:cNvPr id="35" name="Textfeld 34">
            <a:extLst>
              <a:ext uri="{FF2B5EF4-FFF2-40B4-BE49-F238E27FC236}">
                <a16:creationId xmlns:a16="http://schemas.microsoft.com/office/drawing/2014/main" id="{2209BABC-8490-9DEB-77F8-57A398F2C730}"/>
              </a:ext>
            </a:extLst>
          </p:cNvPr>
          <p:cNvSpPr txBox="1"/>
          <p:nvPr/>
        </p:nvSpPr>
        <p:spPr>
          <a:xfrm>
            <a:off x="6032430" y="2688226"/>
            <a:ext cx="2887329" cy="276999"/>
          </a:xfrm>
          <a:prstGeom prst="rect">
            <a:avLst/>
          </a:prstGeom>
          <a:noFill/>
        </p:spPr>
        <p:txBody>
          <a:bodyPr wrap="none" rtlCol="0">
            <a:spAutoFit/>
          </a:bodyPr>
          <a:lstStyle/>
          <a:p>
            <a:r>
              <a:rPr lang="de-DE" sz="1200">
                <a:solidFill>
                  <a:schemeClr val="tx1"/>
                </a:solidFill>
                <a:effectLst>
                  <a:outerShdw blurRad="50800" dist="38100" dir="18900000" sx="107000" sy="107000" algn="bl" rotWithShape="0">
                    <a:schemeClr val="tx1">
                      <a:alpha val="31000"/>
                    </a:schemeClr>
                  </a:outerShdw>
                </a:effectLst>
              </a:rPr>
              <a:t>UI-Design, Entwicklung, Dokumentation</a:t>
            </a:r>
          </a:p>
        </p:txBody>
      </p:sp>
      <p:sp>
        <p:nvSpPr>
          <p:cNvPr id="37" name="Textfeld 36">
            <a:extLst>
              <a:ext uri="{FF2B5EF4-FFF2-40B4-BE49-F238E27FC236}">
                <a16:creationId xmlns:a16="http://schemas.microsoft.com/office/drawing/2014/main" id="{A74AE6CC-763C-839B-7380-909990170F81}"/>
              </a:ext>
            </a:extLst>
          </p:cNvPr>
          <p:cNvSpPr txBox="1"/>
          <p:nvPr/>
        </p:nvSpPr>
        <p:spPr>
          <a:xfrm>
            <a:off x="6536079" y="4263705"/>
            <a:ext cx="2731838" cy="276999"/>
          </a:xfrm>
          <a:prstGeom prst="rect">
            <a:avLst/>
          </a:prstGeom>
          <a:noFill/>
        </p:spPr>
        <p:txBody>
          <a:bodyPr wrap="none" rtlCol="0">
            <a:spAutoFit/>
          </a:bodyPr>
          <a:lstStyle/>
          <a:p>
            <a:r>
              <a:rPr lang="de-DE" sz="1200">
                <a:solidFill>
                  <a:schemeClr val="tx1"/>
                </a:solidFill>
                <a:effectLst>
                  <a:outerShdw blurRad="50800" dist="38100" dir="18900000" sx="107000" sy="107000" algn="bl" rotWithShape="0">
                    <a:schemeClr val="tx1">
                      <a:alpha val="31000"/>
                    </a:schemeClr>
                  </a:outerShdw>
                </a:effectLst>
              </a:rPr>
              <a:t>Dokumentation, Prozessmodellierung</a:t>
            </a:r>
          </a:p>
        </p:txBody>
      </p:sp>
      <p:sp>
        <p:nvSpPr>
          <p:cNvPr id="38" name="Textfeld 37">
            <a:extLst>
              <a:ext uri="{FF2B5EF4-FFF2-40B4-BE49-F238E27FC236}">
                <a16:creationId xmlns:a16="http://schemas.microsoft.com/office/drawing/2014/main" id="{DFA6BB27-52AC-CEF0-C00F-3944F16658B9}"/>
              </a:ext>
            </a:extLst>
          </p:cNvPr>
          <p:cNvSpPr txBox="1"/>
          <p:nvPr/>
        </p:nvSpPr>
        <p:spPr>
          <a:xfrm>
            <a:off x="203074" y="4271371"/>
            <a:ext cx="2725426" cy="276999"/>
          </a:xfrm>
          <a:prstGeom prst="rect">
            <a:avLst/>
          </a:prstGeom>
          <a:noFill/>
        </p:spPr>
        <p:txBody>
          <a:bodyPr wrap="none" rtlCol="0">
            <a:spAutoFit/>
          </a:bodyPr>
          <a:lstStyle/>
          <a:p>
            <a:r>
              <a:rPr lang="de-DE" sz="1200" err="1">
                <a:solidFill>
                  <a:schemeClr val="tx1"/>
                </a:solidFill>
                <a:effectLst>
                  <a:outerShdw blurRad="50800" dist="38100" dir="18900000" sx="107000" sy="107000" algn="bl" rotWithShape="0">
                    <a:schemeClr val="tx1">
                      <a:alpha val="31000"/>
                    </a:schemeClr>
                  </a:outerShdw>
                </a:effectLst>
              </a:rPr>
              <a:t>Product</a:t>
            </a:r>
            <a:r>
              <a:rPr lang="de-DE" sz="1200">
                <a:solidFill>
                  <a:schemeClr val="tx1"/>
                </a:solidFill>
                <a:effectLst>
                  <a:outerShdw blurRad="50800" dist="38100" dir="18900000" sx="107000" sy="107000" algn="bl" rotWithShape="0">
                    <a:schemeClr val="tx1">
                      <a:alpha val="31000"/>
                    </a:schemeClr>
                  </a:outerShdw>
                </a:effectLst>
              </a:rPr>
              <a:t> Owner, Prozessmodellierung</a:t>
            </a:r>
          </a:p>
        </p:txBody>
      </p:sp>
      <p:pic>
        <p:nvPicPr>
          <p:cNvPr id="11" name="Picture 10">
            <a:extLst>
              <a:ext uri="{FF2B5EF4-FFF2-40B4-BE49-F238E27FC236}">
                <a16:creationId xmlns:a16="http://schemas.microsoft.com/office/drawing/2014/main" id="{463B2B12-9523-380F-8EDB-070A6A7D8C41}"/>
              </a:ext>
            </a:extLst>
          </p:cNvPr>
          <p:cNvPicPr>
            <a:picLocks noChangeAspect="1"/>
          </p:cNvPicPr>
          <p:nvPr/>
        </p:nvPicPr>
        <p:blipFill>
          <a:blip r:embed="rId3"/>
          <a:stretch>
            <a:fillRect/>
          </a:stretch>
        </p:blipFill>
        <p:spPr>
          <a:xfrm>
            <a:off x="2998880" y="287516"/>
            <a:ext cx="1244654" cy="1225506"/>
          </a:xfrm>
          <a:prstGeom prst="ellipse">
            <a:avLst/>
          </a:prstGeom>
        </p:spPr>
      </p:pic>
      <p:pic>
        <p:nvPicPr>
          <p:cNvPr id="20" name="Picture 19">
            <a:extLst>
              <a:ext uri="{FF2B5EF4-FFF2-40B4-BE49-F238E27FC236}">
                <a16:creationId xmlns:a16="http://schemas.microsoft.com/office/drawing/2014/main" id="{91673A2F-E776-FBB9-2372-4E05B73DC667}"/>
              </a:ext>
            </a:extLst>
          </p:cNvPr>
          <p:cNvPicPr>
            <a:picLocks noChangeAspect="1"/>
          </p:cNvPicPr>
          <p:nvPr/>
        </p:nvPicPr>
        <p:blipFill>
          <a:blip r:embed="rId4"/>
          <a:srcRect t="31045" b="20855"/>
          <a:stretch>
            <a:fillRect/>
          </a:stretch>
        </p:blipFill>
        <p:spPr>
          <a:xfrm>
            <a:off x="4584307" y="1969535"/>
            <a:ext cx="1198230" cy="1204429"/>
          </a:xfrm>
          <a:prstGeom prst="ellipse">
            <a:avLst/>
          </a:prstGeom>
        </p:spPr>
      </p:pic>
      <p:pic>
        <p:nvPicPr>
          <p:cNvPr id="10" name="Grafik 9">
            <a:extLst>
              <a:ext uri="{FF2B5EF4-FFF2-40B4-BE49-F238E27FC236}">
                <a16:creationId xmlns:a16="http://schemas.microsoft.com/office/drawing/2014/main" id="{35E7A6DF-CC6A-FA0C-4E14-02ADF969A21E}"/>
              </a:ext>
            </a:extLst>
          </p:cNvPr>
          <p:cNvPicPr>
            <a:picLocks noChangeAspect="1"/>
          </p:cNvPicPr>
          <p:nvPr/>
        </p:nvPicPr>
        <p:blipFill rotWithShape="1">
          <a:blip r:embed="rId5"/>
          <a:srcRect l="-2" t="20074" r="-1955" b="13966"/>
          <a:stretch/>
        </p:blipFill>
        <p:spPr>
          <a:xfrm>
            <a:off x="2443820" y="3458226"/>
            <a:ext cx="1262735" cy="1224923"/>
          </a:xfrm>
          <a:prstGeom prst="ellipse">
            <a:avLst/>
          </a:prstGeom>
        </p:spPr>
      </p:pic>
      <p:pic>
        <p:nvPicPr>
          <p:cNvPr id="12" name="Grafik 11">
            <a:extLst>
              <a:ext uri="{FF2B5EF4-FFF2-40B4-BE49-F238E27FC236}">
                <a16:creationId xmlns:a16="http://schemas.microsoft.com/office/drawing/2014/main" id="{68E932FB-53DD-F7EF-10BF-C8B9A1303037}"/>
              </a:ext>
            </a:extLst>
          </p:cNvPr>
          <p:cNvPicPr>
            <a:picLocks noChangeAspect="1"/>
          </p:cNvPicPr>
          <p:nvPr/>
        </p:nvPicPr>
        <p:blipFill>
          <a:blip r:embed="rId6"/>
          <a:srcRect t="20024" r="8756" b="12793"/>
          <a:stretch/>
        </p:blipFill>
        <p:spPr>
          <a:xfrm>
            <a:off x="5494578" y="642350"/>
            <a:ext cx="1208943" cy="1245234"/>
          </a:xfrm>
          <a:prstGeom prst="ellipse">
            <a:avLst/>
          </a:prstGeom>
        </p:spPr>
      </p:pic>
      <p:pic>
        <p:nvPicPr>
          <p:cNvPr id="29" name="Grafik 28">
            <a:extLst>
              <a:ext uri="{FF2B5EF4-FFF2-40B4-BE49-F238E27FC236}">
                <a16:creationId xmlns:a16="http://schemas.microsoft.com/office/drawing/2014/main" id="{64F210A7-74BC-1F95-B2E6-209AF2EF98BC}"/>
              </a:ext>
            </a:extLst>
          </p:cNvPr>
          <p:cNvPicPr>
            <a:picLocks noChangeAspect="1"/>
          </p:cNvPicPr>
          <p:nvPr/>
        </p:nvPicPr>
        <p:blipFill>
          <a:blip r:embed="rId7"/>
          <a:srcRect l="6913" t="2402" r="16422" b="6129"/>
          <a:stretch/>
        </p:blipFill>
        <p:spPr>
          <a:xfrm>
            <a:off x="5247843" y="3586516"/>
            <a:ext cx="1262390" cy="1205345"/>
          </a:xfrm>
          <a:prstGeom prst="ellipse">
            <a:avLst/>
          </a:prstGeom>
        </p:spPr>
      </p:pic>
    </p:spTree>
    <p:extLst>
      <p:ext uri="{BB962C8B-B14F-4D97-AF65-F5344CB8AC3E}">
        <p14:creationId xmlns:p14="http://schemas.microsoft.com/office/powerpoint/2010/main" val="1989171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90">
          <a:extLst>
            <a:ext uri="{FF2B5EF4-FFF2-40B4-BE49-F238E27FC236}">
              <a16:creationId xmlns:a16="http://schemas.microsoft.com/office/drawing/2014/main" id="{381774BA-E1C9-051A-CC1F-72057EC53C0D}"/>
            </a:ext>
          </a:extLst>
        </p:cNvPr>
        <p:cNvGrpSpPr/>
        <p:nvPr/>
      </p:nvGrpSpPr>
      <p:grpSpPr>
        <a:xfrm>
          <a:off x="0" y="0"/>
          <a:ext cx="0" cy="0"/>
          <a:chOff x="0" y="0"/>
          <a:chExt cx="0" cy="0"/>
        </a:xfrm>
      </p:grpSpPr>
      <p:sp>
        <p:nvSpPr>
          <p:cNvPr id="2591" name="Google Shape;2591;p101">
            <a:extLst>
              <a:ext uri="{FF2B5EF4-FFF2-40B4-BE49-F238E27FC236}">
                <a16:creationId xmlns:a16="http://schemas.microsoft.com/office/drawing/2014/main" id="{465BC10C-89E3-FFA7-71BC-D1C360E20179}"/>
              </a:ext>
            </a:extLst>
          </p:cNvPr>
          <p:cNvSpPr txBox="1">
            <a:spLocks noGrp="1"/>
          </p:cNvSpPr>
          <p:nvPr>
            <p:ph type="title"/>
          </p:nvPr>
        </p:nvSpPr>
        <p:spPr>
          <a:xfrm>
            <a:off x="1371600" y="540000"/>
            <a:ext cx="6400800" cy="89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noProof="1"/>
              <a:t>Was haben wir gelernt?</a:t>
            </a:r>
          </a:p>
        </p:txBody>
      </p:sp>
      <p:sp>
        <p:nvSpPr>
          <p:cNvPr id="2592" name="Google Shape;2592;p101">
            <a:extLst>
              <a:ext uri="{FF2B5EF4-FFF2-40B4-BE49-F238E27FC236}">
                <a16:creationId xmlns:a16="http://schemas.microsoft.com/office/drawing/2014/main" id="{DDD0D57C-4711-8DC5-878F-51363538A884}"/>
              </a:ext>
            </a:extLst>
          </p:cNvPr>
          <p:cNvSpPr txBox="1">
            <a:spLocks noGrp="1"/>
          </p:cNvSpPr>
          <p:nvPr>
            <p:ph type="body" idx="4294967295"/>
          </p:nvPr>
        </p:nvSpPr>
        <p:spPr>
          <a:xfrm>
            <a:off x="713350" y="1889800"/>
            <a:ext cx="2470200" cy="386700"/>
          </a:xfrm>
          <a:prstGeom prst="rect">
            <a:avLst/>
          </a:prstGeom>
        </p:spPr>
        <p:txBody>
          <a:bodyPr spcFirstLastPara="1" wrap="square" lIns="91425" tIns="91425" rIns="91425" bIns="91425" anchor="t" anchorCtr="0">
            <a:noAutofit/>
          </a:bodyPr>
          <a:lstStyle/>
          <a:p>
            <a:pPr marL="0" indent="0" algn="r">
              <a:lnSpc>
                <a:spcPct val="100000"/>
              </a:lnSpc>
              <a:buNone/>
            </a:pPr>
            <a:r>
              <a:rPr lang="de-DE" noProof="1"/>
              <a:t>Frühzeitiges Testen und Validieren</a:t>
            </a:r>
          </a:p>
        </p:txBody>
      </p:sp>
      <p:sp>
        <p:nvSpPr>
          <p:cNvPr id="2594" name="Google Shape;2594;p101">
            <a:extLst>
              <a:ext uri="{FF2B5EF4-FFF2-40B4-BE49-F238E27FC236}">
                <a16:creationId xmlns:a16="http://schemas.microsoft.com/office/drawing/2014/main" id="{3B028AFA-1145-15A9-0CBE-1BEF77243B08}"/>
              </a:ext>
            </a:extLst>
          </p:cNvPr>
          <p:cNvSpPr txBox="1">
            <a:spLocks noGrp="1"/>
          </p:cNvSpPr>
          <p:nvPr>
            <p:ph type="subTitle" idx="4294967295"/>
          </p:nvPr>
        </p:nvSpPr>
        <p:spPr>
          <a:xfrm>
            <a:off x="713225" y="1344625"/>
            <a:ext cx="2470200" cy="547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de-DE" sz="2000" noProof="1">
                <a:solidFill>
                  <a:schemeClr val="dk1"/>
                </a:solidFill>
              </a:rPr>
              <a:t>Programmierung</a:t>
            </a:r>
          </a:p>
        </p:txBody>
      </p:sp>
      <p:sp>
        <p:nvSpPr>
          <p:cNvPr id="2595" name="Google Shape;2595;p101">
            <a:extLst>
              <a:ext uri="{FF2B5EF4-FFF2-40B4-BE49-F238E27FC236}">
                <a16:creationId xmlns:a16="http://schemas.microsoft.com/office/drawing/2014/main" id="{3565D9A8-0BC9-A875-B9E1-B73B2CE87B10}"/>
              </a:ext>
            </a:extLst>
          </p:cNvPr>
          <p:cNvSpPr txBox="1">
            <a:spLocks noGrp="1"/>
          </p:cNvSpPr>
          <p:nvPr>
            <p:ph type="body" idx="4294967295"/>
          </p:nvPr>
        </p:nvSpPr>
        <p:spPr>
          <a:xfrm>
            <a:off x="193431" y="2425888"/>
            <a:ext cx="2990119" cy="395788"/>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0"/>
              </a:spcAft>
              <a:buNone/>
            </a:pPr>
            <a:r>
              <a:rPr lang="de-DE" noProof="1"/>
              <a:t>Wie man eine JavaFX-Anwendung mit sauberer Schichtentrennung (Controller / Service / Model) strukturiert</a:t>
            </a:r>
          </a:p>
        </p:txBody>
      </p:sp>
      <p:sp>
        <p:nvSpPr>
          <p:cNvPr id="2596" name="Google Shape;2596;p101">
            <a:extLst>
              <a:ext uri="{FF2B5EF4-FFF2-40B4-BE49-F238E27FC236}">
                <a16:creationId xmlns:a16="http://schemas.microsoft.com/office/drawing/2014/main" id="{0B414950-4D7C-1B2B-589E-D910BE3DFE7D}"/>
              </a:ext>
            </a:extLst>
          </p:cNvPr>
          <p:cNvSpPr/>
          <p:nvPr/>
        </p:nvSpPr>
        <p:spPr>
          <a:xfrm>
            <a:off x="3869047" y="4482317"/>
            <a:ext cx="52611" cy="28719"/>
          </a:xfrm>
          <a:custGeom>
            <a:avLst/>
            <a:gdLst/>
            <a:ahLst/>
            <a:cxnLst/>
            <a:rect l="l" t="t" r="r" b="b"/>
            <a:pathLst>
              <a:path w="2202" h="1202" extrusionOk="0">
                <a:moveTo>
                  <a:pt x="467" y="167"/>
                </a:moveTo>
                <a:cubicBezTo>
                  <a:pt x="534" y="167"/>
                  <a:pt x="601" y="167"/>
                  <a:pt x="634" y="201"/>
                </a:cubicBezTo>
                <a:cubicBezTo>
                  <a:pt x="1034" y="368"/>
                  <a:pt x="1401" y="568"/>
                  <a:pt x="1701" y="868"/>
                </a:cubicBezTo>
                <a:cubicBezTo>
                  <a:pt x="1768" y="901"/>
                  <a:pt x="1835" y="968"/>
                  <a:pt x="1901" y="1001"/>
                </a:cubicBezTo>
                <a:cubicBezTo>
                  <a:pt x="1768" y="1001"/>
                  <a:pt x="1668" y="968"/>
                  <a:pt x="1535" y="968"/>
                </a:cubicBezTo>
                <a:cubicBezTo>
                  <a:pt x="934" y="835"/>
                  <a:pt x="300" y="634"/>
                  <a:pt x="234" y="434"/>
                </a:cubicBezTo>
                <a:cubicBezTo>
                  <a:pt x="234" y="401"/>
                  <a:pt x="200" y="334"/>
                  <a:pt x="300" y="234"/>
                </a:cubicBezTo>
                <a:cubicBezTo>
                  <a:pt x="334" y="201"/>
                  <a:pt x="400" y="167"/>
                  <a:pt x="467" y="167"/>
                </a:cubicBezTo>
                <a:close/>
                <a:moveTo>
                  <a:pt x="467" y="1"/>
                </a:moveTo>
                <a:cubicBezTo>
                  <a:pt x="367" y="1"/>
                  <a:pt x="234" y="34"/>
                  <a:pt x="167" y="134"/>
                </a:cubicBezTo>
                <a:cubicBezTo>
                  <a:pt x="67" y="201"/>
                  <a:pt x="0" y="368"/>
                  <a:pt x="67" y="501"/>
                </a:cubicBezTo>
                <a:cubicBezTo>
                  <a:pt x="167" y="701"/>
                  <a:pt x="567" y="901"/>
                  <a:pt x="1034" y="1035"/>
                </a:cubicBezTo>
                <a:lnTo>
                  <a:pt x="1301" y="1101"/>
                </a:lnTo>
                <a:cubicBezTo>
                  <a:pt x="1568" y="1135"/>
                  <a:pt x="1835" y="1168"/>
                  <a:pt x="2135" y="1201"/>
                </a:cubicBezTo>
                <a:cubicBezTo>
                  <a:pt x="2168" y="1201"/>
                  <a:pt x="2202" y="1168"/>
                  <a:pt x="2202" y="1135"/>
                </a:cubicBezTo>
                <a:cubicBezTo>
                  <a:pt x="2202" y="1101"/>
                  <a:pt x="2202" y="1068"/>
                  <a:pt x="2202" y="1035"/>
                </a:cubicBezTo>
                <a:cubicBezTo>
                  <a:pt x="2202" y="1035"/>
                  <a:pt x="2068" y="935"/>
                  <a:pt x="1901" y="801"/>
                </a:cubicBezTo>
                <a:cubicBezTo>
                  <a:pt x="1735" y="634"/>
                  <a:pt x="1635" y="568"/>
                  <a:pt x="1501" y="468"/>
                </a:cubicBezTo>
                <a:cubicBezTo>
                  <a:pt x="1201" y="201"/>
                  <a:pt x="834" y="67"/>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97" name="Google Shape;2597;p101">
            <a:extLst>
              <a:ext uri="{FF2B5EF4-FFF2-40B4-BE49-F238E27FC236}">
                <a16:creationId xmlns:a16="http://schemas.microsoft.com/office/drawing/2014/main" id="{471638FB-FBC0-339A-B206-4F17AC58D5E8}"/>
              </a:ext>
            </a:extLst>
          </p:cNvPr>
          <p:cNvSpPr/>
          <p:nvPr/>
        </p:nvSpPr>
        <p:spPr>
          <a:xfrm>
            <a:off x="3896930" y="4467026"/>
            <a:ext cx="27118" cy="43819"/>
          </a:xfrm>
          <a:custGeom>
            <a:avLst/>
            <a:gdLst/>
            <a:ahLst/>
            <a:cxnLst/>
            <a:rect l="l" t="t" r="r" b="b"/>
            <a:pathLst>
              <a:path w="1135" h="1834" extrusionOk="0">
                <a:moveTo>
                  <a:pt x="350" y="167"/>
                </a:moveTo>
                <a:cubicBezTo>
                  <a:pt x="365" y="167"/>
                  <a:pt x="382" y="169"/>
                  <a:pt x="401" y="174"/>
                </a:cubicBezTo>
                <a:lnTo>
                  <a:pt x="468" y="174"/>
                </a:lnTo>
                <a:cubicBezTo>
                  <a:pt x="568" y="207"/>
                  <a:pt x="668" y="274"/>
                  <a:pt x="701" y="340"/>
                </a:cubicBezTo>
                <a:cubicBezTo>
                  <a:pt x="868" y="674"/>
                  <a:pt x="935" y="1008"/>
                  <a:pt x="935" y="1374"/>
                </a:cubicBezTo>
                <a:cubicBezTo>
                  <a:pt x="901" y="1441"/>
                  <a:pt x="901" y="1508"/>
                  <a:pt x="901" y="1575"/>
                </a:cubicBezTo>
                <a:cubicBezTo>
                  <a:pt x="868" y="1508"/>
                  <a:pt x="835" y="1475"/>
                  <a:pt x="768" y="1408"/>
                </a:cubicBezTo>
                <a:cubicBezTo>
                  <a:pt x="434" y="1041"/>
                  <a:pt x="134" y="440"/>
                  <a:pt x="234" y="240"/>
                </a:cubicBezTo>
                <a:cubicBezTo>
                  <a:pt x="234" y="240"/>
                  <a:pt x="259" y="167"/>
                  <a:pt x="350" y="167"/>
                </a:cubicBezTo>
                <a:close/>
                <a:moveTo>
                  <a:pt x="347" y="0"/>
                </a:moveTo>
                <a:cubicBezTo>
                  <a:pt x="175" y="0"/>
                  <a:pt x="96" y="87"/>
                  <a:pt x="67" y="174"/>
                </a:cubicBezTo>
                <a:cubicBezTo>
                  <a:pt x="1" y="374"/>
                  <a:pt x="134" y="741"/>
                  <a:pt x="334" y="1108"/>
                </a:cubicBezTo>
                <a:cubicBezTo>
                  <a:pt x="401" y="1241"/>
                  <a:pt x="501" y="1374"/>
                  <a:pt x="601" y="1475"/>
                </a:cubicBezTo>
                <a:cubicBezTo>
                  <a:pt x="701" y="1608"/>
                  <a:pt x="801" y="1708"/>
                  <a:pt x="935" y="1808"/>
                </a:cubicBezTo>
                <a:cubicBezTo>
                  <a:pt x="935" y="1825"/>
                  <a:pt x="935" y="1833"/>
                  <a:pt x="939" y="1833"/>
                </a:cubicBezTo>
                <a:cubicBezTo>
                  <a:pt x="943" y="1833"/>
                  <a:pt x="951" y="1825"/>
                  <a:pt x="968" y="1808"/>
                </a:cubicBezTo>
                <a:cubicBezTo>
                  <a:pt x="968" y="1825"/>
                  <a:pt x="968" y="1833"/>
                  <a:pt x="972" y="1833"/>
                </a:cubicBezTo>
                <a:cubicBezTo>
                  <a:pt x="976" y="1833"/>
                  <a:pt x="985" y="1825"/>
                  <a:pt x="1001" y="1808"/>
                </a:cubicBezTo>
                <a:cubicBezTo>
                  <a:pt x="1035" y="1808"/>
                  <a:pt x="1035" y="1775"/>
                  <a:pt x="1068" y="1775"/>
                </a:cubicBezTo>
                <a:cubicBezTo>
                  <a:pt x="1068" y="1641"/>
                  <a:pt x="1068" y="1508"/>
                  <a:pt x="1101" y="1374"/>
                </a:cubicBezTo>
                <a:cubicBezTo>
                  <a:pt x="1135" y="974"/>
                  <a:pt x="1035" y="607"/>
                  <a:pt x="868" y="274"/>
                </a:cubicBezTo>
                <a:cubicBezTo>
                  <a:pt x="768" y="140"/>
                  <a:pt x="601" y="40"/>
                  <a:pt x="434" y="7"/>
                </a:cubicBezTo>
                <a:cubicBezTo>
                  <a:pt x="403" y="2"/>
                  <a:pt x="37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2598" name="Google Shape;2598;p101">
            <a:extLst>
              <a:ext uri="{FF2B5EF4-FFF2-40B4-BE49-F238E27FC236}">
                <a16:creationId xmlns:a16="http://schemas.microsoft.com/office/drawing/2014/main" id="{F957DFD2-45E4-1453-06E3-DF406EA9EE58}"/>
              </a:ext>
            </a:extLst>
          </p:cNvPr>
          <p:cNvGrpSpPr/>
          <p:nvPr/>
        </p:nvGrpSpPr>
        <p:grpSpPr>
          <a:xfrm>
            <a:off x="2640089" y="1354144"/>
            <a:ext cx="3863800" cy="3356132"/>
            <a:chOff x="2640089" y="1354144"/>
            <a:chExt cx="3863800" cy="3356132"/>
          </a:xfrm>
        </p:grpSpPr>
        <p:sp>
          <p:nvSpPr>
            <p:cNvPr id="2599" name="Google Shape;2599;p101">
              <a:extLst>
                <a:ext uri="{FF2B5EF4-FFF2-40B4-BE49-F238E27FC236}">
                  <a16:creationId xmlns:a16="http://schemas.microsoft.com/office/drawing/2014/main" id="{335BCACC-005E-1632-769B-4372AE5AC07A}"/>
                </a:ext>
              </a:extLst>
            </p:cNvPr>
            <p:cNvSpPr/>
            <p:nvPr/>
          </p:nvSpPr>
          <p:spPr>
            <a:xfrm>
              <a:off x="2640089" y="4484706"/>
              <a:ext cx="3863800" cy="225569"/>
            </a:xfrm>
            <a:custGeom>
              <a:avLst/>
              <a:gdLst/>
              <a:ahLst/>
              <a:cxnLst/>
              <a:rect l="l" t="t" r="r" b="b"/>
              <a:pathLst>
                <a:path w="161716" h="9441" extrusionOk="0">
                  <a:moveTo>
                    <a:pt x="80858" y="1"/>
                  </a:moveTo>
                  <a:cubicBezTo>
                    <a:pt x="36193" y="1"/>
                    <a:pt x="0" y="2102"/>
                    <a:pt x="0" y="4704"/>
                  </a:cubicBezTo>
                  <a:cubicBezTo>
                    <a:pt x="0" y="7306"/>
                    <a:pt x="36193" y="9441"/>
                    <a:pt x="80858" y="9441"/>
                  </a:cubicBezTo>
                  <a:cubicBezTo>
                    <a:pt x="125523" y="9441"/>
                    <a:pt x="161716" y="7306"/>
                    <a:pt x="161716" y="4704"/>
                  </a:cubicBezTo>
                  <a:cubicBezTo>
                    <a:pt x="161716" y="2102"/>
                    <a:pt x="125523" y="1"/>
                    <a:pt x="80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0" name="Google Shape;2600;p101">
              <a:extLst>
                <a:ext uri="{FF2B5EF4-FFF2-40B4-BE49-F238E27FC236}">
                  <a16:creationId xmlns:a16="http://schemas.microsoft.com/office/drawing/2014/main" id="{3E5EB7B8-BDE9-26F1-EF46-6358413A139C}"/>
                </a:ext>
              </a:extLst>
            </p:cNvPr>
            <p:cNvSpPr/>
            <p:nvPr/>
          </p:nvSpPr>
          <p:spPr>
            <a:xfrm>
              <a:off x="4940196" y="1488826"/>
              <a:ext cx="17537" cy="24824"/>
            </a:xfrm>
            <a:custGeom>
              <a:avLst/>
              <a:gdLst/>
              <a:ahLst/>
              <a:cxnLst/>
              <a:rect l="l" t="t" r="r" b="b"/>
              <a:pathLst>
                <a:path w="734" h="1039" extrusionOk="0">
                  <a:moveTo>
                    <a:pt x="234" y="1"/>
                  </a:moveTo>
                  <a:cubicBezTo>
                    <a:pt x="67" y="34"/>
                    <a:pt x="0" y="301"/>
                    <a:pt x="33" y="601"/>
                  </a:cubicBezTo>
                  <a:cubicBezTo>
                    <a:pt x="64" y="849"/>
                    <a:pt x="239" y="1039"/>
                    <a:pt x="397" y="1039"/>
                  </a:cubicBezTo>
                  <a:cubicBezTo>
                    <a:pt x="409" y="1039"/>
                    <a:pt x="422" y="1037"/>
                    <a:pt x="434" y="1035"/>
                  </a:cubicBezTo>
                  <a:cubicBezTo>
                    <a:pt x="634" y="1002"/>
                    <a:pt x="734" y="735"/>
                    <a:pt x="667" y="468"/>
                  </a:cubicBezTo>
                  <a:cubicBezTo>
                    <a:pt x="634" y="168"/>
                    <a:pt x="434" y="1"/>
                    <a:pt x="2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1" name="Google Shape;2601;p101">
              <a:extLst>
                <a:ext uri="{FF2B5EF4-FFF2-40B4-BE49-F238E27FC236}">
                  <a16:creationId xmlns:a16="http://schemas.microsoft.com/office/drawing/2014/main" id="{9D640685-D4E6-A07B-7590-5925BA60F014}"/>
                </a:ext>
              </a:extLst>
            </p:cNvPr>
            <p:cNvSpPr/>
            <p:nvPr/>
          </p:nvSpPr>
          <p:spPr>
            <a:xfrm>
              <a:off x="4945763" y="1515132"/>
              <a:ext cx="43867" cy="63865"/>
            </a:xfrm>
            <a:custGeom>
              <a:avLst/>
              <a:gdLst/>
              <a:ahLst/>
              <a:cxnLst/>
              <a:rect l="l" t="t" r="r" b="b"/>
              <a:pathLst>
                <a:path w="1836" h="2673" extrusionOk="0">
                  <a:moveTo>
                    <a:pt x="1" y="1"/>
                  </a:moveTo>
                  <a:lnTo>
                    <a:pt x="501" y="2669"/>
                  </a:lnTo>
                  <a:cubicBezTo>
                    <a:pt x="537" y="2672"/>
                    <a:pt x="573" y="2673"/>
                    <a:pt x="609" y="2673"/>
                  </a:cubicBezTo>
                  <a:cubicBezTo>
                    <a:pt x="1069" y="2673"/>
                    <a:pt x="1495" y="2478"/>
                    <a:pt x="1835" y="2169"/>
                  </a:cubicBezTo>
                  <a:cubicBezTo>
                    <a:pt x="1101" y="1535"/>
                    <a:pt x="501" y="801"/>
                    <a:pt x="1" y="1"/>
                  </a:cubicBezTo>
                  <a:close/>
                </a:path>
              </a:pathLst>
            </a:custGeom>
            <a:solidFill>
              <a:srgbClr val="B74D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2" name="Google Shape;2602;p101">
              <a:extLst>
                <a:ext uri="{FF2B5EF4-FFF2-40B4-BE49-F238E27FC236}">
                  <a16:creationId xmlns:a16="http://schemas.microsoft.com/office/drawing/2014/main" id="{DC106F94-967B-9812-F2EE-2A5CE5FDB3AB}"/>
                </a:ext>
              </a:extLst>
            </p:cNvPr>
            <p:cNvSpPr/>
            <p:nvPr/>
          </p:nvSpPr>
          <p:spPr>
            <a:xfrm>
              <a:off x="4903521" y="1449475"/>
              <a:ext cx="39877" cy="20261"/>
            </a:xfrm>
            <a:custGeom>
              <a:avLst/>
              <a:gdLst/>
              <a:ahLst/>
              <a:cxnLst/>
              <a:rect l="l" t="t" r="r" b="b"/>
              <a:pathLst>
                <a:path w="1669" h="848" extrusionOk="0">
                  <a:moveTo>
                    <a:pt x="1299" y="1"/>
                  </a:moveTo>
                  <a:cubicBezTo>
                    <a:pt x="835" y="1"/>
                    <a:pt x="388" y="198"/>
                    <a:pt x="67" y="547"/>
                  </a:cubicBezTo>
                  <a:cubicBezTo>
                    <a:pt x="34" y="581"/>
                    <a:pt x="1" y="614"/>
                    <a:pt x="1" y="681"/>
                  </a:cubicBezTo>
                  <a:cubicBezTo>
                    <a:pt x="1" y="781"/>
                    <a:pt x="67" y="847"/>
                    <a:pt x="167" y="847"/>
                  </a:cubicBezTo>
                  <a:lnTo>
                    <a:pt x="301" y="847"/>
                  </a:lnTo>
                  <a:cubicBezTo>
                    <a:pt x="548" y="538"/>
                    <a:pt x="939" y="343"/>
                    <a:pt x="1341" y="343"/>
                  </a:cubicBezTo>
                  <a:cubicBezTo>
                    <a:pt x="1372" y="343"/>
                    <a:pt x="1404" y="345"/>
                    <a:pt x="1435" y="347"/>
                  </a:cubicBezTo>
                  <a:lnTo>
                    <a:pt x="1502" y="347"/>
                  </a:lnTo>
                  <a:cubicBezTo>
                    <a:pt x="1602" y="347"/>
                    <a:pt x="1669" y="280"/>
                    <a:pt x="1669" y="180"/>
                  </a:cubicBezTo>
                  <a:cubicBezTo>
                    <a:pt x="1669" y="80"/>
                    <a:pt x="1602" y="13"/>
                    <a:pt x="1502" y="13"/>
                  </a:cubicBezTo>
                  <a:cubicBezTo>
                    <a:pt x="1434" y="5"/>
                    <a:pt x="1366" y="1"/>
                    <a:pt x="129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3" name="Google Shape;2603;p101">
              <a:extLst>
                <a:ext uri="{FF2B5EF4-FFF2-40B4-BE49-F238E27FC236}">
                  <a16:creationId xmlns:a16="http://schemas.microsoft.com/office/drawing/2014/main" id="{14601CDB-1D98-07A7-D649-9A71B5341801}"/>
                </a:ext>
              </a:extLst>
            </p:cNvPr>
            <p:cNvSpPr/>
            <p:nvPr/>
          </p:nvSpPr>
          <p:spPr>
            <a:xfrm>
              <a:off x="4724208" y="1664961"/>
              <a:ext cx="259544" cy="216060"/>
            </a:xfrm>
            <a:custGeom>
              <a:avLst/>
              <a:gdLst/>
              <a:ahLst/>
              <a:cxnLst/>
              <a:rect l="l" t="t" r="r" b="b"/>
              <a:pathLst>
                <a:path w="10863" h="9043" extrusionOk="0">
                  <a:moveTo>
                    <a:pt x="1368" y="1"/>
                  </a:moveTo>
                  <a:lnTo>
                    <a:pt x="1368" y="1"/>
                  </a:lnTo>
                  <a:cubicBezTo>
                    <a:pt x="1635" y="2336"/>
                    <a:pt x="1501" y="4938"/>
                    <a:pt x="0" y="6339"/>
                  </a:cubicBezTo>
                  <a:cubicBezTo>
                    <a:pt x="0" y="6339"/>
                    <a:pt x="701" y="9007"/>
                    <a:pt x="5571" y="9041"/>
                  </a:cubicBezTo>
                  <a:cubicBezTo>
                    <a:pt x="5646" y="9042"/>
                    <a:pt x="5720" y="9042"/>
                    <a:pt x="5791" y="9042"/>
                  </a:cubicBezTo>
                  <a:cubicBezTo>
                    <a:pt x="10862" y="9042"/>
                    <a:pt x="8244" y="6772"/>
                    <a:pt x="8207" y="6772"/>
                  </a:cubicBezTo>
                  <a:lnTo>
                    <a:pt x="8207" y="6772"/>
                  </a:lnTo>
                  <a:cubicBezTo>
                    <a:pt x="8206" y="6772"/>
                    <a:pt x="8206" y="6772"/>
                    <a:pt x="8206" y="6772"/>
                  </a:cubicBezTo>
                  <a:cubicBezTo>
                    <a:pt x="6271" y="6139"/>
                    <a:pt x="6038" y="4137"/>
                    <a:pt x="6372" y="2269"/>
                  </a:cubicBezTo>
                  <a:cubicBezTo>
                    <a:pt x="6372" y="2236"/>
                    <a:pt x="6405" y="2202"/>
                    <a:pt x="6405" y="2136"/>
                  </a:cubicBezTo>
                  <a:lnTo>
                    <a:pt x="6338" y="2136"/>
                  </a:lnTo>
                  <a:cubicBezTo>
                    <a:pt x="6003" y="2217"/>
                    <a:pt x="5664" y="2257"/>
                    <a:pt x="5326" y="2257"/>
                  </a:cubicBezTo>
                  <a:cubicBezTo>
                    <a:pt x="4418" y="2257"/>
                    <a:pt x="3523" y="1970"/>
                    <a:pt x="2769" y="1435"/>
                  </a:cubicBezTo>
                  <a:cubicBezTo>
                    <a:pt x="2235" y="1035"/>
                    <a:pt x="1735" y="568"/>
                    <a:pt x="1368" y="1"/>
                  </a:cubicBezTo>
                  <a:close/>
                </a:path>
              </a:pathLst>
            </a:custGeom>
            <a:solidFill>
              <a:srgbClr val="CB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4" name="Google Shape;2604;p101">
              <a:extLst>
                <a:ext uri="{FF2B5EF4-FFF2-40B4-BE49-F238E27FC236}">
                  <a16:creationId xmlns:a16="http://schemas.microsoft.com/office/drawing/2014/main" id="{A2A37A41-B7E0-F721-F0DD-689BC492409A}"/>
                </a:ext>
              </a:extLst>
            </p:cNvPr>
            <p:cNvSpPr/>
            <p:nvPr/>
          </p:nvSpPr>
          <p:spPr>
            <a:xfrm>
              <a:off x="4750513" y="1624320"/>
              <a:ext cx="130716" cy="94089"/>
            </a:xfrm>
            <a:custGeom>
              <a:avLst/>
              <a:gdLst/>
              <a:ahLst/>
              <a:cxnLst/>
              <a:rect l="l" t="t" r="r" b="b"/>
              <a:pathLst>
                <a:path w="5471" h="3938" extrusionOk="0">
                  <a:moveTo>
                    <a:pt x="0" y="1"/>
                  </a:moveTo>
                  <a:lnTo>
                    <a:pt x="0" y="1"/>
                  </a:lnTo>
                  <a:cubicBezTo>
                    <a:pt x="100" y="534"/>
                    <a:pt x="200" y="1101"/>
                    <a:pt x="267" y="1702"/>
                  </a:cubicBezTo>
                  <a:cubicBezTo>
                    <a:pt x="634" y="2236"/>
                    <a:pt x="1134" y="2736"/>
                    <a:pt x="1668" y="3103"/>
                  </a:cubicBezTo>
                  <a:cubicBezTo>
                    <a:pt x="2439" y="3650"/>
                    <a:pt x="3359" y="3938"/>
                    <a:pt x="4289" y="3938"/>
                  </a:cubicBezTo>
                  <a:cubicBezTo>
                    <a:pt x="4606" y="3938"/>
                    <a:pt x="4924" y="3905"/>
                    <a:pt x="5237" y="3837"/>
                  </a:cubicBezTo>
                  <a:lnTo>
                    <a:pt x="5304" y="3837"/>
                  </a:lnTo>
                  <a:cubicBezTo>
                    <a:pt x="5337" y="3603"/>
                    <a:pt x="5404" y="3370"/>
                    <a:pt x="5471" y="3136"/>
                  </a:cubicBezTo>
                  <a:lnTo>
                    <a:pt x="5271" y="3003"/>
                  </a:lnTo>
                  <a:lnTo>
                    <a:pt x="0" y="1"/>
                  </a:lnTo>
                  <a:close/>
                </a:path>
              </a:pathLst>
            </a:custGeom>
            <a:solidFill>
              <a:srgbClr val="CB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5" name="Google Shape;2605;p101">
              <a:extLst>
                <a:ext uri="{FF2B5EF4-FFF2-40B4-BE49-F238E27FC236}">
                  <a16:creationId xmlns:a16="http://schemas.microsoft.com/office/drawing/2014/main" id="{B043CE19-DF49-DEBE-5144-7EDA56EE0B67}"/>
                </a:ext>
              </a:extLst>
            </p:cNvPr>
            <p:cNvSpPr/>
            <p:nvPr/>
          </p:nvSpPr>
          <p:spPr>
            <a:xfrm>
              <a:off x="4689755" y="1385132"/>
              <a:ext cx="279948" cy="332966"/>
            </a:xfrm>
            <a:custGeom>
              <a:avLst/>
              <a:gdLst/>
              <a:ahLst/>
              <a:cxnLst/>
              <a:rect l="l" t="t" r="r" b="b"/>
              <a:pathLst>
                <a:path w="11717" h="13936" extrusionOk="0">
                  <a:moveTo>
                    <a:pt x="5535" y="1"/>
                  </a:moveTo>
                  <a:cubicBezTo>
                    <a:pt x="2425" y="1"/>
                    <a:pt x="1" y="2976"/>
                    <a:pt x="875" y="6142"/>
                  </a:cubicBezTo>
                  <a:cubicBezTo>
                    <a:pt x="1509" y="8611"/>
                    <a:pt x="1843" y="10345"/>
                    <a:pt x="2777" y="11713"/>
                  </a:cubicBezTo>
                  <a:cubicBezTo>
                    <a:pt x="3177" y="12247"/>
                    <a:pt x="3644" y="12747"/>
                    <a:pt x="4211" y="13114"/>
                  </a:cubicBezTo>
                  <a:cubicBezTo>
                    <a:pt x="4965" y="13649"/>
                    <a:pt x="5860" y="13936"/>
                    <a:pt x="6768" y="13936"/>
                  </a:cubicBezTo>
                  <a:cubicBezTo>
                    <a:pt x="7106" y="13936"/>
                    <a:pt x="7445" y="13896"/>
                    <a:pt x="7780" y="13814"/>
                  </a:cubicBezTo>
                  <a:cubicBezTo>
                    <a:pt x="7780" y="13831"/>
                    <a:pt x="7789" y="13839"/>
                    <a:pt x="7797" y="13839"/>
                  </a:cubicBezTo>
                  <a:cubicBezTo>
                    <a:pt x="7805" y="13839"/>
                    <a:pt x="7814" y="13831"/>
                    <a:pt x="7814" y="13814"/>
                  </a:cubicBezTo>
                  <a:cubicBezTo>
                    <a:pt x="8247" y="13714"/>
                    <a:pt x="8681" y="13581"/>
                    <a:pt x="9048" y="13347"/>
                  </a:cubicBezTo>
                  <a:lnTo>
                    <a:pt x="9081" y="13347"/>
                  </a:lnTo>
                  <a:cubicBezTo>
                    <a:pt x="10549" y="12513"/>
                    <a:pt x="11483" y="10946"/>
                    <a:pt x="11583" y="9244"/>
                  </a:cubicBezTo>
                  <a:cubicBezTo>
                    <a:pt x="11716" y="5942"/>
                    <a:pt x="10249" y="872"/>
                    <a:pt x="6546" y="105"/>
                  </a:cubicBezTo>
                  <a:cubicBezTo>
                    <a:pt x="6203" y="34"/>
                    <a:pt x="5865" y="1"/>
                    <a:pt x="5535" y="1"/>
                  </a:cubicBezTo>
                  <a:close/>
                </a:path>
              </a:pathLst>
            </a:custGeom>
            <a:solidFill>
              <a:srgbClr val="CB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6" name="Google Shape;2606;p101">
              <a:extLst>
                <a:ext uri="{FF2B5EF4-FFF2-40B4-BE49-F238E27FC236}">
                  <a16:creationId xmlns:a16="http://schemas.microsoft.com/office/drawing/2014/main" id="{F8622A3E-8D19-0806-88BB-5A9CE0608D05}"/>
                </a:ext>
              </a:extLst>
            </p:cNvPr>
            <p:cNvSpPr/>
            <p:nvPr/>
          </p:nvSpPr>
          <p:spPr>
            <a:xfrm>
              <a:off x="4876427" y="1664173"/>
              <a:ext cx="29507" cy="51823"/>
            </a:xfrm>
            <a:custGeom>
              <a:avLst/>
              <a:gdLst/>
              <a:ahLst/>
              <a:cxnLst/>
              <a:rect l="l" t="t" r="r" b="b"/>
              <a:pathLst>
                <a:path w="1235" h="2169" extrusionOk="0">
                  <a:moveTo>
                    <a:pt x="201" y="1"/>
                  </a:moveTo>
                  <a:cubicBezTo>
                    <a:pt x="201" y="1"/>
                    <a:pt x="1" y="2169"/>
                    <a:pt x="34" y="2169"/>
                  </a:cubicBezTo>
                  <a:cubicBezTo>
                    <a:pt x="468" y="2069"/>
                    <a:pt x="868" y="1902"/>
                    <a:pt x="1235" y="1668"/>
                  </a:cubicBezTo>
                  <a:cubicBezTo>
                    <a:pt x="968" y="1668"/>
                    <a:pt x="201" y="1"/>
                    <a:pt x="2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7" name="Google Shape;2607;p101">
              <a:extLst>
                <a:ext uri="{FF2B5EF4-FFF2-40B4-BE49-F238E27FC236}">
                  <a16:creationId xmlns:a16="http://schemas.microsoft.com/office/drawing/2014/main" id="{55A92C41-5DF2-F76A-F75D-F3CDE9DF04A6}"/>
                </a:ext>
              </a:extLst>
            </p:cNvPr>
            <p:cNvSpPr/>
            <p:nvPr/>
          </p:nvSpPr>
          <p:spPr>
            <a:xfrm>
              <a:off x="4671596" y="1463333"/>
              <a:ext cx="263033" cy="226358"/>
            </a:xfrm>
            <a:custGeom>
              <a:avLst/>
              <a:gdLst/>
              <a:ahLst/>
              <a:cxnLst/>
              <a:rect l="l" t="t" r="r" b="b"/>
              <a:pathLst>
                <a:path w="11009" h="9474" extrusionOk="0">
                  <a:moveTo>
                    <a:pt x="10341" y="1"/>
                  </a:moveTo>
                  <a:cubicBezTo>
                    <a:pt x="7239" y="2135"/>
                    <a:pt x="3703" y="3636"/>
                    <a:pt x="1" y="4404"/>
                  </a:cubicBezTo>
                  <a:cubicBezTo>
                    <a:pt x="1168" y="6372"/>
                    <a:pt x="3570" y="8473"/>
                    <a:pt x="3570" y="8473"/>
                  </a:cubicBezTo>
                  <a:lnTo>
                    <a:pt x="5538" y="9474"/>
                  </a:lnTo>
                  <a:lnTo>
                    <a:pt x="7940" y="8240"/>
                  </a:lnTo>
                  <a:lnTo>
                    <a:pt x="8107" y="8140"/>
                  </a:lnTo>
                  <a:cubicBezTo>
                    <a:pt x="8173" y="8106"/>
                    <a:pt x="8240" y="8073"/>
                    <a:pt x="8273" y="8040"/>
                  </a:cubicBezTo>
                  <a:cubicBezTo>
                    <a:pt x="9441" y="7206"/>
                    <a:pt x="8907" y="4370"/>
                    <a:pt x="10175" y="3770"/>
                  </a:cubicBezTo>
                  <a:cubicBezTo>
                    <a:pt x="10475" y="3603"/>
                    <a:pt x="10742" y="3403"/>
                    <a:pt x="11009" y="3169"/>
                  </a:cubicBezTo>
                  <a:cubicBezTo>
                    <a:pt x="10842" y="2636"/>
                    <a:pt x="10542" y="2135"/>
                    <a:pt x="10108" y="1735"/>
                  </a:cubicBezTo>
                  <a:cubicBezTo>
                    <a:pt x="9908" y="1535"/>
                    <a:pt x="10475" y="1001"/>
                    <a:pt x="10442" y="601"/>
                  </a:cubicBezTo>
                  <a:cubicBezTo>
                    <a:pt x="10442" y="401"/>
                    <a:pt x="10408" y="234"/>
                    <a:pt x="10341" y="1"/>
                  </a:cubicBezTo>
                  <a:close/>
                </a:path>
              </a:pathLst>
            </a:custGeom>
            <a:solidFill>
              <a:srgbClr val="CB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8" name="Google Shape;2608;p101">
              <a:extLst>
                <a:ext uri="{FF2B5EF4-FFF2-40B4-BE49-F238E27FC236}">
                  <a16:creationId xmlns:a16="http://schemas.microsoft.com/office/drawing/2014/main" id="{A06BEC5A-387F-3DF9-09D7-2B201694B732}"/>
                </a:ext>
              </a:extLst>
            </p:cNvPr>
            <p:cNvSpPr/>
            <p:nvPr/>
          </p:nvSpPr>
          <p:spPr>
            <a:xfrm>
              <a:off x="4671596" y="1463333"/>
              <a:ext cx="263033" cy="226358"/>
            </a:xfrm>
            <a:custGeom>
              <a:avLst/>
              <a:gdLst/>
              <a:ahLst/>
              <a:cxnLst/>
              <a:rect l="l" t="t" r="r" b="b"/>
              <a:pathLst>
                <a:path w="11009" h="9474" extrusionOk="0">
                  <a:moveTo>
                    <a:pt x="10341" y="1"/>
                  </a:moveTo>
                  <a:cubicBezTo>
                    <a:pt x="7239" y="2135"/>
                    <a:pt x="3703" y="3636"/>
                    <a:pt x="1" y="4404"/>
                  </a:cubicBezTo>
                  <a:cubicBezTo>
                    <a:pt x="1168" y="6372"/>
                    <a:pt x="3570" y="8473"/>
                    <a:pt x="3570" y="8473"/>
                  </a:cubicBezTo>
                  <a:lnTo>
                    <a:pt x="5538" y="9474"/>
                  </a:lnTo>
                  <a:lnTo>
                    <a:pt x="7940" y="8240"/>
                  </a:lnTo>
                  <a:lnTo>
                    <a:pt x="8107" y="8140"/>
                  </a:lnTo>
                  <a:cubicBezTo>
                    <a:pt x="8173" y="8106"/>
                    <a:pt x="8240" y="8073"/>
                    <a:pt x="8273" y="8040"/>
                  </a:cubicBezTo>
                  <a:cubicBezTo>
                    <a:pt x="9441" y="7206"/>
                    <a:pt x="8907" y="4370"/>
                    <a:pt x="10175" y="3770"/>
                  </a:cubicBezTo>
                  <a:cubicBezTo>
                    <a:pt x="10475" y="3603"/>
                    <a:pt x="10742" y="3403"/>
                    <a:pt x="11009" y="3169"/>
                  </a:cubicBezTo>
                  <a:cubicBezTo>
                    <a:pt x="10842" y="2636"/>
                    <a:pt x="10542" y="2135"/>
                    <a:pt x="10108" y="1735"/>
                  </a:cubicBezTo>
                  <a:cubicBezTo>
                    <a:pt x="9908" y="1535"/>
                    <a:pt x="10475" y="1001"/>
                    <a:pt x="10442" y="601"/>
                  </a:cubicBezTo>
                  <a:cubicBezTo>
                    <a:pt x="10442" y="401"/>
                    <a:pt x="10408" y="234"/>
                    <a:pt x="103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09" name="Google Shape;2609;p101">
              <a:extLst>
                <a:ext uri="{FF2B5EF4-FFF2-40B4-BE49-F238E27FC236}">
                  <a16:creationId xmlns:a16="http://schemas.microsoft.com/office/drawing/2014/main" id="{B6F7BE6E-194D-0D64-3CFD-F409C8BEAB8E}"/>
                </a:ext>
              </a:extLst>
            </p:cNvPr>
            <p:cNvSpPr/>
            <p:nvPr/>
          </p:nvSpPr>
          <p:spPr>
            <a:xfrm>
              <a:off x="4654059" y="1354144"/>
              <a:ext cx="264633" cy="214411"/>
            </a:xfrm>
            <a:custGeom>
              <a:avLst/>
              <a:gdLst/>
              <a:ahLst/>
              <a:cxnLst/>
              <a:rect l="l" t="t" r="r" b="b"/>
              <a:pathLst>
                <a:path w="11076" h="8974" extrusionOk="0">
                  <a:moveTo>
                    <a:pt x="8807" y="1"/>
                  </a:moveTo>
                  <a:cubicBezTo>
                    <a:pt x="6939" y="334"/>
                    <a:pt x="5105" y="835"/>
                    <a:pt x="3337" y="1468"/>
                  </a:cubicBezTo>
                  <a:cubicBezTo>
                    <a:pt x="902" y="2402"/>
                    <a:pt x="1" y="5138"/>
                    <a:pt x="168" y="7339"/>
                  </a:cubicBezTo>
                  <a:cubicBezTo>
                    <a:pt x="201" y="7806"/>
                    <a:pt x="334" y="8273"/>
                    <a:pt x="568" y="8673"/>
                  </a:cubicBezTo>
                  <a:cubicBezTo>
                    <a:pt x="635" y="8774"/>
                    <a:pt x="668" y="8874"/>
                    <a:pt x="735" y="8974"/>
                  </a:cubicBezTo>
                  <a:cubicBezTo>
                    <a:pt x="4437" y="8206"/>
                    <a:pt x="7973" y="6705"/>
                    <a:pt x="11075" y="4571"/>
                  </a:cubicBezTo>
                  <a:lnTo>
                    <a:pt x="11042" y="4370"/>
                  </a:lnTo>
                  <a:cubicBezTo>
                    <a:pt x="10909" y="3737"/>
                    <a:pt x="10675" y="3103"/>
                    <a:pt x="10342" y="2536"/>
                  </a:cubicBezTo>
                  <a:cubicBezTo>
                    <a:pt x="10575" y="2135"/>
                    <a:pt x="10642" y="1702"/>
                    <a:pt x="10542" y="1268"/>
                  </a:cubicBezTo>
                  <a:cubicBezTo>
                    <a:pt x="10375" y="434"/>
                    <a:pt x="8807" y="1"/>
                    <a:pt x="88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0" name="Google Shape;2610;p101">
              <a:extLst>
                <a:ext uri="{FF2B5EF4-FFF2-40B4-BE49-F238E27FC236}">
                  <a16:creationId xmlns:a16="http://schemas.microsoft.com/office/drawing/2014/main" id="{2A01243B-968D-3E00-5BD2-1E94C5E7BB98}"/>
                </a:ext>
              </a:extLst>
            </p:cNvPr>
            <p:cNvSpPr/>
            <p:nvPr/>
          </p:nvSpPr>
          <p:spPr>
            <a:xfrm>
              <a:off x="4843646" y="1495922"/>
              <a:ext cx="75835" cy="99966"/>
            </a:xfrm>
            <a:custGeom>
              <a:avLst/>
              <a:gdLst/>
              <a:ahLst/>
              <a:cxnLst/>
              <a:rect l="l" t="t" r="r" b="b"/>
              <a:pathLst>
                <a:path w="3174" h="4184" extrusionOk="0">
                  <a:moveTo>
                    <a:pt x="1197" y="0"/>
                  </a:moveTo>
                  <a:cubicBezTo>
                    <a:pt x="440" y="0"/>
                    <a:pt x="0" y="787"/>
                    <a:pt x="172" y="1672"/>
                  </a:cubicBezTo>
                  <a:cubicBezTo>
                    <a:pt x="405" y="2539"/>
                    <a:pt x="872" y="3307"/>
                    <a:pt x="1573" y="3874"/>
                  </a:cubicBezTo>
                  <a:cubicBezTo>
                    <a:pt x="1836" y="4088"/>
                    <a:pt x="2082" y="4183"/>
                    <a:pt x="2299" y="4183"/>
                  </a:cubicBezTo>
                  <a:cubicBezTo>
                    <a:pt x="2823" y="4183"/>
                    <a:pt x="3174" y="3628"/>
                    <a:pt x="3174" y="2873"/>
                  </a:cubicBezTo>
                  <a:cubicBezTo>
                    <a:pt x="3140" y="1906"/>
                    <a:pt x="2640" y="404"/>
                    <a:pt x="1606" y="71"/>
                  </a:cubicBezTo>
                  <a:cubicBezTo>
                    <a:pt x="1462" y="23"/>
                    <a:pt x="1325" y="0"/>
                    <a:pt x="1197" y="0"/>
                  </a:cubicBezTo>
                  <a:close/>
                </a:path>
              </a:pathLst>
            </a:custGeom>
            <a:solidFill>
              <a:srgbClr val="CB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1" name="Google Shape;2611;p101">
              <a:extLst>
                <a:ext uri="{FF2B5EF4-FFF2-40B4-BE49-F238E27FC236}">
                  <a16:creationId xmlns:a16="http://schemas.microsoft.com/office/drawing/2014/main" id="{A66A4959-0BAE-D64F-9469-5D8781C98557}"/>
                </a:ext>
              </a:extLst>
            </p:cNvPr>
            <p:cNvSpPr/>
            <p:nvPr/>
          </p:nvSpPr>
          <p:spPr>
            <a:xfrm>
              <a:off x="4691523" y="1755251"/>
              <a:ext cx="235938" cy="74712"/>
            </a:xfrm>
            <a:custGeom>
              <a:avLst/>
              <a:gdLst/>
              <a:ahLst/>
              <a:cxnLst/>
              <a:rect l="l" t="t" r="r" b="b"/>
              <a:pathLst>
                <a:path w="9875" h="3127" extrusionOk="0">
                  <a:moveTo>
                    <a:pt x="3468" y="0"/>
                  </a:moveTo>
                  <a:cubicBezTo>
                    <a:pt x="2763" y="0"/>
                    <a:pt x="2175" y="72"/>
                    <a:pt x="1869" y="258"/>
                  </a:cubicBezTo>
                  <a:cubicBezTo>
                    <a:pt x="768" y="925"/>
                    <a:pt x="1" y="3127"/>
                    <a:pt x="1" y="3127"/>
                  </a:cubicBezTo>
                  <a:lnTo>
                    <a:pt x="9874" y="2760"/>
                  </a:lnTo>
                  <a:cubicBezTo>
                    <a:pt x="9874" y="2760"/>
                    <a:pt x="9174" y="1025"/>
                    <a:pt x="8440" y="725"/>
                  </a:cubicBezTo>
                  <a:cubicBezTo>
                    <a:pt x="7910" y="484"/>
                    <a:pt x="5296" y="0"/>
                    <a:pt x="3468"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2" name="Google Shape;2612;p101">
              <a:extLst>
                <a:ext uri="{FF2B5EF4-FFF2-40B4-BE49-F238E27FC236}">
                  <a16:creationId xmlns:a16="http://schemas.microsoft.com/office/drawing/2014/main" id="{3113E8B8-DBEA-D789-0563-FD4022D0B08F}"/>
                </a:ext>
              </a:extLst>
            </p:cNvPr>
            <p:cNvSpPr/>
            <p:nvPr/>
          </p:nvSpPr>
          <p:spPr>
            <a:xfrm>
              <a:off x="4691523" y="1755251"/>
              <a:ext cx="235938" cy="74712"/>
            </a:xfrm>
            <a:custGeom>
              <a:avLst/>
              <a:gdLst/>
              <a:ahLst/>
              <a:cxnLst/>
              <a:rect l="l" t="t" r="r" b="b"/>
              <a:pathLst>
                <a:path w="9875" h="3127" extrusionOk="0">
                  <a:moveTo>
                    <a:pt x="3468" y="0"/>
                  </a:moveTo>
                  <a:cubicBezTo>
                    <a:pt x="2763" y="0"/>
                    <a:pt x="2175" y="72"/>
                    <a:pt x="1869" y="258"/>
                  </a:cubicBezTo>
                  <a:cubicBezTo>
                    <a:pt x="768" y="925"/>
                    <a:pt x="1" y="3127"/>
                    <a:pt x="1" y="3127"/>
                  </a:cubicBezTo>
                  <a:lnTo>
                    <a:pt x="9874" y="2760"/>
                  </a:lnTo>
                  <a:cubicBezTo>
                    <a:pt x="9874" y="2760"/>
                    <a:pt x="9174" y="1025"/>
                    <a:pt x="8440" y="725"/>
                  </a:cubicBezTo>
                  <a:cubicBezTo>
                    <a:pt x="7910" y="484"/>
                    <a:pt x="5296" y="0"/>
                    <a:pt x="34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3" name="Google Shape;2613;p101">
              <a:extLst>
                <a:ext uri="{FF2B5EF4-FFF2-40B4-BE49-F238E27FC236}">
                  <a16:creationId xmlns:a16="http://schemas.microsoft.com/office/drawing/2014/main" id="{90923ED0-3694-1A04-1ABE-CDFEE952FF40}"/>
                </a:ext>
              </a:extLst>
            </p:cNvPr>
            <p:cNvSpPr/>
            <p:nvPr/>
          </p:nvSpPr>
          <p:spPr>
            <a:xfrm>
              <a:off x="4891575" y="2167062"/>
              <a:ext cx="250274" cy="122760"/>
            </a:xfrm>
            <a:custGeom>
              <a:avLst/>
              <a:gdLst/>
              <a:ahLst/>
              <a:cxnLst/>
              <a:rect l="l" t="t" r="r" b="b"/>
              <a:pathLst>
                <a:path w="10475" h="5138" extrusionOk="0">
                  <a:moveTo>
                    <a:pt x="9407" y="1"/>
                  </a:moveTo>
                  <a:lnTo>
                    <a:pt x="0" y="902"/>
                  </a:lnTo>
                  <a:lnTo>
                    <a:pt x="1168" y="5138"/>
                  </a:lnTo>
                  <a:lnTo>
                    <a:pt x="10474" y="3637"/>
                  </a:lnTo>
                  <a:lnTo>
                    <a:pt x="9407"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4" name="Google Shape;2614;p101">
              <a:extLst>
                <a:ext uri="{FF2B5EF4-FFF2-40B4-BE49-F238E27FC236}">
                  <a16:creationId xmlns:a16="http://schemas.microsoft.com/office/drawing/2014/main" id="{7F8CC1A1-F31B-8942-9326-18F3DC01231D}"/>
                </a:ext>
              </a:extLst>
            </p:cNvPr>
            <p:cNvSpPr/>
            <p:nvPr/>
          </p:nvSpPr>
          <p:spPr>
            <a:xfrm>
              <a:off x="4891575" y="2167062"/>
              <a:ext cx="250274" cy="122760"/>
            </a:xfrm>
            <a:custGeom>
              <a:avLst/>
              <a:gdLst/>
              <a:ahLst/>
              <a:cxnLst/>
              <a:rect l="l" t="t" r="r" b="b"/>
              <a:pathLst>
                <a:path w="10475" h="5138" extrusionOk="0">
                  <a:moveTo>
                    <a:pt x="9407" y="1"/>
                  </a:moveTo>
                  <a:lnTo>
                    <a:pt x="0" y="902"/>
                  </a:lnTo>
                  <a:lnTo>
                    <a:pt x="1168" y="5138"/>
                  </a:lnTo>
                  <a:lnTo>
                    <a:pt x="10474" y="3637"/>
                  </a:lnTo>
                  <a:lnTo>
                    <a:pt x="940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5" name="Google Shape;2615;p101">
              <a:extLst>
                <a:ext uri="{FF2B5EF4-FFF2-40B4-BE49-F238E27FC236}">
                  <a16:creationId xmlns:a16="http://schemas.microsoft.com/office/drawing/2014/main" id="{86FAEDCD-5D47-79A6-69DA-AC0E24DE2419}"/>
                </a:ext>
              </a:extLst>
            </p:cNvPr>
            <p:cNvSpPr/>
            <p:nvPr/>
          </p:nvSpPr>
          <p:spPr>
            <a:xfrm>
              <a:off x="4556841" y="1800886"/>
              <a:ext cx="521239" cy="717683"/>
            </a:xfrm>
            <a:custGeom>
              <a:avLst/>
              <a:gdLst/>
              <a:ahLst/>
              <a:cxnLst/>
              <a:rect l="l" t="t" r="r" b="b"/>
              <a:pathLst>
                <a:path w="21816" h="30038" extrusionOk="0">
                  <a:moveTo>
                    <a:pt x="10187" y="0"/>
                  </a:moveTo>
                  <a:cubicBezTo>
                    <a:pt x="9133" y="0"/>
                    <a:pt x="8083" y="27"/>
                    <a:pt x="7039" y="83"/>
                  </a:cubicBezTo>
                  <a:lnTo>
                    <a:pt x="5371" y="216"/>
                  </a:lnTo>
                  <a:cubicBezTo>
                    <a:pt x="2702" y="350"/>
                    <a:pt x="0" y="2584"/>
                    <a:pt x="467" y="5220"/>
                  </a:cubicBezTo>
                  <a:cubicBezTo>
                    <a:pt x="3103" y="19563"/>
                    <a:pt x="2102" y="27536"/>
                    <a:pt x="1802" y="29871"/>
                  </a:cubicBezTo>
                  <a:lnTo>
                    <a:pt x="19648" y="30037"/>
                  </a:lnTo>
                  <a:cubicBezTo>
                    <a:pt x="21816" y="15394"/>
                    <a:pt x="21449" y="7955"/>
                    <a:pt x="20815" y="4352"/>
                  </a:cubicBezTo>
                  <a:cubicBezTo>
                    <a:pt x="20448" y="2418"/>
                    <a:pt x="18947" y="883"/>
                    <a:pt x="17012" y="516"/>
                  </a:cubicBezTo>
                  <a:cubicBezTo>
                    <a:pt x="16279" y="383"/>
                    <a:pt x="15445" y="249"/>
                    <a:pt x="14611" y="149"/>
                  </a:cubicBezTo>
                  <a:cubicBezTo>
                    <a:pt x="13134" y="52"/>
                    <a:pt x="11657" y="0"/>
                    <a:pt x="101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6" name="Google Shape;2616;p101">
              <a:extLst>
                <a:ext uri="{FF2B5EF4-FFF2-40B4-BE49-F238E27FC236}">
                  <a16:creationId xmlns:a16="http://schemas.microsoft.com/office/drawing/2014/main" id="{62E249A6-1B87-2C10-5ABA-CBD46961CE2F}"/>
                </a:ext>
              </a:extLst>
            </p:cNvPr>
            <p:cNvSpPr/>
            <p:nvPr/>
          </p:nvSpPr>
          <p:spPr>
            <a:xfrm>
              <a:off x="4952931" y="1947896"/>
              <a:ext cx="117862" cy="570672"/>
            </a:xfrm>
            <a:custGeom>
              <a:avLst/>
              <a:gdLst/>
              <a:ahLst/>
              <a:cxnLst/>
              <a:rect l="l" t="t" r="r" b="b"/>
              <a:pathLst>
                <a:path w="4933" h="23885" extrusionOk="0">
                  <a:moveTo>
                    <a:pt x="1" y="1"/>
                  </a:moveTo>
                  <a:cubicBezTo>
                    <a:pt x="2832" y="9695"/>
                    <a:pt x="1805" y="12070"/>
                    <a:pt x="3762" y="18687"/>
                  </a:cubicBezTo>
                  <a:lnTo>
                    <a:pt x="3762" y="18687"/>
                  </a:lnTo>
                  <a:cubicBezTo>
                    <a:pt x="4633" y="11587"/>
                    <a:pt x="4932" y="7535"/>
                    <a:pt x="4604" y="1468"/>
                  </a:cubicBezTo>
                  <a:lnTo>
                    <a:pt x="1" y="1"/>
                  </a:lnTo>
                  <a:close/>
                  <a:moveTo>
                    <a:pt x="3762" y="18687"/>
                  </a:moveTo>
                  <a:cubicBezTo>
                    <a:pt x="3570" y="20253"/>
                    <a:pt x="3350" y="21968"/>
                    <a:pt x="3103" y="23884"/>
                  </a:cubicBezTo>
                  <a:lnTo>
                    <a:pt x="3770" y="18714"/>
                  </a:lnTo>
                  <a:cubicBezTo>
                    <a:pt x="3768" y="18705"/>
                    <a:pt x="3765" y="18696"/>
                    <a:pt x="3762" y="1868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7" name="Google Shape;2617;p101">
              <a:extLst>
                <a:ext uri="{FF2B5EF4-FFF2-40B4-BE49-F238E27FC236}">
                  <a16:creationId xmlns:a16="http://schemas.microsoft.com/office/drawing/2014/main" id="{893164E2-CACE-0FD0-AABE-E15C08EF1E0D}"/>
                </a:ext>
              </a:extLst>
            </p:cNvPr>
            <p:cNvSpPr/>
            <p:nvPr/>
          </p:nvSpPr>
          <p:spPr>
            <a:xfrm>
              <a:off x="4779184" y="4523938"/>
              <a:ext cx="55024" cy="20571"/>
            </a:xfrm>
            <a:custGeom>
              <a:avLst/>
              <a:gdLst/>
              <a:ahLst/>
              <a:cxnLst/>
              <a:rect l="l" t="t" r="r" b="b"/>
              <a:pathLst>
                <a:path w="2303" h="861" extrusionOk="0">
                  <a:moveTo>
                    <a:pt x="1902" y="160"/>
                  </a:moveTo>
                  <a:cubicBezTo>
                    <a:pt x="1969" y="193"/>
                    <a:pt x="2036" y="227"/>
                    <a:pt x="2069" y="293"/>
                  </a:cubicBezTo>
                  <a:cubicBezTo>
                    <a:pt x="2136" y="393"/>
                    <a:pt x="2136" y="427"/>
                    <a:pt x="2069" y="460"/>
                  </a:cubicBezTo>
                  <a:cubicBezTo>
                    <a:pt x="1988" y="601"/>
                    <a:pt x="1628" y="657"/>
                    <a:pt x="1207" y="657"/>
                  </a:cubicBezTo>
                  <a:cubicBezTo>
                    <a:pt x="932" y="657"/>
                    <a:pt x="632" y="633"/>
                    <a:pt x="368" y="594"/>
                  </a:cubicBezTo>
                  <a:cubicBezTo>
                    <a:pt x="802" y="360"/>
                    <a:pt x="1269" y="227"/>
                    <a:pt x="1769" y="160"/>
                  </a:cubicBezTo>
                  <a:close/>
                  <a:moveTo>
                    <a:pt x="1735" y="1"/>
                  </a:moveTo>
                  <a:cubicBezTo>
                    <a:pt x="1120" y="1"/>
                    <a:pt x="127" y="564"/>
                    <a:pt x="68" y="594"/>
                  </a:cubicBezTo>
                  <a:cubicBezTo>
                    <a:pt x="34" y="627"/>
                    <a:pt x="1" y="660"/>
                    <a:pt x="1" y="694"/>
                  </a:cubicBezTo>
                  <a:cubicBezTo>
                    <a:pt x="34" y="727"/>
                    <a:pt x="34" y="760"/>
                    <a:pt x="101" y="760"/>
                  </a:cubicBezTo>
                  <a:cubicBezTo>
                    <a:pt x="435" y="827"/>
                    <a:pt x="802" y="861"/>
                    <a:pt x="1168" y="861"/>
                  </a:cubicBezTo>
                  <a:cubicBezTo>
                    <a:pt x="1669" y="861"/>
                    <a:pt x="2069" y="794"/>
                    <a:pt x="2236" y="594"/>
                  </a:cubicBezTo>
                  <a:cubicBezTo>
                    <a:pt x="2303" y="460"/>
                    <a:pt x="2303" y="327"/>
                    <a:pt x="2236" y="227"/>
                  </a:cubicBezTo>
                  <a:cubicBezTo>
                    <a:pt x="2169" y="127"/>
                    <a:pt x="2069" y="60"/>
                    <a:pt x="1936" y="27"/>
                  </a:cubicBezTo>
                  <a:cubicBezTo>
                    <a:pt x="1876" y="9"/>
                    <a:pt x="1808" y="1"/>
                    <a:pt x="17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8" name="Google Shape;2618;p101">
              <a:extLst>
                <a:ext uri="{FF2B5EF4-FFF2-40B4-BE49-F238E27FC236}">
                  <a16:creationId xmlns:a16="http://schemas.microsoft.com/office/drawing/2014/main" id="{D03BFA79-7256-4FAD-A0C6-D1102D68F631}"/>
                </a:ext>
              </a:extLst>
            </p:cNvPr>
            <p:cNvSpPr/>
            <p:nvPr/>
          </p:nvSpPr>
          <p:spPr>
            <a:xfrm>
              <a:off x="4779184" y="4503629"/>
              <a:ext cx="34310" cy="38491"/>
            </a:xfrm>
            <a:custGeom>
              <a:avLst/>
              <a:gdLst/>
              <a:ahLst/>
              <a:cxnLst/>
              <a:rect l="l" t="t" r="r" b="b"/>
              <a:pathLst>
                <a:path w="1436" h="1611" extrusionOk="0">
                  <a:moveTo>
                    <a:pt x="913" y="167"/>
                  </a:moveTo>
                  <a:cubicBezTo>
                    <a:pt x="932" y="167"/>
                    <a:pt x="950" y="170"/>
                    <a:pt x="968" y="176"/>
                  </a:cubicBezTo>
                  <a:lnTo>
                    <a:pt x="1002" y="176"/>
                  </a:lnTo>
                  <a:cubicBezTo>
                    <a:pt x="1168" y="176"/>
                    <a:pt x="1168" y="276"/>
                    <a:pt x="1168" y="276"/>
                  </a:cubicBezTo>
                  <a:cubicBezTo>
                    <a:pt x="1235" y="510"/>
                    <a:pt x="668" y="1110"/>
                    <a:pt x="201" y="1377"/>
                  </a:cubicBezTo>
                  <a:cubicBezTo>
                    <a:pt x="234" y="977"/>
                    <a:pt x="401" y="576"/>
                    <a:pt x="668" y="276"/>
                  </a:cubicBezTo>
                  <a:cubicBezTo>
                    <a:pt x="750" y="222"/>
                    <a:pt x="832" y="167"/>
                    <a:pt x="913" y="167"/>
                  </a:cubicBezTo>
                  <a:close/>
                  <a:moveTo>
                    <a:pt x="947" y="1"/>
                  </a:moveTo>
                  <a:cubicBezTo>
                    <a:pt x="810" y="1"/>
                    <a:pt x="678" y="60"/>
                    <a:pt x="568" y="143"/>
                  </a:cubicBezTo>
                  <a:cubicBezTo>
                    <a:pt x="101" y="510"/>
                    <a:pt x="1" y="1477"/>
                    <a:pt x="1" y="1510"/>
                  </a:cubicBezTo>
                  <a:cubicBezTo>
                    <a:pt x="1" y="1544"/>
                    <a:pt x="34" y="1577"/>
                    <a:pt x="68" y="1577"/>
                  </a:cubicBezTo>
                  <a:cubicBezTo>
                    <a:pt x="68" y="1610"/>
                    <a:pt x="101" y="1610"/>
                    <a:pt x="101" y="1610"/>
                  </a:cubicBezTo>
                  <a:lnTo>
                    <a:pt x="134" y="1610"/>
                  </a:lnTo>
                  <a:cubicBezTo>
                    <a:pt x="568" y="1410"/>
                    <a:pt x="1435" y="643"/>
                    <a:pt x="1335" y="243"/>
                  </a:cubicBezTo>
                  <a:cubicBezTo>
                    <a:pt x="1335" y="143"/>
                    <a:pt x="1269" y="9"/>
                    <a:pt x="1035" y="9"/>
                  </a:cubicBezTo>
                  <a:cubicBezTo>
                    <a:pt x="1006" y="3"/>
                    <a:pt x="976" y="1"/>
                    <a:pt x="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19" name="Google Shape;2619;p101">
              <a:extLst>
                <a:ext uri="{FF2B5EF4-FFF2-40B4-BE49-F238E27FC236}">
                  <a16:creationId xmlns:a16="http://schemas.microsoft.com/office/drawing/2014/main" id="{C5A3B7AF-7D56-B6AE-C7AC-4E607EC3317E}"/>
                </a:ext>
              </a:extLst>
            </p:cNvPr>
            <p:cNvSpPr/>
            <p:nvPr/>
          </p:nvSpPr>
          <p:spPr>
            <a:xfrm>
              <a:off x="4688345" y="4344434"/>
              <a:ext cx="92464" cy="195297"/>
            </a:xfrm>
            <a:custGeom>
              <a:avLst/>
              <a:gdLst/>
              <a:ahLst/>
              <a:cxnLst/>
              <a:rect l="l" t="t" r="r" b="b"/>
              <a:pathLst>
                <a:path w="3870" h="8174" extrusionOk="0">
                  <a:moveTo>
                    <a:pt x="334" y="1"/>
                  </a:moveTo>
                  <a:lnTo>
                    <a:pt x="0" y="8173"/>
                  </a:lnTo>
                  <a:lnTo>
                    <a:pt x="3569" y="8173"/>
                  </a:lnTo>
                  <a:lnTo>
                    <a:pt x="3870" y="1"/>
                  </a:lnTo>
                  <a:close/>
                </a:path>
              </a:pathLst>
            </a:custGeom>
            <a:solidFill>
              <a:srgbClr val="CB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0" name="Google Shape;2620;p101">
              <a:extLst>
                <a:ext uri="{FF2B5EF4-FFF2-40B4-BE49-F238E27FC236}">
                  <a16:creationId xmlns:a16="http://schemas.microsoft.com/office/drawing/2014/main" id="{A2002980-326D-C9B0-7BCB-1E10A01DD508}"/>
                </a:ext>
              </a:extLst>
            </p:cNvPr>
            <p:cNvSpPr/>
            <p:nvPr/>
          </p:nvSpPr>
          <p:spPr>
            <a:xfrm>
              <a:off x="4654872" y="4530150"/>
              <a:ext cx="294905" cy="96454"/>
            </a:xfrm>
            <a:custGeom>
              <a:avLst/>
              <a:gdLst/>
              <a:ahLst/>
              <a:cxnLst/>
              <a:rect l="l" t="t" r="r" b="b"/>
              <a:pathLst>
                <a:path w="12343" h="4037" extrusionOk="0">
                  <a:moveTo>
                    <a:pt x="1034" y="0"/>
                  </a:moveTo>
                  <a:cubicBezTo>
                    <a:pt x="901" y="0"/>
                    <a:pt x="767" y="100"/>
                    <a:pt x="734" y="234"/>
                  </a:cubicBezTo>
                  <a:lnTo>
                    <a:pt x="34" y="3403"/>
                  </a:lnTo>
                  <a:cubicBezTo>
                    <a:pt x="0" y="3669"/>
                    <a:pt x="167" y="3936"/>
                    <a:pt x="434" y="4003"/>
                  </a:cubicBezTo>
                  <a:lnTo>
                    <a:pt x="567" y="4003"/>
                  </a:lnTo>
                  <a:cubicBezTo>
                    <a:pt x="1968" y="4003"/>
                    <a:pt x="4003" y="3936"/>
                    <a:pt x="5771" y="3936"/>
                  </a:cubicBezTo>
                  <a:cubicBezTo>
                    <a:pt x="7806" y="3936"/>
                    <a:pt x="8073" y="4036"/>
                    <a:pt x="10508" y="4036"/>
                  </a:cubicBezTo>
                  <a:cubicBezTo>
                    <a:pt x="11975" y="4036"/>
                    <a:pt x="12342" y="2569"/>
                    <a:pt x="11742" y="2435"/>
                  </a:cubicBezTo>
                  <a:cubicBezTo>
                    <a:pt x="8940" y="1835"/>
                    <a:pt x="8206" y="1768"/>
                    <a:pt x="5804" y="267"/>
                  </a:cubicBezTo>
                  <a:cubicBezTo>
                    <a:pt x="5538" y="100"/>
                    <a:pt x="5237" y="0"/>
                    <a:pt x="49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1" name="Google Shape;2621;p101">
              <a:extLst>
                <a:ext uri="{FF2B5EF4-FFF2-40B4-BE49-F238E27FC236}">
                  <a16:creationId xmlns:a16="http://schemas.microsoft.com/office/drawing/2014/main" id="{D505768D-8DF3-7EC7-2C60-A40EF7C5E2F7}"/>
                </a:ext>
              </a:extLst>
            </p:cNvPr>
            <p:cNvSpPr/>
            <p:nvPr/>
          </p:nvSpPr>
          <p:spPr>
            <a:xfrm>
              <a:off x="4692335" y="4344434"/>
              <a:ext cx="88474" cy="100444"/>
            </a:xfrm>
            <a:custGeom>
              <a:avLst/>
              <a:gdLst/>
              <a:ahLst/>
              <a:cxnLst/>
              <a:rect l="l" t="t" r="r" b="b"/>
              <a:pathLst>
                <a:path w="3703" h="4204" extrusionOk="0">
                  <a:moveTo>
                    <a:pt x="167" y="1"/>
                  </a:moveTo>
                  <a:lnTo>
                    <a:pt x="0" y="4204"/>
                  </a:lnTo>
                  <a:lnTo>
                    <a:pt x="3536" y="4204"/>
                  </a:lnTo>
                  <a:lnTo>
                    <a:pt x="370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2" name="Google Shape;2622;p101">
              <a:extLst>
                <a:ext uri="{FF2B5EF4-FFF2-40B4-BE49-F238E27FC236}">
                  <a16:creationId xmlns:a16="http://schemas.microsoft.com/office/drawing/2014/main" id="{64D2ED3B-96FE-169B-8ECB-B810038FB751}"/>
                </a:ext>
              </a:extLst>
            </p:cNvPr>
            <p:cNvSpPr/>
            <p:nvPr/>
          </p:nvSpPr>
          <p:spPr>
            <a:xfrm>
              <a:off x="4071465" y="4343645"/>
              <a:ext cx="131528" cy="202465"/>
            </a:xfrm>
            <a:custGeom>
              <a:avLst/>
              <a:gdLst/>
              <a:ahLst/>
              <a:cxnLst/>
              <a:rect l="l" t="t" r="r" b="b"/>
              <a:pathLst>
                <a:path w="5505" h="8474" extrusionOk="0">
                  <a:moveTo>
                    <a:pt x="2069" y="0"/>
                  </a:moveTo>
                  <a:lnTo>
                    <a:pt x="1" y="8206"/>
                  </a:lnTo>
                  <a:lnTo>
                    <a:pt x="3470" y="8473"/>
                  </a:lnTo>
                  <a:lnTo>
                    <a:pt x="5505" y="234"/>
                  </a:lnTo>
                  <a:lnTo>
                    <a:pt x="2069" y="0"/>
                  </a:lnTo>
                  <a:close/>
                </a:path>
              </a:pathLst>
            </a:custGeom>
            <a:solidFill>
              <a:srgbClr val="CB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3" name="Google Shape;2623;p101">
              <a:extLst>
                <a:ext uri="{FF2B5EF4-FFF2-40B4-BE49-F238E27FC236}">
                  <a16:creationId xmlns:a16="http://schemas.microsoft.com/office/drawing/2014/main" id="{6D2C5398-6074-3A27-8D45-2994D3F4C121}"/>
                </a:ext>
              </a:extLst>
            </p:cNvPr>
            <p:cNvSpPr/>
            <p:nvPr/>
          </p:nvSpPr>
          <p:spPr>
            <a:xfrm>
              <a:off x="3935182" y="4521166"/>
              <a:ext cx="243919" cy="99847"/>
            </a:xfrm>
            <a:custGeom>
              <a:avLst/>
              <a:gdLst/>
              <a:ahLst/>
              <a:cxnLst/>
              <a:rect l="l" t="t" r="r" b="b"/>
              <a:pathLst>
                <a:path w="10209" h="4179" extrusionOk="0">
                  <a:moveTo>
                    <a:pt x="5812" y="1"/>
                  </a:moveTo>
                  <a:cubicBezTo>
                    <a:pt x="5542" y="1"/>
                    <a:pt x="5295" y="75"/>
                    <a:pt x="5071" y="243"/>
                  </a:cubicBezTo>
                  <a:cubicBezTo>
                    <a:pt x="4004" y="1243"/>
                    <a:pt x="3437" y="1744"/>
                    <a:pt x="635" y="2244"/>
                  </a:cubicBezTo>
                  <a:cubicBezTo>
                    <a:pt x="1" y="2378"/>
                    <a:pt x="334" y="3845"/>
                    <a:pt x="1802" y="3912"/>
                  </a:cubicBezTo>
                  <a:cubicBezTo>
                    <a:pt x="2231" y="3924"/>
                    <a:pt x="2543" y="3928"/>
                    <a:pt x="2777" y="3928"/>
                  </a:cubicBezTo>
                  <a:cubicBezTo>
                    <a:pt x="3550" y="3928"/>
                    <a:pt x="3476" y="3879"/>
                    <a:pt x="3964" y="3879"/>
                  </a:cubicBezTo>
                  <a:cubicBezTo>
                    <a:pt x="4167" y="3879"/>
                    <a:pt x="4469" y="3888"/>
                    <a:pt x="4971" y="3912"/>
                  </a:cubicBezTo>
                  <a:cubicBezTo>
                    <a:pt x="6739" y="3945"/>
                    <a:pt x="8207" y="4112"/>
                    <a:pt x="9608" y="4179"/>
                  </a:cubicBezTo>
                  <a:lnTo>
                    <a:pt x="9741" y="4179"/>
                  </a:lnTo>
                  <a:cubicBezTo>
                    <a:pt x="10041" y="4112"/>
                    <a:pt x="10208" y="3845"/>
                    <a:pt x="10175" y="3578"/>
                  </a:cubicBezTo>
                  <a:lnTo>
                    <a:pt x="9608" y="376"/>
                  </a:lnTo>
                  <a:cubicBezTo>
                    <a:pt x="9574" y="243"/>
                    <a:pt x="9441" y="143"/>
                    <a:pt x="9307" y="143"/>
                  </a:cubicBezTo>
                  <a:lnTo>
                    <a:pt x="5972" y="9"/>
                  </a:lnTo>
                  <a:cubicBezTo>
                    <a:pt x="5918" y="4"/>
                    <a:pt x="5864" y="1"/>
                    <a:pt x="58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4" name="Google Shape;2624;p101">
              <a:extLst>
                <a:ext uri="{FF2B5EF4-FFF2-40B4-BE49-F238E27FC236}">
                  <a16:creationId xmlns:a16="http://schemas.microsoft.com/office/drawing/2014/main" id="{F3739058-7803-62FF-59CD-9EBE093B1C9E}"/>
                </a:ext>
              </a:extLst>
            </p:cNvPr>
            <p:cNvSpPr/>
            <p:nvPr/>
          </p:nvSpPr>
          <p:spPr>
            <a:xfrm>
              <a:off x="4095381" y="4343645"/>
              <a:ext cx="107612" cy="106823"/>
            </a:xfrm>
            <a:custGeom>
              <a:avLst/>
              <a:gdLst/>
              <a:ahLst/>
              <a:cxnLst/>
              <a:rect l="l" t="t" r="r" b="b"/>
              <a:pathLst>
                <a:path w="4504" h="4471" extrusionOk="0">
                  <a:moveTo>
                    <a:pt x="1068" y="0"/>
                  </a:moveTo>
                  <a:lnTo>
                    <a:pt x="1" y="4203"/>
                  </a:lnTo>
                  <a:lnTo>
                    <a:pt x="3470" y="4470"/>
                  </a:lnTo>
                  <a:lnTo>
                    <a:pt x="4504" y="234"/>
                  </a:lnTo>
                  <a:lnTo>
                    <a:pt x="106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5" name="Google Shape;2625;p101">
              <a:extLst>
                <a:ext uri="{FF2B5EF4-FFF2-40B4-BE49-F238E27FC236}">
                  <a16:creationId xmlns:a16="http://schemas.microsoft.com/office/drawing/2014/main" id="{F2692369-7610-0BA2-727C-913C699A0602}"/>
                </a:ext>
              </a:extLst>
            </p:cNvPr>
            <p:cNvSpPr/>
            <p:nvPr/>
          </p:nvSpPr>
          <p:spPr>
            <a:xfrm>
              <a:off x="4079445" y="2513766"/>
              <a:ext cx="786637" cy="1904830"/>
            </a:xfrm>
            <a:custGeom>
              <a:avLst/>
              <a:gdLst/>
              <a:ahLst/>
              <a:cxnLst/>
              <a:rect l="l" t="t" r="r" b="b"/>
              <a:pathLst>
                <a:path w="32924" h="79725" extrusionOk="0">
                  <a:moveTo>
                    <a:pt x="32924" y="0"/>
                  </a:moveTo>
                  <a:lnTo>
                    <a:pt x="21783" y="34"/>
                  </a:lnTo>
                  <a:cubicBezTo>
                    <a:pt x="20448" y="2102"/>
                    <a:pt x="19348" y="4303"/>
                    <a:pt x="18480" y="6605"/>
                  </a:cubicBezTo>
                  <a:cubicBezTo>
                    <a:pt x="16612" y="11709"/>
                    <a:pt x="17279" y="14411"/>
                    <a:pt x="16646" y="17846"/>
                  </a:cubicBezTo>
                  <a:cubicBezTo>
                    <a:pt x="15511" y="23951"/>
                    <a:pt x="13877" y="28621"/>
                    <a:pt x="12676" y="33291"/>
                  </a:cubicBezTo>
                  <a:cubicBezTo>
                    <a:pt x="9040" y="47768"/>
                    <a:pt x="0" y="78356"/>
                    <a:pt x="0" y="78356"/>
                  </a:cubicBezTo>
                  <a:lnTo>
                    <a:pt x="6205" y="79724"/>
                  </a:lnTo>
                  <a:cubicBezTo>
                    <a:pt x="6205" y="79724"/>
                    <a:pt x="19114" y="44199"/>
                    <a:pt x="22383" y="33825"/>
                  </a:cubicBezTo>
                  <a:cubicBezTo>
                    <a:pt x="25352" y="24485"/>
                    <a:pt x="32924" y="0"/>
                    <a:pt x="329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6" name="Google Shape;2626;p101">
              <a:extLst>
                <a:ext uri="{FF2B5EF4-FFF2-40B4-BE49-F238E27FC236}">
                  <a16:creationId xmlns:a16="http://schemas.microsoft.com/office/drawing/2014/main" id="{B65E58BF-67FB-1A9D-5AAB-A84D5507E43D}"/>
                </a:ext>
              </a:extLst>
            </p:cNvPr>
            <p:cNvSpPr/>
            <p:nvPr/>
          </p:nvSpPr>
          <p:spPr>
            <a:xfrm>
              <a:off x="4079445" y="2513766"/>
              <a:ext cx="768311" cy="1904830"/>
            </a:xfrm>
            <a:custGeom>
              <a:avLst/>
              <a:gdLst/>
              <a:ahLst/>
              <a:cxnLst/>
              <a:rect l="l" t="t" r="r" b="b"/>
              <a:pathLst>
                <a:path w="32157" h="79725" extrusionOk="0">
                  <a:moveTo>
                    <a:pt x="32157" y="0"/>
                  </a:moveTo>
                  <a:lnTo>
                    <a:pt x="21783" y="34"/>
                  </a:lnTo>
                  <a:cubicBezTo>
                    <a:pt x="20448" y="2102"/>
                    <a:pt x="19348" y="4303"/>
                    <a:pt x="18480" y="6605"/>
                  </a:cubicBezTo>
                  <a:cubicBezTo>
                    <a:pt x="16612" y="11709"/>
                    <a:pt x="17279" y="14411"/>
                    <a:pt x="16646" y="17846"/>
                  </a:cubicBezTo>
                  <a:cubicBezTo>
                    <a:pt x="15511" y="23951"/>
                    <a:pt x="13877" y="28621"/>
                    <a:pt x="12676" y="33291"/>
                  </a:cubicBezTo>
                  <a:cubicBezTo>
                    <a:pt x="9040" y="47768"/>
                    <a:pt x="0" y="78356"/>
                    <a:pt x="0" y="78356"/>
                  </a:cubicBezTo>
                  <a:lnTo>
                    <a:pt x="6205" y="79724"/>
                  </a:lnTo>
                  <a:cubicBezTo>
                    <a:pt x="6205" y="79724"/>
                    <a:pt x="19114" y="44199"/>
                    <a:pt x="22383" y="33825"/>
                  </a:cubicBezTo>
                  <a:cubicBezTo>
                    <a:pt x="25352" y="24485"/>
                    <a:pt x="32157" y="0"/>
                    <a:pt x="321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7" name="Google Shape;2627;p101">
              <a:extLst>
                <a:ext uri="{FF2B5EF4-FFF2-40B4-BE49-F238E27FC236}">
                  <a16:creationId xmlns:a16="http://schemas.microsoft.com/office/drawing/2014/main" id="{A0591181-EC80-3B6A-DB59-51B8AC151BC5}"/>
                </a:ext>
              </a:extLst>
            </p:cNvPr>
            <p:cNvSpPr/>
            <p:nvPr/>
          </p:nvSpPr>
          <p:spPr>
            <a:xfrm>
              <a:off x="4060307" y="4358793"/>
              <a:ext cx="195297" cy="72538"/>
            </a:xfrm>
            <a:custGeom>
              <a:avLst/>
              <a:gdLst/>
              <a:ahLst/>
              <a:cxnLst/>
              <a:rect l="l" t="t" r="r" b="b"/>
              <a:pathLst>
                <a:path w="8174" h="3036" extrusionOk="0">
                  <a:moveTo>
                    <a:pt x="68" y="0"/>
                  </a:moveTo>
                  <a:lnTo>
                    <a:pt x="1" y="2202"/>
                  </a:lnTo>
                  <a:lnTo>
                    <a:pt x="7506" y="3036"/>
                  </a:lnTo>
                  <a:cubicBezTo>
                    <a:pt x="7506" y="3036"/>
                    <a:pt x="8173" y="601"/>
                    <a:pt x="8140" y="601"/>
                  </a:cubicBezTo>
                  <a:lnTo>
                    <a:pt x="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8" name="Google Shape;2628;p101">
              <a:extLst>
                <a:ext uri="{FF2B5EF4-FFF2-40B4-BE49-F238E27FC236}">
                  <a16:creationId xmlns:a16="http://schemas.microsoft.com/office/drawing/2014/main" id="{C5980EA3-9833-E03D-71F2-DCF674F918D2}"/>
                </a:ext>
              </a:extLst>
            </p:cNvPr>
            <p:cNvSpPr/>
            <p:nvPr/>
          </p:nvSpPr>
          <p:spPr>
            <a:xfrm>
              <a:off x="4608640" y="2781816"/>
              <a:ext cx="173770" cy="558439"/>
            </a:xfrm>
            <a:custGeom>
              <a:avLst/>
              <a:gdLst/>
              <a:ahLst/>
              <a:cxnLst/>
              <a:rect l="l" t="t" r="r" b="b"/>
              <a:pathLst>
                <a:path w="7273" h="23373" extrusionOk="0">
                  <a:moveTo>
                    <a:pt x="6893" y="1"/>
                  </a:moveTo>
                  <a:cubicBezTo>
                    <a:pt x="6799" y="1"/>
                    <a:pt x="6702" y="9"/>
                    <a:pt x="6605" y="23"/>
                  </a:cubicBezTo>
                  <a:cubicBezTo>
                    <a:pt x="2302" y="556"/>
                    <a:pt x="634" y="14833"/>
                    <a:pt x="1" y="23373"/>
                  </a:cubicBezTo>
                  <a:cubicBezTo>
                    <a:pt x="101" y="23106"/>
                    <a:pt x="167" y="22839"/>
                    <a:pt x="234" y="22606"/>
                  </a:cubicBezTo>
                  <a:cubicBezTo>
                    <a:pt x="1869" y="17502"/>
                    <a:pt x="4871" y="7762"/>
                    <a:pt x="7272" y="56"/>
                  </a:cubicBezTo>
                  <a:cubicBezTo>
                    <a:pt x="7155" y="17"/>
                    <a:pt x="7026" y="1"/>
                    <a:pt x="68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29" name="Google Shape;2629;p101">
              <a:extLst>
                <a:ext uri="{FF2B5EF4-FFF2-40B4-BE49-F238E27FC236}">
                  <a16:creationId xmlns:a16="http://schemas.microsoft.com/office/drawing/2014/main" id="{D899AABC-6F44-B97C-A6FD-564135F41CFB}"/>
                </a:ext>
              </a:extLst>
            </p:cNvPr>
            <p:cNvSpPr/>
            <p:nvPr/>
          </p:nvSpPr>
          <p:spPr>
            <a:xfrm>
              <a:off x="4670020" y="2513766"/>
              <a:ext cx="356261" cy="1911185"/>
            </a:xfrm>
            <a:custGeom>
              <a:avLst/>
              <a:gdLst/>
              <a:ahLst/>
              <a:cxnLst/>
              <a:rect l="l" t="t" r="r" b="b"/>
              <a:pathLst>
                <a:path w="14911" h="79991" extrusionOk="0">
                  <a:moveTo>
                    <a:pt x="2802" y="0"/>
                  </a:moveTo>
                  <a:cubicBezTo>
                    <a:pt x="2802" y="0"/>
                    <a:pt x="967" y="23484"/>
                    <a:pt x="767" y="34592"/>
                  </a:cubicBezTo>
                  <a:cubicBezTo>
                    <a:pt x="567" y="44932"/>
                    <a:pt x="0" y="79991"/>
                    <a:pt x="0" y="79991"/>
                  </a:cubicBezTo>
                  <a:lnTo>
                    <a:pt x="6004" y="79991"/>
                  </a:lnTo>
                  <a:cubicBezTo>
                    <a:pt x="6004" y="79991"/>
                    <a:pt x="10207" y="44299"/>
                    <a:pt x="11275" y="33791"/>
                  </a:cubicBezTo>
                  <a:cubicBezTo>
                    <a:pt x="12275" y="23851"/>
                    <a:pt x="14911" y="200"/>
                    <a:pt x="14911" y="200"/>
                  </a:cubicBezTo>
                  <a:lnTo>
                    <a:pt x="28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0" name="Google Shape;2630;p101">
              <a:extLst>
                <a:ext uri="{FF2B5EF4-FFF2-40B4-BE49-F238E27FC236}">
                  <a16:creationId xmlns:a16="http://schemas.microsoft.com/office/drawing/2014/main" id="{7EC664FD-58B0-051A-CBF0-A760048DE44F}"/>
                </a:ext>
              </a:extLst>
            </p:cNvPr>
            <p:cNvSpPr/>
            <p:nvPr/>
          </p:nvSpPr>
          <p:spPr>
            <a:xfrm>
              <a:off x="4670020" y="2513766"/>
              <a:ext cx="356261" cy="1911185"/>
            </a:xfrm>
            <a:custGeom>
              <a:avLst/>
              <a:gdLst/>
              <a:ahLst/>
              <a:cxnLst/>
              <a:rect l="l" t="t" r="r" b="b"/>
              <a:pathLst>
                <a:path w="14911" h="79991" extrusionOk="0">
                  <a:moveTo>
                    <a:pt x="2802" y="0"/>
                  </a:moveTo>
                  <a:cubicBezTo>
                    <a:pt x="2802" y="0"/>
                    <a:pt x="967" y="23484"/>
                    <a:pt x="767" y="34592"/>
                  </a:cubicBezTo>
                  <a:cubicBezTo>
                    <a:pt x="567" y="44932"/>
                    <a:pt x="0" y="79991"/>
                    <a:pt x="0" y="79991"/>
                  </a:cubicBezTo>
                  <a:lnTo>
                    <a:pt x="6004" y="79991"/>
                  </a:lnTo>
                  <a:cubicBezTo>
                    <a:pt x="6004" y="79991"/>
                    <a:pt x="10207" y="44299"/>
                    <a:pt x="11275" y="33791"/>
                  </a:cubicBezTo>
                  <a:cubicBezTo>
                    <a:pt x="12275" y="23851"/>
                    <a:pt x="14911" y="200"/>
                    <a:pt x="14911" y="200"/>
                  </a:cubicBezTo>
                  <a:lnTo>
                    <a:pt x="2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1" name="Google Shape;2631;p101">
              <a:extLst>
                <a:ext uri="{FF2B5EF4-FFF2-40B4-BE49-F238E27FC236}">
                  <a16:creationId xmlns:a16="http://schemas.microsoft.com/office/drawing/2014/main" id="{C9500A51-6985-756D-662F-159FE9C1C109}"/>
                </a:ext>
              </a:extLst>
            </p:cNvPr>
            <p:cNvSpPr/>
            <p:nvPr/>
          </p:nvSpPr>
          <p:spPr>
            <a:xfrm>
              <a:off x="4648492" y="4368350"/>
              <a:ext cx="187317" cy="58991"/>
            </a:xfrm>
            <a:custGeom>
              <a:avLst/>
              <a:gdLst/>
              <a:ahLst/>
              <a:cxnLst/>
              <a:rect l="l" t="t" r="r" b="b"/>
              <a:pathLst>
                <a:path w="7840" h="2469" extrusionOk="0">
                  <a:moveTo>
                    <a:pt x="7839" y="1"/>
                  </a:moveTo>
                  <a:lnTo>
                    <a:pt x="0" y="267"/>
                  </a:lnTo>
                  <a:lnTo>
                    <a:pt x="201" y="2469"/>
                  </a:lnTo>
                  <a:lnTo>
                    <a:pt x="7506" y="2469"/>
                  </a:lnTo>
                  <a:cubicBezTo>
                    <a:pt x="7506" y="2469"/>
                    <a:pt x="7839" y="1"/>
                    <a:pt x="78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2" name="Google Shape;2632;p101">
              <a:extLst>
                <a:ext uri="{FF2B5EF4-FFF2-40B4-BE49-F238E27FC236}">
                  <a16:creationId xmlns:a16="http://schemas.microsoft.com/office/drawing/2014/main" id="{106649FA-D602-7B1F-9BB2-9D0FE1A0039B}"/>
                </a:ext>
              </a:extLst>
            </p:cNvPr>
            <p:cNvSpPr/>
            <p:nvPr/>
          </p:nvSpPr>
          <p:spPr>
            <a:xfrm>
              <a:off x="4031612" y="4478136"/>
              <a:ext cx="33497" cy="48048"/>
            </a:xfrm>
            <a:custGeom>
              <a:avLst/>
              <a:gdLst/>
              <a:ahLst/>
              <a:cxnLst/>
              <a:rect l="l" t="t" r="r" b="b"/>
              <a:pathLst>
                <a:path w="1402" h="2011" extrusionOk="0">
                  <a:moveTo>
                    <a:pt x="335" y="163"/>
                  </a:moveTo>
                  <a:cubicBezTo>
                    <a:pt x="348" y="163"/>
                    <a:pt x="359" y="167"/>
                    <a:pt x="368" y="176"/>
                  </a:cubicBezTo>
                  <a:cubicBezTo>
                    <a:pt x="668" y="242"/>
                    <a:pt x="1002" y="1076"/>
                    <a:pt x="1135" y="1710"/>
                  </a:cubicBezTo>
                  <a:cubicBezTo>
                    <a:pt x="768" y="1410"/>
                    <a:pt x="468" y="1043"/>
                    <a:pt x="234" y="609"/>
                  </a:cubicBezTo>
                  <a:cubicBezTo>
                    <a:pt x="201" y="543"/>
                    <a:pt x="168" y="509"/>
                    <a:pt x="168" y="442"/>
                  </a:cubicBezTo>
                  <a:cubicBezTo>
                    <a:pt x="134" y="376"/>
                    <a:pt x="168" y="309"/>
                    <a:pt x="201" y="242"/>
                  </a:cubicBezTo>
                  <a:cubicBezTo>
                    <a:pt x="250" y="194"/>
                    <a:pt x="299" y="163"/>
                    <a:pt x="335" y="163"/>
                  </a:cubicBezTo>
                  <a:close/>
                  <a:moveTo>
                    <a:pt x="364" y="0"/>
                  </a:moveTo>
                  <a:cubicBezTo>
                    <a:pt x="256" y="0"/>
                    <a:pt x="156" y="60"/>
                    <a:pt x="101" y="142"/>
                  </a:cubicBezTo>
                  <a:cubicBezTo>
                    <a:pt x="1" y="242"/>
                    <a:pt x="1" y="342"/>
                    <a:pt x="1" y="476"/>
                  </a:cubicBezTo>
                  <a:cubicBezTo>
                    <a:pt x="101" y="1076"/>
                    <a:pt x="1202" y="1944"/>
                    <a:pt x="1269" y="2010"/>
                  </a:cubicBezTo>
                  <a:lnTo>
                    <a:pt x="1335" y="2010"/>
                  </a:lnTo>
                  <a:cubicBezTo>
                    <a:pt x="1369" y="1977"/>
                    <a:pt x="1402" y="1944"/>
                    <a:pt x="1402" y="1910"/>
                  </a:cubicBezTo>
                  <a:cubicBezTo>
                    <a:pt x="1302" y="1543"/>
                    <a:pt x="1202" y="1210"/>
                    <a:pt x="1068" y="843"/>
                  </a:cubicBezTo>
                  <a:cubicBezTo>
                    <a:pt x="868" y="409"/>
                    <a:pt x="668" y="42"/>
                    <a:pt x="435" y="9"/>
                  </a:cubicBezTo>
                  <a:cubicBezTo>
                    <a:pt x="411" y="3"/>
                    <a:pt x="387" y="0"/>
                    <a:pt x="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3" name="Google Shape;2633;p101">
              <a:extLst>
                <a:ext uri="{FF2B5EF4-FFF2-40B4-BE49-F238E27FC236}">
                  <a16:creationId xmlns:a16="http://schemas.microsoft.com/office/drawing/2014/main" id="{8C475971-B239-54F5-C652-1878E83E82F4}"/>
                </a:ext>
              </a:extLst>
            </p:cNvPr>
            <p:cNvSpPr/>
            <p:nvPr/>
          </p:nvSpPr>
          <p:spPr>
            <a:xfrm>
              <a:off x="4019666" y="4506735"/>
              <a:ext cx="45444" cy="22626"/>
            </a:xfrm>
            <a:custGeom>
              <a:avLst/>
              <a:gdLst/>
              <a:ahLst/>
              <a:cxnLst/>
              <a:rect l="l" t="t" r="r" b="b"/>
              <a:pathLst>
                <a:path w="1902" h="947" extrusionOk="0">
                  <a:moveTo>
                    <a:pt x="365" y="158"/>
                  </a:moveTo>
                  <a:cubicBezTo>
                    <a:pt x="674" y="158"/>
                    <a:pt x="1264" y="395"/>
                    <a:pt x="1635" y="680"/>
                  </a:cubicBezTo>
                  <a:cubicBezTo>
                    <a:pt x="1435" y="730"/>
                    <a:pt x="1235" y="755"/>
                    <a:pt x="1035" y="755"/>
                  </a:cubicBezTo>
                  <a:cubicBezTo>
                    <a:pt x="835" y="755"/>
                    <a:pt x="634" y="730"/>
                    <a:pt x="434" y="680"/>
                  </a:cubicBezTo>
                  <a:cubicBezTo>
                    <a:pt x="334" y="613"/>
                    <a:pt x="267" y="546"/>
                    <a:pt x="234" y="446"/>
                  </a:cubicBezTo>
                  <a:lnTo>
                    <a:pt x="234" y="413"/>
                  </a:lnTo>
                  <a:lnTo>
                    <a:pt x="234" y="380"/>
                  </a:lnTo>
                  <a:cubicBezTo>
                    <a:pt x="167" y="246"/>
                    <a:pt x="234" y="179"/>
                    <a:pt x="234" y="179"/>
                  </a:cubicBezTo>
                  <a:cubicBezTo>
                    <a:pt x="268" y="165"/>
                    <a:pt x="312" y="158"/>
                    <a:pt x="365" y="158"/>
                  </a:cubicBezTo>
                  <a:close/>
                  <a:moveTo>
                    <a:pt x="374" y="0"/>
                  </a:moveTo>
                  <a:cubicBezTo>
                    <a:pt x="291" y="0"/>
                    <a:pt x="220" y="14"/>
                    <a:pt x="167" y="46"/>
                  </a:cubicBezTo>
                  <a:cubicBezTo>
                    <a:pt x="67" y="113"/>
                    <a:pt x="1" y="213"/>
                    <a:pt x="67" y="446"/>
                  </a:cubicBezTo>
                  <a:cubicBezTo>
                    <a:pt x="101" y="613"/>
                    <a:pt x="201" y="747"/>
                    <a:pt x="368" y="813"/>
                  </a:cubicBezTo>
                  <a:cubicBezTo>
                    <a:pt x="545" y="913"/>
                    <a:pt x="764" y="947"/>
                    <a:pt x="978" y="947"/>
                  </a:cubicBezTo>
                  <a:cubicBezTo>
                    <a:pt x="1405" y="947"/>
                    <a:pt x="1813" y="813"/>
                    <a:pt x="1835" y="813"/>
                  </a:cubicBezTo>
                  <a:cubicBezTo>
                    <a:pt x="1869" y="780"/>
                    <a:pt x="1902" y="780"/>
                    <a:pt x="1902" y="747"/>
                  </a:cubicBezTo>
                  <a:cubicBezTo>
                    <a:pt x="1902" y="713"/>
                    <a:pt x="1902" y="713"/>
                    <a:pt x="1869" y="680"/>
                  </a:cubicBezTo>
                  <a:lnTo>
                    <a:pt x="1869" y="646"/>
                  </a:lnTo>
                  <a:cubicBezTo>
                    <a:pt x="1588" y="394"/>
                    <a:pt x="812" y="0"/>
                    <a:pt x="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4" name="Google Shape;2634;p101">
              <a:extLst>
                <a:ext uri="{FF2B5EF4-FFF2-40B4-BE49-F238E27FC236}">
                  <a16:creationId xmlns:a16="http://schemas.microsoft.com/office/drawing/2014/main" id="{370AC564-3138-3BEB-8099-FD421F91ACC2}"/>
                </a:ext>
              </a:extLst>
            </p:cNvPr>
            <p:cNvSpPr/>
            <p:nvPr/>
          </p:nvSpPr>
          <p:spPr>
            <a:xfrm>
              <a:off x="4847732" y="2538471"/>
              <a:ext cx="157045" cy="43054"/>
            </a:xfrm>
            <a:custGeom>
              <a:avLst/>
              <a:gdLst/>
              <a:ahLst/>
              <a:cxnLst/>
              <a:rect l="l" t="t" r="r" b="b"/>
              <a:pathLst>
                <a:path w="6573" h="1802" extrusionOk="0">
                  <a:moveTo>
                    <a:pt x="6572" y="0"/>
                  </a:moveTo>
                  <a:lnTo>
                    <a:pt x="6572" y="0"/>
                  </a:lnTo>
                  <a:cubicBezTo>
                    <a:pt x="5471" y="60"/>
                    <a:pt x="4082" y="72"/>
                    <a:pt x="2693" y="72"/>
                  </a:cubicBezTo>
                  <a:cubicBezTo>
                    <a:pt x="1767" y="72"/>
                    <a:pt x="841" y="67"/>
                    <a:pt x="1" y="67"/>
                  </a:cubicBezTo>
                  <a:lnTo>
                    <a:pt x="1" y="1802"/>
                  </a:lnTo>
                  <a:cubicBezTo>
                    <a:pt x="2136" y="1802"/>
                    <a:pt x="4270" y="1702"/>
                    <a:pt x="6405" y="1435"/>
                  </a:cubicBezTo>
                  <a:lnTo>
                    <a:pt x="65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5" name="Google Shape;2635;p101">
              <a:extLst>
                <a:ext uri="{FF2B5EF4-FFF2-40B4-BE49-F238E27FC236}">
                  <a16:creationId xmlns:a16="http://schemas.microsoft.com/office/drawing/2014/main" id="{34E49704-DD82-C0B9-221B-DBE4AA994D24}"/>
                </a:ext>
              </a:extLst>
            </p:cNvPr>
            <p:cNvSpPr/>
            <p:nvPr/>
          </p:nvSpPr>
          <p:spPr>
            <a:xfrm>
              <a:off x="4705070" y="2536082"/>
              <a:ext cx="125149" cy="43843"/>
            </a:xfrm>
            <a:custGeom>
              <a:avLst/>
              <a:gdLst/>
              <a:ahLst/>
              <a:cxnLst/>
              <a:rect l="l" t="t" r="r" b="b"/>
              <a:pathLst>
                <a:path w="5238" h="1835" extrusionOk="0">
                  <a:moveTo>
                    <a:pt x="201" y="0"/>
                  </a:moveTo>
                  <a:lnTo>
                    <a:pt x="1" y="1702"/>
                  </a:lnTo>
                  <a:lnTo>
                    <a:pt x="3070" y="1835"/>
                  </a:lnTo>
                  <a:lnTo>
                    <a:pt x="5204" y="1835"/>
                  </a:lnTo>
                  <a:lnTo>
                    <a:pt x="5238" y="134"/>
                  </a:lnTo>
                  <a:cubicBezTo>
                    <a:pt x="4070" y="134"/>
                    <a:pt x="1602" y="34"/>
                    <a:pt x="2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6" name="Google Shape;2636;p101">
              <a:extLst>
                <a:ext uri="{FF2B5EF4-FFF2-40B4-BE49-F238E27FC236}">
                  <a16:creationId xmlns:a16="http://schemas.microsoft.com/office/drawing/2014/main" id="{DA86CC72-0A01-8881-BD6A-F02D8EC6BCCB}"/>
                </a:ext>
              </a:extLst>
            </p:cNvPr>
            <p:cNvSpPr/>
            <p:nvPr/>
          </p:nvSpPr>
          <p:spPr>
            <a:xfrm>
              <a:off x="4588713" y="2529703"/>
              <a:ext cx="102833" cy="47044"/>
            </a:xfrm>
            <a:custGeom>
              <a:avLst/>
              <a:gdLst/>
              <a:ahLst/>
              <a:cxnLst/>
              <a:rect l="l" t="t" r="r" b="b"/>
              <a:pathLst>
                <a:path w="4304" h="1969" extrusionOk="0">
                  <a:moveTo>
                    <a:pt x="634" y="0"/>
                  </a:moveTo>
                  <a:lnTo>
                    <a:pt x="1" y="1268"/>
                  </a:lnTo>
                  <a:cubicBezTo>
                    <a:pt x="901" y="1835"/>
                    <a:pt x="3136" y="1868"/>
                    <a:pt x="4070" y="1969"/>
                  </a:cubicBezTo>
                  <a:lnTo>
                    <a:pt x="4304" y="234"/>
                  </a:lnTo>
                  <a:cubicBezTo>
                    <a:pt x="3470" y="167"/>
                    <a:pt x="1468" y="101"/>
                    <a:pt x="6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7" name="Google Shape;2637;p101">
              <a:extLst>
                <a:ext uri="{FF2B5EF4-FFF2-40B4-BE49-F238E27FC236}">
                  <a16:creationId xmlns:a16="http://schemas.microsoft.com/office/drawing/2014/main" id="{064F1C83-8363-F9BE-D6FA-50A59B83DA2F}"/>
                </a:ext>
              </a:extLst>
            </p:cNvPr>
            <p:cNvSpPr/>
            <p:nvPr/>
          </p:nvSpPr>
          <p:spPr>
            <a:xfrm>
              <a:off x="5105962" y="2139012"/>
              <a:ext cx="132317" cy="110168"/>
            </a:xfrm>
            <a:custGeom>
              <a:avLst/>
              <a:gdLst/>
              <a:ahLst/>
              <a:cxnLst/>
              <a:rect l="l" t="t" r="r" b="b"/>
              <a:pathLst>
                <a:path w="5538" h="4611" extrusionOk="0">
                  <a:moveTo>
                    <a:pt x="3871" y="1"/>
                  </a:moveTo>
                  <a:cubicBezTo>
                    <a:pt x="3837" y="1"/>
                    <a:pt x="3804" y="3"/>
                    <a:pt x="3770" y="7"/>
                  </a:cubicBezTo>
                  <a:lnTo>
                    <a:pt x="3236" y="108"/>
                  </a:lnTo>
                  <a:cubicBezTo>
                    <a:pt x="2602" y="174"/>
                    <a:pt x="2035" y="408"/>
                    <a:pt x="1535" y="808"/>
                  </a:cubicBezTo>
                  <a:lnTo>
                    <a:pt x="0" y="1909"/>
                  </a:lnTo>
                  <a:lnTo>
                    <a:pt x="134" y="4611"/>
                  </a:lnTo>
                  <a:lnTo>
                    <a:pt x="4470" y="3143"/>
                  </a:lnTo>
                  <a:cubicBezTo>
                    <a:pt x="5071" y="2943"/>
                    <a:pt x="5504" y="2409"/>
                    <a:pt x="5538" y="1775"/>
                  </a:cubicBezTo>
                  <a:cubicBezTo>
                    <a:pt x="5538" y="1775"/>
                    <a:pt x="4822" y="1"/>
                    <a:pt x="3871" y="1"/>
                  </a:cubicBezTo>
                  <a:close/>
                </a:path>
              </a:pathLst>
            </a:custGeom>
            <a:solidFill>
              <a:srgbClr val="CB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8" name="Google Shape;2638;p101">
              <a:extLst>
                <a:ext uri="{FF2B5EF4-FFF2-40B4-BE49-F238E27FC236}">
                  <a16:creationId xmlns:a16="http://schemas.microsoft.com/office/drawing/2014/main" id="{700F140C-6218-8CC9-42FF-D1543A8FCC3C}"/>
                </a:ext>
              </a:extLst>
            </p:cNvPr>
            <p:cNvSpPr/>
            <p:nvPr/>
          </p:nvSpPr>
          <p:spPr>
            <a:xfrm>
              <a:off x="4908299" y="1812044"/>
              <a:ext cx="347516" cy="479140"/>
            </a:xfrm>
            <a:custGeom>
              <a:avLst/>
              <a:gdLst/>
              <a:ahLst/>
              <a:cxnLst/>
              <a:rect l="l" t="t" r="r" b="b"/>
              <a:pathLst>
                <a:path w="14545" h="20054" extrusionOk="0">
                  <a:moveTo>
                    <a:pt x="1398" y="0"/>
                  </a:moveTo>
                  <a:cubicBezTo>
                    <a:pt x="568" y="0"/>
                    <a:pt x="1" y="116"/>
                    <a:pt x="1" y="116"/>
                  </a:cubicBezTo>
                  <a:cubicBezTo>
                    <a:pt x="5187" y="15592"/>
                    <a:pt x="7890" y="20053"/>
                    <a:pt x="10506" y="20053"/>
                  </a:cubicBezTo>
                  <a:cubicBezTo>
                    <a:pt x="11070" y="20053"/>
                    <a:pt x="11630" y="19846"/>
                    <a:pt x="12210" y="19497"/>
                  </a:cubicBezTo>
                  <a:cubicBezTo>
                    <a:pt x="14545" y="18062"/>
                    <a:pt x="9441" y="6754"/>
                    <a:pt x="6772" y="2618"/>
                  </a:cubicBezTo>
                  <a:cubicBezTo>
                    <a:pt x="5346" y="392"/>
                    <a:pt x="2926" y="0"/>
                    <a:pt x="13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39" name="Google Shape;2639;p101">
              <a:extLst>
                <a:ext uri="{FF2B5EF4-FFF2-40B4-BE49-F238E27FC236}">
                  <a16:creationId xmlns:a16="http://schemas.microsoft.com/office/drawing/2014/main" id="{CF2D52F1-6CE3-F474-FFBC-FA491E267D1C}"/>
                </a:ext>
              </a:extLst>
            </p:cNvPr>
            <p:cNvSpPr/>
            <p:nvPr/>
          </p:nvSpPr>
          <p:spPr>
            <a:xfrm>
              <a:off x="4517777" y="2570344"/>
              <a:ext cx="22339" cy="70172"/>
            </a:xfrm>
            <a:custGeom>
              <a:avLst/>
              <a:gdLst/>
              <a:ahLst/>
              <a:cxnLst/>
              <a:rect l="l" t="t" r="r" b="b"/>
              <a:pathLst>
                <a:path w="935" h="2937" extrusionOk="0">
                  <a:moveTo>
                    <a:pt x="334" y="1"/>
                  </a:moveTo>
                  <a:cubicBezTo>
                    <a:pt x="134" y="968"/>
                    <a:pt x="1" y="1602"/>
                    <a:pt x="1" y="1602"/>
                  </a:cubicBezTo>
                  <a:lnTo>
                    <a:pt x="935" y="2936"/>
                  </a:lnTo>
                  <a:cubicBezTo>
                    <a:pt x="935" y="1935"/>
                    <a:pt x="735" y="935"/>
                    <a:pt x="33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0" name="Google Shape;2640;p101">
              <a:extLst>
                <a:ext uri="{FF2B5EF4-FFF2-40B4-BE49-F238E27FC236}">
                  <a16:creationId xmlns:a16="http://schemas.microsoft.com/office/drawing/2014/main" id="{C898A7B9-4F26-221B-E87E-D14925DA474F}"/>
                </a:ext>
              </a:extLst>
            </p:cNvPr>
            <p:cNvSpPr/>
            <p:nvPr/>
          </p:nvSpPr>
          <p:spPr>
            <a:xfrm>
              <a:off x="4364769" y="1540649"/>
              <a:ext cx="168179" cy="270200"/>
            </a:xfrm>
            <a:custGeom>
              <a:avLst/>
              <a:gdLst/>
              <a:ahLst/>
              <a:cxnLst/>
              <a:rect l="l" t="t" r="r" b="b"/>
              <a:pathLst>
                <a:path w="7039" h="11309" extrusionOk="0">
                  <a:moveTo>
                    <a:pt x="4403" y="0"/>
                  </a:moveTo>
                  <a:cubicBezTo>
                    <a:pt x="2602" y="667"/>
                    <a:pt x="1802" y="2135"/>
                    <a:pt x="868" y="3970"/>
                  </a:cubicBezTo>
                  <a:cubicBezTo>
                    <a:pt x="0" y="5671"/>
                    <a:pt x="34" y="8606"/>
                    <a:pt x="868" y="9941"/>
                  </a:cubicBezTo>
                  <a:cubicBezTo>
                    <a:pt x="1134" y="10341"/>
                    <a:pt x="1868" y="10274"/>
                    <a:pt x="2269" y="10541"/>
                  </a:cubicBezTo>
                  <a:cubicBezTo>
                    <a:pt x="1368" y="9140"/>
                    <a:pt x="1501" y="7439"/>
                    <a:pt x="1802" y="5804"/>
                  </a:cubicBezTo>
                  <a:lnTo>
                    <a:pt x="1802" y="5804"/>
                  </a:lnTo>
                  <a:cubicBezTo>
                    <a:pt x="1835" y="7439"/>
                    <a:pt x="1968" y="9474"/>
                    <a:pt x="2869" y="10808"/>
                  </a:cubicBezTo>
                  <a:cubicBezTo>
                    <a:pt x="3369" y="10875"/>
                    <a:pt x="4170" y="11108"/>
                    <a:pt x="4670" y="11175"/>
                  </a:cubicBezTo>
                  <a:cubicBezTo>
                    <a:pt x="4070" y="9707"/>
                    <a:pt x="3736" y="8139"/>
                    <a:pt x="3670" y="6572"/>
                  </a:cubicBezTo>
                  <a:lnTo>
                    <a:pt x="3670" y="6572"/>
                  </a:lnTo>
                  <a:cubicBezTo>
                    <a:pt x="3936" y="8206"/>
                    <a:pt x="4503" y="9740"/>
                    <a:pt x="5337" y="11175"/>
                  </a:cubicBezTo>
                  <a:cubicBezTo>
                    <a:pt x="5938" y="11208"/>
                    <a:pt x="6438" y="11275"/>
                    <a:pt x="7039" y="11308"/>
                  </a:cubicBezTo>
                  <a:cubicBezTo>
                    <a:pt x="6838" y="9374"/>
                    <a:pt x="6338" y="7305"/>
                    <a:pt x="6138" y="5337"/>
                  </a:cubicBezTo>
                  <a:cubicBezTo>
                    <a:pt x="5971" y="3636"/>
                    <a:pt x="4403" y="0"/>
                    <a:pt x="44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1" name="Google Shape;2641;p101">
              <a:extLst>
                <a:ext uri="{FF2B5EF4-FFF2-40B4-BE49-F238E27FC236}">
                  <a16:creationId xmlns:a16="http://schemas.microsoft.com/office/drawing/2014/main" id="{AFBF4FF6-7BCE-FE47-460E-9527A6C20C76}"/>
                </a:ext>
              </a:extLst>
            </p:cNvPr>
            <p:cNvSpPr/>
            <p:nvPr/>
          </p:nvSpPr>
          <p:spPr>
            <a:xfrm>
              <a:off x="3932793" y="4345246"/>
              <a:ext cx="133129" cy="192096"/>
            </a:xfrm>
            <a:custGeom>
              <a:avLst/>
              <a:gdLst/>
              <a:ahLst/>
              <a:cxnLst/>
              <a:rect l="l" t="t" r="r" b="b"/>
              <a:pathLst>
                <a:path w="5572" h="8040" extrusionOk="0">
                  <a:moveTo>
                    <a:pt x="2102" y="0"/>
                  </a:moveTo>
                  <a:lnTo>
                    <a:pt x="1" y="7405"/>
                  </a:lnTo>
                  <a:lnTo>
                    <a:pt x="3170" y="8039"/>
                  </a:lnTo>
                  <a:lnTo>
                    <a:pt x="5571" y="1535"/>
                  </a:lnTo>
                  <a:lnTo>
                    <a:pt x="2102"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2" name="Google Shape;2642;p101">
              <a:extLst>
                <a:ext uri="{FF2B5EF4-FFF2-40B4-BE49-F238E27FC236}">
                  <a16:creationId xmlns:a16="http://schemas.microsoft.com/office/drawing/2014/main" id="{853E0CD3-6BA0-0B20-C11F-E0B7C2D77F69}"/>
                </a:ext>
              </a:extLst>
            </p:cNvPr>
            <p:cNvSpPr/>
            <p:nvPr/>
          </p:nvSpPr>
          <p:spPr>
            <a:xfrm>
              <a:off x="3964665" y="4350813"/>
              <a:ext cx="101256" cy="85296"/>
            </a:xfrm>
            <a:custGeom>
              <a:avLst/>
              <a:gdLst/>
              <a:ahLst/>
              <a:cxnLst/>
              <a:rect l="l" t="t" r="r" b="b"/>
              <a:pathLst>
                <a:path w="4238" h="3570" extrusionOk="0">
                  <a:moveTo>
                    <a:pt x="701" y="1"/>
                  </a:moveTo>
                  <a:lnTo>
                    <a:pt x="1" y="2502"/>
                  </a:lnTo>
                  <a:lnTo>
                    <a:pt x="3403" y="3570"/>
                  </a:lnTo>
                  <a:lnTo>
                    <a:pt x="4237" y="1302"/>
                  </a:lnTo>
                  <a:lnTo>
                    <a:pt x="2303" y="434"/>
                  </a:lnTo>
                  <a:lnTo>
                    <a:pt x="7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3" name="Google Shape;2643;p101">
              <a:extLst>
                <a:ext uri="{FF2B5EF4-FFF2-40B4-BE49-F238E27FC236}">
                  <a16:creationId xmlns:a16="http://schemas.microsoft.com/office/drawing/2014/main" id="{770EAA01-1578-0E37-FB89-A0233D7842CD}"/>
                </a:ext>
              </a:extLst>
            </p:cNvPr>
            <p:cNvSpPr/>
            <p:nvPr/>
          </p:nvSpPr>
          <p:spPr>
            <a:xfrm>
              <a:off x="3779164" y="4500069"/>
              <a:ext cx="249294" cy="123429"/>
            </a:xfrm>
            <a:custGeom>
              <a:avLst/>
              <a:gdLst/>
              <a:ahLst/>
              <a:cxnLst/>
              <a:rect l="l" t="t" r="r" b="b"/>
              <a:pathLst>
                <a:path w="10434" h="5166" extrusionOk="0">
                  <a:moveTo>
                    <a:pt x="6009" y="0"/>
                  </a:moveTo>
                  <a:cubicBezTo>
                    <a:pt x="5827" y="0"/>
                    <a:pt x="5645" y="44"/>
                    <a:pt x="5463" y="125"/>
                  </a:cubicBezTo>
                  <a:cubicBezTo>
                    <a:pt x="4367" y="728"/>
                    <a:pt x="3833" y="1354"/>
                    <a:pt x="2085" y="1354"/>
                  </a:cubicBezTo>
                  <a:cubicBezTo>
                    <a:pt x="1707" y="1354"/>
                    <a:pt x="1271" y="1324"/>
                    <a:pt x="760" y="1259"/>
                  </a:cubicBezTo>
                  <a:cubicBezTo>
                    <a:pt x="742" y="1256"/>
                    <a:pt x="724" y="1255"/>
                    <a:pt x="707" y="1255"/>
                  </a:cubicBezTo>
                  <a:cubicBezTo>
                    <a:pt x="118" y="1255"/>
                    <a:pt x="0" y="2871"/>
                    <a:pt x="1394" y="3227"/>
                  </a:cubicBezTo>
                  <a:cubicBezTo>
                    <a:pt x="3795" y="3794"/>
                    <a:pt x="3328" y="3427"/>
                    <a:pt x="5363" y="3961"/>
                  </a:cubicBezTo>
                  <a:cubicBezTo>
                    <a:pt x="7098" y="4395"/>
                    <a:pt x="8299" y="4795"/>
                    <a:pt x="9666" y="5162"/>
                  </a:cubicBezTo>
                  <a:lnTo>
                    <a:pt x="9766" y="5162"/>
                  </a:lnTo>
                  <a:cubicBezTo>
                    <a:pt x="9786" y="5164"/>
                    <a:pt x="9805" y="5165"/>
                    <a:pt x="9824" y="5165"/>
                  </a:cubicBezTo>
                  <a:cubicBezTo>
                    <a:pt x="10100" y="5165"/>
                    <a:pt x="10333" y="4942"/>
                    <a:pt x="10333" y="4662"/>
                  </a:cubicBezTo>
                  <a:lnTo>
                    <a:pt x="10434" y="1359"/>
                  </a:lnTo>
                  <a:cubicBezTo>
                    <a:pt x="10434" y="1226"/>
                    <a:pt x="10333" y="1092"/>
                    <a:pt x="10200" y="1059"/>
                  </a:cubicBezTo>
                  <a:lnTo>
                    <a:pt x="6364" y="58"/>
                  </a:lnTo>
                  <a:cubicBezTo>
                    <a:pt x="6246" y="19"/>
                    <a:pt x="6127" y="0"/>
                    <a:pt x="60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4" name="Google Shape;2644;p101">
              <a:extLst>
                <a:ext uri="{FF2B5EF4-FFF2-40B4-BE49-F238E27FC236}">
                  <a16:creationId xmlns:a16="http://schemas.microsoft.com/office/drawing/2014/main" id="{803BDD15-63C4-1028-BFFA-F69E236CBD2C}"/>
                </a:ext>
              </a:extLst>
            </p:cNvPr>
            <p:cNvSpPr/>
            <p:nvPr/>
          </p:nvSpPr>
          <p:spPr>
            <a:xfrm>
              <a:off x="4477135" y="4385099"/>
              <a:ext cx="94065" cy="152243"/>
            </a:xfrm>
            <a:custGeom>
              <a:avLst/>
              <a:gdLst/>
              <a:ahLst/>
              <a:cxnLst/>
              <a:rect l="l" t="t" r="r" b="b"/>
              <a:pathLst>
                <a:path w="3937" h="6372" extrusionOk="0">
                  <a:moveTo>
                    <a:pt x="234" y="0"/>
                  </a:moveTo>
                  <a:lnTo>
                    <a:pt x="1" y="6371"/>
                  </a:lnTo>
                  <a:lnTo>
                    <a:pt x="3036" y="6371"/>
                  </a:lnTo>
                  <a:lnTo>
                    <a:pt x="3937" y="767"/>
                  </a:lnTo>
                  <a:lnTo>
                    <a:pt x="234"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5" name="Google Shape;2645;p101">
              <a:extLst>
                <a:ext uri="{FF2B5EF4-FFF2-40B4-BE49-F238E27FC236}">
                  <a16:creationId xmlns:a16="http://schemas.microsoft.com/office/drawing/2014/main" id="{2F204BA2-DF3A-EE5A-6B6D-BFB92A204E34}"/>
                </a:ext>
              </a:extLst>
            </p:cNvPr>
            <p:cNvSpPr/>
            <p:nvPr/>
          </p:nvSpPr>
          <p:spPr>
            <a:xfrm>
              <a:off x="4479525" y="4385099"/>
              <a:ext cx="91676" cy="80518"/>
            </a:xfrm>
            <a:custGeom>
              <a:avLst/>
              <a:gdLst/>
              <a:ahLst/>
              <a:cxnLst/>
              <a:rect l="l" t="t" r="r" b="b"/>
              <a:pathLst>
                <a:path w="3837" h="3370" extrusionOk="0">
                  <a:moveTo>
                    <a:pt x="134" y="0"/>
                  </a:moveTo>
                  <a:lnTo>
                    <a:pt x="1" y="3236"/>
                  </a:lnTo>
                  <a:lnTo>
                    <a:pt x="3403" y="3369"/>
                  </a:lnTo>
                  <a:lnTo>
                    <a:pt x="3837" y="767"/>
                  </a:lnTo>
                  <a:lnTo>
                    <a:pt x="1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6" name="Google Shape;2646;p101">
              <a:extLst>
                <a:ext uri="{FF2B5EF4-FFF2-40B4-BE49-F238E27FC236}">
                  <a16:creationId xmlns:a16="http://schemas.microsoft.com/office/drawing/2014/main" id="{23E478FD-9A71-0B2E-6D30-E7C7F6A42F6F}"/>
                </a:ext>
              </a:extLst>
            </p:cNvPr>
            <p:cNvSpPr/>
            <p:nvPr/>
          </p:nvSpPr>
          <p:spPr>
            <a:xfrm>
              <a:off x="4399031" y="4522767"/>
              <a:ext cx="55024" cy="20643"/>
            </a:xfrm>
            <a:custGeom>
              <a:avLst/>
              <a:gdLst/>
              <a:ahLst/>
              <a:cxnLst/>
              <a:rect l="l" t="t" r="r" b="b"/>
              <a:pathLst>
                <a:path w="2303" h="864" extrusionOk="0">
                  <a:moveTo>
                    <a:pt x="534" y="142"/>
                  </a:moveTo>
                  <a:cubicBezTo>
                    <a:pt x="935" y="209"/>
                    <a:pt x="1368" y="342"/>
                    <a:pt x="1735" y="543"/>
                  </a:cubicBezTo>
                  <a:cubicBezTo>
                    <a:pt x="1802" y="543"/>
                    <a:pt x="1869" y="576"/>
                    <a:pt x="1935" y="643"/>
                  </a:cubicBezTo>
                  <a:lnTo>
                    <a:pt x="1602" y="676"/>
                  </a:lnTo>
                  <a:cubicBezTo>
                    <a:pt x="1473" y="683"/>
                    <a:pt x="1342" y="687"/>
                    <a:pt x="1214" y="687"/>
                  </a:cubicBezTo>
                  <a:cubicBezTo>
                    <a:pt x="750" y="687"/>
                    <a:pt x="332" y="633"/>
                    <a:pt x="201" y="476"/>
                  </a:cubicBezTo>
                  <a:cubicBezTo>
                    <a:pt x="167" y="442"/>
                    <a:pt x="167" y="409"/>
                    <a:pt x="201" y="309"/>
                  </a:cubicBezTo>
                  <a:cubicBezTo>
                    <a:pt x="234" y="242"/>
                    <a:pt x="301" y="176"/>
                    <a:pt x="368" y="176"/>
                  </a:cubicBezTo>
                  <a:cubicBezTo>
                    <a:pt x="434" y="176"/>
                    <a:pt x="468" y="142"/>
                    <a:pt x="534" y="142"/>
                  </a:cubicBezTo>
                  <a:close/>
                  <a:moveTo>
                    <a:pt x="532" y="1"/>
                  </a:moveTo>
                  <a:cubicBezTo>
                    <a:pt x="467" y="1"/>
                    <a:pt x="401" y="3"/>
                    <a:pt x="334" y="9"/>
                  </a:cubicBezTo>
                  <a:cubicBezTo>
                    <a:pt x="234" y="42"/>
                    <a:pt x="134" y="109"/>
                    <a:pt x="67" y="209"/>
                  </a:cubicBezTo>
                  <a:cubicBezTo>
                    <a:pt x="1" y="309"/>
                    <a:pt x="1" y="476"/>
                    <a:pt x="67" y="576"/>
                  </a:cubicBezTo>
                  <a:cubicBezTo>
                    <a:pt x="306" y="762"/>
                    <a:pt x="609" y="863"/>
                    <a:pt x="907" y="863"/>
                  </a:cubicBezTo>
                  <a:cubicBezTo>
                    <a:pt x="984" y="863"/>
                    <a:pt x="1060" y="856"/>
                    <a:pt x="1135" y="843"/>
                  </a:cubicBezTo>
                  <a:lnTo>
                    <a:pt x="1435" y="843"/>
                  </a:lnTo>
                  <a:cubicBezTo>
                    <a:pt x="1702" y="843"/>
                    <a:pt x="1969" y="809"/>
                    <a:pt x="2236" y="743"/>
                  </a:cubicBezTo>
                  <a:cubicBezTo>
                    <a:pt x="2269" y="743"/>
                    <a:pt x="2302" y="709"/>
                    <a:pt x="2302" y="676"/>
                  </a:cubicBezTo>
                  <a:cubicBezTo>
                    <a:pt x="2302" y="643"/>
                    <a:pt x="2302" y="609"/>
                    <a:pt x="2269" y="576"/>
                  </a:cubicBezTo>
                  <a:cubicBezTo>
                    <a:pt x="2269" y="576"/>
                    <a:pt x="2135" y="509"/>
                    <a:pt x="1935" y="409"/>
                  </a:cubicBezTo>
                  <a:cubicBezTo>
                    <a:pt x="1802" y="342"/>
                    <a:pt x="1635" y="276"/>
                    <a:pt x="1468" y="209"/>
                  </a:cubicBezTo>
                  <a:cubicBezTo>
                    <a:pt x="1163" y="70"/>
                    <a:pt x="857" y="1"/>
                    <a:pt x="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7" name="Google Shape;2647;p101">
              <a:extLst>
                <a:ext uri="{FF2B5EF4-FFF2-40B4-BE49-F238E27FC236}">
                  <a16:creationId xmlns:a16="http://schemas.microsoft.com/office/drawing/2014/main" id="{428922A7-EAD8-CBB0-69E5-87D8A10DBDA1}"/>
                </a:ext>
              </a:extLst>
            </p:cNvPr>
            <p:cNvSpPr/>
            <p:nvPr/>
          </p:nvSpPr>
          <p:spPr>
            <a:xfrm>
              <a:off x="4420558" y="4501957"/>
              <a:ext cx="34286" cy="38562"/>
            </a:xfrm>
            <a:custGeom>
              <a:avLst/>
              <a:gdLst/>
              <a:ahLst/>
              <a:cxnLst/>
              <a:rect l="l" t="t" r="r" b="b"/>
              <a:pathLst>
                <a:path w="1435" h="1614" extrusionOk="0">
                  <a:moveTo>
                    <a:pt x="434" y="146"/>
                  </a:moveTo>
                  <a:cubicBezTo>
                    <a:pt x="534" y="146"/>
                    <a:pt x="634" y="179"/>
                    <a:pt x="734" y="246"/>
                  </a:cubicBezTo>
                  <a:cubicBezTo>
                    <a:pt x="968" y="513"/>
                    <a:pt x="1134" y="846"/>
                    <a:pt x="1201" y="1213"/>
                  </a:cubicBezTo>
                  <a:cubicBezTo>
                    <a:pt x="1201" y="1247"/>
                    <a:pt x="1201" y="1313"/>
                    <a:pt x="1201" y="1380"/>
                  </a:cubicBezTo>
                  <a:lnTo>
                    <a:pt x="1068" y="1247"/>
                  </a:lnTo>
                  <a:cubicBezTo>
                    <a:pt x="634" y="980"/>
                    <a:pt x="200" y="480"/>
                    <a:pt x="200" y="246"/>
                  </a:cubicBezTo>
                  <a:cubicBezTo>
                    <a:pt x="200" y="213"/>
                    <a:pt x="200" y="179"/>
                    <a:pt x="401" y="146"/>
                  </a:cubicBezTo>
                  <a:close/>
                  <a:moveTo>
                    <a:pt x="490" y="1"/>
                  </a:moveTo>
                  <a:cubicBezTo>
                    <a:pt x="448" y="1"/>
                    <a:pt x="407" y="5"/>
                    <a:pt x="367" y="13"/>
                  </a:cubicBezTo>
                  <a:cubicBezTo>
                    <a:pt x="134" y="13"/>
                    <a:pt x="67" y="146"/>
                    <a:pt x="67" y="246"/>
                  </a:cubicBezTo>
                  <a:cubicBezTo>
                    <a:pt x="0" y="446"/>
                    <a:pt x="267" y="780"/>
                    <a:pt x="567" y="1080"/>
                  </a:cubicBezTo>
                  <a:cubicBezTo>
                    <a:pt x="667" y="1180"/>
                    <a:pt x="767" y="1280"/>
                    <a:pt x="901" y="1347"/>
                  </a:cubicBezTo>
                  <a:cubicBezTo>
                    <a:pt x="1034" y="1447"/>
                    <a:pt x="1168" y="1547"/>
                    <a:pt x="1301" y="1614"/>
                  </a:cubicBezTo>
                  <a:lnTo>
                    <a:pt x="1401" y="1614"/>
                  </a:lnTo>
                  <a:cubicBezTo>
                    <a:pt x="1435" y="1580"/>
                    <a:pt x="1435" y="1547"/>
                    <a:pt x="1435" y="1547"/>
                  </a:cubicBezTo>
                  <a:cubicBezTo>
                    <a:pt x="1401" y="1414"/>
                    <a:pt x="1401" y="1280"/>
                    <a:pt x="1368" y="1147"/>
                  </a:cubicBezTo>
                  <a:cubicBezTo>
                    <a:pt x="1301" y="780"/>
                    <a:pt x="1134" y="413"/>
                    <a:pt x="868" y="146"/>
                  </a:cubicBezTo>
                  <a:cubicBezTo>
                    <a:pt x="766" y="44"/>
                    <a:pt x="625" y="1"/>
                    <a:pt x="4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8" name="Google Shape;2648;p101">
              <a:extLst>
                <a:ext uri="{FF2B5EF4-FFF2-40B4-BE49-F238E27FC236}">
                  <a16:creationId xmlns:a16="http://schemas.microsoft.com/office/drawing/2014/main" id="{AF48BC6A-549E-7B9C-4900-D08E2C10AFD3}"/>
                </a:ext>
              </a:extLst>
            </p:cNvPr>
            <p:cNvSpPr/>
            <p:nvPr/>
          </p:nvSpPr>
          <p:spPr>
            <a:xfrm>
              <a:off x="4323459" y="4527737"/>
              <a:ext cx="258899" cy="103646"/>
            </a:xfrm>
            <a:custGeom>
              <a:avLst/>
              <a:gdLst/>
              <a:ahLst/>
              <a:cxnLst/>
              <a:rect l="l" t="t" r="r" b="b"/>
              <a:pathLst>
                <a:path w="10836" h="4338" extrusionOk="0">
                  <a:moveTo>
                    <a:pt x="9735" y="1"/>
                  </a:moveTo>
                  <a:lnTo>
                    <a:pt x="5765" y="34"/>
                  </a:lnTo>
                  <a:cubicBezTo>
                    <a:pt x="5727" y="30"/>
                    <a:pt x="5689" y="28"/>
                    <a:pt x="5651" y="28"/>
                  </a:cubicBezTo>
                  <a:cubicBezTo>
                    <a:pt x="5390" y="28"/>
                    <a:pt x="5131" y="126"/>
                    <a:pt x="4898" y="301"/>
                  </a:cubicBezTo>
                  <a:cubicBezTo>
                    <a:pt x="3797" y="1335"/>
                    <a:pt x="3497" y="2203"/>
                    <a:pt x="628" y="2603"/>
                  </a:cubicBezTo>
                  <a:cubicBezTo>
                    <a:pt x="1" y="2669"/>
                    <a:pt x="289" y="4338"/>
                    <a:pt x="1720" y="4338"/>
                  </a:cubicBezTo>
                  <a:cubicBezTo>
                    <a:pt x="1734" y="4338"/>
                    <a:pt x="1748" y="4338"/>
                    <a:pt x="1763" y="4337"/>
                  </a:cubicBezTo>
                  <a:cubicBezTo>
                    <a:pt x="4231" y="4304"/>
                    <a:pt x="3697" y="4037"/>
                    <a:pt x="5799" y="4037"/>
                  </a:cubicBezTo>
                  <a:cubicBezTo>
                    <a:pt x="6051" y="4032"/>
                    <a:pt x="6294" y="4030"/>
                    <a:pt x="6528" y="4030"/>
                  </a:cubicBezTo>
                  <a:cubicBezTo>
                    <a:pt x="7932" y="4030"/>
                    <a:pt x="9039" y="4104"/>
                    <a:pt x="10269" y="4104"/>
                  </a:cubicBezTo>
                  <a:lnTo>
                    <a:pt x="10369" y="4104"/>
                  </a:lnTo>
                  <a:cubicBezTo>
                    <a:pt x="10669" y="4037"/>
                    <a:pt x="10836" y="3737"/>
                    <a:pt x="10769" y="3470"/>
                  </a:cubicBezTo>
                  <a:lnTo>
                    <a:pt x="10035" y="268"/>
                  </a:lnTo>
                  <a:cubicBezTo>
                    <a:pt x="10002" y="101"/>
                    <a:pt x="9868" y="1"/>
                    <a:pt x="97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49" name="Google Shape;2649;p101">
              <a:extLst>
                <a:ext uri="{FF2B5EF4-FFF2-40B4-BE49-F238E27FC236}">
                  <a16:creationId xmlns:a16="http://schemas.microsoft.com/office/drawing/2014/main" id="{21B7FFC3-44FF-A0AB-3A04-148688A97AB9}"/>
                </a:ext>
              </a:extLst>
            </p:cNvPr>
            <p:cNvSpPr/>
            <p:nvPr/>
          </p:nvSpPr>
          <p:spPr>
            <a:xfrm>
              <a:off x="4206171" y="1926369"/>
              <a:ext cx="179337" cy="202465"/>
            </a:xfrm>
            <a:custGeom>
              <a:avLst/>
              <a:gdLst/>
              <a:ahLst/>
              <a:cxnLst/>
              <a:rect l="l" t="t" r="r" b="b"/>
              <a:pathLst>
                <a:path w="7506" h="8474" extrusionOk="0">
                  <a:moveTo>
                    <a:pt x="6634" y="1"/>
                  </a:moveTo>
                  <a:cubicBezTo>
                    <a:pt x="4170" y="1"/>
                    <a:pt x="863" y="3288"/>
                    <a:pt x="0" y="6939"/>
                  </a:cubicBezTo>
                  <a:lnTo>
                    <a:pt x="567" y="7173"/>
                  </a:lnTo>
                  <a:lnTo>
                    <a:pt x="4103" y="8474"/>
                  </a:lnTo>
                  <a:lnTo>
                    <a:pt x="4537" y="7440"/>
                  </a:lnTo>
                  <a:cubicBezTo>
                    <a:pt x="4670" y="6639"/>
                    <a:pt x="4870" y="5839"/>
                    <a:pt x="5104" y="5038"/>
                  </a:cubicBezTo>
                  <a:cubicBezTo>
                    <a:pt x="5604" y="3270"/>
                    <a:pt x="6405" y="1602"/>
                    <a:pt x="7506" y="101"/>
                  </a:cubicBezTo>
                  <a:cubicBezTo>
                    <a:pt x="7239" y="34"/>
                    <a:pt x="6938" y="1"/>
                    <a:pt x="6672" y="1"/>
                  </a:cubicBezTo>
                  <a:cubicBezTo>
                    <a:pt x="6659" y="1"/>
                    <a:pt x="6647" y="1"/>
                    <a:pt x="6634"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0" name="Google Shape;2650;p101">
              <a:extLst>
                <a:ext uri="{FF2B5EF4-FFF2-40B4-BE49-F238E27FC236}">
                  <a16:creationId xmlns:a16="http://schemas.microsoft.com/office/drawing/2014/main" id="{53A33F1C-A4A0-0F82-FC8B-2BE675D5F53C}"/>
                </a:ext>
              </a:extLst>
            </p:cNvPr>
            <p:cNvSpPr/>
            <p:nvPr/>
          </p:nvSpPr>
          <p:spPr>
            <a:xfrm>
              <a:off x="4206171" y="1926369"/>
              <a:ext cx="179337" cy="202465"/>
            </a:xfrm>
            <a:custGeom>
              <a:avLst/>
              <a:gdLst/>
              <a:ahLst/>
              <a:cxnLst/>
              <a:rect l="l" t="t" r="r" b="b"/>
              <a:pathLst>
                <a:path w="7506" h="8474" extrusionOk="0">
                  <a:moveTo>
                    <a:pt x="6634" y="1"/>
                  </a:moveTo>
                  <a:cubicBezTo>
                    <a:pt x="4170" y="1"/>
                    <a:pt x="863" y="3288"/>
                    <a:pt x="0" y="6939"/>
                  </a:cubicBezTo>
                  <a:lnTo>
                    <a:pt x="567" y="7173"/>
                  </a:lnTo>
                  <a:lnTo>
                    <a:pt x="4103" y="8474"/>
                  </a:lnTo>
                  <a:lnTo>
                    <a:pt x="4537" y="7440"/>
                  </a:lnTo>
                  <a:cubicBezTo>
                    <a:pt x="4670" y="6639"/>
                    <a:pt x="4870" y="5839"/>
                    <a:pt x="5104" y="5038"/>
                  </a:cubicBezTo>
                  <a:cubicBezTo>
                    <a:pt x="5604" y="3270"/>
                    <a:pt x="6405" y="1602"/>
                    <a:pt x="7506" y="101"/>
                  </a:cubicBezTo>
                  <a:cubicBezTo>
                    <a:pt x="7239" y="34"/>
                    <a:pt x="6938" y="1"/>
                    <a:pt x="6672" y="1"/>
                  </a:cubicBezTo>
                  <a:cubicBezTo>
                    <a:pt x="6659" y="1"/>
                    <a:pt x="6647" y="1"/>
                    <a:pt x="66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1" name="Google Shape;2651;p101">
              <a:extLst>
                <a:ext uri="{FF2B5EF4-FFF2-40B4-BE49-F238E27FC236}">
                  <a16:creationId xmlns:a16="http://schemas.microsoft.com/office/drawing/2014/main" id="{6FF84B9A-FFCA-9543-EBC0-AA523631C937}"/>
                </a:ext>
              </a:extLst>
            </p:cNvPr>
            <p:cNvSpPr/>
            <p:nvPr/>
          </p:nvSpPr>
          <p:spPr>
            <a:xfrm>
              <a:off x="4304990" y="2104106"/>
              <a:ext cx="9581" cy="27118"/>
            </a:xfrm>
            <a:custGeom>
              <a:avLst/>
              <a:gdLst/>
              <a:ahLst/>
              <a:cxnLst/>
              <a:rect l="l" t="t" r="r" b="b"/>
              <a:pathLst>
                <a:path w="401" h="1135" extrusionOk="0">
                  <a:moveTo>
                    <a:pt x="401" y="1"/>
                  </a:moveTo>
                  <a:lnTo>
                    <a:pt x="0" y="1035"/>
                  </a:lnTo>
                  <a:lnTo>
                    <a:pt x="234" y="1135"/>
                  </a:lnTo>
                  <a:cubicBezTo>
                    <a:pt x="267" y="768"/>
                    <a:pt x="334" y="368"/>
                    <a:pt x="4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2" name="Google Shape;2652;p101">
              <a:extLst>
                <a:ext uri="{FF2B5EF4-FFF2-40B4-BE49-F238E27FC236}">
                  <a16:creationId xmlns:a16="http://schemas.microsoft.com/office/drawing/2014/main" id="{ED4803C9-22FF-F030-2FB1-534D719DB61E}"/>
                </a:ext>
              </a:extLst>
            </p:cNvPr>
            <p:cNvSpPr/>
            <p:nvPr/>
          </p:nvSpPr>
          <p:spPr>
            <a:xfrm>
              <a:off x="4294621" y="1928782"/>
              <a:ext cx="473430" cy="706143"/>
            </a:xfrm>
            <a:custGeom>
              <a:avLst/>
              <a:gdLst/>
              <a:ahLst/>
              <a:cxnLst/>
              <a:rect l="l" t="t" r="r" b="b"/>
              <a:pathLst>
                <a:path w="19815" h="29555" extrusionOk="0">
                  <a:moveTo>
                    <a:pt x="3804" y="0"/>
                  </a:moveTo>
                  <a:cubicBezTo>
                    <a:pt x="3603" y="267"/>
                    <a:pt x="1302" y="3269"/>
                    <a:pt x="668" y="8473"/>
                  </a:cubicBezTo>
                  <a:cubicBezTo>
                    <a:pt x="434" y="10474"/>
                    <a:pt x="468" y="12509"/>
                    <a:pt x="735" y="14511"/>
                  </a:cubicBezTo>
                  <a:lnTo>
                    <a:pt x="835" y="15144"/>
                  </a:lnTo>
                  <a:lnTo>
                    <a:pt x="1" y="26452"/>
                  </a:lnTo>
                  <a:lnTo>
                    <a:pt x="1" y="29555"/>
                  </a:lnTo>
                  <a:lnTo>
                    <a:pt x="15312" y="29555"/>
                  </a:lnTo>
                  <a:lnTo>
                    <a:pt x="15712" y="25885"/>
                  </a:lnTo>
                  <a:lnTo>
                    <a:pt x="19682" y="3202"/>
                  </a:lnTo>
                  <a:cubicBezTo>
                    <a:pt x="19815" y="2335"/>
                    <a:pt x="19181" y="1535"/>
                    <a:pt x="18347" y="1468"/>
                  </a:cubicBezTo>
                  <a:cubicBezTo>
                    <a:pt x="18347" y="1468"/>
                    <a:pt x="11943" y="434"/>
                    <a:pt x="9774" y="267"/>
                  </a:cubicBezTo>
                  <a:cubicBezTo>
                    <a:pt x="8140" y="134"/>
                    <a:pt x="6139" y="0"/>
                    <a:pt x="3837"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3" name="Google Shape;2653;p101">
              <a:extLst>
                <a:ext uri="{FF2B5EF4-FFF2-40B4-BE49-F238E27FC236}">
                  <a16:creationId xmlns:a16="http://schemas.microsoft.com/office/drawing/2014/main" id="{A6E9786E-1D07-E829-46D8-19499E58717C}"/>
                </a:ext>
              </a:extLst>
            </p:cNvPr>
            <p:cNvSpPr/>
            <p:nvPr/>
          </p:nvSpPr>
          <p:spPr>
            <a:xfrm>
              <a:off x="4294621" y="1928782"/>
              <a:ext cx="473430" cy="706143"/>
            </a:xfrm>
            <a:custGeom>
              <a:avLst/>
              <a:gdLst/>
              <a:ahLst/>
              <a:cxnLst/>
              <a:rect l="l" t="t" r="r" b="b"/>
              <a:pathLst>
                <a:path w="19815" h="29555" extrusionOk="0">
                  <a:moveTo>
                    <a:pt x="3804" y="0"/>
                  </a:moveTo>
                  <a:cubicBezTo>
                    <a:pt x="3603" y="267"/>
                    <a:pt x="1302" y="3269"/>
                    <a:pt x="668" y="8473"/>
                  </a:cubicBezTo>
                  <a:cubicBezTo>
                    <a:pt x="434" y="10474"/>
                    <a:pt x="468" y="12509"/>
                    <a:pt x="735" y="14511"/>
                  </a:cubicBezTo>
                  <a:lnTo>
                    <a:pt x="835" y="15144"/>
                  </a:lnTo>
                  <a:lnTo>
                    <a:pt x="1" y="26452"/>
                  </a:lnTo>
                  <a:lnTo>
                    <a:pt x="1" y="29555"/>
                  </a:lnTo>
                  <a:lnTo>
                    <a:pt x="15312" y="29555"/>
                  </a:lnTo>
                  <a:lnTo>
                    <a:pt x="15712" y="25885"/>
                  </a:lnTo>
                  <a:lnTo>
                    <a:pt x="19682" y="3202"/>
                  </a:lnTo>
                  <a:cubicBezTo>
                    <a:pt x="19815" y="2335"/>
                    <a:pt x="19181" y="1535"/>
                    <a:pt x="18347" y="1468"/>
                  </a:cubicBezTo>
                  <a:cubicBezTo>
                    <a:pt x="18347" y="1468"/>
                    <a:pt x="11943" y="434"/>
                    <a:pt x="9774" y="267"/>
                  </a:cubicBezTo>
                  <a:cubicBezTo>
                    <a:pt x="8140" y="134"/>
                    <a:pt x="6139" y="0"/>
                    <a:pt x="38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4" name="Google Shape;2654;p101">
              <a:extLst>
                <a:ext uri="{FF2B5EF4-FFF2-40B4-BE49-F238E27FC236}">
                  <a16:creationId xmlns:a16="http://schemas.microsoft.com/office/drawing/2014/main" id="{CC5E3590-A764-0C44-EF4B-D8833DB91B56}"/>
                </a:ext>
              </a:extLst>
            </p:cNvPr>
            <p:cNvSpPr/>
            <p:nvPr/>
          </p:nvSpPr>
          <p:spPr>
            <a:xfrm>
              <a:off x="4409400" y="1766194"/>
              <a:ext cx="221579" cy="222367"/>
            </a:xfrm>
            <a:custGeom>
              <a:avLst/>
              <a:gdLst/>
              <a:ahLst/>
              <a:cxnLst/>
              <a:rect l="l" t="t" r="r" b="b"/>
              <a:pathLst>
                <a:path w="9274" h="9307" extrusionOk="0">
                  <a:moveTo>
                    <a:pt x="9274" y="0"/>
                  </a:moveTo>
                  <a:lnTo>
                    <a:pt x="4370" y="3102"/>
                  </a:lnTo>
                  <a:cubicBezTo>
                    <a:pt x="4537" y="4870"/>
                    <a:pt x="4103" y="6772"/>
                    <a:pt x="1802" y="7172"/>
                  </a:cubicBezTo>
                  <a:cubicBezTo>
                    <a:pt x="1802" y="7172"/>
                    <a:pt x="0" y="9307"/>
                    <a:pt x="4237" y="9307"/>
                  </a:cubicBezTo>
                  <a:cubicBezTo>
                    <a:pt x="8473" y="9307"/>
                    <a:pt x="8440" y="7406"/>
                    <a:pt x="8440" y="7406"/>
                  </a:cubicBezTo>
                  <a:cubicBezTo>
                    <a:pt x="7706" y="5437"/>
                    <a:pt x="8606" y="1968"/>
                    <a:pt x="9274" y="0"/>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5" name="Google Shape;2655;p101">
              <a:extLst>
                <a:ext uri="{FF2B5EF4-FFF2-40B4-BE49-F238E27FC236}">
                  <a16:creationId xmlns:a16="http://schemas.microsoft.com/office/drawing/2014/main" id="{20B32F05-4811-F6A5-01A6-63AA4570F739}"/>
                </a:ext>
              </a:extLst>
            </p:cNvPr>
            <p:cNvSpPr/>
            <p:nvPr/>
          </p:nvSpPr>
          <p:spPr>
            <a:xfrm>
              <a:off x="4513810" y="1791687"/>
              <a:ext cx="82095" cy="78941"/>
            </a:xfrm>
            <a:custGeom>
              <a:avLst/>
              <a:gdLst/>
              <a:ahLst/>
              <a:cxnLst/>
              <a:rect l="l" t="t" r="r" b="b"/>
              <a:pathLst>
                <a:path w="3436" h="3304" extrusionOk="0">
                  <a:moveTo>
                    <a:pt x="3236" y="1"/>
                  </a:moveTo>
                  <a:lnTo>
                    <a:pt x="0" y="2069"/>
                  </a:lnTo>
                  <a:cubicBezTo>
                    <a:pt x="33" y="2469"/>
                    <a:pt x="33" y="2869"/>
                    <a:pt x="0" y="3303"/>
                  </a:cubicBezTo>
                  <a:cubicBezTo>
                    <a:pt x="1101" y="3236"/>
                    <a:pt x="2535" y="2569"/>
                    <a:pt x="3102" y="1468"/>
                  </a:cubicBezTo>
                  <a:cubicBezTo>
                    <a:pt x="3369" y="1035"/>
                    <a:pt x="3436" y="468"/>
                    <a:pt x="323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6" name="Google Shape;2656;p101">
              <a:extLst>
                <a:ext uri="{FF2B5EF4-FFF2-40B4-BE49-F238E27FC236}">
                  <a16:creationId xmlns:a16="http://schemas.microsoft.com/office/drawing/2014/main" id="{D0081F7B-61B3-AEFA-968D-BB92D6A0C851}"/>
                </a:ext>
              </a:extLst>
            </p:cNvPr>
            <p:cNvSpPr/>
            <p:nvPr/>
          </p:nvSpPr>
          <p:spPr>
            <a:xfrm>
              <a:off x="4423736" y="1523661"/>
              <a:ext cx="259042" cy="325464"/>
            </a:xfrm>
            <a:custGeom>
              <a:avLst/>
              <a:gdLst/>
              <a:ahLst/>
              <a:cxnLst/>
              <a:rect l="l" t="t" r="r" b="b"/>
              <a:pathLst>
                <a:path w="10842" h="13622" extrusionOk="0">
                  <a:moveTo>
                    <a:pt x="6056" y="0"/>
                  </a:moveTo>
                  <a:cubicBezTo>
                    <a:pt x="5775" y="0"/>
                    <a:pt x="5490" y="25"/>
                    <a:pt x="5204" y="77"/>
                  </a:cubicBezTo>
                  <a:cubicBezTo>
                    <a:pt x="1568" y="711"/>
                    <a:pt x="1" y="5648"/>
                    <a:pt x="67" y="8884"/>
                  </a:cubicBezTo>
                  <a:cubicBezTo>
                    <a:pt x="117" y="11551"/>
                    <a:pt x="2290" y="13622"/>
                    <a:pt x="4708" y="13622"/>
                  </a:cubicBezTo>
                  <a:cubicBezTo>
                    <a:pt x="5525" y="13622"/>
                    <a:pt x="6371" y="13384"/>
                    <a:pt x="7172" y="12853"/>
                  </a:cubicBezTo>
                  <a:cubicBezTo>
                    <a:pt x="9274" y="11486"/>
                    <a:pt x="9641" y="9484"/>
                    <a:pt x="10608" y="6115"/>
                  </a:cubicBezTo>
                  <a:cubicBezTo>
                    <a:pt x="10808" y="5381"/>
                    <a:pt x="10842" y="4647"/>
                    <a:pt x="10708" y="3913"/>
                  </a:cubicBezTo>
                  <a:cubicBezTo>
                    <a:pt x="10293" y="1601"/>
                    <a:pt x="8298" y="0"/>
                    <a:pt x="6056" y="0"/>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7" name="Google Shape;2657;p101">
              <a:extLst>
                <a:ext uri="{FF2B5EF4-FFF2-40B4-BE49-F238E27FC236}">
                  <a16:creationId xmlns:a16="http://schemas.microsoft.com/office/drawing/2014/main" id="{9009F677-6612-203A-921D-4EDDAD622EE1}"/>
                </a:ext>
              </a:extLst>
            </p:cNvPr>
            <p:cNvSpPr/>
            <p:nvPr/>
          </p:nvSpPr>
          <p:spPr>
            <a:xfrm>
              <a:off x="4602260" y="1675163"/>
              <a:ext cx="102833" cy="80685"/>
            </a:xfrm>
            <a:custGeom>
              <a:avLst/>
              <a:gdLst/>
              <a:ahLst/>
              <a:cxnLst/>
              <a:rect l="l" t="t" r="r" b="b"/>
              <a:pathLst>
                <a:path w="4304" h="3377" extrusionOk="0">
                  <a:moveTo>
                    <a:pt x="2693" y="0"/>
                  </a:moveTo>
                  <a:cubicBezTo>
                    <a:pt x="1856" y="0"/>
                    <a:pt x="982" y="778"/>
                    <a:pt x="568" y="1442"/>
                  </a:cubicBezTo>
                  <a:cubicBezTo>
                    <a:pt x="1" y="2343"/>
                    <a:pt x="268" y="3377"/>
                    <a:pt x="1368" y="3377"/>
                  </a:cubicBezTo>
                  <a:cubicBezTo>
                    <a:pt x="2202" y="3377"/>
                    <a:pt x="3003" y="3043"/>
                    <a:pt x="3570" y="2443"/>
                  </a:cubicBezTo>
                  <a:cubicBezTo>
                    <a:pt x="4304" y="1709"/>
                    <a:pt x="4204" y="541"/>
                    <a:pt x="3203" y="108"/>
                  </a:cubicBezTo>
                  <a:cubicBezTo>
                    <a:pt x="3037" y="33"/>
                    <a:pt x="2866" y="0"/>
                    <a:pt x="2693" y="0"/>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8" name="Google Shape;2658;p101">
              <a:extLst>
                <a:ext uri="{FF2B5EF4-FFF2-40B4-BE49-F238E27FC236}">
                  <a16:creationId xmlns:a16="http://schemas.microsoft.com/office/drawing/2014/main" id="{F418CB0A-E550-40FE-789F-8335B0E070B1}"/>
                </a:ext>
              </a:extLst>
            </p:cNvPr>
            <p:cNvSpPr/>
            <p:nvPr/>
          </p:nvSpPr>
          <p:spPr>
            <a:xfrm>
              <a:off x="4527357" y="1651343"/>
              <a:ext cx="18349" cy="24323"/>
            </a:xfrm>
            <a:custGeom>
              <a:avLst/>
              <a:gdLst/>
              <a:ahLst/>
              <a:cxnLst/>
              <a:rect l="l" t="t" r="r" b="b"/>
              <a:pathLst>
                <a:path w="768" h="1018" extrusionOk="0">
                  <a:moveTo>
                    <a:pt x="430" y="0"/>
                  </a:moveTo>
                  <a:cubicBezTo>
                    <a:pt x="272" y="0"/>
                    <a:pt x="98" y="190"/>
                    <a:pt x="67" y="437"/>
                  </a:cubicBezTo>
                  <a:cubicBezTo>
                    <a:pt x="0" y="704"/>
                    <a:pt x="100" y="971"/>
                    <a:pt x="267" y="1005"/>
                  </a:cubicBezTo>
                  <a:cubicBezTo>
                    <a:pt x="293" y="1013"/>
                    <a:pt x="320" y="1017"/>
                    <a:pt x="346" y="1017"/>
                  </a:cubicBezTo>
                  <a:cubicBezTo>
                    <a:pt x="517" y="1017"/>
                    <a:pt x="672" y="836"/>
                    <a:pt x="701" y="604"/>
                  </a:cubicBezTo>
                  <a:cubicBezTo>
                    <a:pt x="767" y="304"/>
                    <a:pt x="634" y="71"/>
                    <a:pt x="467" y="4"/>
                  </a:cubicBezTo>
                  <a:cubicBezTo>
                    <a:pt x="455" y="1"/>
                    <a:pt x="442" y="0"/>
                    <a:pt x="43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59" name="Google Shape;2659;p101">
              <a:extLst>
                <a:ext uri="{FF2B5EF4-FFF2-40B4-BE49-F238E27FC236}">
                  <a16:creationId xmlns:a16="http://schemas.microsoft.com/office/drawing/2014/main" id="{000634A4-87FF-793A-A186-54DDC5B15CF7}"/>
                </a:ext>
              </a:extLst>
            </p:cNvPr>
            <p:cNvSpPr/>
            <p:nvPr/>
          </p:nvSpPr>
          <p:spPr>
            <a:xfrm>
              <a:off x="4452431" y="1635406"/>
              <a:ext cx="18349" cy="24108"/>
            </a:xfrm>
            <a:custGeom>
              <a:avLst/>
              <a:gdLst/>
              <a:ahLst/>
              <a:cxnLst/>
              <a:rect l="l" t="t" r="r" b="b"/>
              <a:pathLst>
                <a:path w="768" h="1009" extrusionOk="0">
                  <a:moveTo>
                    <a:pt x="464" y="0"/>
                  </a:moveTo>
                  <a:cubicBezTo>
                    <a:pt x="305" y="0"/>
                    <a:pt x="129" y="190"/>
                    <a:pt x="67" y="437"/>
                  </a:cubicBezTo>
                  <a:cubicBezTo>
                    <a:pt x="1" y="704"/>
                    <a:pt x="134" y="938"/>
                    <a:pt x="301" y="1004"/>
                  </a:cubicBezTo>
                  <a:cubicBezTo>
                    <a:pt x="315" y="1007"/>
                    <a:pt x="329" y="1009"/>
                    <a:pt x="344" y="1009"/>
                  </a:cubicBezTo>
                  <a:cubicBezTo>
                    <a:pt x="500" y="1009"/>
                    <a:pt x="671" y="846"/>
                    <a:pt x="701" y="571"/>
                  </a:cubicBezTo>
                  <a:cubicBezTo>
                    <a:pt x="768" y="304"/>
                    <a:pt x="701" y="70"/>
                    <a:pt x="501" y="4"/>
                  </a:cubicBezTo>
                  <a:cubicBezTo>
                    <a:pt x="489" y="1"/>
                    <a:pt x="476" y="0"/>
                    <a:pt x="46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0" name="Google Shape;2660;p101">
              <a:extLst>
                <a:ext uri="{FF2B5EF4-FFF2-40B4-BE49-F238E27FC236}">
                  <a16:creationId xmlns:a16="http://schemas.microsoft.com/office/drawing/2014/main" id="{578A5E66-8A79-6A35-E165-D80B99743CBF}"/>
                </a:ext>
              </a:extLst>
            </p:cNvPr>
            <p:cNvSpPr/>
            <p:nvPr/>
          </p:nvSpPr>
          <p:spPr>
            <a:xfrm>
              <a:off x="4452431" y="1657794"/>
              <a:ext cx="44655" cy="62981"/>
            </a:xfrm>
            <a:custGeom>
              <a:avLst/>
              <a:gdLst/>
              <a:ahLst/>
              <a:cxnLst/>
              <a:rect l="l" t="t" r="r" b="b"/>
              <a:pathLst>
                <a:path w="1869" h="2636" extrusionOk="0">
                  <a:moveTo>
                    <a:pt x="1869" y="1"/>
                  </a:moveTo>
                  <a:lnTo>
                    <a:pt x="1869" y="1"/>
                  </a:lnTo>
                  <a:cubicBezTo>
                    <a:pt x="1335" y="768"/>
                    <a:pt x="734" y="1468"/>
                    <a:pt x="1" y="2102"/>
                  </a:cubicBezTo>
                  <a:cubicBezTo>
                    <a:pt x="334" y="2436"/>
                    <a:pt x="801" y="2636"/>
                    <a:pt x="1301" y="2636"/>
                  </a:cubicBezTo>
                  <a:lnTo>
                    <a:pt x="1869" y="1"/>
                  </a:lnTo>
                  <a:close/>
                </a:path>
              </a:pathLst>
            </a:custGeom>
            <a:solidFill>
              <a:srgbClr val="ED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1" name="Google Shape;2661;p101">
              <a:extLst>
                <a:ext uri="{FF2B5EF4-FFF2-40B4-BE49-F238E27FC236}">
                  <a16:creationId xmlns:a16="http://schemas.microsoft.com/office/drawing/2014/main" id="{92910B70-8F46-F05A-71B8-14202990EB96}"/>
                </a:ext>
              </a:extLst>
            </p:cNvPr>
            <p:cNvSpPr/>
            <p:nvPr/>
          </p:nvSpPr>
          <p:spPr>
            <a:xfrm>
              <a:off x="4547284" y="1611562"/>
              <a:ext cx="34286" cy="28719"/>
            </a:xfrm>
            <a:custGeom>
              <a:avLst/>
              <a:gdLst/>
              <a:ahLst/>
              <a:cxnLst/>
              <a:rect l="l" t="t" r="r" b="b"/>
              <a:pathLst>
                <a:path w="1435" h="1202" extrusionOk="0">
                  <a:moveTo>
                    <a:pt x="234" y="1"/>
                  </a:moveTo>
                  <a:cubicBezTo>
                    <a:pt x="133" y="1"/>
                    <a:pt x="33" y="68"/>
                    <a:pt x="33" y="134"/>
                  </a:cubicBezTo>
                  <a:cubicBezTo>
                    <a:pt x="0" y="234"/>
                    <a:pt x="67" y="335"/>
                    <a:pt x="167" y="335"/>
                  </a:cubicBezTo>
                  <a:cubicBezTo>
                    <a:pt x="600" y="435"/>
                    <a:pt x="934" y="701"/>
                    <a:pt x="1101" y="1102"/>
                  </a:cubicBezTo>
                  <a:cubicBezTo>
                    <a:pt x="1134" y="1168"/>
                    <a:pt x="1168" y="1202"/>
                    <a:pt x="1234" y="1202"/>
                  </a:cubicBezTo>
                  <a:lnTo>
                    <a:pt x="1301" y="1202"/>
                  </a:lnTo>
                  <a:cubicBezTo>
                    <a:pt x="1401" y="1135"/>
                    <a:pt x="1434" y="1035"/>
                    <a:pt x="1401" y="968"/>
                  </a:cubicBezTo>
                  <a:cubicBezTo>
                    <a:pt x="1168" y="468"/>
                    <a:pt x="734" y="134"/>
                    <a:pt x="2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2" name="Google Shape;2662;p101">
              <a:extLst>
                <a:ext uri="{FF2B5EF4-FFF2-40B4-BE49-F238E27FC236}">
                  <a16:creationId xmlns:a16="http://schemas.microsoft.com/office/drawing/2014/main" id="{93FA2441-0737-41E0-71D4-DF0295E2281C}"/>
                </a:ext>
              </a:extLst>
            </p:cNvPr>
            <p:cNvSpPr/>
            <p:nvPr/>
          </p:nvSpPr>
          <p:spPr>
            <a:xfrm>
              <a:off x="4442061" y="1590775"/>
              <a:ext cx="39877" cy="22411"/>
            </a:xfrm>
            <a:custGeom>
              <a:avLst/>
              <a:gdLst/>
              <a:ahLst/>
              <a:cxnLst/>
              <a:rect l="l" t="t" r="r" b="b"/>
              <a:pathLst>
                <a:path w="1669" h="938" extrusionOk="0">
                  <a:moveTo>
                    <a:pt x="1345" y="1"/>
                  </a:moveTo>
                  <a:cubicBezTo>
                    <a:pt x="846" y="1"/>
                    <a:pt x="382" y="260"/>
                    <a:pt x="68" y="637"/>
                  </a:cubicBezTo>
                  <a:cubicBezTo>
                    <a:pt x="1" y="738"/>
                    <a:pt x="34" y="838"/>
                    <a:pt x="101" y="871"/>
                  </a:cubicBezTo>
                  <a:cubicBezTo>
                    <a:pt x="134" y="904"/>
                    <a:pt x="168" y="938"/>
                    <a:pt x="201" y="938"/>
                  </a:cubicBezTo>
                  <a:cubicBezTo>
                    <a:pt x="268" y="938"/>
                    <a:pt x="301" y="904"/>
                    <a:pt x="334" y="871"/>
                  </a:cubicBezTo>
                  <a:cubicBezTo>
                    <a:pt x="582" y="531"/>
                    <a:pt x="945" y="334"/>
                    <a:pt x="1315" y="334"/>
                  </a:cubicBezTo>
                  <a:cubicBezTo>
                    <a:pt x="1344" y="334"/>
                    <a:pt x="1373" y="335"/>
                    <a:pt x="1402" y="337"/>
                  </a:cubicBezTo>
                  <a:cubicBezTo>
                    <a:pt x="1635" y="337"/>
                    <a:pt x="1669" y="4"/>
                    <a:pt x="1435" y="4"/>
                  </a:cubicBezTo>
                  <a:cubicBezTo>
                    <a:pt x="1405" y="2"/>
                    <a:pt x="1375" y="1"/>
                    <a:pt x="13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3" name="Google Shape;2663;p101">
              <a:extLst>
                <a:ext uri="{FF2B5EF4-FFF2-40B4-BE49-F238E27FC236}">
                  <a16:creationId xmlns:a16="http://schemas.microsoft.com/office/drawing/2014/main" id="{B92DE062-877C-357B-03D0-3D74A894839D}"/>
                </a:ext>
              </a:extLst>
            </p:cNvPr>
            <p:cNvSpPr/>
            <p:nvPr/>
          </p:nvSpPr>
          <p:spPr>
            <a:xfrm>
              <a:off x="4449253" y="1628310"/>
              <a:ext cx="15960" cy="9629"/>
            </a:xfrm>
            <a:custGeom>
              <a:avLst/>
              <a:gdLst/>
              <a:ahLst/>
              <a:cxnLst/>
              <a:rect l="l" t="t" r="r" b="b"/>
              <a:pathLst>
                <a:path w="668" h="403" extrusionOk="0">
                  <a:moveTo>
                    <a:pt x="0" y="0"/>
                  </a:moveTo>
                  <a:cubicBezTo>
                    <a:pt x="0" y="1"/>
                    <a:pt x="179" y="402"/>
                    <a:pt x="463" y="402"/>
                  </a:cubicBezTo>
                  <a:cubicBezTo>
                    <a:pt x="526" y="402"/>
                    <a:pt x="594" y="383"/>
                    <a:pt x="667" y="334"/>
                  </a:cubicBezTo>
                  <a:lnTo>
                    <a:pt x="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4" name="Google Shape;2664;p101">
              <a:extLst>
                <a:ext uri="{FF2B5EF4-FFF2-40B4-BE49-F238E27FC236}">
                  <a16:creationId xmlns:a16="http://schemas.microsoft.com/office/drawing/2014/main" id="{12238060-9D78-DE8B-3452-A589C19F4E27}"/>
                </a:ext>
              </a:extLst>
            </p:cNvPr>
            <p:cNvSpPr/>
            <p:nvPr/>
          </p:nvSpPr>
          <p:spPr>
            <a:xfrm>
              <a:off x="4525757" y="1645035"/>
              <a:ext cx="15960" cy="9939"/>
            </a:xfrm>
            <a:custGeom>
              <a:avLst/>
              <a:gdLst/>
              <a:ahLst/>
              <a:cxnLst/>
              <a:rect l="l" t="t" r="r" b="b"/>
              <a:pathLst>
                <a:path w="668" h="416" extrusionOk="0">
                  <a:moveTo>
                    <a:pt x="0" y="1"/>
                  </a:moveTo>
                  <a:cubicBezTo>
                    <a:pt x="0" y="1"/>
                    <a:pt x="175" y="415"/>
                    <a:pt x="453" y="415"/>
                  </a:cubicBezTo>
                  <a:cubicBezTo>
                    <a:pt x="519" y="415"/>
                    <a:pt x="591" y="392"/>
                    <a:pt x="668" y="335"/>
                  </a:cubicBez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5" name="Google Shape;2665;p101">
              <a:extLst>
                <a:ext uri="{FF2B5EF4-FFF2-40B4-BE49-F238E27FC236}">
                  <a16:creationId xmlns:a16="http://schemas.microsoft.com/office/drawing/2014/main" id="{F6CDB64D-AD4C-6FEF-D880-ED3E16FCD78E}"/>
                </a:ext>
              </a:extLst>
            </p:cNvPr>
            <p:cNvSpPr/>
            <p:nvPr/>
          </p:nvSpPr>
          <p:spPr>
            <a:xfrm>
              <a:off x="4482726" y="1732912"/>
              <a:ext cx="55813" cy="19759"/>
            </a:xfrm>
            <a:custGeom>
              <a:avLst/>
              <a:gdLst/>
              <a:ahLst/>
              <a:cxnLst/>
              <a:rect l="l" t="t" r="r" b="b"/>
              <a:pathLst>
                <a:path w="2336" h="827" extrusionOk="0">
                  <a:moveTo>
                    <a:pt x="2235" y="1"/>
                  </a:moveTo>
                  <a:cubicBezTo>
                    <a:pt x="2210" y="1"/>
                    <a:pt x="2185" y="9"/>
                    <a:pt x="2168" y="26"/>
                  </a:cubicBezTo>
                  <a:cubicBezTo>
                    <a:pt x="1716" y="425"/>
                    <a:pt x="1136" y="633"/>
                    <a:pt x="547" y="633"/>
                  </a:cubicBezTo>
                  <a:cubicBezTo>
                    <a:pt x="398" y="633"/>
                    <a:pt x="248" y="620"/>
                    <a:pt x="100" y="593"/>
                  </a:cubicBezTo>
                  <a:cubicBezTo>
                    <a:pt x="33" y="593"/>
                    <a:pt x="0" y="626"/>
                    <a:pt x="0" y="659"/>
                  </a:cubicBezTo>
                  <a:cubicBezTo>
                    <a:pt x="0" y="726"/>
                    <a:pt x="33" y="759"/>
                    <a:pt x="67" y="759"/>
                  </a:cubicBezTo>
                  <a:cubicBezTo>
                    <a:pt x="234" y="793"/>
                    <a:pt x="400" y="826"/>
                    <a:pt x="567" y="826"/>
                  </a:cubicBezTo>
                  <a:cubicBezTo>
                    <a:pt x="1234" y="826"/>
                    <a:pt x="1835" y="593"/>
                    <a:pt x="2302" y="126"/>
                  </a:cubicBezTo>
                  <a:cubicBezTo>
                    <a:pt x="2335" y="92"/>
                    <a:pt x="2335" y="59"/>
                    <a:pt x="2302" y="26"/>
                  </a:cubicBezTo>
                  <a:cubicBezTo>
                    <a:pt x="2285" y="9"/>
                    <a:pt x="2260" y="1"/>
                    <a:pt x="22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6" name="Google Shape;2666;p101">
              <a:extLst>
                <a:ext uri="{FF2B5EF4-FFF2-40B4-BE49-F238E27FC236}">
                  <a16:creationId xmlns:a16="http://schemas.microsoft.com/office/drawing/2014/main" id="{7DCCA0F2-E5A5-27F3-BCCE-7A2D2327E106}"/>
                </a:ext>
              </a:extLst>
            </p:cNvPr>
            <p:cNvSpPr/>
            <p:nvPr/>
          </p:nvSpPr>
          <p:spPr>
            <a:xfrm>
              <a:off x="3972645" y="2547240"/>
              <a:ext cx="536387" cy="1833893"/>
            </a:xfrm>
            <a:custGeom>
              <a:avLst/>
              <a:gdLst/>
              <a:ahLst/>
              <a:cxnLst/>
              <a:rect l="l" t="t" r="r" b="b"/>
              <a:pathLst>
                <a:path w="22450" h="76756" extrusionOk="0">
                  <a:moveTo>
                    <a:pt x="13477" y="0"/>
                  </a:moveTo>
                  <a:lnTo>
                    <a:pt x="1" y="75187"/>
                  </a:lnTo>
                  <a:lnTo>
                    <a:pt x="4804" y="76755"/>
                  </a:lnTo>
                  <a:cubicBezTo>
                    <a:pt x="8407" y="67182"/>
                    <a:pt x="11442" y="57341"/>
                    <a:pt x="13710" y="49669"/>
                  </a:cubicBezTo>
                  <a:cubicBezTo>
                    <a:pt x="14778" y="46000"/>
                    <a:pt x="15178" y="42564"/>
                    <a:pt x="16012" y="39362"/>
                  </a:cubicBezTo>
                  <a:cubicBezTo>
                    <a:pt x="16979" y="35559"/>
                    <a:pt x="18280" y="32057"/>
                    <a:pt x="18947" y="28821"/>
                  </a:cubicBezTo>
                  <a:cubicBezTo>
                    <a:pt x="22450" y="12042"/>
                    <a:pt x="22183" y="3636"/>
                    <a:pt x="22183" y="3636"/>
                  </a:cubicBezTo>
                  <a:lnTo>
                    <a:pt x="2218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7" name="Google Shape;2667;p101">
              <a:extLst>
                <a:ext uri="{FF2B5EF4-FFF2-40B4-BE49-F238E27FC236}">
                  <a16:creationId xmlns:a16="http://schemas.microsoft.com/office/drawing/2014/main" id="{C26DBEB7-C307-A544-2CAD-1F54A592BAEB}"/>
                </a:ext>
              </a:extLst>
            </p:cNvPr>
            <p:cNvSpPr/>
            <p:nvPr/>
          </p:nvSpPr>
          <p:spPr>
            <a:xfrm>
              <a:off x="4380705" y="2781553"/>
              <a:ext cx="95666" cy="569072"/>
            </a:xfrm>
            <a:custGeom>
              <a:avLst/>
              <a:gdLst/>
              <a:ahLst/>
              <a:cxnLst/>
              <a:rect l="l" t="t" r="r" b="b"/>
              <a:pathLst>
                <a:path w="4004" h="23818" extrusionOk="0">
                  <a:moveTo>
                    <a:pt x="2469" y="0"/>
                  </a:moveTo>
                  <a:cubicBezTo>
                    <a:pt x="2469" y="0"/>
                    <a:pt x="0" y="13076"/>
                    <a:pt x="601" y="23817"/>
                  </a:cubicBezTo>
                  <a:cubicBezTo>
                    <a:pt x="1101" y="22150"/>
                    <a:pt x="1568" y="20548"/>
                    <a:pt x="1868" y="19047"/>
                  </a:cubicBezTo>
                  <a:cubicBezTo>
                    <a:pt x="2869" y="14344"/>
                    <a:pt x="3536" y="10308"/>
                    <a:pt x="4003" y="6905"/>
                  </a:cubicBezTo>
                  <a:lnTo>
                    <a:pt x="3703" y="2669"/>
                  </a:lnTo>
                  <a:lnTo>
                    <a:pt x="24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8" name="Google Shape;2668;p101">
              <a:extLst>
                <a:ext uri="{FF2B5EF4-FFF2-40B4-BE49-F238E27FC236}">
                  <a16:creationId xmlns:a16="http://schemas.microsoft.com/office/drawing/2014/main" id="{A4DCC1D5-FBE8-75E1-558D-A8FEEFB1C6D1}"/>
                </a:ext>
              </a:extLst>
            </p:cNvPr>
            <p:cNvSpPr/>
            <p:nvPr/>
          </p:nvSpPr>
          <p:spPr>
            <a:xfrm>
              <a:off x="4418957" y="2547240"/>
              <a:ext cx="282959" cy="1868943"/>
            </a:xfrm>
            <a:custGeom>
              <a:avLst/>
              <a:gdLst/>
              <a:ahLst/>
              <a:cxnLst/>
              <a:rect l="l" t="t" r="r" b="b"/>
              <a:pathLst>
                <a:path w="11843" h="78223" extrusionOk="0">
                  <a:moveTo>
                    <a:pt x="1" y="0"/>
                  </a:moveTo>
                  <a:lnTo>
                    <a:pt x="1" y="1134"/>
                  </a:lnTo>
                  <a:lnTo>
                    <a:pt x="2035" y="77856"/>
                  </a:lnTo>
                  <a:lnTo>
                    <a:pt x="6972" y="78223"/>
                  </a:lnTo>
                  <a:cubicBezTo>
                    <a:pt x="8373" y="69450"/>
                    <a:pt x="9374" y="61478"/>
                    <a:pt x="10108" y="54339"/>
                  </a:cubicBezTo>
                  <a:cubicBezTo>
                    <a:pt x="10575" y="49669"/>
                    <a:pt x="10441" y="45333"/>
                    <a:pt x="10708" y="41330"/>
                  </a:cubicBezTo>
                  <a:cubicBezTo>
                    <a:pt x="11175" y="33891"/>
                    <a:pt x="11842" y="27587"/>
                    <a:pt x="11809" y="22416"/>
                  </a:cubicBezTo>
                  <a:cubicBezTo>
                    <a:pt x="11709" y="9641"/>
                    <a:pt x="10975" y="8240"/>
                    <a:pt x="10541" y="3503"/>
                  </a:cubicBezTo>
                  <a:cubicBezTo>
                    <a:pt x="10475" y="2636"/>
                    <a:pt x="10541" y="0"/>
                    <a:pt x="105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69" name="Google Shape;2669;p101">
              <a:extLst>
                <a:ext uri="{FF2B5EF4-FFF2-40B4-BE49-F238E27FC236}">
                  <a16:creationId xmlns:a16="http://schemas.microsoft.com/office/drawing/2014/main" id="{203B60CB-1B25-D4FA-7E85-3C8E31F81983}"/>
                </a:ext>
              </a:extLst>
            </p:cNvPr>
            <p:cNvSpPr/>
            <p:nvPr/>
          </p:nvSpPr>
          <p:spPr>
            <a:xfrm>
              <a:off x="4456421" y="4375518"/>
              <a:ext cx="145864" cy="55813"/>
            </a:xfrm>
            <a:custGeom>
              <a:avLst/>
              <a:gdLst/>
              <a:ahLst/>
              <a:cxnLst/>
              <a:rect l="l" t="t" r="r" b="b"/>
              <a:pathLst>
                <a:path w="6105" h="2336" extrusionOk="0">
                  <a:moveTo>
                    <a:pt x="0" y="1"/>
                  </a:moveTo>
                  <a:lnTo>
                    <a:pt x="0" y="1969"/>
                  </a:lnTo>
                  <a:lnTo>
                    <a:pt x="5771" y="2336"/>
                  </a:lnTo>
                  <a:lnTo>
                    <a:pt x="6105" y="401"/>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0" name="Google Shape;2670;p101">
              <a:extLst>
                <a:ext uri="{FF2B5EF4-FFF2-40B4-BE49-F238E27FC236}">
                  <a16:creationId xmlns:a16="http://schemas.microsoft.com/office/drawing/2014/main" id="{3F83E5D7-DF35-CDCA-33D5-C572469A7950}"/>
                </a:ext>
              </a:extLst>
            </p:cNvPr>
            <p:cNvSpPr/>
            <p:nvPr/>
          </p:nvSpPr>
          <p:spPr>
            <a:xfrm>
              <a:off x="4568787" y="2578324"/>
              <a:ext cx="92488" cy="1825913"/>
            </a:xfrm>
            <a:custGeom>
              <a:avLst/>
              <a:gdLst/>
              <a:ahLst/>
              <a:cxnLst/>
              <a:rect l="l" t="t" r="r" b="b"/>
              <a:pathLst>
                <a:path w="3871" h="76422" extrusionOk="0">
                  <a:moveTo>
                    <a:pt x="2502" y="0"/>
                  </a:moveTo>
                  <a:lnTo>
                    <a:pt x="3537" y="16746"/>
                  </a:lnTo>
                  <a:cubicBezTo>
                    <a:pt x="3637" y="18413"/>
                    <a:pt x="3670" y="20081"/>
                    <a:pt x="3570" y="21749"/>
                  </a:cubicBezTo>
                  <a:lnTo>
                    <a:pt x="2469" y="45099"/>
                  </a:lnTo>
                  <a:lnTo>
                    <a:pt x="2469" y="48101"/>
                  </a:lnTo>
                  <a:cubicBezTo>
                    <a:pt x="2469" y="50770"/>
                    <a:pt x="2336" y="53439"/>
                    <a:pt x="2069" y="56074"/>
                  </a:cubicBezTo>
                  <a:lnTo>
                    <a:pt x="1" y="76388"/>
                  </a:lnTo>
                  <a:lnTo>
                    <a:pt x="201" y="76422"/>
                  </a:lnTo>
                  <a:lnTo>
                    <a:pt x="2269" y="56107"/>
                  </a:lnTo>
                  <a:cubicBezTo>
                    <a:pt x="2536" y="53439"/>
                    <a:pt x="2669" y="50770"/>
                    <a:pt x="2669" y="48101"/>
                  </a:cubicBezTo>
                  <a:lnTo>
                    <a:pt x="2636" y="45099"/>
                  </a:lnTo>
                  <a:lnTo>
                    <a:pt x="3803" y="21783"/>
                  </a:lnTo>
                  <a:cubicBezTo>
                    <a:pt x="3870" y="20115"/>
                    <a:pt x="3870" y="18413"/>
                    <a:pt x="3770" y="16746"/>
                  </a:cubicBezTo>
                  <a:lnTo>
                    <a:pt x="27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1" name="Google Shape;2671;p101">
              <a:extLst>
                <a:ext uri="{FF2B5EF4-FFF2-40B4-BE49-F238E27FC236}">
                  <a16:creationId xmlns:a16="http://schemas.microsoft.com/office/drawing/2014/main" id="{BA2C32DD-BB3E-09A0-A919-B583F22738BF}"/>
                </a:ext>
              </a:extLst>
            </p:cNvPr>
            <p:cNvSpPr/>
            <p:nvPr/>
          </p:nvSpPr>
          <p:spPr>
            <a:xfrm>
              <a:off x="4547284" y="2564777"/>
              <a:ext cx="111602" cy="44775"/>
            </a:xfrm>
            <a:custGeom>
              <a:avLst/>
              <a:gdLst/>
              <a:ahLst/>
              <a:cxnLst/>
              <a:rect l="l" t="t" r="r" b="b"/>
              <a:pathLst>
                <a:path w="4671" h="1874" extrusionOk="0">
                  <a:moveTo>
                    <a:pt x="4670" y="0"/>
                  </a:moveTo>
                  <a:lnTo>
                    <a:pt x="4670" y="0"/>
                  </a:lnTo>
                  <a:cubicBezTo>
                    <a:pt x="2869" y="134"/>
                    <a:pt x="2102" y="134"/>
                    <a:pt x="0" y="167"/>
                  </a:cubicBezTo>
                  <a:lnTo>
                    <a:pt x="67" y="1868"/>
                  </a:lnTo>
                  <a:cubicBezTo>
                    <a:pt x="218" y="1872"/>
                    <a:pt x="370" y="1873"/>
                    <a:pt x="523" y="1873"/>
                  </a:cubicBezTo>
                  <a:cubicBezTo>
                    <a:pt x="1878" y="1873"/>
                    <a:pt x="3254" y="1741"/>
                    <a:pt x="4603" y="1501"/>
                  </a:cubicBezTo>
                  <a:lnTo>
                    <a:pt x="46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2" name="Google Shape;2672;p101">
              <a:extLst>
                <a:ext uri="{FF2B5EF4-FFF2-40B4-BE49-F238E27FC236}">
                  <a16:creationId xmlns:a16="http://schemas.microsoft.com/office/drawing/2014/main" id="{CB4AF177-FD04-A501-6642-C3F9D6593C21}"/>
                </a:ext>
              </a:extLst>
            </p:cNvPr>
            <p:cNvSpPr/>
            <p:nvPr/>
          </p:nvSpPr>
          <p:spPr>
            <a:xfrm>
              <a:off x="4404622" y="2567955"/>
              <a:ext cx="125149" cy="41669"/>
            </a:xfrm>
            <a:custGeom>
              <a:avLst/>
              <a:gdLst/>
              <a:ahLst/>
              <a:cxnLst/>
              <a:rect l="l" t="t" r="r" b="b"/>
              <a:pathLst>
                <a:path w="5238" h="1744" extrusionOk="0">
                  <a:moveTo>
                    <a:pt x="0" y="1"/>
                  </a:moveTo>
                  <a:lnTo>
                    <a:pt x="33" y="1735"/>
                  </a:lnTo>
                  <a:lnTo>
                    <a:pt x="3102" y="1735"/>
                  </a:lnTo>
                  <a:cubicBezTo>
                    <a:pt x="3719" y="1735"/>
                    <a:pt x="3995" y="1744"/>
                    <a:pt x="4245" y="1744"/>
                  </a:cubicBezTo>
                  <a:cubicBezTo>
                    <a:pt x="4495" y="1744"/>
                    <a:pt x="4720" y="1735"/>
                    <a:pt x="5237" y="1702"/>
                  </a:cubicBezTo>
                  <a:lnTo>
                    <a:pt x="5237" y="1"/>
                  </a:lnTo>
                  <a:cubicBezTo>
                    <a:pt x="4848" y="12"/>
                    <a:pt x="4292" y="15"/>
                    <a:pt x="3672" y="15"/>
                  </a:cubicBezTo>
                  <a:cubicBezTo>
                    <a:pt x="2431" y="15"/>
                    <a:pt x="934"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3" name="Google Shape;2673;p101">
              <a:extLst>
                <a:ext uri="{FF2B5EF4-FFF2-40B4-BE49-F238E27FC236}">
                  <a16:creationId xmlns:a16="http://schemas.microsoft.com/office/drawing/2014/main" id="{96BE9FC5-238D-83F9-0A7A-4087E6103EEB}"/>
                </a:ext>
              </a:extLst>
            </p:cNvPr>
            <p:cNvSpPr/>
            <p:nvPr/>
          </p:nvSpPr>
          <p:spPr>
            <a:xfrm>
              <a:off x="4305778" y="2564777"/>
              <a:ext cx="81330" cy="44655"/>
            </a:xfrm>
            <a:custGeom>
              <a:avLst/>
              <a:gdLst/>
              <a:ahLst/>
              <a:cxnLst/>
              <a:rect l="l" t="t" r="r" b="b"/>
              <a:pathLst>
                <a:path w="3404" h="1869" extrusionOk="0">
                  <a:moveTo>
                    <a:pt x="334" y="0"/>
                  </a:moveTo>
                  <a:lnTo>
                    <a:pt x="1" y="1701"/>
                  </a:lnTo>
                  <a:cubicBezTo>
                    <a:pt x="1002" y="1801"/>
                    <a:pt x="2436" y="1801"/>
                    <a:pt x="3403" y="1868"/>
                  </a:cubicBezTo>
                  <a:lnTo>
                    <a:pt x="3403" y="134"/>
                  </a:lnTo>
                  <a:cubicBezTo>
                    <a:pt x="2569" y="100"/>
                    <a:pt x="1202" y="67"/>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4" name="Google Shape;2674;p101">
              <a:extLst>
                <a:ext uri="{FF2B5EF4-FFF2-40B4-BE49-F238E27FC236}">
                  <a16:creationId xmlns:a16="http://schemas.microsoft.com/office/drawing/2014/main" id="{E131C150-EDED-8135-DD07-18C6E36BC89E}"/>
                </a:ext>
              </a:extLst>
            </p:cNvPr>
            <p:cNvSpPr/>
            <p:nvPr/>
          </p:nvSpPr>
          <p:spPr>
            <a:xfrm>
              <a:off x="3955920" y="4317339"/>
              <a:ext cx="150642" cy="85296"/>
            </a:xfrm>
            <a:custGeom>
              <a:avLst/>
              <a:gdLst/>
              <a:ahLst/>
              <a:cxnLst/>
              <a:rect l="l" t="t" r="r" b="b"/>
              <a:pathLst>
                <a:path w="6305" h="3570" extrusionOk="0">
                  <a:moveTo>
                    <a:pt x="434" y="1"/>
                  </a:moveTo>
                  <a:lnTo>
                    <a:pt x="0" y="1935"/>
                  </a:lnTo>
                  <a:lnTo>
                    <a:pt x="5537" y="3570"/>
                  </a:lnTo>
                  <a:lnTo>
                    <a:pt x="6305" y="1769"/>
                  </a:lnTo>
                  <a:lnTo>
                    <a:pt x="4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5" name="Google Shape;2675;p101">
              <a:extLst>
                <a:ext uri="{FF2B5EF4-FFF2-40B4-BE49-F238E27FC236}">
                  <a16:creationId xmlns:a16="http://schemas.microsoft.com/office/drawing/2014/main" id="{6971C9C6-F5F1-E106-1F40-A598617504C8}"/>
                </a:ext>
              </a:extLst>
            </p:cNvPr>
            <p:cNvSpPr/>
            <p:nvPr/>
          </p:nvSpPr>
          <p:spPr>
            <a:xfrm>
              <a:off x="4462800" y="2158819"/>
              <a:ext cx="137884" cy="86658"/>
            </a:xfrm>
            <a:custGeom>
              <a:avLst/>
              <a:gdLst/>
              <a:ahLst/>
              <a:cxnLst/>
              <a:rect l="l" t="t" r="r" b="b"/>
              <a:pathLst>
                <a:path w="5771" h="3627" extrusionOk="0">
                  <a:moveTo>
                    <a:pt x="3475" y="0"/>
                  </a:moveTo>
                  <a:cubicBezTo>
                    <a:pt x="2968" y="0"/>
                    <a:pt x="2479" y="164"/>
                    <a:pt x="2068" y="446"/>
                  </a:cubicBezTo>
                  <a:lnTo>
                    <a:pt x="334" y="1614"/>
                  </a:lnTo>
                  <a:lnTo>
                    <a:pt x="0" y="3448"/>
                  </a:lnTo>
                  <a:cubicBezTo>
                    <a:pt x="89" y="3582"/>
                    <a:pt x="415" y="3626"/>
                    <a:pt x="811" y="3626"/>
                  </a:cubicBezTo>
                  <a:cubicBezTo>
                    <a:pt x="1601" y="3626"/>
                    <a:pt x="2669" y="3448"/>
                    <a:pt x="2669" y="3448"/>
                  </a:cubicBezTo>
                  <a:lnTo>
                    <a:pt x="4737" y="3582"/>
                  </a:lnTo>
                  <a:cubicBezTo>
                    <a:pt x="4937" y="3582"/>
                    <a:pt x="5137" y="3415"/>
                    <a:pt x="5171" y="3181"/>
                  </a:cubicBezTo>
                  <a:lnTo>
                    <a:pt x="5738" y="579"/>
                  </a:lnTo>
                  <a:cubicBezTo>
                    <a:pt x="5771" y="446"/>
                    <a:pt x="5671" y="346"/>
                    <a:pt x="5571" y="313"/>
                  </a:cubicBezTo>
                  <a:lnTo>
                    <a:pt x="3936" y="46"/>
                  </a:lnTo>
                  <a:cubicBezTo>
                    <a:pt x="3782" y="15"/>
                    <a:pt x="3628" y="0"/>
                    <a:pt x="3475" y="0"/>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6" name="Google Shape;2676;p101">
              <a:extLst>
                <a:ext uri="{FF2B5EF4-FFF2-40B4-BE49-F238E27FC236}">
                  <a16:creationId xmlns:a16="http://schemas.microsoft.com/office/drawing/2014/main" id="{399016BD-ADD7-2C1A-A772-C6A5202583CC}"/>
                </a:ext>
              </a:extLst>
            </p:cNvPr>
            <p:cNvSpPr/>
            <p:nvPr/>
          </p:nvSpPr>
          <p:spPr>
            <a:xfrm>
              <a:off x="4144791" y="2097726"/>
              <a:ext cx="328379" cy="199861"/>
            </a:xfrm>
            <a:custGeom>
              <a:avLst/>
              <a:gdLst/>
              <a:ahLst/>
              <a:cxnLst/>
              <a:rect l="l" t="t" r="r" b="b"/>
              <a:pathLst>
                <a:path w="13744" h="8365" extrusionOk="0">
                  <a:moveTo>
                    <a:pt x="3136" y="1"/>
                  </a:moveTo>
                  <a:cubicBezTo>
                    <a:pt x="1735" y="2770"/>
                    <a:pt x="1" y="6973"/>
                    <a:pt x="1735" y="7973"/>
                  </a:cubicBezTo>
                  <a:cubicBezTo>
                    <a:pt x="2219" y="8251"/>
                    <a:pt x="2917" y="8365"/>
                    <a:pt x="3738" y="8365"/>
                  </a:cubicBezTo>
                  <a:cubicBezTo>
                    <a:pt x="7448" y="8365"/>
                    <a:pt x="13644" y="6039"/>
                    <a:pt x="13644" y="6039"/>
                  </a:cubicBezTo>
                  <a:lnTo>
                    <a:pt x="13744" y="4037"/>
                  </a:lnTo>
                  <a:lnTo>
                    <a:pt x="5538" y="4371"/>
                  </a:lnTo>
                  <a:lnTo>
                    <a:pt x="6705" y="1302"/>
                  </a:lnTo>
                  <a:lnTo>
                    <a:pt x="3136" y="1"/>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7" name="Google Shape;2677;p101">
              <a:extLst>
                <a:ext uri="{FF2B5EF4-FFF2-40B4-BE49-F238E27FC236}">
                  <a16:creationId xmlns:a16="http://schemas.microsoft.com/office/drawing/2014/main" id="{DE3CCCA6-60A5-1861-5DA4-12B3AB7684B4}"/>
                </a:ext>
              </a:extLst>
            </p:cNvPr>
            <p:cNvSpPr/>
            <p:nvPr/>
          </p:nvSpPr>
          <p:spPr>
            <a:xfrm>
              <a:off x="4322527" y="1992528"/>
              <a:ext cx="463061" cy="322358"/>
            </a:xfrm>
            <a:custGeom>
              <a:avLst/>
              <a:gdLst/>
              <a:ahLst/>
              <a:cxnLst/>
              <a:rect l="l" t="t" r="r" b="b"/>
              <a:pathLst>
                <a:path w="19381" h="13492" extrusionOk="0">
                  <a:moveTo>
                    <a:pt x="17213" y="1"/>
                  </a:moveTo>
                  <a:lnTo>
                    <a:pt x="10408" y="9374"/>
                  </a:lnTo>
                  <a:lnTo>
                    <a:pt x="434" y="7539"/>
                  </a:lnTo>
                  <a:lnTo>
                    <a:pt x="0" y="9508"/>
                  </a:lnTo>
                  <a:cubicBezTo>
                    <a:pt x="0" y="9508"/>
                    <a:pt x="7334" y="13492"/>
                    <a:pt x="10979" y="13492"/>
                  </a:cubicBezTo>
                  <a:cubicBezTo>
                    <a:pt x="11513" y="13492"/>
                    <a:pt x="11968" y="13406"/>
                    <a:pt x="12309" y="13210"/>
                  </a:cubicBezTo>
                  <a:cubicBezTo>
                    <a:pt x="14944" y="11676"/>
                    <a:pt x="19381" y="2369"/>
                    <a:pt x="19381" y="2369"/>
                  </a:cubicBezTo>
                  <a:lnTo>
                    <a:pt x="17213" y="1"/>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8" name="Google Shape;2678;p101">
              <a:extLst>
                <a:ext uri="{FF2B5EF4-FFF2-40B4-BE49-F238E27FC236}">
                  <a16:creationId xmlns:a16="http://schemas.microsoft.com/office/drawing/2014/main" id="{DEDEE84A-43A2-FAC6-74AB-ECCEDE2DD457}"/>
                </a:ext>
              </a:extLst>
            </p:cNvPr>
            <p:cNvSpPr/>
            <p:nvPr/>
          </p:nvSpPr>
          <p:spPr>
            <a:xfrm>
              <a:off x="4185432" y="2136026"/>
              <a:ext cx="148277" cy="87733"/>
            </a:xfrm>
            <a:custGeom>
              <a:avLst/>
              <a:gdLst/>
              <a:ahLst/>
              <a:cxnLst/>
              <a:rect l="l" t="t" r="r" b="b"/>
              <a:pathLst>
                <a:path w="6206" h="3672" extrusionOk="0">
                  <a:moveTo>
                    <a:pt x="2240" y="1"/>
                  </a:moveTo>
                  <a:cubicBezTo>
                    <a:pt x="2105" y="1"/>
                    <a:pt x="1969" y="11"/>
                    <a:pt x="1836" y="32"/>
                  </a:cubicBezTo>
                  <a:lnTo>
                    <a:pt x="201" y="299"/>
                  </a:lnTo>
                  <a:cubicBezTo>
                    <a:pt x="68" y="333"/>
                    <a:pt x="1" y="433"/>
                    <a:pt x="1" y="566"/>
                  </a:cubicBezTo>
                  <a:lnTo>
                    <a:pt x="535" y="3168"/>
                  </a:lnTo>
                  <a:cubicBezTo>
                    <a:pt x="568" y="3401"/>
                    <a:pt x="768" y="3568"/>
                    <a:pt x="1002" y="3568"/>
                  </a:cubicBezTo>
                  <a:lnTo>
                    <a:pt x="3036" y="3468"/>
                  </a:lnTo>
                  <a:cubicBezTo>
                    <a:pt x="3036" y="3468"/>
                    <a:pt x="4161" y="3671"/>
                    <a:pt x="4967" y="3671"/>
                  </a:cubicBezTo>
                  <a:cubicBezTo>
                    <a:pt x="5339" y="3671"/>
                    <a:pt x="5644" y="3628"/>
                    <a:pt x="5738" y="3502"/>
                  </a:cubicBezTo>
                  <a:lnTo>
                    <a:pt x="6205" y="1567"/>
                  </a:lnTo>
                  <a:lnTo>
                    <a:pt x="3704" y="466"/>
                  </a:lnTo>
                  <a:cubicBezTo>
                    <a:pt x="3256" y="150"/>
                    <a:pt x="2747" y="1"/>
                    <a:pt x="2240"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79" name="Google Shape;2679;p101">
              <a:extLst>
                <a:ext uri="{FF2B5EF4-FFF2-40B4-BE49-F238E27FC236}">
                  <a16:creationId xmlns:a16="http://schemas.microsoft.com/office/drawing/2014/main" id="{8DEAA5C4-3AC6-FFDA-A09E-0585BC7872C5}"/>
                </a:ext>
              </a:extLst>
            </p:cNvPr>
            <p:cNvSpPr/>
            <p:nvPr/>
          </p:nvSpPr>
          <p:spPr>
            <a:xfrm>
              <a:off x="4602260" y="1970546"/>
              <a:ext cx="200864" cy="244372"/>
            </a:xfrm>
            <a:custGeom>
              <a:avLst/>
              <a:gdLst/>
              <a:ahLst/>
              <a:cxnLst/>
              <a:rect l="l" t="t" r="r" b="b"/>
              <a:pathLst>
                <a:path w="8407" h="10228" extrusionOk="0">
                  <a:moveTo>
                    <a:pt x="5831" y="1"/>
                  </a:moveTo>
                  <a:cubicBezTo>
                    <a:pt x="5629" y="1"/>
                    <a:pt x="5398" y="82"/>
                    <a:pt x="5104" y="254"/>
                  </a:cubicBezTo>
                  <a:cubicBezTo>
                    <a:pt x="3303" y="1354"/>
                    <a:pt x="1" y="6925"/>
                    <a:pt x="1" y="6925"/>
                  </a:cubicBezTo>
                  <a:lnTo>
                    <a:pt x="5638" y="10227"/>
                  </a:lnTo>
                  <a:cubicBezTo>
                    <a:pt x="7940" y="7259"/>
                    <a:pt x="8407" y="2589"/>
                    <a:pt x="6806" y="687"/>
                  </a:cubicBezTo>
                  <a:cubicBezTo>
                    <a:pt x="6446" y="244"/>
                    <a:pt x="6181" y="1"/>
                    <a:pt x="5831"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80" name="Google Shape;2680;p101">
              <a:extLst>
                <a:ext uri="{FF2B5EF4-FFF2-40B4-BE49-F238E27FC236}">
                  <a16:creationId xmlns:a16="http://schemas.microsoft.com/office/drawing/2014/main" id="{02D762DC-C0D7-F5D0-930A-9BC246F94D81}"/>
                </a:ext>
              </a:extLst>
            </p:cNvPr>
            <p:cNvSpPr/>
            <p:nvPr/>
          </p:nvSpPr>
          <p:spPr>
            <a:xfrm>
              <a:off x="4602260" y="1970546"/>
              <a:ext cx="200864" cy="244372"/>
            </a:xfrm>
            <a:custGeom>
              <a:avLst/>
              <a:gdLst/>
              <a:ahLst/>
              <a:cxnLst/>
              <a:rect l="l" t="t" r="r" b="b"/>
              <a:pathLst>
                <a:path w="8407" h="10228" extrusionOk="0">
                  <a:moveTo>
                    <a:pt x="5831" y="1"/>
                  </a:moveTo>
                  <a:cubicBezTo>
                    <a:pt x="5629" y="1"/>
                    <a:pt x="5398" y="82"/>
                    <a:pt x="5104" y="254"/>
                  </a:cubicBezTo>
                  <a:cubicBezTo>
                    <a:pt x="3303" y="1354"/>
                    <a:pt x="1" y="6925"/>
                    <a:pt x="1" y="6925"/>
                  </a:cubicBezTo>
                  <a:lnTo>
                    <a:pt x="5638" y="10227"/>
                  </a:lnTo>
                  <a:cubicBezTo>
                    <a:pt x="7940" y="7259"/>
                    <a:pt x="8407" y="2589"/>
                    <a:pt x="6806" y="687"/>
                  </a:cubicBezTo>
                  <a:cubicBezTo>
                    <a:pt x="6446" y="244"/>
                    <a:pt x="6181" y="1"/>
                    <a:pt x="58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81" name="Google Shape;2681;p101">
              <a:extLst>
                <a:ext uri="{FF2B5EF4-FFF2-40B4-BE49-F238E27FC236}">
                  <a16:creationId xmlns:a16="http://schemas.microsoft.com/office/drawing/2014/main" id="{B06B8151-3B6B-267C-6AA1-8BEE11515797}"/>
                </a:ext>
              </a:extLst>
            </p:cNvPr>
            <p:cNvSpPr/>
            <p:nvPr/>
          </p:nvSpPr>
          <p:spPr>
            <a:xfrm>
              <a:off x="4426937" y="1503950"/>
              <a:ext cx="129927" cy="113227"/>
            </a:xfrm>
            <a:custGeom>
              <a:avLst/>
              <a:gdLst/>
              <a:ahLst/>
              <a:cxnLst/>
              <a:rect l="l" t="t" r="r" b="b"/>
              <a:pathLst>
                <a:path w="5438" h="4739" extrusionOk="0">
                  <a:moveTo>
                    <a:pt x="4065" y="0"/>
                  </a:moveTo>
                  <a:cubicBezTo>
                    <a:pt x="3821" y="0"/>
                    <a:pt x="3576" y="23"/>
                    <a:pt x="3336" y="68"/>
                  </a:cubicBezTo>
                  <a:cubicBezTo>
                    <a:pt x="1434" y="269"/>
                    <a:pt x="0" y="1903"/>
                    <a:pt x="67" y="3838"/>
                  </a:cubicBezTo>
                  <a:cubicBezTo>
                    <a:pt x="67" y="4072"/>
                    <a:pt x="307" y="4169"/>
                    <a:pt x="580" y="4169"/>
                  </a:cubicBezTo>
                  <a:cubicBezTo>
                    <a:pt x="773" y="4169"/>
                    <a:pt x="982" y="4121"/>
                    <a:pt x="1134" y="4038"/>
                  </a:cubicBezTo>
                  <a:cubicBezTo>
                    <a:pt x="1001" y="3271"/>
                    <a:pt x="1301" y="2470"/>
                    <a:pt x="1935" y="1970"/>
                  </a:cubicBezTo>
                  <a:lnTo>
                    <a:pt x="1935" y="1970"/>
                  </a:lnTo>
                  <a:cubicBezTo>
                    <a:pt x="1601" y="2737"/>
                    <a:pt x="1601" y="3638"/>
                    <a:pt x="1935" y="4405"/>
                  </a:cubicBezTo>
                  <a:cubicBezTo>
                    <a:pt x="2202" y="4538"/>
                    <a:pt x="2502" y="4605"/>
                    <a:pt x="2802" y="4738"/>
                  </a:cubicBezTo>
                  <a:cubicBezTo>
                    <a:pt x="2402" y="3471"/>
                    <a:pt x="3002" y="2003"/>
                    <a:pt x="4236" y="1570"/>
                  </a:cubicBezTo>
                  <a:cubicBezTo>
                    <a:pt x="4770" y="1403"/>
                    <a:pt x="5070" y="636"/>
                    <a:pt x="5437" y="235"/>
                  </a:cubicBezTo>
                  <a:cubicBezTo>
                    <a:pt x="4999" y="82"/>
                    <a:pt x="4532" y="0"/>
                    <a:pt x="406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82" name="Google Shape;2682;p101">
              <a:extLst>
                <a:ext uri="{FF2B5EF4-FFF2-40B4-BE49-F238E27FC236}">
                  <a16:creationId xmlns:a16="http://schemas.microsoft.com/office/drawing/2014/main" id="{C6237151-C4B1-CFE7-2BA9-3325DACB1C02}"/>
                </a:ext>
              </a:extLst>
            </p:cNvPr>
            <p:cNvSpPr/>
            <p:nvPr/>
          </p:nvSpPr>
          <p:spPr>
            <a:xfrm>
              <a:off x="4493072" y="1492816"/>
              <a:ext cx="282959" cy="336956"/>
            </a:xfrm>
            <a:custGeom>
              <a:avLst/>
              <a:gdLst/>
              <a:ahLst/>
              <a:cxnLst/>
              <a:rect l="l" t="t" r="r" b="b"/>
              <a:pathLst>
                <a:path w="11843" h="14103" extrusionOk="0">
                  <a:moveTo>
                    <a:pt x="5772" y="1"/>
                  </a:moveTo>
                  <a:cubicBezTo>
                    <a:pt x="3937" y="1"/>
                    <a:pt x="2002" y="101"/>
                    <a:pt x="868" y="1569"/>
                  </a:cubicBezTo>
                  <a:cubicBezTo>
                    <a:pt x="1" y="2703"/>
                    <a:pt x="134" y="4304"/>
                    <a:pt x="1102" y="5305"/>
                  </a:cubicBezTo>
                  <a:lnTo>
                    <a:pt x="1769" y="4938"/>
                  </a:lnTo>
                  <a:cubicBezTo>
                    <a:pt x="1535" y="4237"/>
                    <a:pt x="1535" y="3470"/>
                    <a:pt x="1802" y="2803"/>
                  </a:cubicBezTo>
                  <a:cubicBezTo>
                    <a:pt x="1802" y="3937"/>
                    <a:pt x="2269" y="5038"/>
                    <a:pt x="3070" y="5872"/>
                  </a:cubicBezTo>
                  <a:cubicBezTo>
                    <a:pt x="3637" y="5905"/>
                    <a:pt x="4237" y="6005"/>
                    <a:pt x="4804" y="6038"/>
                  </a:cubicBezTo>
                  <a:cubicBezTo>
                    <a:pt x="4537" y="5204"/>
                    <a:pt x="4237" y="4437"/>
                    <a:pt x="3937" y="3603"/>
                  </a:cubicBezTo>
                  <a:lnTo>
                    <a:pt x="3937" y="3603"/>
                  </a:lnTo>
                  <a:cubicBezTo>
                    <a:pt x="5638" y="6105"/>
                    <a:pt x="6172" y="9207"/>
                    <a:pt x="5471" y="12143"/>
                  </a:cubicBezTo>
                  <a:cubicBezTo>
                    <a:pt x="5305" y="12810"/>
                    <a:pt x="4704" y="13510"/>
                    <a:pt x="4371" y="14077"/>
                  </a:cubicBezTo>
                  <a:cubicBezTo>
                    <a:pt x="4637" y="14094"/>
                    <a:pt x="4904" y="14102"/>
                    <a:pt x="5171" y="14102"/>
                  </a:cubicBezTo>
                  <a:cubicBezTo>
                    <a:pt x="5438" y="14102"/>
                    <a:pt x="5705" y="14094"/>
                    <a:pt x="5972" y="14077"/>
                  </a:cubicBezTo>
                  <a:cubicBezTo>
                    <a:pt x="6205" y="14077"/>
                    <a:pt x="7906" y="11976"/>
                    <a:pt x="7473" y="7239"/>
                  </a:cubicBezTo>
                  <a:lnTo>
                    <a:pt x="7473" y="7239"/>
                  </a:lnTo>
                  <a:cubicBezTo>
                    <a:pt x="7906" y="9508"/>
                    <a:pt x="7640" y="11843"/>
                    <a:pt x="6739" y="13944"/>
                  </a:cubicBezTo>
                  <a:cubicBezTo>
                    <a:pt x="7139" y="13911"/>
                    <a:pt x="7506" y="13844"/>
                    <a:pt x="7906" y="13777"/>
                  </a:cubicBezTo>
                  <a:cubicBezTo>
                    <a:pt x="8073" y="13210"/>
                    <a:pt x="8373" y="12443"/>
                    <a:pt x="8574" y="11909"/>
                  </a:cubicBezTo>
                  <a:lnTo>
                    <a:pt x="8574" y="11909"/>
                  </a:lnTo>
                  <a:cubicBezTo>
                    <a:pt x="8507" y="12510"/>
                    <a:pt x="8407" y="13077"/>
                    <a:pt x="8273" y="13644"/>
                  </a:cubicBezTo>
                  <a:lnTo>
                    <a:pt x="8340" y="13610"/>
                  </a:lnTo>
                  <a:cubicBezTo>
                    <a:pt x="9174" y="13410"/>
                    <a:pt x="10241" y="12076"/>
                    <a:pt x="10575" y="11275"/>
                  </a:cubicBezTo>
                  <a:cubicBezTo>
                    <a:pt x="11142" y="9908"/>
                    <a:pt x="11509" y="9041"/>
                    <a:pt x="11642" y="7673"/>
                  </a:cubicBezTo>
                  <a:cubicBezTo>
                    <a:pt x="11843" y="5838"/>
                    <a:pt x="10542" y="4170"/>
                    <a:pt x="9174" y="2136"/>
                  </a:cubicBezTo>
                  <a:cubicBezTo>
                    <a:pt x="8140" y="635"/>
                    <a:pt x="7072" y="1"/>
                    <a:pt x="577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2683" name="Google Shape;2683;p101">
            <a:extLst>
              <a:ext uri="{FF2B5EF4-FFF2-40B4-BE49-F238E27FC236}">
                <a16:creationId xmlns:a16="http://schemas.microsoft.com/office/drawing/2014/main" id="{C4307F87-32A3-A59E-E99A-4D5D7152A176}"/>
              </a:ext>
            </a:extLst>
          </p:cNvPr>
          <p:cNvGrpSpPr/>
          <p:nvPr/>
        </p:nvGrpSpPr>
        <p:grpSpPr>
          <a:xfrm>
            <a:off x="3242013" y="1862875"/>
            <a:ext cx="358050" cy="440550"/>
            <a:chOff x="2260938" y="1529675"/>
            <a:chExt cx="358050" cy="440550"/>
          </a:xfrm>
        </p:grpSpPr>
        <p:sp>
          <p:nvSpPr>
            <p:cNvPr id="2684" name="Google Shape;2684;p101">
              <a:extLst>
                <a:ext uri="{FF2B5EF4-FFF2-40B4-BE49-F238E27FC236}">
                  <a16:creationId xmlns:a16="http://schemas.microsoft.com/office/drawing/2014/main" id="{ABDB3424-5BAB-8DF2-ECC8-372CA2110D39}"/>
                </a:ext>
              </a:extLst>
            </p:cNvPr>
            <p:cNvSpPr/>
            <p:nvPr/>
          </p:nvSpPr>
          <p:spPr>
            <a:xfrm>
              <a:off x="2440013" y="1760425"/>
              <a:ext cx="167625" cy="209800"/>
            </a:xfrm>
            <a:custGeom>
              <a:avLst/>
              <a:gdLst/>
              <a:ahLst/>
              <a:cxnLst/>
              <a:rect l="l" t="t" r="r" b="b"/>
              <a:pathLst>
                <a:path w="6705" h="8392" extrusionOk="0">
                  <a:moveTo>
                    <a:pt x="6704" y="1"/>
                  </a:moveTo>
                  <a:lnTo>
                    <a:pt x="6704" y="1"/>
                  </a:lnTo>
                  <a:cubicBezTo>
                    <a:pt x="6476" y="243"/>
                    <a:pt x="6159" y="408"/>
                    <a:pt x="5804" y="441"/>
                  </a:cubicBezTo>
                  <a:cubicBezTo>
                    <a:pt x="5702" y="447"/>
                    <a:pt x="5598" y="460"/>
                    <a:pt x="5498" y="471"/>
                  </a:cubicBezTo>
                  <a:cubicBezTo>
                    <a:pt x="5507" y="540"/>
                    <a:pt x="5507" y="612"/>
                    <a:pt x="5507" y="683"/>
                  </a:cubicBezTo>
                  <a:cubicBezTo>
                    <a:pt x="5507" y="2200"/>
                    <a:pt x="4271" y="3436"/>
                    <a:pt x="2754" y="3436"/>
                  </a:cubicBezTo>
                  <a:cubicBezTo>
                    <a:pt x="2030" y="3436"/>
                    <a:pt x="1336" y="3153"/>
                    <a:pt x="821" y="2646"/>
                  </a:cubicBezTo>
                  <a:cubicBezTo>
                    <a:pt x="579" y="2800"/>
                    <a:pt x="295" y="2886"/>
                    <a:pt x="1" y="2886"/>
                  </a:cubicBezTo>
                  <a:lnTo>
                    <a:pt x="1" y="5639"/>
                  </a:lnTo>
                  <a:lnTo>
                    <a:pt x="1102" y="5639"/>
                  </a:lnTo>
                  <a:cubicBezTo>
                    <a:pt x="1253" y="5639"/>
                    <a:pt x="1377" y="5763"/>
                    <a:pt x="1377" y="5914"/>
                  </a:cubicBezTo>
                  <a:cubicBezTo>
                    <a:pt x="1377" y="6065"/>
                    <a:pt x="1253" y="6189"/>
                    <a:pt x="1102" y="6189"/>
                  </a:cubicBezTo>
                  <a:lnTo>
                    <a:pt x="1" y="6189"/>
                  </a:lnTo>
                  <a:lnTo>
                    <a:pt x="1" y="8392"/>
                  </a:lnTo>
                  <a:cubicBezTo>
                    <a:pt x="1019" y="8392"/>
                    <a:pt x="2500" y="7475"/>
                    <a:pt x="3778" y="6049"/>
                  </a:cubicBezTo>
                  <a:cubicBezTo>
                    <a:pt x="5281" y="4372"/>
                    <a:pt x="6316" y="2225"/>
                    <a:pt x="67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85" name="Google Shape;2685;p101">
              <a:extLst>
                <a:ext uri="{FF2B5EF4-FFF2-40B4-BE49-F238E27FC236}">
                  <a16:creationId xmlns:a16="http://schemas.microsoft.com/office/drawing/2014/main" id="{755C0A04-9755-36E5-AEB0-0701BE6C648B}"/>
                </a:ext>
              </a:extLst>
            </p:cNvPr>
            <p:cNvSpPr/>
            <p:nvPr/>
          </p:nvSpPr>
          <p:spPr>
            <a:xfrm>
              <a:off x="2272438" y="1760225"/>
              <a:ext cx="167600" cy="209925"/>
            </a:xfrm>
            <a:custGeom>
              <a:avLst/>
              <a:gdLst/>
              <a:ahLst/>
              <a:cxnLst/>
              <a:rect l="l" t="t" r="r" b="b"/>
              <a:pathLst>
                <a:path w="6704" h="8397" extrusionOk="0">
                  <a:moveTo>
                    <a:pt x="0" y="0"/>
                  </a:moveTo>
                  <a:lnTo>
                    <a:pt x="0" y="0"/>
                  </a:lnTo>
                  <a:cubicBezTo>
                    <a:pt x="887" y="5132"/>
                    <a:pt x="4887" y="8397"/>
                    <a:pt x="6704" y="8397"/>
                  </a:cubicBezTo>
                  <a:lnTo>
                    <a:pt x="6704" y="6195"/>
                  </a:lnTo>
                  <a:lnTo>
                    <a:pt x="5603" y="6195"/>
                  </a:lnTo>
                  <a:cubicBezTo>
                    <a:pt x="5451" y="6195"/>
                    <a:pt x="5327" y="6071"/>
                    <a:pt x="5327" y="5919"/>
                  </a:cubicBezTo>
                  <a:cubicBezTo>
                    <a:pt x="5327" y="5768"/>
                    <a:pt x="5451" y="5644"/>
                    <a:pt x="5603" y="5644"/>
                  </a:cubicBezTo>
                  <a:lnTo>
                    <a:pt x="6704" y="5644"/>
                  </a:lnTo>
                  <a:lnTo>
                    <a:pt x="6704" y="2891"/>
                  </a:lnTo>
                  <a:cubicBezTo>
                    <a:pt x="6406" y="2891"/>
                    <a:pt x="6126" y="2808"/>
                    <a:pt x="5881" y="2652"/>
                  </a:cubicBezTo>
                  <a:cubicBezTo>
                    <a:pt x="5369" y="3155"/>
                    <a:pt x="4672" y="3442"/>
                    <a:pt x="3951" y="3442"/>
                  </a:cubicBezTo>
                  <a:cubicBezTo>
                    <a:pt x="2431" y="3442"/>
                    <a:pt x="1198" y="2206"/>
                    <a:pt x="1198" y="689"/>
                  </a:cubicBezTo>
                  <a:cubicBezTo>
                    <a:pt x="1198" y="617"/>
                    <a:pt x="1201" y="548"/>
                    <a:pt x="1203" y="477"/>
                  </a:cubicBezTo>
                  <a:cubicBezTo>
                    <a:pt x="1104" y="466"/>
                    <a:pt x="1000" y="455"/>
                    <a:pt x="898" y="444"/>
                  </a:cubicBezTo>
                  <a:cubicBezTo>
                    <a:pt x="540" y="416"/>
                    <a:pt x="223" y="251"/>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86" name="Google Shape;2686;p101">
              <a:extLst>
                <a:ext uri="{FF2B5EF4-FFF2-40B4-BE49-F238E27FC236}">
                  <a16:creationId xmlns:a16="http://schemas.microsoft.com/office/drawing/2014/main" id="{2948CFF8-E73E-F2F3-5A2D-874410C29DFF}"/>
                </a:ext>
              </a:extLst>
            </p:cNvPr>
            <p:cNvSpPr/>
            <p:nvPr/>
          </p:nvSpPr>
          <p:spPr>
            <a:xfrm>
              <a:off x="2302313" y="1772200"/>
              <a:ext cx="117150" cy="74150"/>
            </a:xfrm>
            <a:custGeom>
              <a:avLst/>
              <a:gdLst/>
              <a:ahLst/>
              <a:cxnLst/>
              <a:rect l="l" t="t" r="r" b="b"/>
              <a:pathLst>
                <a:path w="4686" h="2966" extrusionOk="0">
                  <a:moveTo>
                    <a:pt x="8" y="0"/>
                  </a:moveTo>
                  <a:cubicBezTo>
                    <a:pt x="0" y="69"/>
                    <a:pt x="0" y="141"/>
                    <a:pt x="0" y="212"/>
                  </a:cubicBezTo>
                  <a:cubicBezTo>
                    <a:pt x="0" y="1729"/>
                    <a:pt x="1236" y="2965"/>
                    <a:pt x="2753" y="2965"/>
                  </a:cubicBezTo>
                  <a:cubicBezTo>
                    <a:pt x="3477" y="2965"/>
                    <a:pt x="4174" y="2679"/>
                    <a:pt x="4686" y="2175"/>
                  </a:cubicBezTo>
                  <a:cubicBezTo>
                    <a:pt x="4595" y="2115"/>
                    <a:pt x="4509" y="2051"/>
                    <a:pt x="4435" y="1974"/>
                  </a:cubicBezTo>
                  <a:cubicBezTo>
                    <a:pt x="4135" y="1680"/>
                    <a:pt x="3670" y="1294"/>
                    <a:pt x="3026" y="936"/>
                  </a:cubicBezTo>
                  <a:lnTo>
                    <a:pt x="3026" y="1036"/>
                  </a:lnTo>
                  <a:cubicBezTo>
                    <a:pt x="3026" y="1795"/>
                    <a:pt x="2778" y="2412"/>
                    <a:pt x="2475" y="2412"/>
                  </a:cubicBezTo>
                  <a:cubicBezTo>
                    <a:pt x="2172" y="2412"/>
                    <a:pt x="1924" y="1795"/>
                    <a:pt x="1924" y="1036"/>
                  </a:cubicBezTo>
                  <a:cubicBezTo>
                    <a:pt x="1924" y="829"/>
                    <a:pt x="1944" y="634"/>
                    <a:pt x="1977" y="457"/>
                  </a:cubicBezTo>
                  <a:cubicBezTo>
                    <a:pt x="1412" y="251"/>
                    <a:pt x="754" y="83"/>
                    <a:pt x="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87" name="Google Shape;2687;p101">
              <a:extLst>
                <a:ext uri="{FF2B5EF4-FFF2-40B4-BE49-F238E27FC236}">
                  <a16:creationId xmlns:a16="http://schemas.microsoft.com/office/drawing/2014/main" id="{D73E73E6-AF2A-9291-F1A7-F8446CA80326}"/>
                </a:ext>
              </a:extLst>
            </p:cNvPr>
            <p:cNvSpPr/>
            <p:nvPr/>
          </p:nvSpPr>
          <p:spPr>
            <a:xfrm>
              <a:off x="2460663" y="1772125"/>
              <a:ext cx="117025" cy="74075"/>
            </a:xfrm>
            <a:custGeom>
              <a:avLst/>
              <a:gdLst/>
              <a:ahLst/>
              <a:cxnLst/>
              <a:rect l="l" t="t" r="r" b="b"/>
              <a:pathLst>
                <a:path w="4681" h="2963" extrusionOk="0">
                  <a:moveTo>
                    <a:pt x="4672" y="1"/>
                  </a:moveTo>
                  <a:cubicBezTo>
                    <a:pt x="3924" y="86"/>
                    <a:pt x="3268" y="251"/>
                    <a:pt x="2704" y="458"/>
                  </a:cubicBezTo>
                  <a:cubicBezTo>
                    <a:pt x="2737" y="634"/>
                    <a:pt x="2756" y="829"/>
                    <a:pt x="2756" y="1036"/>
                  </a:cubicBezTo>
                  <a:cubicBezTo>
                    <a:pt x="2756" y="1796"/>
                    <a:pt x="2509" y="2412"/>
                    <a:pt x="2206" y="2412"/>
                  </a:cubicBezTo>
                  <a:cubicBezTo>
                    <a:pt x="1903" y="2412"/>
                    <a:pt x="1655" y="1796"/>
                    <a:pt x="1655" y="1036"/>
                  </a:cubicBezTo>
                  <a:lnTo>
                    <a:pt x="1655" y="937"/>
                  </a:lnTo>
                  <a:cubicBezTo>
                    <a:pt x="1011" y="1295"/>
                    <a:pt x="546" y="1680"/>
                    <a:pt x="251" y="1972"/>
                  </a:cubicBezTo>
                  <a:cubicBezTo>
                    <a:pt x="171" y="2046"/>
                    <a:pt x="89" y="2112"/>
                    <a:pt x="1" y="2170"/>
                  </a:cubicBezTo>
                  <a:cubicBezTo>
                    <a:pt x="513" y="2677"/>
                    <a:pt x="1206" y="2963"/>
                    <a:pt x="1931" y="2963"/>
                  </a:cubicBezTo>
                  <a:cubicBezTo>
                    <a:pt x="1932" y="2963"/>
                    <a:pt x="1934" y="2963"/>
                    <a:pt x="1936" y="2963"/>
                  </a:cubicBezTo>
                  <a:cubicBezTo>
                    <a:pt x="3447" y="2963"/>
                    <a:pt x="4681" y="1728"/>
                    <a:pt x="4681" y="213"/>
                  </a:cubicBezTo>
                  <a:cubicBezTo>
                    <a:pt x="4681" y="141"/>
                    <a:pt x="4675" y="72"/>
                    <a:pt x="46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88" name="Google Shape;2688;p101">
              <a:extLst>
                <a:ext uri="{FF2B5EF4-FFF2-40B4-BE49-F238E27FC236}">
                  <a16:creationId xmlns:a16="http://schemas.microsoft.com/office/drawing/2014/main" id="{2CA8615C-8431-2B67-B8BF-BA318DAF8929}"/>
                </a:ext>
              </a:extLst>
            </p:cNvPr>
            <p:cNvSpPr/>
            <p:nvPr/>
          </p:nvSpPr>
          <p:spPr>
            <a:xfrm>
              <a:off x="2405613" y="1901325"/>
              <a:ext cx="68850" cy="13775"/>
            </a:xfrm>
            <a:custGeom>
              <a:avLst/>
              <a:gdLst/>
              <a:ahLst/>
              <a:cxnLst/>
              <a:rect l="l" t="t" r="r" b="b"/>
              <a:pathLst>
                <a:path w="2754" h="551" extrusionOk="0">
                  <a:moveTo>
                    <a:pt x="276" y="0"/>
                  </a:moveTo>
                  <a:cubicBezTo>
                    <a:pt x="124" y="0"/>
                    <a:pt x="0" y="124"/>
                    <a:pt x="0" y="275"/>
                  </a:cubicBezTo>
                  <a:cubicBezTo>
                    <a:pt x="0" y="427"/>
                    <a:pt x="124" y="551"/>
                    <a:pt x="276" y="551"/>
                  </a:cubicBezTo>
                  <a:lnTo>
                    <a:pt x="2478" y="551"/>
                  </a:lnTo>
                  <a:cubicBezTo>
                    <a:pt x="2629" y="551"/>
                    <a:pt x="2753" y="427"/>
                    <a:pt x="2753" y="275"/>
                  </a:cubicBezTo>
                  <a:cubicBezTo>
                    <a:pt x="2753" y="124"/>
                    <a:pt x="2629" y="0"/>
                    <a:pt x="24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89" name="Google Shape;2689;p101">
              <a:extLst>
                <a:ext uri="{FF2B5EF4-FFF2-40B4-BE49-F238E27FC236}">
                  <a16:creationId xmlns:a16="http://schemas.microsoft.com/office/drawing/2014/main" id="{2AEFD5F3-6466-4824-C623-718D6F6C2B84}"/>
                </a:ext>
              </a:extLst>
            </p:cNvPr>
            <p:cNvSpPr/>
            <p:nvPr/>
          </p:nvSpPr>
          <p:spPr>
            <a:xfrm>
              <a:off x="2350538" y="1783625"/>
              <a:ext cx="27575" cy="48900"/>
            </a:xfrm>
            <a:custGeom>
              <a:avLst/>
              <a:gdLst/>
              <a:ahLst/>
              <a:cxnLst/>
              <a:rect l="l" t="t" r="r" b="b"/>
              <a:pathLst>
                <a:path w="1103" h="1956" extrusionOk="0">
                  <a:moveTo>
                    <a:pt x="50" y="0"/>
                  </a:moveTo>
                  <a:cubicBezTo>
                    <a:pt x="17" y="177"/>
                    <a:pt x="1" y="372"/>
                    <a:pt x="1" y="579"/>
                  </a:cubicBezTo>
                  <a:cubicBezTo>
                    <a:pt x="1" y="1338"/>
                    <a:pt x="243" y="1955"/>
                    <a:pt x="552" y="1955"/>
                  </a:cubicBezTo>
                  <a:cubicBezTo>
                    <a:pt x="854" y="1955"/>
                    <a:pt x="1102" y="1338"/>
                    <a:pt x="1102" y="579"/>
                  </a:cubicBezTo>
                  <a:lnTo>
                    <a:pt x="1102" y="479"/>
                  </a:lnTo>
                  <a:cubicBezTo>
                    <a:pt x="794" y="306"/>
                    <a:pt x="444" y="146"/>
                    <a:pt x="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90" name="Google Shape;2690;p101">
              <a:extLst>
                <a:ext uri="{FF2B5EF4-FFF2-40B4-BE49-F238E27FC236}">
                  <a16:creationId xmlns:a16="http://schemas.microsoft.com/office/drawing/2014/main" id="{C0148A7D-3334-2AE7-4C20-796C99AFA0BA}"/>
                </a:ext>
              </a:extLst>
            </p:cNvPr>
            <p:cNvSpPr/>
            <p:nvPr/>
          </p:nvSpPr>
          <p:spPr>
            <a:xfrm>
              <a:off x="2501963" y="1783625"/>
              <a:ext cx="27550" cy="48900"/>
            </a:xfrm>
            <a:custGeom>
              <a:avLst/>
              <a:gdLst/>
              <a:ahLst/>
              <a:cxnLst/>
              <a:rect l="l" t="t" r="r" b="b"/>
              <a:pathLst>
                <a:path w="1102" h="1956" extrusionOk="0">
                  <a:moveTo>
                    <a:pt x="1049" y="0"/>
                  </a:moveTo>
                  <a:cubicBezTo>
                    <a:pt x="656" y="146"/>
                    <a:pt x="309" y="312"/>
                    <a:pt x="0" y="479"/>
                  </a:cubicBezTo>
                  <a:lnTo>
                    <a:pt x="0" y="579"/>
                  </a:lnTo>
                  <a:cubicBezTo>
                    <a:pt x="0" y="1338"/>
                    <a:pt x="243" y="1955"/>
                    <a:pt x="551" y="1955"/>
                  </a:cubicBezTo>
                  <a:cubicBezTo>
                    <a:pt x="854" y="1955"/>
                    <a:pt x="1102" y="1338"/>
                    <a:pt x="1102" y="579"/>
                  </a:cubicBezTo>
                  <a:cubicBezTo>
                    <a:pt x="1102" y="372"/>
                    <a:pt x="1082" y="177"/>
                    <a:pt x="10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91" name="Google Shape;2691;p101">
              <a:extLst>
                <a:ext uri="{FF2B5EF4-FFF2-40B4-BE49-F238E27FC236}">
                  <a16:creationId xmlns:a16="http://schemas.microsoft.com/office/drawing/2014/main" id="{05484547-CCB6-46F2-D18F-9EAF3D6E00E6}"/>
                </a:ext>
              </a:extLst>
            </p:cNvPr>
            <p:cNvSpPr/>
            <p:nvPr/>
          </p:nvSpPr>
          <p:spPr>
            <a:xfrm>
              <a:off x="2440013" y="1529675"/>
              <a:ext cx="178975" cy="302850"/>
            </a:xfrm>
            <a:custGeom>
              <a:avLst/>
              <a:gdLst/>
              <a:ahLst/>
              <a:cxnLst/>
              <a:rect l="l" t="t" r="r" b="b"/>
              <a:pathLst>
                <a:path w="7159" h="12114" extrusionOk="0">
                  <a:moveTo>
                    <a:pt x="1" y="0"/>
                  </a:moveTo>
                  <a:lnTo>
                    <a:pt x="1" y="8810"/>
                  </a:lnTo>
                  <a:lnTo>
                    <a:pt x="1" y="12113"/>
                  </a:lnTo>
                  <a:cubicBezTo>
                    <a:pt x="295" y="12113"/>
                    <a:pt x="579" y="12030"/>
                    <a:pt x="821" y="11874"/>
                  </a:cubicBezTo>
                  <a:cubicBezTo>
                    <a:pt x="912" y="11813"/>
                    <a:pt x="997" y="11750"/>
                    <a:pt x="1074" y="11673"/>
                  </a:cubicBezTo>
                  <a:cubicBezTo>
                    <a:pt x="1372" y="11381"/>
                    <a:pt x="1834" y="10995"/>
                    <a:pt x="2478" y="10637"/>
                  </a:cubicBezTo>
                  <a:cubicBezTo>
                    <a:pt x="2784" y="10464"/>
                    <a:pt x="3134" y="10304"/>
                    <a:pt x="3527" y="10158"/>
                  </a:cubicBezTo>
                  <a:cubicBezTo>
                    <a:pt x="4092" y="9952"/>
                    <a:pt x="4750" y="9784"/>
                    <a:pt x="5496" y="9701"/>
                  </a:cubicBezTo>
                  <a:cubicBezTo>
                    <a:pt x="5595" y="9690"/>
                    <a:pt x="5699" y="9679"/>
                    <a:pt x="5801" y="9671"/>
                  </a:cubicBezTo>
                  <a:cubicBezTo>
                    <a:pt x="6159" y="9644"/>
                    <a:pt x="6476" y="9478"/>
                    <a:pt x="6704" y="9225"/>
                  </a:cubicBezTo>
                  <a:cubicBezTo>
                    <a:pt x="6875" y="9033"/>
                    <a:pt x="6996" y="8793"/>
                    <a:pt x="7040" y="8520"/>
                  </a:cubicBezTo>
                  <a:cubicBezTo>
                    <a:pt x="7120" y="8008"/>
                    <a:pt x="7159" y="7573"/>
                    <a:pt x="7159" y="7158"/>
                  </a:cubicBezTo>
                  <a:cubicBezTo>
                    <a:pt x="7159" y="3210"/>
                    <a:pt x="3946"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92" name="Google Shape;2692;p101">
              <a:extLst>
                <a:ext uri="{FF2B5EF4-FFF2-40B4-BE49-F238E27FC236}">
                  <a16:creationId xmlns:a16="http://schemas.microsoft.com/office/drawing/2014/main" id="{742C8645-B38A-2C42-A4AC-4701FCEB0D98}"/>
                </a:ext>
              </a:extLst>
            </p:cNvPr>
            <p:cNvSpPr/>
            <p:nvPr/>
          </p:nvSpPr>
          <p:spPr>
            <a:xfrm>
              <a:off x="2260938" y="1529675"/>
              <a:ext cx="178975" cy="302850"/>
            </a:xfrm>
            <a:custGeom>
              <a:avLst/>
              <a:gdLst/>
              <a:ahLst/>
              <a:cxnLst/>
              <a:rect l="l" t="t" r="r" b="b"/>
              <a:pathLst>
                <a:path w="7159" h="12114" extrusionOk="0">
                  <a:moveTo>
                    <a:pt x="7158" y="0"/>
                  </a:moveTo>
                  <a:cubicBezTo>
                    <a:pt x="3211" y="0"/>
                    <a:pt x="1" y="3210"/>
                    <a:pt x="1" y="7158"/>
                  </a:cubicBezTo>
                  <a:cubicBezTo>
                    <a:pt x="1" y="7573"/>
                    <a:pt x="39" y="8008"/>
                    <a:pt x="119" y="8520"/>
                  </a:cubicBezTo>
                  <a:cubicBezTo>
                    <a:pt x="160" y="8793"/>
                    <a:pt x="279" y="9033"/>
                    <a:pt x="455" y="9225"/>
                  </a:cubicBezTo>
                  <a:cubicBezTo>
                    <a:pt x="683" y="9478"/>
                    <a:pt x="1003" y="9638"/>
                    <a:pt x="1358" y="9671"/>
                  </a:cubicBezTo>
                  <a:cubicBezTo>
                    <a:pt x="1460" y="9677"/>
                    <a:pt x="1564" y="9690"/>
                    <a:pt x="1663" y="9701"/>
                  </a:cubicBezTo>
                  <a:cubicBezTo>
                    <a:pt x="2412" y="9787"/>
                    <a:pt x="3067" y="9952"/>
                    <a:pt x="3632" y="10158"/>
                  </a:cubicBezTo>
                  <a:cubicBezTo>
                    <a:pt x="4025" y="10304"/>
                    <a:pt x="4372" y="10470"/>
                    <a:pt x="4681" y="10637"/>
                  </a:cubicBezTo>
                  <a:cubicBezTo>
                    <a:pt x="5325" y="10995"/>
                    <a:pt x="5790" y="11381"/>
                    <a:pt x="6085" y="11673"/>
                  </a:cubicBezTo>
                  <a:cubicBezTo>
                    <a:pt x="6164" y="11750"/>
                    <a:pt x="6247" y="11813"/>
                    <a:pt x="6335" y="11871"/>
                  </a:cubicBezTo>
                  <a:cubicBezTo>
                    <a:pt x="6580" y="12028"/>
                    <a:pt x="6864" y="12113"/>
                    <a:pt x="7158" y="12113"/>
                  </a:cubicBezTo>
                  <a:lnTo>
                    <a:pt x="7158" y="8810"/>
                  </a:lnTo>
                  <a:lnTo>
                    <a:pt x="715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2693" name="Google Shape;2693;p101">
            <a:extLst>
              <a:ext uri="{FF2B5EF4-FFF2-40B4-BE49-F238E27FC236}">
                <a16:creationId xmlns:a16="http://schemas.microsoft.com/office/drawing/2014/main" id="{EC1065A9-9F3D-4900-E489-8EB34A8CCB9E}"/>
              </a:ext>
            </a:extLst>
          </p:cNvPr>
          <p:cNvGrpSpPr/>
          <p:nvPr/>
        </p:nvGrpSpPr>
        <p:grpSpPr>
          <a:xfrm>
            <a:off x="3207538" y="2411475"/>
            <a:ext cx="427000" cy="419950"/>
            <a:chOff x="5506563" y="1478025"/>
            <a:chExt cx="427000" cy="419950"/>
          </a:xfrm>
        </p:grpSpPr>
        <p:sp>
          <p:nvSpPr>
            <p:cNvPr id="2694" name="Google Shape;2694;p101">
              <a:extLst>
                <a:ext uri="{FF2B5EF4-FFF2-40B4-BE49-F238E27FC236}">
                  <a16:creationId xmlns:a16="http://schemas.microsoft.com/office/drawing/2014/main" id="{90174DD0-1992-1510-8336-2A859F615DEE}"/>
                </a:ext>
              </a:extLst>
            </p:cNvPr>
            <p:cNvSpPr/>
            <p:nvPr/>
          </p:nvSpPr>
          <p:spPr>
            <a:xfrm>
              <a:off x="5506688" y="1503225"/>
              <a:ext cx="396375" cy="394750"/>
            </a:xfrm>
            <a:custGeom>
              <a:avLst/>
              <a:gdLst/>
              <a:ahLst/>
              <a:cxnLst/>
              <a:rect l="l" t="t" r="r" b="b"/>
              <a:pathLst>
                <a:path w="15855" h="15790" extrusionOk="0">
                  <a:moveTo>
                    <a:pt x="4868" y="1"/>
                  </a:moveTo>
                  <a:cubicBezTo>
                    <a:pt x="2007" y="1297"/>
                    <a:pt x="11" y="4170"/>
                    <a:pt x="1" y="7503"/>
                  </a:cubicBezTo>
                  <a:lnTo>
                    <a:pt x="1" y="7503"/>
                  </a:lnTo>
                  <a:cubicBezTo>
                    <a:pt x="14" y="4172"/>
                    <a:pt x="2009" y="1299"/>
                    <a:pt x="4868" y="1"/>
                  </a:cubicBezTo>
                  <a:close/>
                  <a:moveTo>
                    <a:pt x="1" y="7503"/>
                  </a:moveTo>
                  <a:lnTo>
                    <a:pt x="1" y="7503"/>
                  </a:lnTo>
                  <a:cubicBezTo>
                    <a:pt x="1" y="7507"/>
                    <a:pt x="1" y="7512"/>
                    <a:pt x="1" y="7516"/>
                  </a:cubicBezTo>
                  <a:cubicBezTo>
                    <a:pt x="1" y="7518"/>
                    <a:pt x="1" y="7519"/>
                    <a:pt x="1" y="7520"/>
                  </a:cubicBezTo>
                  <a:lnTo>
                    <a:pt x="1" y="7520"/>
                  </a:lnTo>
                  <a:cubicBezTo>
                    <a:pt x="1" y="7514"/>
                    <a:pt x="1" y="7509"/>
                    <a:pt x="1" y="7503"/>
                  </a:cubicBezTo>
                  <a:close/>
                  <a:moveTo>
                    <a:pt x="11556" y="11655"/>
                  </a:moveTo>
                  <a:cubicBezTo>
                    <a:pt x="11581" y="11655"/>
                    <a:pt x="11606" y="11658"/>
                    <a:pt x="11632" y="11665"/>
                  </a:cubicBezTo>
                  <a:lnTo>
                    <a:pt x="14757" y="12601"/>
                  </a:lnTo>
                  <a:cubicBezTo>
                    <a:pt x="14638" y="12761"/>
                    <a:pt x="14506" y="12912"/>
                    <a:pt x="14371" y="13061"/>
                  </a:cubicBezTo>
                  <a:lnTo>
                    <a:pt x="12959" y="12637"/>
                  </a:lnTo>
                  <a:lnTo>
                    <a:pt x="11679" y="13278"/>
                  </a:lnTo>
                  <a:cubicBezTo>
                    <a:pt x="11640" y="13298"/>
                    <a:pt x="11596" y="13306"/>
                    <a:pt x="11552" y="13306"/>
                  </a:cubicBezTo>
                  <a:cubicBezTo>
                    <a:pt x="11453" y="13306"/>
                    <a:pt x="11354" y="13251"/>
                    <a:pt x="11307" y="13155"/>
                  </a:cubicBezTo>
                  <a:cubicBezTo>
                    <a:pt x="11238" y="13017"/>
                    <a:pt x="11293" y="12852"/>
                    <a:pt x="11431" y="12786"/>
                  </a:cubicBezTo>
                  <a:lnTo>
                    <a:pt x="12188" y="12408"/>
                  </a:lnTo>
                  <a:lnTo>
                    <a:pt x="11475" y="12194"/>
                  </a:lnTo>
                  <a:cubicBezTo>
                    <a:pt x="11329" y="12150"/>
                    <a:pt x="11246" y="11998"/>
                    <a:pt x="11288" y="11850"/>
                  </a:cubicBezTo>
                  <a:cubicBezTo>
                    <a:pt x="11326" y="11731"/>
                    <a:pt x="11436" y="11655"/>
                    <a:pt x="11556" y="11655"/>
                  </a:cubicBezTo>
                  <a:close/>
                  <a:moveTo>
                    <a:pt x="7858" y="15779"/>
                  </a:moveTo>
                  <a:lnTo>
                    <a:pt x="7858" y="15781"/>
                  </a:lnTo>
                  <a:cubicBezTo>
                    <a:pt x="7992" y="15786"/>
                    <a:pt x="8125" y="15789"/>
                    <a:pt x="8260" y="15789"/>
                  </a:cubicBezTo>
                  <a:cubicBezTo>
                    <a:pt x="8125" y="15789"/>
                    <a:pt x="7991" y="15786"/>
                    <a:pt x="7858" y="15779"/>
                  </a:cubicBezTo>
                  <a:close/>
                  <a:moveTo>
                    <a:pt x="9708" y="2099"/>
                  </a:moveTo>
                  <a:lnTo>
                    <a:pt x="9708" y="2099"/>
                  </a:lnTo>
                  <a:cubicBezTo>
                    <a:pt x="7692" y="2955"/>
                    <a:pt x="6087" y="4593"/>
                    <a:pt x="5270" y="6630"/>
                  </a:cubicBezTo>
                  <a:lnTo>
                    <a:pt x="6800" y="8161"/>
                  </a:lnTo>
                  <a:cubicBezTo>
                    <a:pt x="6811" y="8172"/>
                    <a:pt x="6814" y="8183"/>
                    <a:pt x="6822" y="8191"/>
                  </a:cubicBezTo>
                  <a:cubicBezTo>
                    <a:pt x="6833" y="8205"/>
                    <a:pt x="6844" y="8221"/>
                    <a:pt x="6853" y="8241"/>
                  </a:cubicBezTo>
                  <a:cubicBezTo>
                    <a:pt x="6858" y="8257"/>
                    <a:pt x="6864" y="8271"/>
                    <a:pt x="6869" y="8287"/>
                  </a:cubicBezTo>
                  <a:cubicBezTo>
                    <a:pt x="6872" y="8304"/>
                    <a:pt x="6880" y="8323"/>
                    <a:pt x="6880" y="8340"/>
                  </a:cubicBezTo>
                  <a:cubicBezTo>
                    <a:pt x="6880" y="8356"/>
                    <a:pt x="6880" y="8378"/>
                    <a:pt x="6878" y="8395"/>
                  </a:cubicBezTo>
                  <a:cubicBezTo>
                    <a:pt x="6872" y="8408"/>
                    <a:pt x="6878" y="8419"/>
                    <a:pt x="6872" y="8433"/>
                  </a:cubicBezTo>
                  <a:lnTo>
                    <a:pt x="6321" y="10355"/>
                  </a:lnTo>
                  <a:lnTo>
                    <a:pt x="7078" y="11238"/>
                  </a:lnTo>
                  <a:cubicBezTo>
                    <a:pt x="7180" y="11354"/>
                    <a:pt x="7167" y="11525"/>
                    <a:pt x="7048" y="11627"/>
                  </a:cubicBezTo>
                  <a:cubicBezTo>
                    <a:pt x="6996" y="11671"/>
                    <a:pt x="6933" y="11693"/>
                    <a:pt x="6869" y="11693"/>
                  </a:cubicBezTo>
                  <a:cubicBezTo>
                    <a:pt x="6795" y="11693"/>
                    <a:pt x="6715" y="11660"/>
                    <a:pt x="6660" y="11594"/>
                  </a:cubicBezTo>
                  <a:lnTo>
                    <a:pt x="5110" y="9788"/>
                  </a:lnTo>
                  <a:cubicBezTo>
                    <a:pt x="5011" y="9672"/>
                    <a:pt x="5025" y="9499"/>
                    <a:pt x="5143" y="9400"/>
                  </a:cubicBezTo>
                  <a:cubicBezTo>
                    <a:pt x="5195" y="9355"/>
                    <a:pt x="5259" y="9333"/>
                    <a:pt x="5322" y="9333"/>
                  </a:cubicBezTo>
                  <a:cubicBezTo>
                    <a:pt x="5400" y="9333"/>
                    <a:pt x="5477" y="9366"/>
                    <a:pt x="5531" y="9430"/>
                  </a:cubicBezTo>
                  <a:lnTo>
                    <a:pt x="5892" y="9854"/>
                  </a:lnTo>
                  <a:lnTo>
                    <a:pt x="6299" y="8436"/>
                  </a:lnTo>
                  <a:lnTo>
                    <a:pt x="5066" y="7203"/>
                  </a:lnTo>
                  <a:cubicBezTo>
                    <a:pt x="4816" y="7993"/>
                    <a:pt x="4681" y="8832"/>
                    <a:pt x="4681" y="9702"/>
                  </a:cubicBezTo>
                  <a:cubicBezTo>
                    <a:pt x="4681" y="12064"/>
                    <a:pt x="5672" y="14192"/>
                    <a:pt x="7263" y="15698"/>
                  </a:cubicBezTo>
                  <a:cubicBezTo>
                    <a:pt x="3179" y="15206"/>
                    <a:pt x="10" y="11736"/>
                    <a:pt x="1" y="7520"/>
                  </a:cubicBezTo>
                  <a:lnTo>
                    <a:pt x="1" y="7520"/>
                  </a:lnTo>
                  <a:cubicBezTo>
                    <a:pt x="1" y="7523"/>
                    <a:pt x="1" y="7527"/>
                    <a:pt x="1" y="7530"/>
                  </a:cubicBezTo>
                  <a:cubicBezTo>
                    <a:pt x="1" y="11949"/>
                    <a:pt x="3490" y="15569"/>
                    <a:pt x="7858" y="15779"/>
                  </a:cubicBezTo>
                  <a:lnTo>
                    <a:pt x="7858" y="15779"/>
                  </a:lnTo>
                  <a:lnTo>
                    <a:pt x="8249" y="14603"/>
                  </a:lnTo>
                  <a:cubicBezTo>
                    <a:pt x="8288" y="14487"/>
                    <a:pt x="8396" y="14413"/>
                    <a:pt x="8513" y="14413"/>
                  </a:cubicBezTo>
                  <a:cubicBezTo>
                    <a:pt x="8541" y="14413"/>
                    <a:pt x="8570" y="14417"/>
                    <a:pt x="8598" y="14426"/>
                  </a:cubicBezTo>
                  <a:cubicBezTo>
                    <a:pt x="8741" y="14476"/>
                    <a:pt x="8821" y="14630"/>
                    <a:pt x="8772" y="14776"/>
                  </a:cubicBezTo>
                  <a:lnTo>
                    <a:pt x="8436" y="15784"/>
                  </a:lnTo>
                  <a:cubicBezTo>
                    <a:pt x="8378" y="15784"/>
                    <a:pt x="8317" y="15789"/>
                    <a:pt x="8260" y="15789"/>
                  </a:cubicBezTo>
                  <a:cubicBezTo>
                    <a:pt x="11536" y="15789"/>
                    <a:pt x="14506" y="13848"/>
                    <a:pt x="15825" y="10848"/>
                  </a:cubicBezTo>
                  <a:cubicBezTo>
                    <a:pt x="15855" y="10779"/>
                    <a:pt x="15855" y="10702"/>
                    <a:pt x="15827" y="10633"/>
                  </a:cubicBezTo>
                  <a:cubicBezTo>
                    <a:pt x="15789" y="10556"/>
                    <a:pt x="15734" y="10501"/>
                    <a:pt x="15665" y="10473"/>
                  </a:cubicBezTo>
                  <a:lnTo>
                    <a:pt x="11808" y="8981"/>
                  </a:lnTo>
                  <a:lnTo>
                    <a:pt x="11558" y="7211"/>
                  </a:lnTo>
                  <a:cubicBezTo>
                    <a:pt x="11538" y="7087"/>
                    <a:pt x="11439" y="6991"/>
                    <a:pt x="11315" y="6977"/>
                  </a:cubicBezTo>
                  <a:lnTo>
                    <a:pt x="9176" y="6740"/>
                  </a:lnTo>
                  <a:lnTo>
                    <a:pt x="9895" y="4585"/>
                  </a:lnTo>
                  <a:cubicBezTo>
                    <a:pt x="9920" y="4516"/>
                    <a:pt x="9911" y="4441"/>
                    <a:pt x="9881" y="4375"/>
                  </a:cubicBezTo>
                  <a:lnTo>
                    <a:pt x="9129" y="2875"/>
                  </a:lnTo>
                  <a:lnTo>
                    <a:pt x="9708" y="2099"/>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95" name="Google Shape;2695;p101">
              <a:extLst>
                <a:ext uri="{FF2B5EF4-FFF2-40B4-BE49-F238E27FC236}">
                  <a16:creationId xmlns:a16="http://schemas.microsoft.com/office/drawing/2014/main" id="{A29C563E-5CF7-009D-73B3-F46C9F91386D}"/>
                </a:ext>
              </a:extLst>
            </p:cNvPr>
            <p:cNvSpPr/>
            <p:nvPr/>
          </p:nvSpPr>
          <p:spPr>
            <a:xfrm>
              <a:off x="5506563" y="1484800"/>
              <a:ext cx="280200" cy="410700"/>
            </a:xfrm>
            <a:custGeom>
              <a:avLst/>
              <a:gdLst/>
              <a:ahLst/>
              <a:cxnLst/>
              <a:rect l="l" t="t" r="r" b="b"/>
              <a:pathLst>
                <a:path w="11208" h="16428" extrusionOk="0">
                  <a:moveTo>
                    <a:pt x="7552" y="552"/>
                  </a:moveTo>
                  <a:cubicBezTo>
                    <a:pt x="7568" y="552"/>
                    <a:pt x="7584" y="553"/>
                    <a:pt x="7601" y="556"/>
                  </a:cubicBezTo>
                  <a:cubicBezTo>
                    <a:pt x="7752" y="581"/>
                    <a:pt x="7852" y="724"/>
                    <a:pt x="7830" y="873"/>
                  </a:cubicBezTo>
                  <a:lnTo>
                    <a:pt x="7554" y="2525"/>
                  </a:lnTo>
                  <a:cubicBezTo>
                    <a:pt x="7543" y="2593"/>
                    <a:pt x="7505" y="2659"/>
                    <a:pt x="7447" y="2701"/>
                  </a:cubicBezTo>
                  <a:lnTo>
                    <a:pt x="6346" y="3527"/>
                  </a:lnTo>
                  <a:cubicBezTo>
                    <a:pt x="6296" y="3562"/>
                    <a:pt x="6238" y="3582"/>
                    <a:pt x="6181" y="3582"/>
                  </a:cubicBezTo>
                  <a:cubicBezTo>
                    <a:pt x="6098" y="3582"/>
                    <a:pt x="6015" y="3543"/>
                    <a:pt x="5960" y="3472"/>
                  </a:cubicBezTo>
                  <a:cubicBezTo>
                    <a:pt x="5869" y="3350"/>
                    <a:pt x="5894" y="3180"/>
                    <a:pt x="6015" y="3086"/>
                  </a:cubicBezTo>
                  <a:lnTo>
                    <a:pt x="7026" y="2326"/>
                  </a:lnTo>
                  <a:lnTo>
                    <a:pt x="7284" y="782"/>
                  </a:lnTo>
                  <a:cubicBezTo>
                    <a:pt x="7307" y="647"/>
                    <a:pt x="7420" y="552"/>
                    <a:pt x="7552" y="552"/>
                  </a:cubicBezTo>
                  <a:close/>
                  <a:moveTo>
                    <a:pt x="2340" y="2511"/>
                  </a:moveTo>
                  <a:lnTo>
                    <a:pt x="3496" y="3667"/>
                  </a:lnTo>
                  <a:cubicBezTo>
                    <a:pt x="3606" y="3772"/>
                    <a:pt x="3606" y="3945"/>
                    <a:pt x="3496" y="4052"/>
                  </a:cubicBezTo>
                  <a:cubicBezTo>
                    <a:pt x="3441" y="4108"/>
                    <a:pt x="3372" y="4132"/>
                    <a:pt x="3301" y="4132"/>
                  </a:cubicBezTo>
                  <a:cubicBezTo>
                    <a:pt x="3232" y="4132"/>
                    <a:pt x="3158" y="4105"/>
                    <a:pt x="3103" y="4052"/>
                  </a:cubicBezTo>
                  <a:lnTo>
                    <a:pt x="1968" y="2918"/>
                  </a:lnTo>
                  <a:cubicBezTo>
                    <a:pt x="2090" y="2775"/>
                    <a:pt x="2213" y="2643"/>
                    <a:pt x="2340" y="2511"/>
                  </a:cubicBezTo>
                  <a:close/>
                  <a:moveTo>
                    <a:pt x="2200" y="9362"/>
                  </a:moveTo>
                  <a:cubicBezTo>
                    <a:pt x="2241" y="9362"/>
                    <a:pt x="2282" y="9371"/>
                    <a:pt x="2321" y="9390"/>
                  </a:cubicBezTo>
                  <a:lnTo>
                    <a:pt x="2871" y="9666"/>
                  </a:lnTo>
                  <a:cubicBezTo>
                    <a:pt x="2904" y="9682"/>
                    <a:pt x="2935" y="9704"/>
                    <a:pt x="2960" y="9732"/>
                  </a:cubicBezTo>
                  <a:cubicBezTo>
                    <a:pt x="2982" y="9759"/>
                    <a:pt x="3001" y="9790"/>
                    <a:pt x="3015" y="9823"/>
                  </a:cubicBezTo>
                  <a:lnTo>
                    <a:pt x="3290" y="10649"/>
                  </a:lnTo>
                  <a:cubicBezTo>
                    <a:pt x="3337" y="10797"/>
                    <a:pt x="3260" y="10951"/>
                    <a:pt x="3114" y="11001"/>
                  </a:cubicBezTo>
                  <a:cubicBezTo>
                    <a:pt x="3086" y="11012"/>
                    <a:pt x="3056" y="11015"/>
                    <a:pt x="3028" y="11015"/>
                  </a:cubicBezTo>
                  <a:cubicBezTo>
                    <a:pt x="2910" y="11015"/>
                    <a:pt x="2805" y="10943"/>
                    <a:pt x="2767" y="10825"/>
                  </a:cubicBezTo>
                  <a:lnTo>
                    <a:pt x="2525" y="10106"/>
                  </a:lnTo>
                  <a:lnTo>
                    <a:pt x="2079" y="9883"/>
                  </a:lnTo>
                  <a:cubicBezTo>
                    <a:pt x="1941" y="9814"/>
                    <a:pt x="1886" y="9649"/>
                    <a:pt x="1955" y="9514"/>
                  </a:cubicBezTo>
                  <a:cubicBezTo>
                    <a:pt x="2004" y="9417"/>
                    <a:pt x="2101" y="9362"/>
                    <a:pt x="2200" y="9362"/>
                  </a:cubicBezTo>
                  <a:close/>
                  <a:moveTo>
                    <a:pt x="8256" y="0"/>
                  </a:moveTo>
                  <a:cubicBezTo>
                    <a:pt x="8182" y="0"/>
                    <a:pt x="8113" y="0"/>
                    <a:pt x="8042" y="3"/>
                  </a:cubicBezTo>
                  <a:cubicBezTo>
                    <a:pt x="8017" y="3"/>
                    <a:pt x="7997" y="6"/>
                    <a:pt x="7973" y="6"/>
                  </a:cubicBezTo>
                  <a:cubicBezTo>
                    <a:pt x="7926" y="6"/>
                    <a:pt x="7876" y="8"/>
                    <a:pt x="7832" y="14"/>
                  </a:cubicBezTo>
                  <a:cubicBezTo>
                    <a:pt x="7802" y="14"/>
                    <a:pt x="7769" y="17"/>
                    <a:pt x="7741" y="19"/>
                  </a:cubicBezTo>
                  <a:cubicBezTo>
                    <a:pt x="7700" y="22"/>
                    <a:pt x="7664" y="22"/>
                    <a:pt x="7623" y="28"/>
                  </a:cubicBezTo>
                  <a:cubicBezTo>
                    <a:pt x="7590" y="30"/>
                    <a:pt x="7557" y="33"/>
                    <a:pt x="7527" y="36"/>
                  </a:cubicBezTo>
                  <a:cubicBezTo>
                    <a:pt x="7488" y="41"/>
                    <a:pt x="7450" y="44"/>
                    <a:pt x="7417" y="47"/>
                  </a:cubicBezTo>
                  <a:cubicBezTo>
                    <a:pt x="7381" y="50"/>
                    <a:pt x="7342" y="55"/>
                    <a:pt x="7309" y="61"/>
                  </a:cubicBezTo>
                  <a:cubicBezTo>
                    <a:pt x="7273" y="63"/>
                    <a:pt x="7243" y="69"/>
                    <a:pt x="7210" y="72"/>
                  </a:cubicBezTo>
                  <a:cubicBezTo>
                    <a:pt x="7172" y="74"/>
                    <a:pt x="7130" y="83"/>
                    <a:pt x="7092" y="88"/>
                  </a:cubicBezTo>
                  <a:cubicBezTo>
                    <a:pt x="7061" y="91"/>
                    <a:pt x="7034" y="96"/>
                    <a:pt x="7004" y="102"/>
                  </a:cubicBezTo>
                  <a:cubicBezTo>
                    <a:pt x="6962" y="110"/>
                    <a:pt x="6921" y="116"/>
                    <a:pt x="6874" y="124"/>
                  </a:cubicBezTo>
                  <a:cubicBezTo>
                    <a:pt x="6847" y="127"/>
                    <a:pt x="6825" y="130"/>
                    <a:pt x="6797" y="138"/>
                  </a:cubicBezTo>
                  <a:cubicBezTo>
                    <a:pt x="6756" y="143"/>
                    <a:pt x="6709" y="154"/>
                    <a:pt x="6668" y="160"/>
                  </a:cubicBezTo>
                  <a:cubicBezTo>
                    <a:pt x="6646" y="165"/>
                    <a:pt x="6621" y="171"/>
                    <a:pt x="6593" y="174"/>
                  </a:cubicBezTo>
                  <a:cubicBezTo>
                    <a:pt x="6549" y="185"/>
                    <a:pt x="6508" y="193"/>
                    <a:pt x="6461" y="201"/>
                  </a:cubicBezTo>
                  <a:cubicBezTo>
                    <a:pt x="6439" y="209"/>
                    <a:pt x="6415" y="212"/>
                    <a:pt x="6393" y="215"/>
                  </a:cubicBezTo>
                  <a:cubicBezTo>
                    <a:pt x="6348" y="226"/>
                    <a:pt x="6304" y="237"/>
                    <a:pt x="6260" y="251"/>
                  </a:cubicBezTo>
                  <a:cubicBezTo>
                    <a:pt x="6238" y="256"/>
                    <a:pt x="6214" y="262"/>
                    <a:pt x="6194" y="267"/>
                  </a:cubicBezTo>
                  <a:cubicBezTo>
                    <a:pt x="6145" y="281"/>
                    <a:pt x="6095" y="295"/>
                    <a:pt x="6046" y="308"/>
                  </a:cubicBezTo>
                  <a:cubicBezTo>
                    <a:pt x="6029" y="311"/>
                    <a:pt x="6013" y="319"/>
                    <a:pt x="5999" y="322"/>
                  </a:cubicBezTo>
                  <a:cubicBezTo>
                    <a:pt x="5947" y="336"/>
                    <a:pt x="5894" y="352"/>
                    <a:pt x="5842" y="366"/>
                  </a:cubicBezTo>
                  <a:cubicBezTo>
                    <a:pt x="5828" y="372"/>
                    <a:pt x="5814" y="375"/>
                    <a:pt x="5801" y="380"/>
                  </a:cubicBezTo>
                  <a:lnTo>
                    <a:pt x="5646" y="432"/>
                  </a:lnTo>
                  <a:cubicBezTo>
                    <a:pt x="5633" y="435"/>
                    <a:pt x="5622" y="441"/>
                    <a:pt x="5608" y="446"/>
                  </a:cubicBezTo>
                  <a:cubicBezTo>
                    <a:pt x="5558" y="463"/>
                    <a:pt x="5503" y="485"/>
                    <a:pt x="5451" y="501"/>
                  </a:cubicBezTo>
                  <a:lnTo>
                    <a:pt x="5421" y="512"/>
                  </a:lnTo>
                  <a:cubicBezTo>
                    <a:pt x="5366" y="531"/>
                    <a:pt x="5311" y="553"/>
                    <a:pt x="5250" y="573"/>
                  </a:cubicBezTo>
                  <a:cubicBezTo>
                    <a:pt x="5245" y="578"/>
                    <a:pt x="5236" y="581"/>
                    <a:pt x="5231" y="581"/>
                  </a:cubicBezTo>
                  <a:cubicBezTo>
                    <a:pt x="5173" y="606"/>
                    <a:pt x="5118" y="625"/>
                    <a:pt x="5057" y="650"/>
                  </a:cubicBezTo>
                  <a:cubicBezTo>
                    <a:pt x="5055" y="653"/>
                    <a:pt x="5049" y="653"/>
                    <a:pt x="5044" y="655"/>
                  </a:cubicBezTo>
                  <a:cubicBezTo>
                    <a:pt x="4986" y="680"/>
                    <a:pt x="4928" y="708"/>
                    <a:pt x="4870" y="732"/>
                  </a:cubicBezTo>
                  <a:cubicBezTo>
                    <a:pt x="4865" y="732"/>
                    <a:pt x="4862" y="735"/>
                    <a:pt x="4862" y="735"/>
                  </a:cubicBezTo>
                  <a:cubicBezTo>
                    <a:pt x="2002" y="2029"/>
                    <a:pt x="6" y="4909"/>
                    <a:pt x="0" y="8248"/>
                  </a:cubicBezTo>
                  <a:cubicBezTo>
                    <a:pt x="6" y="12463"/>
                    <a:pt x="3177" y="15934"/>
                    <a:pt x="7260" y="16427"/>
                  </a:cubicBezTo>
                  <a:cubicBezTo>
                    <a:pt x="5671" y="14924"/>
                    <a:pt x="4680" y="12793"/>
                    <a:pt x="4680" y="10434"/>
                  </a:cubicBezTo>
                  <a:cubicBezTo>
                    <a:pt x="4680" y="9561"/>
                    <a:pt x="4812" y="8721"/>
                    <a:pt x="5066" y="7934"/>
                  </a:cubicBezTo>
                  <a:lnTo>
                    <a:pt x="4438" y="7309"/>
                  </a:lnTo>
                  <a:cubicBezTo>
                    <a:pt x="4331" y="7202"/>
                    <a:pt x="4331" y="7026"/>
                    <a:pt x="4438" y="6918"/>
                  </a:cubicBezTo>
                  <a:cubicBezTo>
                    <a:pt x="4492" y="6866"/>
                    <a:pt x="4562" y="6840"/>
                    <a:pt x="4633" y="6840"/>
                  </a:cubicBezTo>
                  <a:cubicBezTo>
                    <a:pt x="4704" y="6840"/>
                    <a:pt x="4775" y="6866"/>
                    <a:pt x="4829" y="6918"/>
                  </a:cubicBezTo>
                  <a:lnTo>
                    <a:pt x="5269" y="7359"/>
                  </a:lnTo>
                  <a:cubicBezTo>
                    <a:pt x="6084" y="5322"/>
                    <a:pt x="7692" y="3684"/>
                    <a:pt x="9707" y="2827"/>
                  </a:cubicBezTo>
                  <a:lnTo>
                    <a:pt x="11139" y="895"/>
                  </a:lnTo>
                  <a:cubicBezTo>
                    <a:pt x="11191" y="826"/>
                    <a:pt x="11207" y="732"/>
                    <a:pt x="11180" y="650"/>
                  </a:cubicBezTo>
                  <a:cubicBezTo>
                    <a:pt x="11155" y="567"/>
                    <a:pt x="11092" y="498"/>
                    <a:pt x="11009" y="471"/>
                  </a:cubicBezTo>
                  <a:cubicBezTo>
                    <a:pt x="10123" y="157"/>
                    <a:pt x="9198" y="0"/>
                    <a:pt x="82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96" name="Google Shape;2696;p101">
              <a:extLst>
                <a:ext uri="{FF2B5EF4-FFF2-40B4-BE49-F238E27FC236}">
                  <a16:creationId xmlns:a16="http://schemas.microsoft.com/office/drawing/2014/main" id="{1F9AAC20-3245-E351-19B6-D6C6D5F437F8}"/>
                </a:ext>
              </a:extLst>
            </p:cNvPr>
            <p:cNvSpPr/>
            <p:nvPr/>
          </p:nvSpPr>
          <p:spPr>
            <a:xfrm>
              <a:off x="5819763" y="1529175"/>
              <a:ext cx="106925" cy="113050"/>
            </a:xfrm>
            <a:custGeom>
              <a:avLst/>
              <a:gdLst/>
              <a:ahLst/>
              <a:cxnLst/>
              <a:rect l="l" t="t" r="r" b="b"/>
              <a:pathLst>
                <a:path w="4277" h="4522" extrusionOk="0">
                  <a:moveTo>
                    <a:pt x="2770" y="1"/>
                  </a:moveTo>
                  <a:lnTo>
                    <a:pt x="33" y="4502"/>
                  </a:lnTo>
                  <a:lnTo>
                    <a:pt x="4130" y="2043"/>
                  </a:lnTo>
                  <a:cubicBezTo>
                    <a:pt x="4199" y="2002"/>
                    <a:pt x="4249" y="1931"/>
                    <a:pt x="4262" y="1851"/>
                  </a:cubicBezTo>
                  <a:cubicBezTo>
                    <a:pt x="4276" y="1771"/>
                    <a:pt x="4251" y="1688"/>
                    <a:pt x="4196" y="1628"/>
                  </a:cubicBezTo>
                  <a:lnTo>
                    <a:pt x="2770" y="1"/>
                  </a:lnTo>
                  <a:close/>
                  <a:moveTo>
                    <a:pt x="33" y="4502"/>
                  </a:moveTo>
                  <a:lnTo>
                    <a:pt x="1" y="4521"/>
                  </a:lnTo>
                  <a:lnTo>
                    <a:pt x="1" y="4521"/>
                  </a:lnTo>
                  <a:lnTo>
                    <a:pt x="31" y="4505"/>
                  </a:lnTo>
                  <a:lnTo>
                    <a:pt x="33" y="4502"/>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97" name="Google Shape;2697;p101">
              <a:extLst>
                <a:ext uri="{FF2B5EF4-FFF2-40B4-BE49-F238E27FC236}">
                  <a16:creationId xmlns:a16="http://schemas.microsoft.com/office/drawing/2014/main" id="{DFFEE7EB-37A2-0A15-71FA-ABD8AC1BF52F}"/>
                </a:ext>
              </a:extLst>
            </p:cNvPr>
            <p:cNvSpPr/>
            <p:nvPr/>
          </p:nvSpPr>
          <p:spPr>
            <a:xfrm>
              <a:off x="5852738" y="1655000"/>
              <a:ext cx="80825" cy="57000"/>
            </a:xfrm>
            <a:custGeom>
              <a:avLst/>
              <a:gdLst/>
              <a:ahLst/>
              <a:cxnLst/>
              <a:rect l="l" t="t" r="r" b="b"/>
              <a:pathLst>
                <a:path w="3233" h="2280" extrusionOk="0">
                  <a:moveTo>
                    <a:pt x="2258" y="0"/>
                  </a:moveTo>
                  <a:lnTo>
                    <a:pt x="606" y="556"/>
                  </a:lnTo>
                  <a:cubicBezTo>
                    <a:pt x="606" y="556"/>
                    <a:pt x="306" y="920"/>
                    <a:pt x="1" y="1253"/>
                  </a:cubicBezTo>
                  <a:lnTo>
                    <a:pt x="1996" y="2252"/>
                  </a:lnTo>
                  <a:cubicBezTo>
                    <a:pt x="2035" y="2271"/>
                    <a:pt x="2079" y="2280"/>
                    <a:pt x="2120" y="2280"/>
                  </a:cubicBezTo>
                  <a:cubicBezTo>
                    <a:pt x="2219" y="2280"/>
                    <a:pt x="2319" y="2225"/>
                    <a:pt x="2368" y="2128"/>
                  </a:cubicBezTo>
                  <a:lnTo>
                    <a:pt x="3194" y="476"/>
                  </a:lnTo>
                  <a:cubicBezTo>
                    <a:pt x="3233" y="397"/>
                    <a:pt x="3233" y="300"/>
                    <a:pt x="3186" y="220"/>
                  </a:cubicBezTo>
                  <a:cubicBezTo>
                    <a:pt x="3144" y="143"/>
                    <a:pt x="3067" y="91"/>
                    <a:pt x="2977" y="80"/>
                  </a:cubicBezTo>
                  <a:lnTo>
                    <a:pt x="225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98" name="Google Shape;2698;p101">
              <a:extLst>
                <a:ext uri="{FF2B5EF4-FFF2-40B4-BE49-F238E27FC236}">
                  <a16:creationId xmlns:a16="http://schemas.microsoft.com/office/drawing/2014/main" id="{5B819320-25E3-E6F8-04B0-B202D4ED5328}"/>
                </a:ext>
              </a:extLst>
            </p:cNvPr>
            <p:cNvSpPr/>
            <p:nvPr/>
          </p:nvSpPr>
          <p:spPr>
            <a:xfrm>
              <a:off x="5794313" y="1502475"/>
              <a:ext cx="36150" cy="82825"/>
            </a:xfrm>
            <a:custGeom>
              <a:avLst/>
              <a:gdLst/>
              <a:ahLst/>
              <a:cxnLst/>
              <a:rect l="l" t="t" r="r" b="b"/>
              <a:pathLst>
                <a:path w="1446" h="3313" extrusionOk="0">
                  <a:moveTo>
                    <a:pt x="848" y="1"/>
                  </a:moveTo>
                  <a:lnTo>
                    <a:pt x="209" y="1914"/>
                  </a:lnTo>
                  <a:lnTo>
                    <a:pt x="278" y="2919"/>
                  </a:lnTo>
                  <a:lnTo>
                    <a:pt x="0" y="3312"/>
                  </a:lnTo>
                  <a:lnTo>
                    <a:pt x="1377" y="1385"/>
                  </a:lnTo>
                  <a:cubicBezTo>
                    <a:pt x="1435" y="1303"/>
                    <a:pt x="1446" y="1193"/>
                    <a:pt x="1399" y="1102"/>
                  </a:cubicBezTo>
                  <a:lnTo>
                    <a:pt x="8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99" name="Google Shape;2699;p101">
              <a:extLst>
                <a:ext uri="{FF2B5EF4-FFF2-40B4-BE49-F238E27FC236}">
                  <a16:creationId xmlns:a16="http://schemas.microsoft.com/office/drawing/2014/main" id="{8F61D8E5-4CD8-F738-F56E-D9CF20C25F8F}"/>
                </a:ext>
              </a:extLst>
            </p:cNvPr>
            <p:cNvSpPr/>
            <p:nvPr/>
          </p:nvSpPr>
          <p:spPr>
            <a:xfrm>
              <a:off x="5767388" y="1615675"/>
              <a:ext cx="28950" cy="27500"/>
            </a:xfrm>
            <a:custGeom>
              <a:avLst/>
              <a:gdLst/>
              <a:ahLst/>
              <a:cxnLst/>
              <a:rect l="l" t="t" r="r" b="b"/>
              <a:pathLst>
                <a:path w="1158" h="1100" extrusionOk="0">
                  <a:moveTo>
                    <a:pt x="852" y="1"/>
                  </a:moveTo>
                  <a:cubicBezTo>
                    <a:pt x="781" y="1"/>
                    <a:pt x="711" y="27"/>
                    <a:pt x="659" y="81"/>
                  </a:cubicBezTo>
                  <a:lnTo>
                    <a:pt x="108" y="632"/>
                  </a:lnTo>
                  <a:cubicBezTo>
                    <a:pt x="1" y="739"/>
                    <a:pt x="1" y="912"/>
                    <a:pt x="108" y="1020"/>
                  </a:cubicBezTo>
                  <a:cubicBezTo>
                    <a:pt x="163" y="1075"/>
                    <a:pt x="232" y="1100"/>
                    <a:pt x="304" y="1100"/>
                  </a:cubicBezTo>
                  <a:cubicBezTo>
                    <a:pt x="373" y="1100"/>
                    <a:pt x="444" y="1072"/>
                    <a:pt x="499" y="1020"/>
                  </a:cubicBezTo>
                  <a:lnTo>
                    <a:pt x="1050" y="469"/>
                  </a:lnTo>
                  <a:cubicBezTo>
                    <a:pt x="1157" y="362"/>
                    <a:pt x="1157" y="188"/>
                    <a:pt x="1047" y="81"/>
                  </a:cubicBezTo>
                  <a:cubicBezTo>
                    <a:pt x="993" y="27"/>
                    <a:pt x="922" y="1"/>
                    <a:pt x="8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0" name="Google Shape;2700;p101">
              <a:extLst>
                <a:ext uri="{FF2B5EF4-FFF2-40B4-BE49-F238E27FC236}">
                  <a16:creationId xmlns:a16="http://schemas.microsoft.com/office/drawing/2014/main" id="{507065C2-0A60-7160-FF71-746D7DD45756}"/>
                </a:ext>
              </a:extLst>
            </p:cNvPr>
            <p:cNvSpPr/>
            <p:nvPr/>
          </p:nvSpPr>
          <p:spPr>
            <a:xfrm>
              <a:off x="5788738" y="1656925"/>
              <a:ext cx="27550" cy="13775"/>
            </a:xfrm>
            <a:custGeom>
              <a:avLst/>
              <a:gdLst/>
              <a:ahLst/>
              <a:cxnLst/>
              <a:rect l="l" t="t" r="r" b="b"/>
              <a:pathLst>
                <a:path w="1102" h="551" extrusionOk="0">
                  <a:moveTo>
                    <a:pt x="276" y="0"/>
                  </a:moveTo>
                  <a:cubicBezTo>
                    <a:pt x="124" y="0"/>
                    <a:pt x="0" y="124"/>
                    <a:pt x="0" y="276"/>
                  </a:cubicBezTo>
                  <a:cubicBezTo>
                    <a:pt x="0" y="427"/>
                    <a:pt x="124" y="551"/>
                    <a:pt x="276" y="551"/>
                  </a:cubicBezTo>
                  <a:lnTo>
                    <a:pt x="826" y="551"/>
                  </a:lnTo>
                  <a:cubicBezTo>
                    <a:pt x="978" y="551"/>
                    <a:pt x="1101" y="427"/>
                    <a:pt x="1101" y="276"/>
                  </a:cubicBezTo>
                  <a:cubicBezTo>
                    <a:pt x="1101" y="124"/>
                    <a:pt x="978" y="0"/>
                    <a:pt x="8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1" name="Google Shape;2701;p101">
              <a:extLst>
                <a:ext uri="{FF2B5EF4-FFF2-40B4-BE49-F238E27FC236}">
                  <a16:creationId xmlns:a16="http://schemas.microsoft.com/office/drawing/2014/main" id="{2B7FD04D-976C-3A67-8310-7963CC0157CC}"/>
                </a:ext>
              </a:extLst>
            </p:cNvPr>
            <p:cNvSpPr/>
            <p:nvPr/>
          </p:nvSpPr>
          <p:spPr>
            <a:xfrm>
              <a:off x="5842888" y="1711950"/>
              <a:ext cx="36175" cy="20700"/>
            </a:xfrm>
            <a:custGeom>
              <a:avLst/>
              <a:gdLst/>
              <a:ahLst/>
              <a:cxnLst/>
              <a:rect l="l" t="t" r="r" b="b"/>
              <a:pathLst>
                <a:path w="1447" h="828" extrusionOk="0">
                  <a:moveTo>
                    <a:pt x="310" y="1"/>
                  </a:moveTo>
                  <a:cubicBezTo>
                    <a:pt x="195" y="1"/>
                    <a:pt x="88" y="75"/>
                    <a:pt x="50" y="192"/>
                  </a:cubicBezTo>
                  <a:cubicBezTo>
                    <a:pt x="1" y="335"/>
                    <a:pt x="81" y="489"/>
                    <a:pt x="227" y="538"/>
                  </a:cubicBezTo>
                  <a:lnTo>
                    <a:pt x="1053" y="814"/>
                  </a:lnTo>
                  <a:cubicBezTo>
                    <a:pt x="1080" y="825"/>
                    <a:pt x="1110" y="828"/>
                    <a:pt x="1138" y="828"/>
                  </a:cubicBezTo>
                  <a:cubicBezTo>
                    <a:pt x="1253" y="828"/>
                    <a:pt x="1361" y="756"/>
                    <a:pt x="1399" y="638"/>
                  </a:cubicBezTo>
                  <a:cubicBezTo>
                    <a:pt x="1446" y="494"/>
                    <a:pt x="1369" y="337"/>
                    <a:pt x="1223" y="291"/>
                  </a:cubicBezTo>
                  <a:lnTo>
                    <a:pt x="397" y="15"/>
                  </a:lnTo>
                  <a:cubicBezTo>
                    <a:pt x="368" y="5"/>
                    <a:pt x="339" y="1"/>
                    <a:pt x="3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2" name="Google Shape;2702;p101">
              <a:extLst>
                <a:ext uri="{FF2B5EF4-FFF2-40B4-BE49-F238E27FC236}">
                  <a16:creationId xmlns:a16="http://schemas.microsoft.com/office/drawing/2014/main" id="{46974CDC-BC7C-1A0B-474B-DA8B4F97A45F}"/>
                </a:ext>
              </a:extLst>
            </p:cNvPr>
            <p:cNvSpPr/>
            <p:nvPr/>
          </p:nvSpPr>
          <p:spPr>
            <a:xfrm>
              <a:off x="5877313" y="1615600"/>
              <a:ext cx="36150" cy="20700"/>
            </a:xfrm>
            <a:custGeom>
              <a:avLst/>
              <a:gdLst/>
              <a:ahLst/>
              <a:cxnLst/>
              <a:rect l="l" t="t" r="r" b="b"/>
              <a:pathLst>
                <a:path w="1446" h="828" extrusionOk="0">
                  <a:moveTo>
                    <a:pt x="1139" y="1"/>
                  </a:moveTo>
                  <a:cubicBezTo>
                    <a:pt x="1110" y="1"/>
                    <a:pt x="1081" y="5"/>
                    <a:pt x="1052" y="15"/>
                  </a:cubicBezTo>
                  <a:lnTo>
                    <a:pt x="226" y="291"/>
                  </a:lnTo>
                  <a:cubicBezTo>
                    <a:pt x="80" y="337"/>
                    <a:pt x="0" y="492"/>
                    <a:pt x="50" y="637"/>
                  </a:cubicBezTo>
                  <a:cubicBezTo>
                    <a:pt x="88" y="753"/>
                    <a:pt x="193" y="827"/>
                    <a:pt x="311" y="827"/>
                  </a:cubicBezTo>
                  <a:cubicBezTo>
                    <a:pt x="339" y="827"/>
                    <a:pt x="369" y="822"/>
                    <a:pt x="397" y="814"/>
                  </a:cubicBezTo>
                  <a:lnTo>
                    <a:pt x="1223" y="538"/>
                  </a:lnTo>
                  <a:cubicBezTo>
                    <a:pt x="1369" y="489"/>
                    <a:pt x="1446" y="335"/>
                    <a:pt x="1399" y="191"/>
                  </a:cubicBezTo>
                  <a:cubicBezTo>
                    <a:pt x="1359" y="75"/>
                    <a:pt x="1253" y="1"/>
                    <a:pt x="1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3" name="Google Shape;2703;p101">
              <a:extLst>
                <a:ext uri="{FF2B5EF4-FFF2-40B4-BE49-F238E27FC236}">
                  <a16:creationId xmlns:a16="http://schemas.microsoft.com/office/drawing/2014/main" id="{64AB5920-50DF-5E3F-2CF9-22A0A695B77C}"/>
                </a:ext>
              </a:extLst>
            </p:cNvPr>
            <p:cNvSpPr/>
            <p:nvPr/>
          </p:nvSpPr>
          <p:spPr>
            <a:xfrm>
              <a:off x="5836288" y="1478025"/>
              <a:ext cx="28875" cy="27500"/>
            </a:xfrm>
            <a:custGeom>
              <a:avLst/>
              <a:gdLst/>
              <a:ahLst/>
              <a:cxnLst/>
              <a:rect l="l" t="t" r="r" b="b"/>
              <a:pathLst>
                <a:path w="1155" h="1100" extrusionOk="0">
                  <a:moveTo>
                    <a:pt x="853" y="1"/>
                  </a:moveTo>
                  <a:cubicBezTo>
                    <a:pt x="782" y="1"/>
                    <a:pt x="712" y="27"/>
                    <a:pt x="659" y="81"/>
                  </a:cubicBezTo>
                  <a:lnTo>
                    <a:pt x="108" y="632"/>
                  </a:lnTo>
                  <a:cubicBezTo>
                    <a:pt x="1" y="736"/>
                    <a:pt x="1" y="913"/>
                    <a:pt x="108" y="1020"/>
                  </a:cubicBezTo>
                  <a:cubicBezTo>
                    <a:pt x="158" y="1075"/>
                    <a:pt x="226" y="1100"/>
                    <a:pt x="301" y="1100"/>
                  </a:cubicBezTo>
                  <a:cubicBezTo>
                    <a:pt x="369" y="1100"/>
                    <a:pt x="441" y="1072"/>
                    <a:pt x="496" y="1020"/>
                  </a:cubicBezTo>
                  <a:lnTo>
                    <a:pt x="1047" y="469"/>
                  </a:lnTo>
                  <a:cubicBezTo>
                    <a:pt x="1154" y="362"/>
                    <a:pt x="1154" y="189"/>
                    <a:pt x="1047" y="81"/>
                  </a:cubicBezTo>
                  <a:cubicBezTo>
                    <a:pt x="993" y="27"/>
                    <a:pt x="923" y="1"/>
                    <a:pt x="8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4" name="Google Shape;2704;p101">
              <a:extLst>
                <a:ext uri="{FF2B5EF4-FFF2-40B4-BE49-F238E27FC236}">
                  <a16:creationId xmlns:a16="http://schemas.microsoft.com/office/drawing/2014/main" id="{117364F9-809D-831B-7432-EF7A31EDF907}"/>
                </a:ext>
              </a:extLst>
            </p:cNvPr>
            <p:cNvSpPr/>
            <p:nvPr/>
          </p:nvSpPr>
          <p:spPr>
            <a:xfrm>
              <a:off x="5898163" y="1739550"/>
              <a:ext cx="22050" cy="20625"/>
            </a:xfrm>
            <a:custGeom>
              <a:avLst/>
              <a:gdLst/>
              <a:ahLst/>
              <a:cxnLst/>
              <a:rect l="l" t="t" r="r" b="b"/>
              <a:pathLst>
                <a:path w="882" h="825" extrusionOk="0">
                  <a:moveTo>
                    <a:pt x="301" y="1"/>
                  </a:moveTo>
                  <a:cubicBezTo>
                    <a:pt x="230" y="1"/>
                    <a:pt x="160" y="28"/>
                    <a:pt x="108" y="81"/>
                  </a:cubicBezTo>
                  <a:cubicBezTo>
                    <a:pt x="1" y="189"/>
                    <a:pt x="1" y="362"/>
                    <a:pt x="108" y="470"/>
                  </a:cubicBezTo>
                  <a:lnTo>
                    <a:pt x="383" y="745"/>
                  </a:lnTo>
                  <a:cubicBezTo>
                    <a:pt x="438" y="800"/>
                    <a:pt x="507" y="825"/>
                    <a:pt x="579" y="825"/>
                  </a:cubicBezTo>
                  <a:cubicBezTo>
                    <a:pt x="647" y="825"/>
                    <a:pt x="719" y="797"/>
                    <a:pt x="774" y="745"/>
                  </a:cubicBezTo>
                  <a:cubicBezTo>
                    <a:pt x="881" y="638"/>
                    <a:pt x="881" y="464"/>
                    <a:pt x="774" y="357"/>
                  </a:cubicBezTo>
                  <a:lnTo>
                    <a:pt x="496" y="81"/>
                  </a:lnTo>
                  <a:cubicBezTo>
                    <a:pt x="442" y="28"/>
                    <a:pt x="371" y="1"/>
                    <a:pt x="3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5" name="Google Shape;2705;p101">
              <a:extLst>
                <a:ext uri="{FF2B5EF4-FFF2-40B4-BE49-F238E27FC236}">
                  <a16:creationId xmlns:a16="http://schemas.microsoft.com/office/drawing/2014/main" id="{50A7A4B7-599B-8D3E-55FD-80B6650B1781}"/>
                </a:ext>
              </a:extLst>
            </p:cNvPr>
            <p:cNvSpPr/>
            <p:nvPr/>
          </p:nvSpPr>
          <p:spPr>
            <a:xfrm>
              <a:off x="5653213" y="1498575"/>
              <a:ext cx="49650" cy="75775"/>
            </a:xfrm>
            <a:custGeom>
              <a:avLst/>
              <a:gdLst/>
              <a:ahLst/>
              <a:cxnLst/>
              <a:rect l="l" t="t" r="r" b="b"/>
              <a:pathLst>
                <a:path w="1986" h="3031" extrusionOk="0">
                  <a:moveTo>
                    <a:pt x="1687" y="1"/>
                  </a:moveTo>
                  <a:cubicBezTo>
                    <a:pt x="1555" y="1"/>
                    <a:pt x="1441" y="99"/>
                    <a:pt x="1418" y="234"/>
                  </a:cubicBezTo>
                  <a:lnTo>
                    <a:pt x="1160" y="1775"/>
                  </a:lnTo>
                  <a:lnTo>
                    <a:pt x="149" y="2535"/>
                  </a:lnTo>
                  <a:cubicBezTo>
                    <a:pt x="28" y="2623"/>
                    <a:pt x="1" y="2799"/>
                    <a:pt x="94" y="2921"/>
                  </a:cubicBezTo>
                  <a:cubicBezTo>
                    <a:pt x="149" y="2992"/>
                    <a:pt x="232" y="3031"/>
                    <a:pt x="315" y="3031"/>
                  </a:cubicBezTo>
                  <a:cubicBezTo>
                    <a:pt x="372" y="3031"/>
                    <a:pt x="430" y="3014"/>
                    <a:pt x="480" y="2976"/>
                  </a:cubicBezTo>
                  <a:lnTo>
                    <a:pt x="1581" y="2150"/>
                  </a:lnTo>
                  <a:cubicBezTo>
                    <a:pt x="1636" y="2108"/>
                    <a:pt x="1677" y="2042"/>
                    <a:pt x="1688" y="1974"/>
                  </a:cubicBezTo>
                  <a:lnTo>
                    <a:pt x="1964" y="322"/>
                  </a:lnTo>
                  <a:cubicBezTo>
                    <a:pt x="1986" y="170"/>
                    <a:pt x="1886" y="30"/>
                    <a:pt x="1735" y="5"/>
                  </a:cubicBezTo>
                  <a:cubicBezTo>
                    <a:pt x="1719" y="2"/>
                    <a:pt x="1702" y="1"/>
                    <a:pt x="16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6" name="Google Shape;2706;p101">
              <a:extLst>
                <a:ext uri="{FF2B5EF4-FFF2-40B4-BE49-F238E27FC236}">
                  <a16:creationId xmlns:a16="http://schemas.microsoft.com/office/drawing/2014/main" id="{912905D8-4A9E-70CC-059A-81A9651CF279}"/>
                </a:ext>
              </a:extLst>
            </p:cNvPr>
            <p:cNvSpPr/>
            <p:nvPr/>
          </p:nvSpPr>
          <p:spPr>
            <a:xfrm>
              <a:off x="5614813" y="1655775"/>
              <a:ext cx="23575" cy="27400"/>
            </a:xfrm>
            <a:custGeom>
              <a:avLst/>
              <a:gdLst/>
              <a:ahLst/>
              <a:cxnLst/>
              <a:rect l="l" t="t" r="r" b="b"/>
              <a:pathLst>
                <a:path w="943" h="1096" extrusionOk="0">
                  <a:moveTo>
                    <a:pt x="304" y="1"/>
                  </a:moveTo>
                  <a:cubicBezTo>
                    <a:pt x="232" y="1"/>
                    <a:pt x="162" y="27"/>
                    <a:pt x="108" y="79"/>
                  </a:cubicBezTo>
                  <a:cubicBezTo>
                    <a:pt x="1" y="187"/>
                    <a:pt x="1" y="363"/>
                    <a:pt x="108" y="470"/>
                  </a:cubicBezTo>
                  <a:lnTo>
                    <a:pt x="736" y="1095"/>
                  </a:lnTo>
                  <a:cubicBezTo>
                    <a:pt x="796" y="902"/>
                    <a:pt x="865" y="710"/>
                    <a:pt x="942" y="520"/>
                  </a:cubicBezTo>
                  <a:lnTo>
                    <a:pt x="502" y="79"/>
                  </a:lnTo>
                  <a:cubicBezTo>
                    <a:pt x="447" y="27"/>
                    <a:pt x="375" y="1"/>
                    <a:pt x="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7" name="Google Shape;2707;p101">
              <a:extLst>
                <a:ext uri="{FF2B5EF4-FFF2-40B4-BE49-F238E27FC236}">
                  <a16:creationId xmlns:a16="http://schemas.microsoft.com/office/drawing/2014/main" id="{1436701A-340C-CA12-AEA0-9415B3D6AC87}"/>
                </a:ext>
              </a:extLst>
            </p:cNvPr>
            <p:cNvSpPr/>
            <p:nvPr/>
          </p:nvSpPr>
          <p:spPr>
            <a:xfrm>
              <a:off x="5553688" y="1718875"/>
              <a:ext cx="36300" cy="41375"/>
            </a:xfrm>
            <a:custGeom>
              <a:avLst/>
              <a:gdLst/>
              <a:ahLst/>
              <a:cxnLst/>
              <a:rect l="l" t="t" r="r" b="b"/>
              <a:pathLst>
                <a:path w="1452" h="1655" extrusionOk="0">
                  <a:moveTo>
                    <a:pt x="314" y="1"/>
                  </a:moveTo>
                  <a:cubicBezTo>
                    <a:pt x="213" y="1"/>
                    <a:pt x="116" y="57"/>
                    <a:pt x="70" y="154"/>
                  </a:cubicBezTo>
                  <a:cubicBezTo>
                    <a:pt x="1" y="292"/>
                    <a:pt x="56" y="457"/>
                    <a:pt x="194" y="523"/>
                  </a:cubicBezTo>
                  <a:lnTo>
                    <a:pt x="640" y="746"/>
                  </a:lnTo>
                  <a:lnTo>
                    <a:pt x="882" y="1465"/>
                  </a:lnTo>
                  <a:cubicBezTo>
                    <a:pt x="920" y="1583"/>
                    <a:pt x="1025" y="1654"/>
                    <a:pt x="1143" y="1654"/>
                  </a:cubicBezTo>
                  <a:cubicBezTo>
                    <a:pt x="1171" y="1654"/>
                    <a:pt x="1201" y="1652"/>
                    <a:pt x="1229" y="1641"/>
                  </a:cubicBezTo>
                  <a:cubicBezTo>
                    <a:pt x="1375" y="1594"/>
                    <a:pt x="1452" y="1437"/>
                    <a:pt x="1405" y="1294"/>
                  </a:cubicBezTo>
                  <a:lnTo>
                    <a:pt x="1130" y="465"/>
                  </a:lnTo>
                  <a:cubicBezTo>
                    <a:pt x="1119" y="429"/>
                    <a:pt x="1099" y="399"/>
                    <a:pt x="1075" y="372"/>
                  </a:cubicBezTo>
                  <a:cubicBezTo>
                    <a:pt x="1050" y="344"/>
                    <a:pt x="1019" y="319"/>
                    <a:pt x="989" y="306"/>
                  </a:cubicBezTo>
                  <a:lnTo>
                    <a:pt x="439" y="30"/>
                  </a:lnTo>
                  <a:cubicBezTo>
                    <a:pt x="398" y="10"/>
                    <a:pt x="356" y="1"/>
                    <a:pt x="3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8" name="Google Shape;2708;p101">
              <a:extLst>
                <a:ext uri="{FF2B5EF4-FFF2-40B4-BE49-F238E27FC236}">
                  <a16:creationId xmlns:a16="http://schemas.microsoft.com/office/drawing/2014/main" id="{47307808-5EC5-4CFD-B55F-A33CEDDA7BF4}"/>
                </a:ext>
              </a:extLst>
            </p:cNvPr>
            <p:cNvSpPr/>
            <p:nvPr/>
          </p:nvSpPr>
          <p:spPr>
            <a:xfrm>
              <a:off x="5555838" y="1547500"/>
              <a:ext cx="40900" cy="40625"/>
            </a:xfrm>
            <a:custGeom>
              <a:avLst/>
              <a:gdLst/>
              <a:ahLst/>
              <a:cxnLst/>
              <a:rect l="l" t="t" r="r" b="b"/>
              <a:pathLst>
                <a:path w="1636" h="1625" extrusionOk="0">
                  <a:moveTo>
                    <a:pt x="372" y="0"/>
                  </a:moveTo>
                  <a:cubicBezTo>
                    <a:pt x="245" y="129"/>
                    <a:pt x="121" y="267"/>
                    <a:pt x="0" y="410"/>
                  </a:cubicBezTo>
                  <a:lnTo>
                    <a:pt x="1137" y="1544"/>
                  </a:lnTo>
                  <a:cubicBezTo>
                    <a:pt x="1192" y="1600"/>
                    <a:pt x="1261" y="1624"/>
                    <a:pt x="1333" y="1624"/>
                  </a:cubicBezTo>
                  <a:cubicBezTo>
                    <a:pt x="1401" y="1624"/>
                    <a:pt x="1473" y="1597"/>
                    <a:pt x="1528" y="1544"/>
                  </a:cubicBezTo>
                  <a:cubicBezTo>
                    <a:pt x="1635" y="1437"/>
                    <a:pt x="1635" y="1264"/>
                    <a:pt x="1528" y="1156"/>
                  </a:cubicBezTo>
                  <a:lnTo>
                    <a:pt x="3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09" name="Google Shape;2709;p101">
              <a:extLst>
                <a:ext uri="{FF2B5EF4-FFF2-40B4-BE49-F238E27FC236}">
                  <a16:creationId xmlns:a16="http://schemas.microsoft.com/office/drawing/2014/main" id="{193C8598-044F-2C27-05C7-4419EAFFA7A1}"/>
                </a:ext>
              </a:extLst>
            </p:cNvPr>
            <p:cNvSpPr/>
            <p:nvPr/>
          </p:nvSpPr>
          <p:spPr>
            <a:xfrm>
              <a:off x="5631813" y="1668900"/>
              <a:ext cx="54200" cy="126525"/>
            </a:xfrm>
            <a:custGeom>
              <a:avLst/>
              <a:gdLst/>
              <a:ahLst/>
              <a:cxnLst/>
              <a:rect l="l" t="t" r="r" b="b"/>
              <a:pathLst>
                <a:path w="2168" h="5061" extrusionOk="0">
                  <a:moveTo>
                    <a:pt x="259" y="0"/>
                  </a:moveTo>
                  <a:cubicBezTo>
                    <a:pt x="182" y="187"/>
                    <a:pt x="113" y="377"/>
                    <a:pt x="53" y="573"/>
                  </a:cubicBezTo>
                  <a:lnTo>
                    <a:pt x="1286" y="1806"/>
                  </a:lnTo>
                  <a:lnTo>
                    <a:pt x="881" y="3224"/>
                  </a:lnTo>
                  <a:lnTo>
                    <a:pt x="521" y="2800"/>
                  </a:lnTo>
                  <a:cubicBezTo>
                    <a:pt x="465" y="2737"/>
                    <a:pt x="388" y="2705"/>
                    <a:pt x="311" y="2705"/>
                  </a:cubicBezTo>
                  <a:cubicBezTo>
                    <a:pt x="247" y="2705"/>
                    <a:pt x="183" y="2726"/>
                    <a:pt x="130" y="2770"/>
                  </a:cubicBezTo>
                  <a:cubicBezTo>
                    <a:pt x="14" y="2866"/>
                    <a:pt x="1" y="3040"/>
                    <a:pt x="100" y="3158"/>
                  </a:cubicBezTo>
                  <a:lnTo>
                    <a:pt x="1650" y="4964"/>
                  </a:lnTo>
                  <a:cubicBezTo>
                    <a:pt x="1705" y="5030"/>
                    <a:pt x="1779" y="5060"/>
                    <a:pt x="1859" y="5060"/>
                  </a:cubicBezTo>
                  <a:cubicBezTo>
                    <a:pt x="1919" y="5060"/>
                    <a:pt x="1985" y="5041"/>
                    <a:pt x="2038" y="4997"/>
                  </a:cubicBezTo>
                  <a:cubicBezTo>
                    <a:pt x="2153" y="4895"/>
                    <a:pt x="2167" y="4724"/>
                    <a:pt x="2068" y="4606"/>
                  </a:cubicBezTo>
                  <a:lnTo>
                    <a:pt x="1311" y="3725"/>
                  </a:lnTo>
                  <a:lnTo>
                    <a:pt x="1862" y="1803"/>
                  </a:lnTo>
                  <a:cubicBezTo>
                    <a:pt x="1864" y="1790"/>
                    <a:pt x="1862" y="1779"/>
                    <a:pt x="1864" y="1765"/>
                  </a:cubicBezTo>
                  <a:cubicBezTo>
                    <a:pt x="1870" y="1748"/>
                    <a:pt x="1873" y="1726"/>
                    <a:pt x="1870" y="1710"/>
                  </a:cubicBezTo>
                  <a:cubicBezTo>
                    <a:pt x="1870" y="1693"/>
                    <a:pt x="1862" y="1674"/>
                    <a:pt x="1859" y="1658"/>
                  </a:cubicBezTo>
                  <a:cubicBezTo>
                    <a:pt x="1856" y="1641"/>
                    <a:pt x="1851" y="1625"/>
                    <a:pt x="1842" y="1611"/>
                  </a:cubicBezTo>
                  <a:cubicBezTo>
                    <a:pt x="1834" y="1591"/>
                    <a:pt x="1820" y="1578"/>
                    <a:pt x="1809" y="1561"/>
                  </a:cubicBezTo>
                  <a:cubicBezTo>
                    <a:pt x="1804" y="1550"/>
                    <a:pt x="1801" y="1542"/>
                    <a:pt x="1790" y="1531"/>
                  </a:cubicBezTo>
                  <a:lnTo>
                    <a:pt x="2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10" name="Google Shape;2710;p101">
              <a:extLst>
                <a:ext uri="{FF2B5EF4-FFF2-40B4-BE49-F238E27FC236}">
                  <a16:creationId xmlns:a16="http://schemas.microsoft.com/office/drawing/2014/main" id="{3A48AE18-5BC5-B59C-793E-D2B23CA2FE5F}"/>
                </a:ext>
              </a:extLst>
            </p:cNvPr>
            <p:cNvSpPr/>
            <p:nvPr/>
          </p:nvSpPr>
          <p:spPr>
            <a:xfrm>
              <a:off x="5702913" y="1863475"/>
              <a:ext cx="24100" cy="34425"/>
            </a:xfrm>
            <a:custGeom>
              <a:avLst/>
              <a:gdLst/>
              <a:ahLst/>
              <a:cxnLst/>
              <a:rect l="l" t="t" r="r" b="b"/>
              <a:pathLst>
                <a:path w="964" h="1377" extrusionOk="0">
                  <a:moveTo>
                    <a:pt x="655" y="0"/>
                  </a:moveTo>
                  <a:cubicBezTo>
                    <a:pt x="540" y="0"/>
                    <a:pt x="432" y="73"/>
                    <a:pt x="394" y="190"/>
                  </a:cubicBezTo>
                  <a:lnTo>
                    <a:pt x="0" y="1365"/>
                  </a:lnTo>
                  <a:cubicBezTo>
                    <a:pt x="135" y="1374"/>
                    <a:pt x="270" y="1376"/>
                    <a:pt x="405" y="1376"/>
                  </a:cubicBezTo>
                  <a:cubicBezTo>
                    <a:pt x="463" y="1376"/>
                    <a:pt x="521" y="1371"/>
                    <a:pt x="578" y="1371"/>
                  </a:cubicBezTo>
                  <a:lnTo>
                    <a:pt x="917" y="361"/>
                  </a:lnTo>
                  <a:cubicBezTo>
                    <a:pt x="964" y="217"/>
                    <a:pt x="887" y="63"/>
                    <a:pt x="741" y="14"/>
                  </a:cubicBezTo>
                  <a:cubicBezTo>
                    <a:pt x="713" y="4"/>
                    <a:pt x="684" y="0"/>
                    <a:pt x="6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11" name="Google Shape;2711;p101">
              <a:extLst>
                <a:ext uri="{FF2B5EF4-FFF2-40B4-BE49-F238E27FC236}">
                  <a16:creationId xmlns:a16="http://schemas.microsoft.com/office/drawing/2014/main" id="{894ED70E-3421-B2C9-C892-4BA510CB5893}"/>
                </a:ext>
              </a:extLst>
            </p:cNvPr>
            <p:cNvSpPr/>
            <p:nvPr/>
          </p:nvSpPr>
          <p:spPr>
            <a:xfrm>
              <a:off x="5787688" y="1794625"/>
              <a:ext cx="88000" cy="41250"/>
            </a:xfrm>
            <a:custGeom>
              <a:avLst/>
              <a:gdLst/>
              <a:ahLst/>
              <a:cxnLst/>
              <a:rect l="l" t="t" r="r" b="b"/>
              <a:pathLst>
                <a:path w="3520" h="1650" extrusionOk="0">
                  <a:moveTo>
                    <a:pt x="315" y="0"/>
                  </a:moveTo>
                  <a:cubicBezTo>
                    <a:pt x="197" y="0"/>
                    <a:pt x="89" y="77"/>
                    <a:pt x="53" y="194"/>
                  </a:cubicBezTo>
                  <a:cubicBezTo>
                    <a:pt x="6" y="340"/>
                    <a:pt x="89" y="494"/>
                    <a:pt x="238" y="538"/>
                  </a:cubicBezTo>
                  <a:lnTo>
                    <a:pt x="951" y="752"/>
                  </a:lnTo>
                  <a:lnTo>
                    <a:pt x="194" y="1130"/>
                  </a:lnTo>
                  <a:cubicBezTo>
                    <a:pt x="56" y="1198"/>
                    <a:pt x="1" y="1364"/>
                    <a:pt x="70" y="1499"/>
                  </a:cubicBezTo>
                  <a:cubicBezTo>
                    <a:pt x="117" y="1595"/>
                    <a:pt x="213" y="1650"/>
                    <a:pt x="318" y="1650"/>
                  </a:cubicBezTo>
                  <a:cubicBezTo>
                    <a:pt x="359" y="1650"/>
                    <a:pt x="400" y="1639"/>
                    <a:pt x="441" y="1622"/>
                  </a:cubicBezTo>
                  <a:lnTo>
                    <a:pt x="1722" y="981"/>
                  </a:lnTo>
                  <a:lnTo>
                    <a:pt x="3134" y="1405"/>
                  </a:lnTo>
                  <a:cubicBezTo>
                    <a:pt x="3269" y="1256"/>
                    <a:pt x="3398" y="1105"/>
                    <a:pt x="3519" y="948"/>
                  </a:cubicBezTo>
                  <a:lnTo>
                    <a:pt x="395" y="12"/>
                  </a:lnTo>
                  <a:cubicBezTo>
                    <a:pt x="368" y="4"/>
                    <a:pt x="341" y="0"/>
                    <a:pt x="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12" name="Google Shape;2712;p101">
              <a:extLst>
                <a:ext uri="{FF2B5EF4-FFF2-40B4-BE49-F238E27FC236}">
                  <a16:creationId xmlns:a16="http://schemas.microsoft.com/office/drawing/2014/main" id="{AB953BF9-5D05-9DA3-9ECA-BC186114A497}"/>
                </a:ext>
              </a:extLst>
            </p:cNvPr>
            <p:cNvSpPr/>
            <p:nvPr/>
          </p:nvSpPr>
          <p:spPr>
            <a:xfrm>
              <a:off x="5781838" y="1498475"/>
              <a:ext cx="33700" cy="89650"/>
            </a:xfrm>
            <a:custGeom>
              <a:avLst/>
              <a:gdLst/>
              <a:ahLst/>
              <a:cxnLst/>
              <a:rect l="l" t="t" r="r" b="b"/>
              <a:pathLst>
                <a:path w="1348" h="3586" extrusionOk="0">
                  <a:moveTo>
                    <a:pt x="1098" y="1"/>
                  </a:moveTo>
                  <a:cubicBezTo>
                    <a:pt x="1096" y="1"/>
                    <a:pt x="1094" y="1"/>
                    <a:pt x="1091" y="1"/>
                  </a:cubicBezTo>
                  <a:cubicBezTo>
                    <a:pt x="984" y="6"/>
                    <a:pt x="887" y="70"/>
                    <a:pt x="846" y="172"/>
                  </a:cubicBezTo>
                  <a:lnTo>
                    <a:pt x="20" y="2099"/>
                  </a:lnTo>
                  <a:cubicBezTo>
                    <a:pt x="6" y="2137"/>
                    <a:pt x="1" y="2170"/>
                    <a:pt x="1" y="2209"/>
                  </a:cubicBezTo>
                  <a:lnTo>
                    <a:pt x="1" y="3310"/>
                  </a:lnTo>
                  <a:cubicBezTo>
                    <a:pt x="1" y="3431"/>
                    <a:pt x="75" y="3536"/>
                    <a:pt x="194" y="3572"/>
                  </a:cubicBezTo>
                  <a:cubicBezTo>
                    <a:pt x="221" y="3583"/>
                    <a:pt x="249" y="3585"/>
                    <a:pt x="276" y="3585"/>
                  </a:cubicBezTo>
                  <a:cubicBezTo>
                    <a:pt x="362" y="3585"/>
                    <a:pt x="447" y="3544"/>
                    <a:pt x="499" y="3467"/>
                  </a:cubicBezTo>
                  <a:lnTo>
                    <a:pt x="777" y="3076"/>
                  </a:lnTo>
                  <a:lnTo>
                    <a:pt x="708" y="2066"/>
                  </a:lnTo>
                  <a:lnTo>
                    <a:pt x="1347" y="152"/>
                  </a:lnTo>
                  <a:cubicBezTo>
                    <a:pt x="1299" y="58"/>
                    <a:pt x="1203" y="1"/>
                    <a:pt x="1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13" name="Google Shape;2713;p101">
              <a:extLst>
                <a:ext uri="{FF2B5EF4-FFF2-40B4-BE49-F238E27FC236}">
                  <a16:creationId xmlns:a16="http://schemas.microsoft.com/office/drawing/2014/main" id="{BE7E27DA-415E-DAE7-7852-6B5480F21A5B}"/>
                </a:ext>
              </a:extLst>
            </p:cNvPr>
            <p:cNvSpPr/>
            <p:nvPr/>
          </p:nvSpPr>
          <p:spPr>
            <a:xfrm>
              <a:off x="5809388" y="1512350"/>
              <a:ext cx="79650" cy="130825"/>
            </a:xfrm>
            <a:custGeom>
              <a:avLst/>
              <a:gdLst/>
              <a:ahLst/>
              <a:cxnLst/>
              <a:rect l="l" t="t" r="r" b="b"/>
              <a:pathLst>
                <a:path w="3186" h="5233" extrusionOk="0">
                  <a:moveTo>
                    <a:pt x="2482" y="0"/>
                  </a:moveTo>
                  <a:cubicBezTo>
                    <a:pt x="2473" y="0"/>
                    <a:pt x="2463" y="1"/>
                    <a:pt x="2453" y="2"/>
                  </a:cubicBezTo>
                  <a:cubicBezTo>
                    <a:pt x="2368" y="8"/>
                    <a:pt x="2288" y="57"/>
                    <a:pt x="2244" y="131"/>
                  </a:cubicBezTo>
                  <a:lnTo>
                    <a:pt x="41" y="3710"/>
                  </a:lnTo>
                  <a:cubicBezTo>
                    <a:pt x="14" y="3757"/>
                    <a:pt x="0" y="3807"/>
                    <a:pt x="0" y="3856"/>
                  </a:cubicBezTo>
                  <a:lnTo>
                    <a:pt x="0" y="4957"/>
                  </a:lnTo>
                  <a:cubicBezTo>
                    <a:pt x="0" y="5056"/>
                    <a:pt x="52" y="5147"/>
                    <a:pt x="141" y="5197"/>
                  </a:cubicBezTo>
                  <a:cubicBezTo>
                    <a:pt x="182" y="5222"/>
                    <a:pt x="231" y="5233"/>
                    <a:pt x="275" y="5233"/>
                  </a:cubicBezTo>
                  <a:cubicBezTo>
                    <a:pt x="322" y="5233"/>
                    <a:pt x="375" y="5219"/>
                    <a:pt x="416" y="5194"/>
                  </a:cubicBezTo>
                  <a:lnTo>
                    <a:pt x="446" y="5172"/>
                  </a:lnTo>
                  <a:lnTo>
                    <a:pt x="3185" y="668"/>
                  </a:lnTo>
                  <a:lnTo>
                    <a:pt x="2684" y="93"/>
                  </a:lnTo>
                  <a:cubicBezTo>
                    <a:pt x="2633" y="37"/>
                    <a:pt x="2558" y="0"/>
                    <a:pt x="24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14" name="Google Shape;2714;p101">
              <a:extLst>
                <a:ext uri="{FF2B5EF4-FFF2-40B4-BE49-F238E27FC236}">
                  <a16:creationId xmlns:a16="http://schemas.microsoft.com/office/drawing/2014/main" id="{3D685445-9177-BD58-24B6-749669619BEA}"/>
                </a:ext>
              </a:extLst>
            </p:cNvPr>
            <p:cNvSpPr/>
            <p:nvPr/>
          </p:nvSpPr>
          <p:spPr>
            <a:xfrm>
              <a:off x="5830038" y="1650075"/>
              <a:ext cx="79150" cy="36400"/>
            </a:xfrm>
            <a:custGeom>
              <a:avLst/>
              <a:gdLst/>
              <a:ahLst/>
              <a:cxnLst/>
              <a:rect l="l" t="t" r="r" b="b"/>
              <a:pathLst>
                <a:path w="3166" h="1456" extrusionOk="0">
                  <a:moveTo>
                    <a:pt x="1376" y="0"/>
                  </a:moveTo>
                  <a:cubicBezTo>
                    <a:pt x="1333" y="0"/>
                    <a:pt x="1290" y="9"/>
                    <a:pt x="1253" y="29"/>
                  </a:cubicBezTo>
                  <a:lnTo>
                    <a:pt x="151" y="580"/>
                  </a:lnTo>
                  <a:cubicBezTo>
                    <a:pt x="58" y="629"/>
                    <a:pt x="0" y="720"/>
                    <a:pt x="0" y="828"/>
                  </a:cubicBezTo>
                  <a:cubicBezTo>
                    <a:pt x="0" y="935"/>
                    <a:pt x="58" y="1029"/>
                    <a:pt x="151" y="1075"/>
                  </a:cubicBezTo>
                  <a:lnTo>
                    <a:pt x="909" y="1455"/>
                  </a:lnTo>
                  <a:cubicBezTo>
                    <a:pt x="1214" y="1125"/>
                    <a:pt x="1514" y="756"/>
                    <a:pt x="1514" y="756"/>
                  </a:cubicBezTo>
                  <a:lnTo>
                    <a:pt x="3166" y="197"/>
                  </a:lnTo>
                  <a:lnTo>
                    <a:pt x="1407" y="2"/>
                  </a:lnTo>
                  <a:cubicBezTo>
                    <a:pt x="1397" y="1"/>
                    <a:pt x="1386" y="0"/>
                    <a:pt x="13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2722" name="Google Shape;2722;p101">
            <a:extLst>
              <a:ext uri="{FF2B5EF4-FFF2-40B4-BE49-F238E27FC236}">
                <a16:creationId xmlns:a16="http://schemas.microsoft.com/office/drawing/2014/main" id="{93EA8529-525A-DF67-02B8-23977A025746}"/>
              </a:ext>
            </a:extLst>
          </p:cNvPr>
          <p:cNvSpPr txBox="1">
            <a:spLocks noGrp="1"/>
          </p:cNvSpPr>
          <p:nvPr>
            <p:ph type="body" idx="4294967295"/>
          </p:nvPr>
        </p:nvSpPr>
        <p:spPr>
          <a:xfrm>
            <a:off x="5960575" y="2823375"/>
            <a:ext cx="2470200" cy="386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de-DE" noProof="1"/>
              <a:t>Umfassende Planung der UI</a:t>
            </a:r>
          </a:p>
        </p:txBody>
      </p:sp>
      <p:sp>
        <p:nvSpPr>
          <p:cNvPr id="2723" name="Google Shape;2723;p101">
            <a:extLst>
              <a:ext uri="{FF2B5EF4-FFF2-40B4-BE49-F238E27FC236}">
                <a16:creationId xmlns:a16="http://schemas.microsoft.com/office/drawing/2014/main" id="{D252767A-31C7-58B5-66A4-84EF5878079D}"/>
              </a:ext>
            </a:extLst>
          </p:cNvPr>
          <p:cNvSpPr txBox="1">
            <a:spLocks noGrp="1"/>
          </p:cNvSpPr>
          <p:nvPr>
            <p:ph type="body" idx="4294967295"/>
          </p:nvPr>
        </p:nvSpPr>
        <p:spPr>
          <a:xfrm>
            <a:off x="5960450" y="3825200"/>
            <a:ext cx="2470200" cy="386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de-DE" noProof="1"/>
              <a:t>Früh kommunizieren wenn etwas nicht funktioniert, statt es zu verstecken</a:t>
            </a:r>
          </a:p>
        </p:txBody>
      </p:sp>
      <p:sp>
        <p:nvSpPr>
          <p:cNvPr id="2724" name="Google Shape;2724;p101">
            <a:extLst>
              <a:ext uri="{FF2B5EF4-FFF2-40B4-BE49-F238E27FC236}">
                <a16:creationId xmlns:a16="http://schemas.microsoft.com/office/drawing/2014/main" id="{894611F2-1735-25AC-AA67-307C1CD05D1B}"/>
              </a:ext>
            </a:extLst>
          </p:cNvPr>
          <p:cNvSpPr txBox="1">
            <a:spLocks noGrp="1"/>
          </p:cNvSpPr>
          <p:nvPr>
            <p:ph type="subTitle" idx="4294967295"/>
          </p:nvPr>
        </p:nvSpPr>
        <p:spPr>
          <a:xfrm>
            <a:off x="5960450" y="2278200"/>
            <a:ext cx="2470200" cy="54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sz="2000" noProof="1">
                <a:solidFill>
                  <a:schemeClr val="dk1"/>
                </a:solidFill>
              </a:rPr>
              <a:t>Logik</a:t>
            </a:r>
          </a:p>
        </p:txBody>
      </p:sp>
      <p:sp>
        <p:nvSpPr>
          <p:cNvPr id="2725" name="Google Shape;2725;p101">
            <a:extLst>
              <a:ext uri="{FF2B5EF4-FFF2-40B4-BE49-F238E27FC236}">
                <a16:creationId xmlns:a16="http://schemas.microsoft.com/office/drawing/2014/main" id="{F184489E-5F8E-B487-30D9-EDCDDF653517}"/>
              </a:ext>
            </a:extLst>
          </p:cNvPr>
          <p:cNvSpPr txBox="1">
            <a:spLocks noGrp="1"/>
          </p:cNvSpPr>
          <p:nvPr>
            <p:ph type="body" idx="4294967295"/>
          </p:nvPr>
        </p:nvSpPr>
        <p:spPr>
          <a:xfrm>
            <a:off x="5960450" y="3281084"/>
            <a:ext cx="2470200" cy="386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de-DE" noProof="1"/>
              <a:t>Mehr Transparenz innerhalb des Teams</a:t>
            </a:r>
          </a:p>
        </p:txBody>
      </p:sp>
      <p:grpSp>
        <p:nvGrpSpPr>
          <p:cNvPr id="2726" name="Google Shape;2726;p101">
            <a:extLst>
              <a:ext uri="{FF2B5EF4-FFF2-40B4-BE49-F238E27FC236}">
                <a16:creationId xmlns:a16="http://schemas.microsoft.com/office/drawing/2014/main" id="{3EBCEBBB-4516-459A-6FDF-9B410D293C5D}"/>
              </a:ext>
            </a:extLst>
          </p:cNvPr>
          <p:cNvGrpSpPr/>
          <p:nvPr/>
        </p:nvGrpSpPr>
        <p:grpSpPr>
          <a:xfrm>
            <a:off x="5431475" y="3332688"/>
            <a:ext cx="406775" cy="440275"/>
            <a:chOff x="3550838" y="3439125"/>
            <a:chExt cx="406775" cy="440275"/>
          </a:xfrm>
        </p:grpSpPr>
        <p:sp>
          <p:nvSpPr>
            <p:cNvPr id="2727" name="Google Shape;2727;p101">
              <a:extLst>
                <a:ext uri="{FF2B5EF4-FFF2-40B4-BE49-F238E27FC236}">
                  <a16:creationId xmlns:a16="http://schemas.microsoft.com/office/drawing/2014/main" id="{6969B248-4DE5-A225-C75A-EC46C75FAED3}"/>
                </a:ext>
              </a:extLst>
            </p:cNvPr>
            <p:cNvSpPr/>
            <p:nvPr/>
          </p:nvSpPr>
          <p:spPr>
            <a:xfrm>
              <a:off x="3550838" y="3439125"/>
              <a:ext cx="406775" cy="440275"/>
            </a:xfrm>
            <a:custGeom>
              <a:avLst/>
              <a:gdLst/>
              <a:ahLst/>
              <a:cxnLst/>
              <a:rect l="l" t="t" r="r" b="b"/>
              <a:pathLst>
                <a:path w="16271" h="17611" extrusionOk="0">
                  <a:moveTo>
                    <a:pt x="8136" y="551"/>
                  </a:moveTo>
                  <a:cubicBezTo>
                    <a:pt x="8909" y="551"/>
                    <a:pt x="9746" y="2037"/>
                    <a:pt x="10220" y="4452"/>
                  </a:cubicBezTo>
                  <a:cubicBezTo>
                    <a:pt x="9570" y="4697"/>
                    <a:pt x="8874" y="5002"/>
                    <a:pt x="8136" y="5371"/>
                  </a:cubicBezTo>
                  <a:cubicBezTo>
                    <a:pt x="7395" y="5002"/>
                    <a:pt x="6699" y="4697"/>
                    <a:pt x="6049" y="4452"/>
                  </a:cubicBezTo>
                  <a:cubicBezTo>
                    <a:pt x="6525" y="2037"/>
                    <a:pt x="7357" y="551"/>
                    <a:pt x="8136" y="551"/>
                  </a:cubicBezTo>
                  <a:close/>
                  <a:moveTo>
                    <a:pt x="5947" y="5022"/>
                  </a:moveTo>
                  <a:cubicBezTo>
                    <a:pt x="6448" y="5209"/>
                    <a:pt x="6971" y="5434"/>
                    <a:pt x="7516" y="5688"/>
                  </a:cubicBezTo>
                  <a:cubicBezTo>
                    <a:pt x="7222" y="5842"/>
                    <a:pt x="6924" y="6007"/>
                    <a:pt x="6616" y="6186"/>
                  </a:cubicBezTo>
                  <a:cubicBezTo>
                    <a:pt x="6311" y="6362"/>
                    <a:pt x="6019" y="6538"/>
                    <a:pt x="5741" y="6715"/>
                  </a:cubicBezTo>
                  <a:cubicBezTo>
                    <a:pt x="5787" y="6114"/>
                    <a:pt x="5859" y="5550"/>
                    <a:pt x="5947" y="5022"/>
                  </a:cubicBezTo>
                  <a:close/>
                  <a:moveTo>
                    <a:pt x="10319" y="5024"/>
                  </a:moveTo>
                  <a:cubicBezTo>
                    <a:pt x="10407" y="5550"/>
                    <a:pt x="10479" y="6114"/>
                    <a:pt x="10525" y="6717"/>
                  </a:cubicBezTo>
                  <a:cubicBezTo>
                    <a:pt x="10245" y="6541"/>
                    <a:pt x="9953" y="6365"/>
                    <a:pt x="9650" y="6192"/>
                  </a:cubicBezTo>
                  <a:cubicBezTo>
                    <a:pt x="9342" y="6015"/>
                    <a:pt x="9047" y="5850"/>
                    <a:pt x="8750" y="5691"/>
                  </a:cubicBezTo>
                  <a:cubicBezTo>
                    <a:pt x="9295" y="5434"/>
                    <a:pt x="9821" y="5214"/>
                    <a:pt x="10319" y="5024"/>
                  </a:cubicBezTo>
                  <a:close/>
                  <a:moveTo>
                    <a:pt x="11145" y="7783"/>
                  </a:moveTo>
                  <a:cubicBezTo>
                    <a:pt x="11638" y="8127"/>
                    <a:pt x="12095" y="8471"/>
                    <a:pt x="12507" y="8810"/>
                  </a:cubicBezTo>
                  <a:cubicBezTo>
                    <a:pt x="12095" y="9151"/>
                    <a:pt x="11638" y="9490"/>
                    <a:pt x="11145" y="9834"/>
                  </a:cubicBezTo>
                  <a:cubicBezTo>
                    <a:pt x="11156" y="9503"/>
                    <a:pt x="11164" y="9159"/>
                    <a:pt x="11164" y="8810"/>
                  </a:cubicBezTo>
                  <a:cubicBezTo>
                    <a:pt x="11164" y="8457"/>
                    <a:pt x="11156" y="8113"/>
                    <a:pt x="11145" y="7783"/>
                  </a:cubicBezTo>
                  <a:close/>
                  <a:moveTo>
                    <a:pt x="5124" y="7788"/>
                  </a:moveTo>
                  <a:cubicBezTo>
                    <a:pt x="5113" y="8119"/>
                    <a:pt x="5107" y="8463"/>
                    <a:pt x="5107" y="8812"/>
                  </a:cubicBezTo>
                  <a:cubicBezTo>
                    <a:pt x="5107" y="9165"/>
                    <a:pt x="5113" y="9509"/>
                    <a:pt x="5124" y="9839"/>
                  </a:cubicBezTo>
                  <a:cubicBezTo>
                    <a:pt x="4628" y="9495"/>
                    <a:pt x="4174" y="9154"/>
                    <a:pt x="3761" y="8812"/>
                  </a:cubicBezTo>
                  <a:cubicBezTo>
                    <a:pt x="4174" y="8471"/>
                    <a:pt x="4628" y="8127"/>
                    <a:pt x="5124" y="7788"/>
                  </a:cubicBezTo>
                  <a:close/>
                  <a:moveTo>
                    <a:pt x="8136" y="5993"/>
                  </a:moveTo>
                  <a:cubicBezTo>
                    <a:pt x="8540" y="6200"/>
                    <a:pt x="8953" y="6423"/>
                    <a:pt x="9375" y="6665"/>
                  </a:cubicBezTo>
                  <a:cubicBezTo>
                    <a:pt x="9793" y="6905"/>
                    <a:pt x="10192" y="7152"/>
                    <a:pt x="10575" y="7400"/>
                  </a:cubicBezTo>
                  <a:cubicBezTo>
                    <a:pt x="10597" y="7854"/>
                    <a:pt x="10613" y="8325"/>
                    <a:pt x="10613" y="8810"/>
                  </a:cubicBezTo>
                  <a:cubicBezTo>
                    <a:pt x="10613" y="9294"/>
                    <a:pt x="10597" y="9765"/>
                    <a:pt x="10575" y="10216"/>
                  </a:cubicBezTo>
                  <a:cubicBezTo>
                    <a:pt x="10192" y="10464"/>
                    <a:pt x="9793" y="10712"/>
                    <a:pt x="9375" y="10954"/>
                  </a:cubicBezTo>
                  <a:cubicBezTo>
                    <a:pt x="8953" y="11194"/>
                    <a:pt x="8540" y="11417"/>
                    <a:pt x="8136" y="11623"/>
                  </a:cubicBezTo>
                  <a:cubicBezTo>
                    <a:pt x="7728" y="11417"/>
                    <a:pt x="7315" y="11194"/>
                    <a:pt x="6897" y="10954"/>
                  </a:cubicBezTo>
                  <a:cubicBezTo>
                    <a:pt x="6476" y="10712"/>
                    <a:pt x="6077" y="10464"/>
                    <a:pt x="5694" y="10216"/>
                  </a:cubicBezTo>
                  <a:cubicBezTo>
                    <a:pt x="5666" y="9765"/>
                    <a:pt x="5658" y="9294"/>
                    <a:pt x="5658" y="8810"/>
                  </a:cubicBezTo>
                  <a:cubicBezTo>
                    <a:pt x="5658" y="8325"/>
                    <a:pt x="5672" y="7852"/>
                    <a:pt x="5694" y="7400"/>
                  </a:cubicBezTo>
                  <a:cubicBezTo>
                    <a:pt x="6077" y="7155"/>
                    <a:pt x="6476" y="6905"/>
                    <a:pt x="6897" y="6665"/>
                  </a:cubicBezTo>
                  <a:cubicBezTo>
                    <a:pt x="7315" y="6423"/>
                    <a:pt x="7728" y="6200"/>
                    <a:pt x="8136" y="5993"/>
                  </a:cubicBezTo>
                  <a:close/>
                  <a:moveTo>
                    <a:pt x="5741" y="10905"/>
                  </a:moveTo>
                  <a:cubicBezTo>
                    <a:pt x="6021" y="11081"/>
                    <a:pt x="6313" y="11257"/>
                    <a:pt x="6616" y="11430"/>
                  </a:cubicBezTo>
                  <a:cubicBezTo>
                    <a:pt x="6924" y="11607"/>
                    <a:pt x="7219" y="11772"/>
                    <a:pt x="7516" y="11931"/>
                  </a:cubicBezTo>
                  <a:cubicBezTo>
                    <a:pt x="6971" y="12187"/>
                    <a:pt x="6445" y="12408"/>
                    <a:pt x="5947" y="12598"/>
                  </a:cubicBezTo>
                  <a:cubicBezTo>
                    <a:pt x="5859" y="12069"/>
                    <a:pt x="5790" y="11502"/>
                    <a:pt x="5741" y="10905"/>
                  </a:cubicBezTo>
                  <a:close/>
                  <a:moveTo>
                    <a:pt x="10525" y="10905"/>
                  </a:moveTo>
                  <a:lnTo>
                    <a:pt x="10525" y="10905"/>
                  </a:lnTo>
                  <a:cubicBezTo>
                    <a:pt x="10479" y="11505"/>
                    <a:pt x="10407" y="12072"/>
                    <a:pt x="10319" y="12598"/>
                  </a:cubicBezTo>
                  <a:cubicBezTo>
                    <a:pt x="9821" y="12408"/>
                    <a:pt x="9295" y="12187"/>
                    <a:pt x="8750" y="11931"/>
                  </a:cubicBezTo>
                  <a:cubicBezTo>
                    <a:pt x="9044" y="11775"/>
                    <a:pt x="9342" y="11609"/>
                    <a:pt x="9650" y="11430"/>
                  </a:cubicBezTo>
                  <a:cubicBezTo>
                    <a:pt x="9955" y="11257"/>
                    <a:pt x="10247" y="11081"/>
                    <a:pt x="10525" y="10905"/>
                  </a:cubicBezTo>
                  <a:close/>
                  <a:moveTo>
                    <a:pt x="12948" y="9184"/>
                  </a:moveTo>
                  <a:cubicBezTo>
                    <a:pt x="14803" y="10803"/>
                    <a:pt x="15673" y="12267"/>
                    <a:pt x="15285" y="12939"/>
                  </a:cubicBezTo>
                  <a:cubicBezTo>
                    <a:pt x="15102" y="13256"/>
                    <a:pt x="14627" y="13418"/>
                    <a:pt x="13932" y="13418"/>
                  </a:cubicBezTo>
                  <a:cubicBezTo>
                    <a:pt x="13152" y="13418"/>
                    <a:pt x="12095" y="13214"/>
                    <a:pt x="10864" y="12793"/>
                  </a:cubicBezTo>
                  <a:cubicBezTo>
                    <a:pt x="10977" y="12110"/>
                    <a:pt x="11062" y="11353"/>
                    <a:pt x="11112" y="10530"/>
                  </a:cubicBezTo>
                  <a:cubicBezTo>
                    <a:pt x="11800" y="10076"/>
                    <a:pt x="12411" y="9624"/>
                    <a:pt x="12948" y="9184"/>
                  </a:cubicBezTo>
                  <a:close/>
                  <a:moveTo>
                    <a:pt x="3318" y="9181"/>
                  </a:moveTo>
                  <a:cubicBezTo>
                    <a:pt x="3852" y="9622"/>
                    <a:pt x="4466" y="10073"/>
                    <a:pt x="5154" y="10527"/>
                  </a:cubicBezTo>
                  <a:cubicBezTo>
                    <a:pt x="5204" y="11348"/>
                    <a:pt x="5289" y="12105"/>
                    <a:pt x="5402" y="12790"/>
                  </a:cubicBezTo>
                  <a:cubicBezTo>
                    <a:pt x="4170" y="13214"/>
                    <a:pt x="3113" y="13420"/>
                    <a:pt x="2333" y="13420"/>
                  </a:cubicBezTo>
                  <a:cubicBezTo>
                    <a:pt x="1638" y="13420"/>
                    <a:pt x="1164" y="13257"/>
                    <a:pt x="981" y="12939"/>
                  </a:cubicBezTo>
                  <a:cubicBezTo>
                    <a:pt x="590" y="12267"/>
                    <a:pt x="1463" y="10803"/>
                    <a:pt x="3318" y="9181"/>
                  </a:cubicBezTo>
                  <a:close/>
                  <a:moveTo>
                    <a:pt x="8136" y="0"/>
                  </a:moveTo>
                  <a:cubicBezTo>
                    <a:pt x="7123" y="0"/>
                    <a:pt x="6066" y="1470"/>
                    <a:pt x="5509" y="4259"/>
                  </a:cubicBezTo>
                  <a:cubicBezTo>
                    <a:pt x="4283" y="3844"/>
                    <a:pt x="3242" y="3655"/>
                    <a:pt x="2423" y="3655"/>
                  </a:cubicBezTo>
                  <a:cubicBezTo>
                    <a:pt x="1443" y="3655"/>
                    <a:pt x="782" y="3926"/>
                    <a:pt x="505" y="4405"/>
                  </a:cubicBezTo>
                  <a:cubicBezTo>
                    <a:pt x="257" y="4834"/>
                    <a:pt x="309" y="5448"/>
                    <a:pt x="678" y="6183"/>
                  </a:cubicBezTo>
                  <a:cubicBezTo>
                    <a:pt x="794" y="6043"/>
                    <a:pt x="945" y="5930"/>
                    <a:pt x="1121" y="5861"/>
                  </a:cubicBezTo>
                  <a:cubicBezTo>
                    <a:pt x="876" y="5366"/>
                    <a:pt x="827" y="4955"/>
                    <a:pt x="984" y="4680"/>
                  </a:cubicBezTo>
                  <a:cubicBezTo>
                    <a:pt x="1167" y="4363"/>
                    <a:pt x="1644" y="4200"/>
                    <a:pt x="2341" y="4200"/>
                  </a:cubicBezTo>
                  <a:cubicBezTo>
                    <a:pt x="3121" y="4200"/>
                    <a:pt x="4176" y="4403"/>
                    <a:pt x="5405" y="4823"/>
                  </a:cubicBezTo>
                  <a:cubicBezTo>
                    <a:pt x="5292" y="5509"/>
                    <a:pt x="5207" y="6266"/>
                    <a:pt x="5157" y="7089"/>
                  </a:cubicBezTo>
                  <a:cubicBezTo>
                    <a:pt x="4469" y="7543"/>
                    <a:pt x="3858" y="7995"/>
                    <a:pt x="3321" y="8435"/>
                  </a:cubicBezTo>
                  <a:cubicBezTo>
                    <a:pt x="2979" y="8135"/>
                    <a:pt x="2671" y="7843"/>
                    <a:pt x="2396" y="7557"/>
                  </a:cubicBezTo>
                  <a:cubicBezTo>
                    <a:pt x="2277" y="7708"/>
                    <a:pt x="2120" y="7830"/>
                    <a:pt x="1936" y="7901"/>
                  </a:cubicBezTo>
                  <a:cubicBezTo>
                    <a:pt x="2211" y="8193"/>
                    <a:pt x="2528" y="8496"/>
                    <a:pt x="2880" y="8807"/>
                  </a:cubicBezTo>
                  <a:cubicBezTo>
                    <a:pt x="744" y="10684"/>
                    <a:pt x="1" y="12333"/>
                    <a:pt x="505" y="13212"/>
                  </a:cubicBezTo>
                  <a:cubicBezTo>
                    <a:pt x="780" y="13688"/>
                    <a:pt x="1440" y="13959"/>
                    <a:pt x="2420" y="13959"/>
                  </a:cubicBezTo>
                  <a:cubicBezTo>
                    <a:pt x="3238" y="13959"/>
                    <a:pt x="4281" y="13770"/>
                    <a:pt x="5509" y="13355"/>
                  </a:cubicBezTo>
                  <a:cubicBezTo>
                    <a:pt x="5611" y="13875"/>
                    <a:pt x="5732" y="14346"/>
                    <a:pt x="5867" y="14773"/>
                  </a:cubicBezTo>
                  <a:cubicBezTo>
                    <a:pt x="6021" y="14668"/>
                    <a:pt x="6203" y="14599"/>
                    <a:pt x="6404" y="14585"/>
                  </a:cubicBezTo>
                  <a:cubicBezTo>
                    <a:pt x="6272" y="14156"/>
                    <a:pt x="6154" y="13682"/>
                    <a:pt x="6049" y="13159"/>
                  </a:cubicBezTo>
                  <a:cubicBezTo>
                    <a:pt x="6699" y="12914"/>
                    <a:pt x="7395" y="12609"/>
                    <a:pt x="8136" y="12240"/>
                  </a:cubicBezTo>
                  <a:cubicBezTo>
                    <a:pt x="8874" y="12609"/>
                    <a:pt x="9570" y="12914"/>
                    <a:pt x="10220" y="13159"/>
                  </a:cubicBezTo>
                  <a:cubicBezTo>
                    <a:pt x="9746" y="15574"/>
                    <a:pt x="8909" y="17060"/>
                    <a:pt x="8136" y="17060"/>
                  </a:cubicBezTo>
                  <a:cubicBezTo>
                    <a:pt x="7847" y="17060"/>
                    <a:pt x="7547" y="16851"/>
                    <a:pt x="7260" y="16466"/>
                  </a:cubicBezTo>
                  <a:cubicBezTo>
                    <a:pt x="7134" y="16592"/>
                    <a:pt x="6974" y="16689"/>
                    <a:pt x="6795" y="16741"/>
                  </a:cubicBezTo>
                  <a:cubicBezTo>
                    <a:pt x="7219" y="17316"/>
                    <a:pt x="7681" y="17611"/>
                    <a:pt x="8136" y="17611"/>
                  </a:cubicBezTo>
                  <a:cubicBezTo>
                    <a:pt x="9146" y="17611"/>
                    <a:pt x="10203" y="16143"/>
                    <a:pt x="10759" y="13352"/>
                  </a:cubicBezTo>
                  <a:cubicBezTo>
                    <a:pt x="11986" y="13767"/>
                    <a:pt x="13027" y="13956"/>
                    <a:pt x="13845" y="13956"/>
                  </a:cubicBezTo>
                  <a:cubicBezTo>
                    <a:pt x="14826" y="13956"/>
                    <a:pt x="15487" y="13685"/>
                    <a:pt x="15764" y="13206"/>
                  </a:cubicBezTo>
                  <a:cubicBezTo>
                    <a:pt x="16271" y="12339"/>
                    <a:pt x="15522" y="10687"/>
                    <a:pt x="13388" y="8810"/>
                  </a:cubicBezTo>
                  <a:cubicBezTo>
                    <a:pt x="15527" y="6929"/>
                    <a:pt x="16271" y="5283"/>
                    <a:pt x="15764" y="4405"/>
                  </a:cubicBezTo>
                  <a:cubicBezTo>
                    <a:pt x="15489" y="3925"/>
                    <a:pt x="14825" y="3653"/>
                    <a:pt x="13839" y="3653"/>
                  </a:cubicBezTo>
                  <a:cubicBezTo>
                    <a:pt x="13829" y="3653"/>
                    <a:pt x="13820" y="3653"/>
                    <a:pt x="13810" y="3653"/>
                  </a:cubicBezTo>
                  <a:cubicBezTo>
                    <a:pt x="13878" y="3799"/>
                    <a:pt x="13917" y="3956"/>
                    <a:pt x="13917" y="4130"/>
                  </a:cubicBezTo>
                  <a:cubicBezTo>
                    <a:pt x="13917" y="4152"/>
                    <a:pt x="13917" y="4176"/>
                    <a:pt x="13911" y="4201"/>
                  </a:cubicBezTo>
                  <a:cubicBezTo>
                    <a:pt x="13917" y="4201"/>
                    <a:pt x="13923" y="4201"/>
                    <a:pt x="13929" y="4201"/>
                  </a:cubicBezTo>
                  <a:cubicBezTo>
                    <a:pt x="14627" y="4201"/>
                    <a:pt x="15105" y="4361"/>
                    <a:pt x="15285" y="4680"/>
                  </a:cubicBezTo>
                  <a:cubicBezTo>
                    <a:pt x="15673" y="5352"/>
                    <a:pt x="14803" y="6816"/>
                    <a:pt x="12948" y="8438"/>
                  </a:cubicBezTo>
                  <a:cubicBezTo>
                    <a:pt x="12411" y="7997"/>
                    <a:pt x="11800" y="7546"/>
                    <a:pt x="11112" y="7092"/>
                  </a:cubicBezTo>
                  <a:cubicBezTo>
                    <a:pt x="11062" y="6269"/>
                    <a:pt x="10977" y="5512"/>
                    <a:pt x="10864" y="4826"/>
                  </a:cubicBezTo>
                  <a:cubicBezTo>
                    <a:pt x="11183" y="4716"/>
                    <a:pt x="11494" y="4620"/>
                    <a:pt x="11792" y="4543"/>
                  </a:cubicBezTo>
                  <a:cubicBezTo>
                    <a:pt x="11789" y="4534"/>
                    <a:pt x="11786" y="4529"/>
                    <a:pt x="11786" y="4520"/>
                  </a:cubicBezTo>
                  <a:cubicBezTo>
                    <a:pt x="11783" y="4515"/>
                    <a:pt x="11778" y="4504"/>
                    <a:pt x="11775" y="4496"/>
                  </a:cubicBezTo>
                  <a:cubicBezTo>
                    <a:pt x="11772" y="4490"/>
                    <a:pt x="11770" y="4479"/>
                    <a:pt x="11764" y="4474"/>
                  </a:cubicBezTo>
                  <a:cubicBezTo>
                    <a:pt x="11761" y="4465"/>
                    <a:pt x="11761" y="4457"/>
                    <a:pt x="11759" y="4449"/>
                  </a:cubicBezTo>
                  <a:cubicBezTo>
                    <a:pt x="11756" y="4438"/>
                    <a:pt x="11750" y="4432"/>
                    <a:pt x="11750" y="4421"/>
                  </a:cubicBezTo>
                  <a:cubicBezTo>
                    <a:pt x="11748" y="4416"/>
                    <a:pt x="11748" y="4405"/>
                    <a:pt x="11745" y="4397"/>
                  </a:cubicBezTo>
                  <a:cubicBezTo>
                    <a:pt x="11742" y="4388"/>
                    <a:pt x="11742" y="4380"/>
                    <a:pt x="11737" y="4369"/>
                  </a:cubicBezTo>
                  <a:cubicBezTo>
                    <a:pt x="11734" y="4364"/>
                    <a:pt x="11734" y="4355"/>
                    <a:pt x="11734" y="4347"/>
                  </a:cubicBezTo>
                  <a:cubicBezTo>
                    <a:pt x="11731" y="4336"/>
                    <a:pt x="11731" y="4325"/>
                    <a:pt x="11728" y="4314"/>
                  </a:cubicBezTo>
                  <a:cubicBezTo>
                    <a:pt x="11728" y="4309"/>
                    <a:pt x="11723" y="4300"/>
                    <a:pt x="11723" y="4292"/>
                  </a:cubicBezTo>
                  <a:cubicBezTo>
                    <a:pt x="11723" y="4281"/>
                    <a:pt x="11720" y="4270"/>
                    <a:pt x="11720" y="4259"/>
                  </a:cubicBezTo>
                  <a:cubicBezTo>
                    <a:pt x="11720" y="4253"/>
                    <a:pt x="11717" y="4245"/>
                    <a:pt x="11717" y="4240"/>
                  </a:cubicBezTo>
                  <a:cubicBezTo>
                    <a:pt x="11717" y="4229"/>
                    <a:pt x="11715" y="4215"/>
                    <a:pt x="11715" y="4204"/>
                  </a:cubicBezTo>
                  <a:lnTo>
                    <a:pt x="11715" y="4187"/>
                  </a:lnTo>
                  <a:lnTo>
                    <a:pt x="11715" y="4132"/>
                  </a:lnTo>
                  <a:cubicBezTo>
                    <a:pt x="11715" y="4077"/>
                    <a:pt x="11717" y="4025"/>
                    <a:pt x="11723" y="3970"/>
                  </a:cubicBezTo>
                  <a:lnTo>
                    <a:pt x="11723" y="3970"/>
                  </a:lnTo>
                  <a:cubicBezTo>
                    <a:pt x="11417" y="4050"/>
                    <a:pt x="11095" y="4146"/>
                    <a:pt x="10759" y="4259"/>
                  </a:cubicBezTo>
                  <a:cubicBezTo>
                    <a:pt x="10203" y="1470"/>
                    <a:pt x="9146" y="0"/>
                    <a:pt x="8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28" name="Google Shape;2728;p101">
              <a:extLst>
                <a:ext uri="{FF2B5EF4-FFF2-40B4-BE49-F238E27FC236}">
                  <a16:creationId xmlns:a16="http://schemas.microsoft.com/office/drawing/2014/main" id="{E0A0B5A4-34AB-4D25-6286-1DE50E9457AC}"/>
                </a:ext>
              </a:extLst>
            </p:cNvPr>
            <p:cNvSpPr/>
            <p:nvPr/>
          </p:nvSpPr>
          <p:spPr>
            <a:xfrm>
              <a:off x="3712913" y="3618050"/>
              <a:ext cx="82625" cy="82625"/>
            </a:xfrm>
            <a:custGeom>
              <a:avLst/>
              <a:gdLst/>
              <a:ahLst/>
              <a:cxnLst/>
              <a:rect l="l" t="t" r="r" b="b"/>
              <a:pathLst>
                <a:path w="3305" h="3305" extrusionOk="0">
                  <a:moveTo>
                    <a:pt x="1653" y="1"/>
                  </a:moveTo>
                  <a:cubicBezTo>
                    <a:pt x="739" y="1"/>
                    <a:pt x="1" y="739"/>
                    <a:pt x="1" y="1653"/>
                  </a:cubicBezTo>
                  <a:cubicBezTo>
                    <a:pt x="1" y="2564"/>
                    <a:pt x="739" y="3304"/>
                    <a:pt x="1653" y="3304"/>
                  </a:cubicBezTo>
                  <a:cubicBezTo>
                    <a:pt x="2564" y="3304"/>
                    <a:pt x="3305" y="2564"/>
                    <a:pt x="3305" y="1653"/>
                  </a:cubicBezTo>
                  <a:cubicBezTo>
                    <a:pt x="3305" y="739"/>
                    <a:pt x="2564" y="1"/>
                    <a:pt x="1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29" name="Google Shape;2729;p101">
              <a:extLst>
                <a:ext uri="{FF2B5EF4-FFF2-40B4-BE49-F238E27FC236}">
                  <a16:creationId xmlns:a16="http://schemas.microsoft.com/office/drawing/2014/main" id="{2C24B3DD-27EC-2722-219E-BEF088F1CC68}"/>
                </a:ext>
              </a:extLst>
            </p:cNvPr>
            <p:cNvSpPr/>
            <p:nvPr/>
          </p:nvSpPr>
          <p:spPr>
            <a:xfrm>
              <a:off x="3715688" y="3804025"/>
              <a:ext cx="575" cy="150"/>
            </a:xfrm>
            <a:custGeom>
              <a:avLst/>
              <a:gdLst/>
              <a:ahLst/>
              <a:cxnLst/>
              <a:rect l="l" t="t" r="r" b="b"/>
              <a:pathLst>
                <a:path w="23" h="6" extrusionOk="0">
                  <a:moveTo>
                    <a:pt x="22" y="6"/>
                  </a:moveTo>
                  <a:cubicBezTo>
                    <a:pt x="17" y="6"/>
                    <a:pt x="6" y="0"/>
                    <a:pt x="0" y="0"/>
                  </a:cubicBezTo>
                  <a:cubicBezTo>
                    <a:pt x="6" y="0"/>
                    <a:pt x="17" y="6"/>
                    <a:pt x="22" y="6"/>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0" name="Google Shape;2730;p101">
              <a:extLst>
                <a:ext uri="{FF2B5EF4-FFF2-40B4-BE49-F238E27FC236}">
                  <a16:creationId xmlns:a16="http://schemas.microsoft.com/office/drawing/2014/main" id="{E38AAE82-9E19-F58A-EC95-D4D5BDEDE1BF}"/>
                </a:ext>
              </a:extLst>
            </p:cNvPr>
            <p:cNvSpPr/>
            <p:nvPr/>
          </p:nvSpPr>
          <p:spPr>
            <a:xfrm>
              <a:off x="3714313" y="3803950"/>
              <a:ext cx="500" cy="25"/>
            </a:xfrm>
            <a:custGeom>
              <a:avLst/>
              <a:gdLst/>
              <a:ahLst/>
              <a:cxnLst/>
              <a:rect l="l" t="t" r="r" b="b"/>
              <a:pathLst>
                <a:path w="20" h="1" extrusionOk="0">
                  <a:moveTo>
                    <a:pt x="19" y="1"/>
                  </a:moveTo>
                  <a:lnTo>
                    <a:pt x="0" y="1"/>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1" name="Google Shape;2731;p101">
              <a:extLst>
                <a:ext uri="{FF2B5EF4-FFF2-40B4-BE49-F238E27FC236}">
                  <a16:creationId xmlns:a16="http://schemas.microsoft.com/office/drawing/2014/main" id="{EBDA00DA-9CAB-93C1-4798-C7CD38911199}"/>
                </a:ext>
              </a:extLst>
            </p:cNvPr>
            <p:cNvSpPr/>
            <p:nvPr/>
          </p:nvSpPr>
          <p:spPr>
            <a:xfrm>
              <a:off x="3698963" y="3810550"/>
              <a:ext cx="41525" cy="48425"/>
            </a:xfrm>
            <a:custGeom>
              <a:avLst/>
              <a:gdLst/>
              <a:ahLst/>
              <a:cxnLst/>
              <a:rect l="l" t="t" r="r" b="b"/>
              <a:pathLst>
                <a:path w="1661" h="1937" extrusionOk="0">
                  <a:moveTo>
                    <a:pt x="1277" y="1"/>
                  </a:moveTo>
                  <a:lnTo>
                    <a:pt x="1277" y="1"/>
                  </a:lnTo>
                  <a:cubicBezTo>
                    <a:pt x="1281" y="4"/>
                    <a:pt x="1285" y="7"/>
                    <a:pt x="1288" y="10"/>
                  </a:cubicBezTo>
                  <a:lnTo>
                    <a:pt x="1288" y="10"/>
                  </a:lnTo>
                  <a:cubicBezTo>
                    <a:pt x="1285" y="7"/>
                    <a:pt x="1281" y="4"/>
                    <a:pt x="1277" y="1"/>
                  </a:cubicBezTo>
                  <a:close/>
                  <a:moveTo>
                    <a:pt x="0" y="1785"/>
                  </a:moveTo>
                  <a:cubicBezTo>
                    <a:pt x="122" y="1857"/>
                    <a:pt x="257" y="1908"/>
                    <a:pt x="408" y="1926"/>
                  </a:cubicBezTo>
                  <a:lnTo>
                    <a:pt x="408" y="1926"/>
                  </a:lnTo>
                  <a:cubicBezTo>
                    <a:pt x="262" y="1906"/>
                    <a:pt x="124" y="1857"/>
                    <a:pt x="0" y="1785"/>
                  </a:cubicBezTo>
                  <a:close/>
                  <a:moveTo>
                    <a:pt x="1288" y="10"/>
                  </a:moveTo>
                  <a:cubicBezTo>
                    <a:pt x="1297" y="18"/>
                    <a:pt x="1304" y="27"/>
                    <a:pt x="1316" y="37"/>
                  </a:cubicBezTo>
                  <a:cubicBezTo>
                    <a:pt x="1269" y="28"/>
                    <a:pt x="1225" y="28"/>
                    <a:pt x="1181" y="28"/>
                  </a:cubicBezTo>
                  <a:cubicBezTo>
                    <a:pt x="573" y="28"/>
                    <a:pt x="80" y="521"/>
                    <a:pt x="80" y="1130"/>
                  </a:cubicBezTo>
                  <a:cubicBezTo>
                    <a:pt x="80" y="1443"/>
                    <a:pt x="209" y="1730"/>
                    <a:pt x="424" y="1928"/>
                  </a:cubicBezTo>
                  <a:cubicBezTo>
                    <a:pt x="419" y="1927"/>
                    <a:pt x="413" y="1927"/>
                    <a:pt x="408" y="1926"/>
                  </a:cubicBezTo>
                  <a:lnTo>
                    <a:pt x="408" y="1926"/>
                  </a:lnTo>
                  <a:cubicBezTo>
                    <a:pt x="456" y="1933"/>
                    <a:pt x="506" y="1936"/>
                    <a:pt x="556" y="1936"/>
                  </a:cubicBezTo>
                  <a:cubicBezTo>
                    <a:pt x="666" y="1936"/>
                    <a:pt x="771" y="1920"/>
                    <a:pt x="870" y="1892"/>
                  </a:cubicBezTo>
                  <a:cubicBezTo>
                    <a:pt x="1049" y="1840"/>
                    <a:pt x="1209" y="1743"/>
                    <a:pt x="1335" y="1617"/>
                  </a:cubicBezTo>
                  <a:cubicBezTo>
                    <a:pt x="1536" y="1416"/>
                    <a:pt x="1660" y="1141"/>
                    <a:pt x="1660" y="835"/>
                  </a:cubicBezTo>
                  <a:cubicBezTo>
                    <a:pt x="1660" y="507"/>
                    <a:pt x="1516" y="214"/>
                    <a:pt x="1288" y="1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2" name="Google Shape;2732;p101">
              <a:extLst>
                <a:ext uri="{FF2B5EF4-FFF2-40B4-BE49-F238E27FC236}">
                  <a16:creationId xmlns:a16="http://schemas.microsoft.com/office/drawing/2014/main" id="{498EFAE3-D124-0E49-21EA-F2A5AC0DF849}"/>
                </a:ext>
              </a:extLst>
            </p:cNvPr>
            <p:cNvSpPr/>
            <p:nvPr/>
          </p:nvSpPr>
          <p:spPr>
            <a:xfrm>
              <a:off x="3724488" y="3806575"/>
              <a:ext cx="975" cy="425"/>
            </a:xfrm>
            <a:custGeom>
              <a:avLst/>
              <a:gdLst/>
              <a:ahLst/>
              <a:cxnLst/>
              <a:rect l="l" t="t" r="r" b="b"/>
              <a:pathLst>
                <a:path w="39" h="17" extrusionOk="0">
                  <a:moveTo>
                    <a:pt x="0" y="0"/>
                  </a:moveTo>
                  <a:cubicBezTo>
                    <a:pt x="11" y="3"/>
                    <a:pt x="25" y="8"/>
                    <a:pt x="39" y="17"/>
                  </a:cubicBezTo>
                  <a:cubicBezTo>
                    <a:pt x="25" y="8"/>
                    <a:pt x="14" y="3"/>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3" name="Google Shape;2733;p101">
              <a:extLst>
                <a:ext uri="{FF2B5EF4-FFF2-40B4-BE49-F238E27FC236}">
                  <a16:creationId xmlns:a16="http://schemas.microsoft.com/office/drawing/2014/main" id="{FB94098D-6C64-3CDA-C9FF-89A02DF9F294}"/>
                </a:ext>
              </a:extLst>
            </p:cNvPr>
            <p:cNvSpPr/>
            <p:nvPr/>
          </p:nvSpPr>
          <p:spPr>
            <a:xfrm>
              <a:off x="3697988" y="3854550"/>
              <a:ext cx="1000" cy="625"/>
            </a:xfrm>
            <a:custGeom>
              <a:avLst/>
              <a:gdLst/>
              <a:ahLst/>
              <a:cxnLst/>
              <a:rect l="l" t="t" r="r" b="b"/>
              <a:pathLst>
                <a:path w="40" h="25" extrusionOk="0">
                  <a:moveTo>
                    <a:pt x="1" y="0"/>
                  </a:moveTo>
                  <a:lnTo>
                    <a:pt x="1" y="0"/>
                  </a:lnTo>
                  <a:cubicBezTo>
                    <a:pt x="12" y="11"/>
                    <a:pt x="25" y="17"/>
                    <a:pt x="39" y="25"/>
                  </a:cubicBezTo>
                  <a:cubicBezTo>
                    <a:pt x="25" y="17"/>
                    <a:pt x="12" y="8"/>
                    <a:pt x="1"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4" name="Google Shape;2734;p101">
              <a:extLst>
                <a:ext uri="{FF2B5EF4-FFF2-40B4-BE49-F238E27FC236}">
                  <a16:creationId xmlns:a16="http://schemas.microsoft.com/office/drawing/2014/main" id="{2E28E145-2B8A-AEB1-169D-35C705A0BCB0}"/>
                </a:ext>
              </a:extLst>
            </p:cNvPr>
            <p:cNvSpPr/>
            <p:nvPr/>
          </p:nvSpPr>
          <p:spPr>
            <a:xfrm>
              <a:off x="3727863" y="3808350"/>
              <a:ext cx="975" cy="725"/>
            </a:xfrm>
            <a:custGeom>
              <a:avLst/>
              <a:gdLst/>
              <a:ahLst/>
              <a:cxnLst/>
              <a:rect l="l" t="t" r="r" b="b"/>
              <a:pathLst>
                <a:path w="39" h="29" extrusionOk="0">
                  <a:moveTo>
                    <a:pt x="0" y="1"/>
                  </a:moveTo>
                  <a:lnTo>
                    <a:pt x="0" y="1"/>
                  </a:lnTo>
                  <a:cubicBezTo>
                    <a:pt x="11" y="12"/>
                    <a:pt x="25" y="17"/>
                    <a:pt x="39" y="28"/>
                  </a:cubicBezTo>
                  <a:cubicBezTo>
                    <a:pt x="25" y="17"/>
                    <a:pt x="11" y="6"/>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5" name="Google Shape;2735;p101">
              <a:extLst>
                <a:ext uri="{FF2B5EF4-FFF2-40B4-BE49-F238E27FC236}">
                  <a16:creationId xmlns:a16="http://schemas.microsoft.com/office/drawing/2014/main" id="{0A1E34C4-5161-8810-4542-DCB0A7DAB6C6}"/>
                </a:ext>
              </a:extLst>
            </p:cNvPr>
            <p:cNvSpPr/>
            <p:nvPr/>
          </p:nvSpPr>
          <p:spPr>
            <a:xfrm>
              <a:off x="3726763" y="3807675"/>
              <a:ext cx="975" cy="625"/>
            </a:xfrm>
            <a:custGeom>
              <a:avLst/>
              <a:gdLst/>
              <a:ahLst/>
              <a:cxnLst/>
              <a:rect l="l" t="t" r="r" b="b"/>
              <a:pathLst>
                <a:path w="39" h="25" extrusionOk="0">
                  <a:moveTo>
                    <a:pt x="0" y="0"/>
                  </a:moveTo>
                  <a:cubicBezTo>
                    <a:pt x="11" y="6"/>
                    <a:pt x="25" y="17"/>
                    <a:pt x="39" y="25"/>
                  </a:cubicBezTo>
                  <a:cubicBezTo>
                    <a:pt x="28" y="17"/>
                    <a:pt x="14" y="6"/>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6" name="Google Shape;2736;p101">
              <a:extLst>
                <a:ext uri="{FF2B5EF4-FFF2-40B4-BE49-F238E27FC236}">
                  <a16:creationId xmlns:a16="http://schemas.microsoft.com/office/drawing/2014/main" id="{FBAC6D0C-F674-04BB-D262-0DD48E54326E}"/>
                </a:ext>
              </a:extLst>
            </p:cNvPr>
            <p:cNvSpPr/>
            <p:nvPr/>
          </p:nvSpPr>
          <p:spPr>
            <a:xfrm>
              <a:off x="3716988" y="3804225"/>
              <a:ext cx="700" cy="100"/>
            </a:xfrm>
            <a:custGeom>
              <a:avLst/>
              <a:gdLst/>
              <a:ahLst/>
              <a:cxnLst/>
              <a:rect l="l" t="t" r="r" b="b"/>
              <a:pathLst>
                <a:path w="28" h="4" extrusionOk="0">
                  <a:moveTo>
                    <a:pt x="28" y="3"/>
                  </a:moveTo>
                  <a:cubicBezTo>
                    <a:pt x="20" y="3"/>
                    <a:pt x="9" y="1"/>
                    <a:pt x="0" y="1"/>
                  </a:cubicBezTo>
                  <a:cubicBezTo>
                    <a:pt x="9" y="1"/>
                    <a:pt x="20" y="3"/>
                    <a:pt x="28" y="3"/>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7" name="Google Shape;2737;p101">
              <a:extLst>
                <a:ext uri="{FF2B5EF4-FFF2-40B4-BE49-F238E27FC236}">
                  <a16:creationId xmlns:a16="http://schemas.microsoft.com/office/drawing/2014/main" id="{2F9AB1C1-0E0E-8E7F-558A-4DDB6CFA12C4}"/>
                </a:ext>
              </a:extLst>
            </p:cNvPr>
            <p:cNvSpPr/>
            <p:nvPr/>
          </p:nvSpPr>
          <p:spPr>
            <a:xfrm>
              <a:off x="3718288" y="3804500"/>
              <a:ext cx="850" cy="175"/>
            </a:xfrm>
            <a:custGeom>
              <a:avLst/>
              <a:gdLst/>
              <a:ahLst/>
              <a:cxnLst/>
              <a:rect l="l" t="t" r="r" b="b"/>
              <a:pathLst>
                <a:path w="34" h="7" extrusionOk="0">
                  <a:moveTo>
                    <a:pt x="1" y="1"/>
                  </a:moveTo>
                  <a:cubicBezTo>
                    <a:pt x="12" y="3"/>
                    <a:pt x="23" y="3"/>
                    <a:pt x="34" y="6"/>
                  </a:cubicBezTo>
                  <a:cubicBezTo>
                    <a:pt x="23" y="3"/>
                    <a:pt x="12" y="1"/>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8" name="Google Shape;2738;p101">
              <a:extLst>
                <a:ext uri="{FF2B5EF4-FFF2-40B4-BE49-F238E27FC236}">
                  <a16:creationId xmlns:a16="http://schemas.microsoft.com/office/drawing/2014/main" id="{36AA2C18-0BD4-84AC-64F3-6EE94F089C74}"/>
                </a:ext>
              </a:extLst>
            </p:cNvPr>
            <p:cNvSpPr/>
            <p:nvPr/>
          </p:nvSpPr>
          <p:spPr>
            <a:xfrm>
              <a:off x="3729913" y="3809800"/>
              <a:ext cx="1000" cy="775"/>
            </a:xfrm>
            <a:custGeom>
              <a:avLst/>
              <a:gdLst/>
              <a:ahLst/>
              <a:cxnLst/>
              <a:rect l="l" t="t" r="r" b="b"/>
              <a:pathLst>
                <a:path w="40" h="31" extrusionOk="0">
                  <a:moveTo>
                    <a:pt x="1" y="1"/>
                  </a:moveTo>
                  <a:cubicBezTo>
                    <a:pt x="12" y="12"/>
                    <a:pt x="26" y="23"/>
                    <a:pt x="39" y="31"/>
                  </a:cubicBezTo>
                  <a:cubicBezTo>
                    <a:pt x="26" y="23"/>
                    <a:pt x="15" y="12"/>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39" name="Google Shape;2739;p101">
              <a:extLst>
                <a:ext uri="{FF2B5EF4-FFF2-40B4-BE49-F238E27FC236}">
                  <a16:creationId xmlns:a16="http://schemas.microsoft.com/office/drawing/2014/main" id="{8287A914-D43E-0C96-3E8D-8FCD98FF3460}"/>
                </a:ext>
              </a:extLst>
            </p:cNvPr>
            <p:cNvSpPr/>
            <p:nvPr/>
          </p:nvSpPr>
          <p:spPr>
            <a:xfrm>
              <a:off x="3719538" y="3804700"/>
              <a:ext cx="850" cy="300"/>
            </a:xfrm>
            <a:custGeom>
              <a:avLst/>
              <a:gdLst/>
              <a:ahLst/>
              <a:cxnLst/>
              <a:rect l="l" t="t" r="r" b="b"/>
              <a:pathLst>
                <a:path w="34" h="12" extrusionOk="0">
                  <a:moveTo>
                    <a:pt x="33" y="12"/>
                  </a:moveTo>
                  <a:cubicBezTo>
                    <a:pt x="25" y="9"/>
                    <a:pt x="14" y="6"/>
                    <a:pt x="0" y="1"/>
                  </a:cubicBezTo>
                  <a:cubicBezTo>
                    <a:pt x="14" y="6"/>
                    <a:pt x="25" y="9"/>
                    <a:pt x="33" y="12"/>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0" name="Google Shape;2740;p101">
              <a:extLst>
                <a:ext uri="{FF2B5EF4-FFF2-40B4-BE49-F238E27FC236}">
                  <a16:creationId xmlns:a16="http://schemas.microsoft.com/office/drawing/2014/main" id="{4F848D92-EBCE-0AFD-F8B1-E29327EF5787}"/>
                </a:ext>
              </a:extLst>
            </p:cNvPr>
            <p:cNvSpPr/>
            <p:nvPr/>
          </p:nvSpPr>
          <p:spPr>
            <a:xfrm>
              <a:off x="3722088" y="3805525"/>
              <a:ext cx="900" cy="375"/>
            </a:xfrm>
            <a:custGeom>
              <a:avLst/>
              <a:gdLst/>
              <a:ahLst/>
              <a:cxnLst/>
              <a:rect l="l" t="t" r="r" b="b"/>
              <a:pathLst>
                <a:path w="36" h="15" extrusionOk="0">
                  <a:moveTo>
                    <a:pt x="36" y="15"/>
                  </a:moveTo>
                  <a:cubicBezTo>
                    <a:pt x="25" y="9"/>
                    <a:pt x="11" y="4"/>
                    <a:pt x="0" y="1"/>
                  </a:cubicBezTo>
                  <a:cubicBezTo>
                    <a:pt x="11" y="4"/>
                    <a:pt x="25" y="9"/>
                    <a:pt x="36" y="15"/>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1" name="Google Shape;2741;p101">
              <a:extLst>
                <a:ext uri="{FF2B5EF4-FFF2-40B4-BE49-F238E27FC236}">
                  <a16:creationId xmlns:a16="http://schemas.microsoft.com/office/drawing/2014/main" id="{9BF02529-A4FC-6645-8F73-C6A2E08AE36D}"/>
                </a:ext>
              </a:extLst>
            </p:cNvPr>
            <p:cNvSpPr/>
            <p:nvPr/>
          </p:nvSpPr>
          <p:spPr>
            <a:xfrm>
              <a:off x="3720913" y="3805050"/>
              <a:ext cx="850" cy="300"/>
            </a:xfrm>
            <a:custGeom>
              <a:avLst/>
              <a:gdLst/>
              <a:ahLst/>
              <a:cxnLst/>
              <a:rect l="l" t="t" r="r" b="b"/>
              <a:pathLst>
                <a:path w="34" h="12" extrusionOk="0">
                  <a:moveTo>
                    <a:pt x="0" y="1"/>
                  </a:moveTo>
                  <a:cubicBezTo>
                    <a:pt x="9" y="6"/>
                    <a:pt x="20" y="9"/>
                    <a:pt x="33" y="12"/>
                  </a:cubicBezTo>
                  <a:cubicBezTo>
                    <a:pt x="25" y="9"/>
                    <a:pt x="11" y="6"/>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2" name="Google Shape;2742;p101">
              <a:extLst>
                <a:ext uri="{FF2B5EF4-FFF2-40B4-BE49-F238E27FC236}">
                  <a16:creationId xmlns:a16="http://schemas.microsoft.com/office/drawing/2014/main" id="{4990A5DF-76CF-19A4-176D-62AF3F8C71C1}"/>
                </a:ext>
              </a:extLst>
            </p:cNvPr>
            <p:cNvSpPr/>
            <p:nvPr/>
          </p:nvSpPr>
          <p:spPr>
            <a:xfrm>
              <a:off x="3723313" y="3805950"/>
              <a:ext cx="1000" cy="425"/>
            </a:xfrm>
            <a:custGeom>
              <a:avLst/>
              <a:gdLst/>
              <a:ahLst/>
              <a:cxnLst/>
              <a:rect l="l" t="t" r="r" b="b"/>
              <a:pathLst>
                <a:path w="40" h="17" extrusionOk="0">
                  <a:moveTo>
                    <a:pt x="39" y="17"/>
                  </a:moveTo>
                  <a:cubicBezTo>
                    <a:pt x="25" y="11"/>
                    <a:pt x="14" y="6"/>
                    <a:pt x="1" y="0"/>
                  </a:cubicBezTo>
                  <a:cubicBezTo>
                    <a:pt x="14" y="6"/>
                    <a:pt x="25" y="11"/>
                    <a:pt x="39" y="17"/>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3" name="Google Shape;2743;p101">
              <a:extLst>
                <a:ext uri="{FF2B5EF4-FFF2-40B4-BE49-F238E27FC236}">
                  <a16:creationId xmlns:a16="http://schemas.microsoft.com/office/drawing/2014/main" id="{9D657CFF-687D-F654-C8D4-6DE0D18EE713}"/>
                </a:ext>
              </a:extLst>
            </p:cNvPr>
            <p:cNvSpPr/>
            <p:nvPr/>
          </p:nvSpPr>
          <p:spPr>
            <a:xfrm>
              <a:off x="3725663" y="3807050"/>
              <a:ext cx="925" cy="575"/>
            </a:xfrm>
            <a:custGeom>
              <a:avLst/>
              <a:gdLst/>
              <a:ahLst/>
              <a:cxnLst/>
              <a:rect l="l" t="t" r="r" b="b"/>
              <a:pathLst>
                <a:path w="37" h="23" extrusionOk="0">
                  <a:moveTo>
                    <a:pt x="0" y="0"/>
                  </a:moveTo>
                  <a:lnTo>
                    <a:pt x="0" y="0"/>
                  </a:lnTo>
                  <a:cubicBezTo>
                    <a:pt x="14" y="9"/>
                    <a:pt x="22" y="14"/>
                    <a:pt x="36" y="22"/>
                  </a:cubicBezTo>
                  <a:cubicBezTo>
                    <a:pt x="25" y="14"/>
                    <a:pt x="14" y="9"/>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4" name="Google Shape;2744;p101">
              <a:extLst>
                <a:ext uri="{FF2B5EF4-FFF2-40B4-BE49-F238E27FC236}">
                  <a16:creationId xmlns:a16="http://schemas.microsoft.com/office/drawing/2014/main" id="{34D4A612-1A69-8427-CE19-A4F336E6A164}"/>
                </a:ext>
              </a:extLst>
            </p:cNvPr>
            <p:cNvSpPr/>
            <p:nvPr/>
          </p:nvSpPr>
          <p:spPr>
            <a:xfrm>
              <a:off x="3686838" y="3840625"/>
              <a:ext cx="300" cy="575"/>
            </a:xfrm>
            <a:custGeom>
              <a:avLst/>
              <a:gdLst/>
              <a:ahLst/>
              <a:cxnLst/>
              <a:rect l="l" t="t" r="r" b="b"/>
              <a:pathLst>
                <a:path w="12" h="23" extrusionOk="0">
                  <a:moveTo>
                    <a:pt x="1" y="1"/>
                  </a:moveTo>
                  <a:lnTo>
                    <a:pt x="1" y="1"/>
                  </a:lnTo>
                  <a:cubicBezTo>
                    <a:pt x="3" y="6"/>
                    <a:pt x="6" y="17"/>
                    <a:pt x="12" y="23"/>
                  </a:cubicBezTo>
                  <a:cubicBezTo>
                    <a:pt x="6" y="15"/>
                    <a:pt x="6" y="6"/>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5" name="Google Shape;2745;p101">
              <a:extLst>
                <a:ext uri="{FF2B5EF4-FFF2-40B4-BE49-F238E27FC236}">
                  <a16:creationId xmlns:a16="http://schemas.microsoft.com/office/drawing/2014/main" id="{FF7E8E00-E750-F59C-D614-AA697689A9EF}"/>
                </a:ext>
              </a:extLst>
            </p:cNvPr>
            <p:cNvSpPr/>
            <p:nvPr/>
          </p:nvSpPr>
          <p:spPr>
            <a:xfrm>
              <a:off x="3686488" y="3839325"/>
              <a:ext cx="175" cy="650"/>
            </a:xfrm>
            <a:custGeom>
              <a:avLst/>
              <a:gdLst/>
              <a:ahLst/>
              <a:cxnLst/>
              <a:rect l="l" t="t" r="r" b="b"/>
              <a:pathLst>
                <a:path w="7" h="26" extrusionOk="0">
                  <a:moveTo>
                    <a:pt x="1" y="1"/>
                  </a:moveTo>
                  <a:cubicBezTo>
                    <a:pt x="4" y="12"/>
                    <a:pt x="4" y="17"/>
                    <a:pt x="6" y="25"/>
                  </a:cubicBezTo>
                  <a:cubicBezTo>
                    <a:pt x="4" y="17"/>
                    <a:pt x="4" y="6"/>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6" name="Google Shape;2746;p101">
              <a:extLst>
                <a:ext uri="{FF2B5EF4-FFF2-40B4-BE49-F238E27FC236}">
                  <a16:creationId xmlns:a16="http://schemas.microsoft.com/office/drawing/2014/main" id="{178C7E72-4978-7864-BAB7-E4957B95ECCF}"/>
                </a:ext>
              </a:extLst>
            </p:cNvPr>
            <p:cNvSpPr/>
            <p:nvPr/>
          </p:nvSpPr>
          <p:spPr>
            <a:xfrm>
              <a:off x="3688963" y="3845175"/>
              <a:ext cx="450" cy="725"/>
            </a:xfrm>
            <a:custGeom>
              <a:avLst/>
              <a:gdLst/>
              <a:ahLst/>
              <a:cxnLst/>
              <a:rect l="l" t="t" r="r" b="b"/>
              <a:pathLst>
                <a:path w="18" h="29" extrusionOk="0">
                  <a:moveTo>
                    <a:pt x="1" y="1"/>
                  </a:moveTo>
                  <a:lnTo>
                    <a:pt x="1" y="1"/>
                  </a:lnTo>
                  <a:cubicBezTo>
                    <a:pt x="9" y="12"/>
                    <a:pt x="12" y="17"/>
                    <a:pt x="17" y="28"/>
                  </a:cubicBezTo>
                  <a:cubicBezTo>
                    <a:pt x="12" y="17"/>
                    <a:pt x="9" y="6"/>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7" name="Google Shape;2747;p101">
              <a:extLst>
                <a:ext uri="{FF2B5EF4-FFF2-40B4-BE49-F238E27FC236}">
                  <a16:creationId xmlns:a16="http://schemas.microsoft.com/office/drawing/2014/main" id="{C7BBE94D-2455-7183-258F-3EAB79363BA7}"/>
                </a:ext>
              </a:extLst>
            </p:cNvPr>
            <p:cNvSpPr/>
            <p:nvPr/>
          </p:nvSpPr>
          <p:spPr>
            <a:xfrm>
              <a:off x="3688363" y="3844150"/>
              <a:ext cx="350" cy="650"/>
            </a:xfrm>
            <a:custGeom>
              <a:avLst/>
              <a:gdLst/>
              <a:ahLst/>
              <a:cxnLst/>
              <a:rect l="l" t="t" r="r" b="b"/>
              <a:pathLst>
                <a:path w="14" h="26" extrusionOk="0">
                  <a:moveTo>
                    <a:pt x="0" y="0"/>
                  </a:moveTo>
                  <a:lnTo>
                    <a:pt x="0" y="0"/>
                  </a:lnTo>
                  <a:cubicBezTo>
                    <a:pt x="3" y="6"/>
                    <a:pt x="11" y="17"/>
                    <a:pt x="14" y="25"/>
                  </a:cubicBezTo>
                  <a:cubicBezTo>
                    <a:pt x="11" y="14"/>
                    <a:pt x="8" y="6"/>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8" name="Google Shape;2748;p101">
              <a:extLst>
                <a:ext uri="{FF2B5EF4-FFF2-40B4-BE49-F238E27FC236}">
                  <a16:creationId xmlns:a16="http://schemas.microsoft.com/office/drawing/2014/main" id="{DBE4CB99-3F45-E5B3-3F17-BA7A973613E4}"/>
                </a:ext>
              </a:extLst>
            </p:cNvPr>
            <p:cNvSpPr/>
            <p:nvPr/>
          </p:nvSpPr>
          <p:spPr>
            <a:xfrm>
              <a:off x="3686163" y="3838025"/>
              <a:ext cx="150" cy="650"/>
            </a:xfrm>
            <a:custGeom>
              <a:avLst/>
              <a:gdLst/>
              <a:ahLst/>
              <a:cxnLst/>
              <a:rect l="l" t="t" r="r" b="b"/>
              <a:pathLst>
                <a:path w="6" h="26" extrusionOk="0">
                  <a:moveTo>
                    <a:pt x="0" y="0"/>
                  </a:moveTo>
                  <a:lnTo>
                    <a:pt x="0" y="0"/>
                  </a:lnTo>
                  <a:cubicBezTo>
                    <a:pt x="3" y="11"/>
                    <a:pt x="3" y="17"/>
                    <a:pt x="6" y="25"/>
                  </a:cubicBezTo>
                  <a:cubicBezTo>
                    <a:pt x="3" y="17"/>
                    <a:pt x="3" y="9"/>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49" name="Google Shape;2749;p101">
              <a:extLst>
                <a:ext uri="{FF2B5EF4-FFF2-40B4-BE49-F238E27FC236}">
                  <a16:creationId xmlns:a16="http://schemas.microsoft.com/office/drawing/2014/main" id="{65CB5D6D-49B9-1B1A-3632-0C87C26FDB7C}"/>
                </a:ext>
              </a:extLst>
            </p:cNvPr>
            <p:cNvSpPr/>
            <p:nvPr/>
          </p:nvSpPr>
          <p:spPr>
            <a:xfrm>
              <a:off x="3687863" y="3842900"/>
              <a:ext cx="300" cy="650"/>
            </a:xfrm>
            <a:custGeom>
              <a:avLst/>
              <a:gdLst/>
              <a:ahLst/>
              <a:cxnLst/>
              <a:rect l="l" t="t" r="r" b="b"/>
              <a:pathLst>
                <a:path w="12" h="26" extrusionOk="0">
                  <a:moveTo>
                    <a:pt x="1" y="1"/>
                  </a:moveTo>
                  <a:lnTo>
                    <a:pt x="1" y="1"/>
                  </a:lnTo>
                  <a:cubicBezTo>
                    <a:pt x="4" y="12"/>
                    <a:pt x="6" y="20"/>
                    <a:pt x="12" y="26"/>
                  </a:cubicBezTo>
                  <a:cubicBezTo>
                    <a:pt x="6" y="20"/>
                    <a:pt x="4" y="9"/>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0" name="Google Shape;2750;p101">
              <a:extLst>
                <a:ext uri="{FF2B5EF4-FFF2-40B4-BE49-F238E27FC236}">
                  <a16:creationId xmlns:a16="http://schemas.microsoft.com/office/drawing/2014/main" id="{7E1468A6-8F43-E096-C2CD-771430F5F66A}"/>
                </a:ext>
              </a:extLst>
            </p:cNvPr>
            <p:cNvSpPr/>
            <p:nvPr/>
          </p:nvSpPr>
          <p:spPr>
            <a:xfrm>
              <a:off x="3687313" y="3841800"/>
              <a:ext cx="300" cy="650"/>
            </a:xfrm>
            <a:custGeom>
              <a:avLst/>
              <a:gdLst/>
              <a:ahLst/>
              <a:cxnLst/>
              <a:rect l="l" t="t" r="r" b="b"/>
              <a:pathLst>
                <a:path w="12" h="26" extrusionOk="0">
                  <a:moveTo>
                    <a:pt x="1" y="1"/>
                  </a:moveTo>
                  <a:lnTo>
                    <a:pt x="1" y="1"/>
                  </a:lnTo>
                  <a:cubicBezTo>
                    <a:pt x="6" y="9"/>
                    <a:pt x="9" y="17"/>
                    <a:pt x="12" y="25"/>
                  </a:cubicBezTo>
                  <a:cubicBezTo>
                    <a:pt x="9" y="14"/>
                    <a:pt x="6" y="9"/>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1" name="Google Shape;2751;p101">
              <a:extLst>
                <a:ext uri="{FF2B5EF4-FFF2-40B4-BE49-F238E27FC236}">
                  <a16:creationId xmlns:a16="http://schemas.microsoft.com/office/drawing/2014/main" id="{232FE79C-76C4-E438-8FF3-73A2648AD82E}"/>
                </a:ext>
              </a:extLst>
            </p:cNvPr>
            <p:cNvSpPr/>
            <p:nvPr/>
          </p:nvSpPr>
          <p:spPr>
            <a:xfrm>
              <a:off x="3728888" y="3809125"/>
              <a:ext cx="1000" cy="700"/>
            </a:xfrm>
            <a:custGeom>
              <a:avLst/>
              <a:gdLst/>
              <a:ahLst/>
              <a:cxnLst/>
              <a:rect l="l" t="t" r="r" b="b"/>
              <a:pathLst>
                <a:path w="40" h="28" extrusionOk="0">
                  <a:moveTo>
                    <a:pt x="1" y="0"/>
                  </a:moveTo>
                  <a:cubicBezTo>
                    <a:pt x="12" y="8"/>
                    <a:pt x="25" y="17"/>
                    <a:pt x="39" y="28"/>
                  </a:cubicBezTo>
                  <a:cubicBezTo>
                    <a:pt x="25" y="17"/>
                    <a:pt x="14" y="8"/>
                    <a:pt x="1"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2" name="Google Shape;2752;p101">
              <a:extLst>
                <a:ext uri="{FF2B5EF4-FFF2-40B4-BE49-F238E27FC236}">
                  <a16:creationId xmlns:a16="http://schemas.microsoft.com/office/drawing/2014/main" id="{731B1DD2-41DC-0AED-3687-F09CD78A2A73}"/>
                </a:ext>
              </a:extLst>
            </p:cNvPr>
            <p:cNvSpPr/>
            <p:nvPr/>
          </p:nvSpPr>
          <p:spPr>
            <a:xfrm>
              <a:off x="3685388" y="3832850"/>
              <a:ext cx="25" cy="450"/>
            </a:xfrm>
            <a:custGeom>
              <a:avLst/>
              <a:gdLst/>
              <a:ahLst/>
              <a:cxnLst/>
              <a:rect l="l" t="t" r="r" b="b"/>
              <a:pathLst>
                <a:path w="1" h="18" extrusionOk="0">
                  <a:moveTo>
                    <a:pt x="1" y="17"/>
                  </a:moveTo>
                  <a:lnTo>
                    <a:pt x="1" y="1"/>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3" name="Google Shape;2753;p101">
              <a:extLst>
                <a:ext uri="{FF2B5EF4-FFF2-40B4-BE49-F238E27FC236}">
                  <a16:creationId xmlns:a16="http://schemas.microsoft.com/office/drawing/2014/main" id="{FD899645-4EBA-41A1-096E-DD3B2C4C2DB0}"/>
                </a:ext>
              </a:extLst>
            </p:cNvPr>
            <p:cNvSpPr/>
            <p:nvPr/>
          </p:nvSpPr>
          <p:spPr>
            <a:xfrm>
              <a:off x="3685463" y="3834175"/>
              <a:ext cx="100" cy="500"/>
            </a:xfrm>
            <a:custGeom>
              <a:avLst/>
              <a:gdLst/>
              <a:ahLst/>
              <a:cxnLst/>
              <a:rect l="l" t="t" r="r" b="b"/>
              <a:pathLst>
                <a:path w="4" h="20" extrusionOk="0">
                  <a:moveTo>
                    <a:pt x="3" y="19"/>
                  </a:moveTo>
                  <a:cubicBezTo>
                    <a:pt x="3" y="14"/>
                    <a:pt x="1" y="6"/>
                    <a:pt x="1" y="0"/>
                  </a:cubicBezTo>
                  <a:cubicBezTo>
                    <a:pt x="1" y="6"/>
                    <a:pt x="3" y="14"/>
                    <a:pt x="3" y="19"/>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4" name="Google Shape;2754;p101">
              <a:extLst>
                <a:ext uri="{FF2B5EF4-FFF2-40B4-BE49-F238E27FC236}">
                  <a16:creationId xmlns:a16="http://schemas.microsoft.com/office/drawing/2014/main" id="{593497FD-E632-3FD4-AECF-CA76F8C7A68F}"/>
                </a:ext>
              </a:extLst>
            </p:cNvPr>
            <p:cNvSpPr/>
            <p:nvPr/>
          </p:nvSpPr>
          <p:spPr>
            <a:xfrm>
              <a:off x="3696963" y="3853925"/>
              <a:ext cx="925" cy="625"/>
            </a:xfrm>
            <a:custGeom>
              <a:avLst/>
              <a:gdLst/>
              <a:ahLst/>
              <a:cxnLst/>
              <a:rect l="l" t="t" r="r" b="b"/>
              <a:pathLst>
                <a:path w="37" h="25" extrusionOk="0">
                  <a:moveTo>
                    <a:pt x="0" y="0"/>
                  </a:moveTo>
                  <a:lnTo>
                    <a:pt x="0" y="0"/>
                  </a:lnTo>
                  <a:cubicBezTo>
                    <a:pt x="11" y="8"/>
                    <a:pt x="22" y="19"/>
                    <a:pt x="36" y="25"/>
                  </a:cubicBezTo>
                  <a:cubicBezTo>
                    <a:pt x="25" y="14"/>
                    <a:pt x="11" y="8"/>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5" name="Google Shape;2755;p101">
              <a:extLst>
                <a:ext uri="{FF2B5EF4-FFF2-40B4-BE49-F238E27FC236}">
                  <a16:creationId xmlns:a16="http://schemas.microsoft.com/office/drawing/2014/main" id="{BD1D5C0C-ED00-5C2B-330F-3F6C5778BDA5}"/>
                </a:ext>
              </a:extLst>
            </p:cNvPr>
            <p:cNvSpPr/>
            <p:nvPr/>
          </p:nvSpPr>
          <p:spPr>
            <a:xfrm>
              <a:off x="3685888" y="3836700"/>
              <a:ext cx="75" cy="650"/>
            </a:xfrm>
            <a:custGeom>
              <a:avLst/>
              <a:gdLst/>
              <a:ahLst/>
              <a:cxnLst/>
              <a:rect l="l" t="t" r="r" b="b"/>
              <a:pathLst>
                <a:path w="3" h="26" extrusionOk="0">
                  <a:moveTo>
                    <a:pt x="3" y="26"/>
                  </a:moveTo>
                  <a:cubicBezTo>
                    <a:pt x="3" y="20"/>
                    <a:pt x="0" y="12"/>
                    <a:pt x="0" y="1"/>
                  </a:cubicBezTo>
                  <a:cubicBezTo>
                    <a:pt x="0" y="12"/>
                    <a:pt x="3" y="20"/>
                    <a:pt x="3" y="26"/>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6" name="Google Shape;2756;p101">
              <a:extLst>
                <a:ext uri="{FF2B5EF4-FFF2-40B4-BE49-F238E27FC236}">
                  <a16:creationId xmlns:a16="http://schemas.microsoft.com/office/drawing/2014/main" id="{604D0E38-F297-B59D-3933-2B160843D627}"/>
                </a:ext>
              </a:extLst>
            </p:cNvPr>
            <p:cNvSpPr/>
            <p:nvPr/>
          </p:nvSpPr>
          <p:spPr>
            <a:xfrm>
              <a:off x="3685613" y="3835475"/>
              <a:ext cx="150" cy="575"/>
            </a:xfrm>
            <a:custGeom>
              <a:avLst/>
              <a:gdLst/>
              <a:ahLst/>
              <a:cxnLst/>
              <a:rect l="l" t="t" r="r" b="b"/>
              <a:pathLst>
                <a:path w="6" h="23" extrusionOk="0">
                  <a:moveTo>
                    <a:pt x="6" y="22"/>
                  </a:moveTo>
                  <a:cubicBezTo>
                    <a:pt x="6" y="17"/>
                    <a:pt x="0" y="9"/>
                    <a:pt x="0" y="0"/>
                  </a:cubicBezTo>
                  <a:cubicBezTo>
                    <a:pt x="0" y="9"/>
                    <a:pt x="6" y="17"/>
                    <a:pt x="6" y="22"/>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7" name="Google Shape;2757;p101">
              <a:extLst>
                <a:ext uri="{FF2B5EF4-FFF2-40B4-BE49-F238E27FC236}">
                  <a16:creationId xmlns:a16="http://schemas.microsoft.com/office/drawing/2014/main" id="{2F6387D4-9951-6912-71F7-57C443D728A9}"/>
                </a:ext>
              </a:extLst>
            </p:cNvPr>
            <p:cNvSpPr/>
            <p:nvPr/>
          </p:nvSpPr>
          <p:spPr>
            <a:xfrm>
              <a:off x="3689588" y="3846150"/>
              <a:ext cx="2025" cy="2775"/>
            </a:xfrm>
            <a:custGeom>
              <a:avLst/>
              <a:gdLst/>
              <a:ahLst/>
              <a:cxnLst/>
              <a:rect l="l" t="t" r="r" b="b"/>
              <a:pathLst>
                <a:path w="81" h="111" extrusionOk="0">
                  <a:moveTo>
                    <a:pt x="1" y="0"/>
                  </a:moveTo>
                  <a:cubicBezTo>
                    <a:pt x="23" y="36"/>
                    <a:pt x="47" y="72"/>
                    <a:pt x="81" y="110"/>
                  </a:cubicBezTo>
                  <a:cubicBezTo>
                    <a:pt x="53" y="74"/>
                    <a:pt x="25" y="36"/>
                    <a:pt x="1"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8" name="Google Shape;2758;p101">
              <a:extLst>
                <a:ext uri="{FF2B5EF4-FFF2-40B4-BE49-F238E27FC236}">
                  <a16:creationId xmlns:a16="http://schemas.microsoft.com/office/drawing/2014/main" id="{8F1AE472-BCD3-B4BC-FFF4-55D2C9D9E250}"/>
                </a:ext>
              </a:extLst>
            </p:cNvPr>
            <p:cNvSpPr/>
            <p:nvPr/>
          </p:nvSpPr>
          <p:spPr>
            <a:xfrm>
              <a:off x="3694963" y="3852400"/>
              <a:ext cx="850" cy="650"/>
            </a:xfrm>
            <a:custGeom>
              <a:avLst/>
              <a:gdLst/>
              <a:ahLst/>
              <a:cxnLst/>
              <a:rect l="l" t="t" r="r" b="b"/>
              <a:pathLst>
                <a:path w="34" h="26" extrusionOk="0">
                  <a:moveTo>
                    <a:pt x="0" y="1"/>
                  </a:moveTo>
                  <a:lnTo>
                    <a:pt x="0" y="1"/>
                  </a:lnTo>
                  <a:cubicBezTo>
                    <a:pt x="11" y="12"/>
                    <a:pt x="22" y="17"/>
                    <a:pt x="33" y="25"/>
                  </a:cubicBezTo>
                  <a:cubicBezTo>
                    <a:pt x="22" y="17"/>
                    <a:pt x="11" y="6"/>
                    <a:pt x="0"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59" name="Google Shape;2759;p101">
              <a:extLst>
                <a:ext uri="{FF2B5EF4-FFF2-40B4-BE49-F238E27FC236}">
                  <a16:creationId xmlns:a16="http://schemas.microsoft.com/office/drawing/2014/main" id="{773B42F4-A985-ED82-848D-73704003E73D}"/>
                </a:ext>
              </a:extLst>
            </p:cNvPr>
            <p:cNvSpPr/>
            <p:nvPr/>
          </p:nvSpPr>
          <p:spPr>
            <a:xfrm>
              <a:off x="3695913" y="3853150"/>
              <a:ext cx="925" cy="650"/>
            </a:xfrm>
            <a:custGeom>
              <a:avLst/>
              <a:gdLst/>
              <a:ahLst/>
              <a:cxnLst/>
              <a:rect l="l" t="t" r="r" b="b"/>
              <a:pathLst>
                <a:path w="37" h="26" extrusionOk="0">
                  <a:moveTo>
                    <a:pt x="1" y="1"/>
                  </a:moveTo>
                  <a:lnTo>
                    <a:pt x="1" y="1"/>
                  </a:lnTo>
                  <a:cubicBezTo>
                    <a:pt x="12" y="12"/>
                    <a:pt x="26" y="17"/>
                    <a:pt x="37" y="26"/>
                  </a:cubicBezTo>
                  <a:cubicBezTo>
                    <a:pt x="26" y="17"/>
                    <a:pt x="15" y="9"/>
                    <a:pt x="1" y="1"/>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0" name="Google Shape;2760;p101">
              <a:extLst>
                <a:ext uri="{FF2B5EF4-FFF2-40B4-BE49-F238E27FC236}">
                  <a16:creationId xmlns:a16="http://schemas.microsoft.com/office/drawing/2014/main" id="{B631F41A-C515-C2AD-46BB-C341E395C781}"/>
                </a:ext>
              </a:extLst>
            </p:cNvPr>
            <p:cNvSpPr/>
            <p:nvPr/>
          </p:nvSpPr>
          <p:spPr>
            <a:xfrm>
              <a:off x="3691463" y="3848900"/>
              <a:ext cx="700" cy="775"/>
            </a:xfrm>
            <a:custGeom>
              <a:avLst/>
              <a:gdLst/>
              <a:ahLst/>
              <a:cxnLst/>
              <a:rect l="l" t="t" r="r" b="b"/>
              <a:pathLst>
                <a:path w="28" h="31" extrusionOk="0">
                  <a:moveTo>
                    <a:pt x="0" y="0"/>
                  </a:moveTo>
                  <a:lnTo>
                    <a:pt x="0" y="0"/>
                  </a:lnTo>
                  <a:cubicBezTo>
                    <a:pt x="11" y="9"/>
                    <a:pt x="17" y="20"/>
                    <a:pt x="28" y="31"/>
                  </a:cubicBezTo>
                  <a:cubicBezTo>
                    <a:pt x="22" y="20"/>
                    <a:pt x="11" y="9"/>
                    <a:pt x="0" y="0"/>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1" name="Google Shape;2761;p101">
              <a:extLst>
                <a:ext uri="{FF2B5EF4-FFF2-40B4-BE49-F238E27FC236}">
                  <a16:creationId xmlns:a16="http://schemas.microsoft.com/office/drawing/2014/main" id="{6B644982-AB28-5603-EAC6-48CC70BBC2C7}"/>
                </a:ext>
              </a:extLst>
            </p:cNvPr>
            <p:cNvSpPr/>
            <p:nvPr/>
          </p:nvSpPr>
          <p:spPr>
            <a:xfrm>
              <a:off x="3694138" y="3851500"/>
              <a:ext cx="700" cy="725"/>
            </a:xfrm>
            <a:custGeom>
              <a:avLst/>
              <a:gdLst/>
              <a:ahLst/>
              <a:cxnLst/>
              <a:rect l="l" t="t" r="r" b="b"/>
              <a:pathLst>
                <a:path w="28" h="29" extrusionOk="0">
                  <a:moveTo>
                    <a:pt x="28" y="28"/>
                  </a:moveTo>
                  <a:cubicBezTo>
                    <a:pt x="17" y="23"/>
                    <a:pt x="9" y="12"/>
                    <a:pt x="0" y="1"/>
                  </a:cubicBezTo>
                  <a:cubicBezTo>
                    <a:pt x="9" y="12"/>
                    <a:pt x="17" y="23"/>
                    <a:pt x="28" y="28"/>
                  </a:cubicBez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2" name="Google Shape;2762;p101">
              <a:extLst>
                <a:ext uri="{FF2B5EF4-FFF2-40B4-BE49-F238E27FC236}">
                  <a16:creationId xmlns:a16="http://schemas.microsoft.com/office/drawing/2014/main" id="{EEE4D441-F7D9-5E74-1E57-C5408B1C949F}"/>
                </a:ext>
              </a:extLst>
            </p:cNvPr>
            <p:cNvSpPr/>
            <p:nvPr/>
          </p:nvSpPr>
          <p:spPr>
            <a:xfrm>
              <a:off x="3692338" y="3849800"/>
              <a:ext cx="725" cy="700"/>
            </a:xfrm>
            <a:custGeom>
              <a:avLst/>
              <a:gdLst/>
              <a:ahLst/>
              <a:cxnLst/>
              <a:rect l="l" t="t" r="r" b="b"/>
              <a:pathLst>
                <a:path w="29" h="28" extrusionOk="0">
                  <a:moveTo>
                    <a:pt x="1" y="0"/>
                  </a:moveTo>
                  <a:lnTo>
                    <a:pt x="15" y="14"/>
                  </a:lnTo>
                  <a:lnTo>
                    <a:pt x="15" y="14"/>
                  </a:lnTo>
                  <a:cubicBezTo>
                    <a:pt x="10" y="9"/>
                    <a:pt x="6" y="4"/>
                    <a:pt x="1" y="0"/>
                  </a:cubicBezTo>
                  <a:close/>
                  <a:moveTo>
                    <a:pt x="15" y="14"/>
                  </a:moveTo>
                  <a:cubicBezTo>
                    <a:pt x="19" y="19"/>
                    <a:pt x="23" y="23"/>
                    <a:pt x="28" y="28"/>
                  </a:cubicBezTo>
                  <a:lnTo>
                    <a:pt x="15" y="14"/>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3" name="Google Shape;2763;p101">
              <a:extLst>
                <a:ext uri="{FF2B5EF4-FFF2-40B4-BE49-F238E27FC236}">
                  <a16:creationId xmlns:a16="http://schemas.microsoft.com/office/drawing/2014/main" id="{D5EB3BE9-8982-57BC-C1FF-FF703DE29AB7}"/>
                </a:ext>
              </a:extLst>
            </p:cNvPr>
            <p:cNvSpPr/>
            <p:nvPr/>
          </p:nvSpPr>
          <p:spPr>
            <a:xfrm>
              <a:off x="3693163" y="3850675"/>
              <a:ext cx="725" cy="725"/>
            </a:xfrm>
            <a:custGeom>
              <a:avLst/>
              <a:gdLst/>
              <a:ahLst/>
              <a:cxnLst/>
              <a:rect l="l" t="t" r="r" b="b"/>
              <a:pathLst>
                <a:path w="29" h="29" extrusionOk="0">
                  <a:moveTo>
                    <a:pt x="1" y="1"/>
                  </a:moveTo>
                  <a:lnTo>
                    <a:pt x="1" y="1"/>
                  </a:lnTo>
                  <a:cubicBezTo>
                    <a:pt x="12" y="12"/>
                    <a:pt x="17" y="20"/>
                    <a:pt x="28" y="28"/>
                  </a:cubicBezTo>
                  <a:lnTo>
                    <a:pt x="1" y="1"/>
                  </a:lnTo>
                  <a:close/>
                </a:path>
              </a:pathLst>
            </a:custGeom>
            <a:solidFill>
              <a:srgbClr val="FFED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4" name="Google Shape;2764;p101">
              <a:extLst>
                <a:ext uri="{FF2B5EF4-FFF2-40B4-BE49-F238E27FC236}">
                  <a16:creationId xmlns:a16="http://schemas.microsoft.com/office/drawing/2014/main" id="{46B49553-F99B-FFBB-8C8D-DDBD258EC12E}"/>
                </a:ext>
              </a:extLst>
            </p:cNvPr>
            <p:cNvSpPr/>
            <p:nvPr/>
          </p:nvSpPr>
          <p:spPr>
            <a:xfrm>
              <a:off x="3685613" y="3804225"/>
              <a:ext cx="46275" cy="54800"/>
            </a:xfrm>
            <a:custGeom>
              <a:avLst/>
              <a:gdLst/>
              <a:ahLst/>
              <a:cxnLst/>
              <a:rect l="l" t="t" r="r" b="b"/>
              <a:pathLst>
                <a:path w="1851" h="2192" extrusionOk="0">
                  <a:moveTo>
                    <a:pt x="1101" y="1"/>
                  </a:moveTo>
                  <a:cubicBezTo>
                    <a:pt x="1074" y="1"/>
                    <a:pt x="1046" y="1"/>
                    <a:pt x="1024" y="3"/>
                  </a:cubicBezTo>
                  <a:cubicBezTo>
                    <a:pt x="826" y="17"/>
                    <a:pt x="641" y="83"/>
                    <a:pt x="487" y="191"/>
                  </a:cubicBezTo>
                  <a:cubicBezTo>
                    <a:pt x="193" y="389"/>
                    <a:pt x="0" y="722"/>
                    <a:pt x="0" y="1102"/>
                  </a:cubicBezTo>
                  <a:lnTo>
                    <a:pt x="0" y="1157"/>
                  </a:lnTo>
                  <a:lnTo>
                    <a:pt x="0" y="1173"/>
                  </a:lnTo>
                  <a:cubicBezTo>
                    <a:pt x="0" y="1184"/>
                    <a:pt x="0" y="1198"/>
                    <a:pt x="6" y="1209"/>
                  </a:cubicBezTo>
                  <a:cubicBezTo>
                    <a:pt x="6" y="1215"/>
                    <a:pt x="6" y="1223"/>
                    <a:pt x="8" y="1228"/>
                  </a:cubicBezTo>
                  <a:cubicBezTo>
                    <a:pt x="8" y="1239"/>
                    <a:pt x="11" y="1250"/>
                    <a:pt x="11" y="1259"/>
                  </a:cubicBezTo>
                  <a:cubicBezTo>
                    <a:pt x="11" y="1267"/>
                    <a:pt x="14" y="1272"/>
                    <a:pt x="14" y="1283"/>
                  </a:cubicBezTo>
                  <a:cubicBezTo>
                    <a:pt x="14" y="1294"/>
                    <a:pt x="19" y="1305"/>
                    <a:pt x="22" y="1314"/>
                  </a:cubicBezTo>
                  <a:cubicBezTo>
                    <a:pt x="22" y="1322"/>
                    <a:pt x="25" y="1333"/>
                    <a:pt x="25" y="1339"/>
                  </a:cubicBezTo>
                  <a:cubicBezTo>
                    <a:pt x="28" y="1350"/>
                    <a:pt x="28" y="1355"/>
                    <a:pt x="33" y="1366"/>
                  </a:cubicBezTo>
                  <a:cubicBezTo>
                    <a:pt x="36" y="1374"/>
                    <a:pt x="36" y="1383"/>
                    <a:pt x="39" y="1391"/>
                  </a:cubicBezTo>
                  <a:cubicBezTo>
                    <a:pt x="41" y="1402"/>
                    <a:pt x="41" y="1407"/>
                    <a:pt x="44" y="1418"/>
                  </a:cubicBezTo>
                  <a:cubicBezTo>
                    <a:pt x="50" y="1424"/>
                    <a:pt x="50" y="1435"/>
                    <a:pt x="52" y="1443"/>
                  </a:cubicBezTo>
                  <a:cubicBezTo>
                    <a:pt x="55" y="1449"/>
                    <a:pt x="58" y="1460"/>
                    <a:pt x="63" y="1465"/>
                  </a:cubicBezTo>
                  <a:cubicBezTo>
                    <a:pt x="66" y="1473"/>
                    <a:pt x="69" y="1484"/>
                    <a:pt x="74" y="1490"/>
                  </a:cubicBezTo>
                  <a:cubicBezTo>
                    <a:pt x="77" y="1495"/>
                    <a:pt x="80" y="1506"/>
                    <a:pt x="83" y="1515"/>
                  </a:cubicBezTo>
                  <a:cubicBezTo>
                    <a:pt x="88" y="1520"/>
                    <a:pt x="91" y="1531"/>
                    <a:pt x="94" y="1537"/>
                  </a:cubicBezTo>
                  <a:cubicBezTo>
                    <a:pt x="96" y="1545"/>
                    <a:pt x="102" y="1551"/>
                    <a:pt x="105" y="1562"/>
                  </a:cubicBezTo>
                  <a:cubicBezTo>
                    <a:pt x="107" y="1570"/>
                    <a:pt x="110" y="1578"/>
                    <a:pt x="116" y="1586"/>
                  </a:cubicBezTo>
                  <a:lnTo>
                    <a:pt x="124" y="1606"/>
                  </a:lnTo>
                  <a:cubicBezTo>
                    <a:pt x="129" y="1614"/>
                    <a:pt x="132" y="1625"/>
                    <a:pt x="138" y="1630"/>
                  </a:cubicBezTo>
                  <a:cubicBezTo>
                    <a:pt x="143" y="1639"/>
                    <a:pt x="146" y="1641"/>
                    <a:pt x="149" y="1647"/>
                  </a:cubicBezTo>
                  <a:cubicBezTo>
                    <a:pt x="151" y="1658"/>
                    <a:pt x="160" y="1666"/>
                    <a:pt x="165" y="1674"/>
                  </a:cubicBezTo>
                  <a:cubicBezTo>
                    <a:pt x="171" y="1680"/>
                    <a:pt x="171" y="1683"/>
                    <a:pt x="173" y="1685"/>
                  </a:cubicBezTo>
                  <a:cubicBezTo>
                    <a:pt x="198" y="1724"/>
                    <a:pt x="226" y="1762"/>
                    <a:pt x="253" y="1796"/>
                  </a:cubicBezTo>
                  <a:cubicBezTo>
                    <a:pt x="262" y="1807"/>
                    <a:pt x="270" y="1818"/>
                    <a:pt x="281" y="1826"/>
                  </a:cubicBezTo>
                  <a:lnTo>
                    <a:pt x="286" y="1834"/>
                  </a:lnTo>
                  <a:cubicBezTo>
                    <a:pt x="297" y="1845"/>
                    <a:pt x="303" y="1853"/>
                    <a:pt x="314" y="1862"/>
                  </a:cubicBezTo>
                  <a:cubicBezTo>
                    <a:pt x="317" y="1864"/>
                    <a:pt x="317" y="1867"/>
                    <a:pt x="322" y="1867"/>
                  </a:cubicBezTo>
                  <a:lnTo>
                    <a:pt x="350" y="1895"/>
                  </a:lnTo>
                  <a:cubicBezTo>
                    <a:pt x="352" y="1900"/>
                    <a:pt x="355" y="1900"/>
                    <a:pt x="355" y="1903"/>
                  </a:cubicBezTo>
                  <a:cubicBezTo>
                    <a:pt x="366" y="1914"/>
                    <a:pt x="377" y="1919"/>
                    <a:pt x="383" y="1930"/>
                  </a:cubicBezTo>
                  <a:cubicBezTo>
                    <a:pt x="385" y="1933"/>
                    <a:pt x="391" y="1933"/>
                    <a:pt x="391" y="1936"/>
                  </a:cubicBezTo>
                  <a:cubicBezTo>
                    <a:pt x="399" y="1944"/>
                    <a:pt x="410" y="1955"/>
                    <a:pt x="421" y="1961"/>
                  </a:cubicBezTo>
                  <a:lnTo>
                    <a:pt x="427" y="1969"/>
                  </a:lnTo>
                  <a:cubicBezTo>
                    <a:pt x="438" y="1974"/>
                    <a:pt x="449" y="1985"/>
                    <a:pt x="463" y="1991"/>
                  </a:cubicBezTo>
                  <a:cubicBezTo>
                    <a:pt x="465" y="1991"/>
                    <a:pt x="465" y="1996"/>
                    <a:pt x="468" y="1996"/>
                  </a:cubicBezTo>
                  <a:cubicBezTo>
                    <a:pt x="479" y="2002"/>
                    <a:pt x="493" y="2013"/>
                    <a:pt x="504" y="2019"/>
                  </a:cubicBezTo>
                  <a:lnTo>
                    <a:pt x="507" y="2024"/>
                  </a:lnTo>
                  <a:cubicBezTo>
                    <a:pt x="520" y="2030"/>
                    <a:pt x="534" y="2041"/>
                    <a:pt x="545" y="2046"/>
                  </a:cubicBezTo>
                  <a:cubicBezTo>
                    <a:pt x="672" y="2123"/>
                    <a:pt x="818" y="2170"/>
                    <a:pt x="969" y="2192"/>
                  </a:cubicBezTo>
                  <a:cubicBezTo>
                    <a:pt x="743" y="1983"/>
                    <a:pt x="614" y="1696"/>
                    <a:pt x="614" y="1383"/>
                  </a:cubicBezTo>
                  <a:cubicBezTo>
                    <a:pt x="614" y="774"/>
                    <a:pt x="1107" y="281"/>
                    <a:pt x="1715" y="281"/>
                  </a:cubicBezTo>
                  <a:cubicBezTo>
                    <a:pt x="1759" y="281"/>
                    <a:pt x="1803" y="287"/>
                    <a:pt x="1850" y="290"/>
                  </a:cubicBezTo>
                  <a:cubicBezTo>
                    <a:pt x="1834" y="279"/>
                    <a:pt x="1825" y="265"/>
                    <a:pt x="1811" y="254"/>
                  </a:cubicBezTo>
                  <a:cubicBezTo>
                    <a:pt x="1798" y="243"/>
                    <a:pt x="1787" y="235"/>
                    <a:pt x="1773" y="224"/>
                  </a:cubicBezTo>
                  <a:cubicBezTo>
                    <a:pt x="1759" y="213"/>
                    <a:pt x="1748" y="202"/>
                    <a:pt x="1734" y="196"/>
                  </a:cubicBezTo>
                  <a:cubicBezTo>
                    <a:pt x="1734" y="196"/>
                    <a:pt x="1732" y="196"/>
                    <a:pt x="1732" y="193"/>
                  </a:cubicBezTo>
                  <a:cubicBezTo>
                    <a:pt x="1718" y="182"/>
                    <a:pt x="1704" y="174"/>
                    <a:pt x="1693" y="166"/>
                  </a:cubicBezTo>
                  <a:lnTo>
                    <a:pt x="1690" y="160"/>
                  </a:lnTo>
                  <a:cubicBezTo>
                    <a:pt x="1677" y="155"/>
                    <a:pt x="1663" y="144"/>
                    <a:pt x="1652" y="138"/>
                  </a:cubicBezTo>
                  <a:cubicBezTo>
                    <a:pt x="1649" y="138"/>
                    <a:pt x="1649" y="133"/>
                    <a:pt x="1646" y="133"/>
                  </a:cubicBezTo>
                  <a:cubicBezTo>
                    <a:pt x="1633" y="127"/>
                    <a:pt x="1622" y="119"/>
                    <a:pt x="1608" y="113"/>
                  </a:cubicBezTo>
                  <a:cubicBezTo>
                    <a:pt x="1605" y="113"/>
                    <a:pt x="1602" y="111"/>
                    <a:pt x="1602" y="111"/>
                  </a:cubicBezTo>
                  <a:cubicBezTo>
                    <a:pt x="1588" y="102"/>
                    <a:pt x="1577" y="97"/>
                    <a:pt x="1564" y="94"/>
                  </a:cubicBezTo>
                  <a:cubicBezTo>
                    <a:pt x="1561" y="94"/>
                    <a:pt x="1555" y="89"/>
                    <a:pt x="1553" y="89"/>
                  </a:cubicBezTo>
                  <a:cubicBezTo>
                    <a:pt x="1539" y="83"/>
                    <a:pt x="1528" y="80"/>
                    <a:pt x="1514" y="72"/>
                  </a:cubicBezTo>
                  <a:cubicBezTo>
                    <a:pt x="1511" y="69"/>
                    <a:pt x="1509" y="69"/>
                    <a:pt x="1500" y="69"/>
                  </a:cubicBezTo>
                  <a:cubicBezTo>
                    <a:pt x="1492" y="67"/>
                    <a:pt x="1478" y="58"/>
                    <a:pt x="1467" y="56"/>
                  </a:cubicBezTo>
                  <a:cubicBezTo>
                    <a:pt x="1465" y="53"/>
                    <a:pt x="1456" y="53"/>
                    <a:pt x="1454" y="53"/>
                  </a:cubicBezTo>
                  <a:cubicBezTo>
                    <a:pt x="1443" y="47"/>
                    <a:pt x="1429" y="45"/>
                    <a:pt x="1418" y="42"/>
                  </a:cubicBezTo>
                  <a:cubicBezTo>
                    <a:pt x="1412" y="39"/>
                    <a:pt x="1410" y="39"/>
                    <a:pt x="1401" y="39"/>
                  </a:cubicBezTo>
                  <a:cubicBezTo>
                    <a:pt x="1390" y="34"/>
                    <a:pt x="1382" y="31"/>
                    <a:pt x="1368" y="28"/>
                  </a:cubicBezTo>
                  <a:cubicBezTo>
                    <a:pt x="1360" y="25"/>
                    <a:pt x="1354" y="25"/>
                    <a:pt x="1346" y="25"/>
                  </a:cubicBezTo>
                  <a:cubicBezTo>
                    <a:pt x="1335" y="20"/>
                    <a:pt x="1327" y="20"/>
                    <a:pt x="1316" y="17"/>
                  </a:cubicBezTo>
                  <a:cubicBezTo>
                    <a:pt x="1308" y="17"/>
                    <a:pt x="1299" y="14"/>
                    <a:pt x="1291" y="14"/>
                  </a:cubicBezTo>
                  <a:cubicBezTo>
                    <a:pt x="1280" y="14"/>
                    <a:pt x="1272" y="12"/>
                    <a:pt x="1264" y="12"/>
                  </a:cubicBezTo>
                  <a:cubicBezTo>
                    <a:pt x="1253" y="12"/>
                    <a:pt x="1247" y="6"/>
                    <a:pt x="1236" y="6"/>
                  </a:cubicBezTo>
                  <a:cubicBezTo>
                    <a:pt x="1231" y="6"/>
                    <a:pt x="1220" y="3"/>
                    <a:pt x="1211" y="3"/>
                  </a:cubicBezTo>
                  <a:cubicBezTo>
                    <a:pt x="1203" y="3"/>
                    <a:pt x="1189" y="1"/>
                    <a:pt x="11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5" name="Google Shape;2765;p101">
              <a:extLst>
                <a:ext uri="{FF2B5EF4-FFF2-40B4-BE49-F238E27FC236}">
                  <a16:creationId xmlns:a16="http://schemas.microsoft.com/office/drawing/2014/main" id="{9CACF553-A3D6-C37E-58C9-A087F24CE3BD}"/>
                </a:ext>
              </a:extLst>
            </p:cNvPr>
            <p:cNvSpPr/>
            <p:nvPr/>
          </p:nvSpPr>
          <p:spPr>
            <a:xfrm>
              <a:off x="3882788" y="3517375"/>
              <a:ext cx="975" cy="500"/>
            </a:xfrm>
            <a:custGeom>
              <a:avLst/>
              <a:gdLst/>
              <a:ahLst/>
              <a:cxnLst/>
              <a:rect l="l" t="t" r="r" b="b"/>
              <a:pathLst>
                <a:path w="39" h="20" extrusionOk="0">
                  <a:moveTo>
                    <a:pt x="0" y="0"/>
                  </a:moveTo>
                  <a:cubicBezTo>
                    <a:pt x="11" y="9"/>
                    <a:pt x="25" y="14"/>
                    <a:pt x="39" y="20"/>
                  </a:cubicBezTo>
                  <a:cubicBezTo>
                    <a:pt x="25" y="14"/>
                    <a:pt x="14" y="9"/>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6" name="Google Shape;2766;p101">
              <a:extLst>
                <a:ext uri="{FF2B5EF4-FFF2-40B4-BE49-F238E27FC236}">
                  <a16:creationId xmlns:a16="http://schemas.microsoft.com/office/drawing/2014/main" id="{27B1BFBE-16CF-EF81-5E10-E9DD152E5B24}"/>
                </a:ext>
              </a:extLst>
            </p:cNvPr>
            <p:cNvSpPr/>
            <p:nvPr/>
          </p:nvSpPr>
          <p:spPr>
            <a:xfrm>
              <a:off x="3873963" y="3514950"/>
              <a:ext cx="575" cy="175"/>
            </a:xfrm>
            <a:custGeom>
              <a:avLst/>
              <a:gdLst/>
              <a:ahLst/>
              <a:cxnLst/>
              <a:rect l="l" t="t" r="r" b="b"/>
              <a:pathLst>
                <a:path w="23" h="7" extrusionOk="0">
                  <a:moveTo>
                    <a:pt x="1" y="1"/>
                  </a:moveTo>
                  <a:cubicBezTo>
                    <a:pt x="6" y="1"/>
                    <a:pt x="17" y="6"/>
                    <a:pt x="23" y="6"/>
                  </a:cubicBezTo>
                  <a:cubicBezTo>
                    <a:pt x="17" y="6"/>
                    <a:pt x="9" y="1"/>
                    <a:pt x="1"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7" name="Google Shape;2767;p101">
              <a:extLst>
                <a:ext uri="{FF2B5EF4-FFF2-40B4-BE49-F238E27FC236}">
                  <a16:creationId xmlns:a16="http://schemas.microsoft.com/office/drawing/2014/main" id="{788A64C7-C1F1-6CCE-CEA3-11AEA624C76D}"/>
                </a:ext>
              </a:extLst>
            </p:cNvPr>
            <p:cNvSpPr/>
            <p:nvPr/>
          </p:nvSpPr>
          <p:spPr>
            <a:xfrm>
              <a:off x="3881613" y="3516875"/>
              <a:ext cx="1000" cy="450"/>
            </a:xfrm>
            <a:custGeom>
              <a:avLst/>
              <a:gdLst/>
              <a:ahLst/>
              <a:cxnLst/>
              <a:rect l="l" t="t" r="r" b="b"/>
              <a:pathLst>
                <a:path w="40" h="18" extrusionOk="0">
                  <a:moveTo>
                    <a:pt x="0" y="1"/>
                  </a:moveTo>
                  <a:cubicBezTo>
                    <a:pt x="10" y="5"/>
                    <a:pt x="18" y="8"/>
                    <a:pt x="26" y="12"/>
                  </a:cubicBezTo>
                  <a:lnTo>
                    <a:pt x="26" y="12"/>
                  </a:lnTo>
                  <a:cubicBezTo>
                    <a:pt x="17" y="7"/>
                    <a:pt x="10" y="3"/>
                    <a:pt x="0" y="1"/>
                  </a:cubicBezTo>
                  <a:close/>
                  <a:moveTo>
                    <a:pt x="26" y="12"/>
                  </a:moveTo>
                  <a:lnTo>
                    <a:pt x="26" y="12"/>
                  </a:lnTo>
                  <a:cubicBezTo>
                    <a:pt x="30" y="14"/>
                    <a:pt x="34" y="16"/>
                    <a:pt x="39" y="17"/>
                  </a:cubicBezTo>
                  <a:cubicBezTo>
                    <a:pt x="34" y="16"/>
                    <a:pt x="30" y="14"/>
                    <a:pt x="26" y="12"/>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8" name="Google Shape;2768;p101">
              <a:extLst>
                <a:ext uri="{FF2B5EF4-FFF2-40B4-BE49-F238E27FC236}">
                  <a16:creationId xmlns:a16="http://schemas.microsoft.com/office/drawing/2014/main" id="{C209FBCD-FE76-E43C-F73B-D37B0D4B1FE2}"/>
                </a:ext>
              </a:extLst>
            </p:cNvPr>
            <p:cNvSpPr/>
            <p:nvPr/>
          </p:nvSpPr>
          <p:spPr>
            <a:xfrm>
              <a:off x="3883963" y="3518000"/>
              <a:ext cx="900" cy="575"/>
            </a:xfrm>
            <a:custGeom>
              <a:avLst/>
              <a:gdLst/>
              <a:ahLst/>
              <a:cxnLst/>
              <a:rect l="l" t="t" r="r" b="b"/>
              <a:pathLst>
                <a:path w="36" h="23" extrusionOk="0">
                  <a:moveTo>
                    <a:pt x="0" y="0"/>
                  </a:moveTo>
                  <a:cubicBezTo>
                    <a:pt x="14" y="8"/>
                    <a:pt x="28" y="14"/>
                    <a:pt x="36" y="22"/>
                  </a:cubicBezTo>
                  <a:cubicBezTo>
                    <a:pt x="28" y="14"/>
                    <a:pt x="14" y="8"/>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69" name="Google Shape;2769;p101">
              <a:extLst>
                <a:ext uri="{FF2B5EF4-FFF2-40B4-BE49-F238E27FC236}">
                  <a16:creationId xmlns:a16="http://schemas.microsoft.com/office/drawing/2014/main" id="{E10F1DF3-BB97-43A7-65A0-38B2436A41A0}"/>
                </a:ext>
              </a:extLst>
            </p:cNvPr>
            <p:cNvSpPr/>
            <p:nvPr/>
          </p:nvSpPr>
          <p:spPr>
            <a:xfrm>
              <a:off x="3877888" y="3515650"/>
              <a:ext cx="925" cy="300"/>
            </a:xfrm>
            <a:custGeom>
              <a:avLst/>
              <a:gdLst/>
              <a:ahLst/>
              <a:cxnLst/>
              <a:rect l="l" t="t" r="r" b="b"/>
              <a:pathLst>
                <a:path w="37" h="12" extrusionOk="0">
                  <a:moveTo>
                    <a:pt x="1" y="0"/>
                  </a:moveTo>
                  <a:cubicBezTo>
                    <a:pt x="12" y="3"/>
                    <a:pt x="23" y="9"/>
                    <a:pt x="37" y="11"/>
                  </a:cubicBezTo>
                  <a:cubicBezTo>
                    <a:pt x="23" y="9"/>
                    <a:pt x="12" y="3"/>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0" name="Google Shape;2770;p101">
              <a:extLst>
                <a:ext uri="{FF2B5EF4-FFF2-40B4-BE49-F238E27FC236}">
                  <a16:creationId xmlns:a16="http://schemas.microsoft.com/office/drawing/2014/main" id="{91D531D9-C9BA-D108-2ABD-C407AE7B5AA0}"/>
                </a:ext>
              </a:extLst>
            </p:cNvPr>
            <p:cNvSpPr/>
            <p:nvPr/>
          </p:nvSpPr>
          <p:spPr>
            <a:xfrm>
              <a:off x="3876588" y="3515450"/>
              <a:ext cx="850" cy="150"/>
            </a:xfrm>
            <a:custGeom>
              <a:avLst/>
              <a:gdLst/>
              <a:ahLst/>
              <a:cxnLst/>
              <a:rect l="l" t="t" r="r" b="b"/>
              <a:pathLst>
                <a:path w="34" h="6" extrusionOk="0">
                  <a:moveTo>
                    <a:pt x="1" y="0"/>
                  </a:moveTo>
                  <a:cubicBezTo>
                    <a:pt x="12" y="3"/>
                    <a:pt x="23" y="3"/>
                    <a:pt x="34" y="6"/>
                  </a:cubicBezTo>
                  <a:cubicBezTo>
                    <a:pt x="23" y="3"/>
                    <a:pt x="12" y="0"/>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1" name="Google Shape;2771;p101">
              <a:extLst>
                <a:ext uri="{FF2B5EF4-FFF2-40B4-BE49-F238E27FC236}">
                  <a16:creationId xmlns:a16="http://schemas.microsoft.com/office/drawing/2014/main" id="{DB951FA0-0B23-A329-8673-5E09A70F66B3}"/>
                </a:ext>
              </a:extLst>
            </p:cNvPr>
            <p:cNvSpPr/>
            <p:nvPr/>
          </p:nvSpPr>
          <p:spPr>
            <a:xfrm>
              <a:off x="3880363" y="3516475"/>
              <a:ext cx="925" cy="375"/>
            </a:xfrm>
            <a:custGeom>
              <a:avLst/>
              <a:gdLst/>
              <a:ahLst/>
              <a:cxnLst/>
              <a:rect l="l" t="t" r="r" b="b"/>
              <a:pathLst>
                <a:path w="37" h="15" extrusionOk="0">
                  <a:moveTo>
                    <a:pt x="1" y="0"/>
                  </a:moveTo>
                  <a:cubicBezTo>
                    <a:pt x="12" y="3"/>
                    <a:pt x="26" y="9"/>
                    <a:pt x="37" y="14"/>
                  </a:cubicBezTo>
                  <a:cubicBezTo>
                    <a:pt x="26" y="9"/>
                    <a:pt x="15" y="3"/>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2" name="Google Shape;2772;p101">
              <a:extLst>
                <a:ext uri="{FF2B5EF4-FFF2-40B4-BE49-F238E27FC236}">
                  <a16:creationId xmlns:a16="http://schemas.microsoft.com/office/drawing/2014/main" id="{A5DFEE58-88DC-AC29-1142-22E69BC1FA59}"/>
                </a:ext>
              </a:extLst>
            </p:cNvPr>
            <p:cNvSpPr/>
            <p:nvPr/>
          </p:nvSpPr>
          <p:spPr>
            <a:xfrm>
              <a:off x="3879213" y="3516000"/>
              <a:ext cx="850" cy="300"/>
            </a:xfrm>
            <a:custGeom>
              <a:avLst/>
              <a:gdLst/>
              <a:ahLst/>
              <a:cxnLst/>
              <a:rect l="l" t="t" r="r" b="b"/>
              <a:pathLst>
                <a:path w="34" h="12" extrusionOk="0">
                  <a:moveTo>
                    <a:pt x="0" y="0"/>
                  </a:moveTo>
                  <a:cubicBezTo>
                    <a:pt x="11" y="6"/>
                    <a:pt x="19" y="8"/>
                    <a:pt x="33" y="11"/>
                  </a:cubicBezTo>
                  <a:cubicBezTo>
                    <a:pt x="25" y="8"/>
                    <a:pt x="11" y="6"/>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3" name="Google Shape;2773;p101">
              <a:extLst>
                <a:ext uri="{FF2B5EF4-FFF2-40B4-BE49-F238E27FC236}">
                  <a16:creationId xmlns:a16="http://schemas.microsoft.com/office/drawing/2014/main" id="{C37F1AFE-B9A5-608B-801A-13F6E33FC928}"/>
                </a:ext>
              </a:extLst>
            </p:cNvPr>
            <p:cNvSpPr/>
            <p:nvPr/>
          </p:nvSpPr>
          <p:spPr>
            <a:xfrm>
              <a:off x="3875213" y="3515175"/>
              <a:ext cx="700" cy="75"/>
            </a:xfrm>
            <a:custGeom>
              <a:avLst/>
              <a:gdLst/>
              <a:ahLst/>
              <a:cxnLst/>
              <a:rect l="l" t="t" r="r" b="b"/>
              <a:pathLst>
                <a:path w="28" h="3" extrusionOk="0">
                  <a:moveTo>
                    <a:pt x="0" y="0"/>
                  </a:moveTo>
                  <a:cubicBezTo>
                    <a:pt x="11" y="0"/>
                    <a:pt x="22" y="3"/>
                    <a:pt x="28" y="3"/>
                  </a:cubicBezTo>
                  <a:cubicBezTo>
                    <a:pt x="22" y="3"/>
                    <a:pt x="11" y="0"/>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4" name="Google Shape;2774;p101">
              <a:extLst>
                <a:ext uri="{FF2B5EF4-FFF2-40B4-BE49-F238E27FC236}">
                  <a16:creationId xmlns:a16="http://schemas.microsoft.com/office/drawing/2014/main" id="{06D7EA07-0DBF-9465-6EE2-FA7112E9EE58}"/>
                </a:ext>
              </a:extLst>
            </p:cNvPr>
            <p:cNvSpPr/>
            <p:nvPr/>
          </p:nvSpPr>
          <p:spPr>
            <a:xfrm>
              <a:off x="3851463" y="3561625"/>
              <a:ext cx="725" cy="700"/>
            </a:xfrm>
            <a:custGeom>
              <a:avLst/>
              <a:gdLst/>
              <a:ahLst/>
              <a:cxnLst/>
              <a:rect l="l" t="t" r="r" b="b"/>
              <a:pathLst>
                <a:path w="29" h="28" extrusionOk="0">
                  <a:moveTo>
                    <a:pt x="1" y="0"/>
                  </a:moveTo>
                  <a:lnTo>
                    <a:pt x="1" y="0"/>
                  </a:lnTo>
                  <a:cubicBezTo>
                    <a:pt x="12" y="11"/>
                    <a:pt x="17" y="20"/>
                    <a:pt x="28" y="28"/>
                  </a:cubicBezTo>
                  <a:lnTo>
                    <a:pt x="1" y="0"/>
                  </a:ln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5" name="Google Shape;2775;p101">
              <a:extLst>
                <a:ext uri="{FF2B5EF4-FFF2-40B4-BE49-F238E27FC236}">
                  <a16:creationId xmlns:a16="http://schemas.microsoft.com/office/drawing/2014/main" id="{843390C8-0173-784D-9C75-7584EB86CE5A}"/>
                </a:ext>
              </a:extLst>
            </p:cNvPr>
            <p:cNvSpPr/>
            <p:nvPr/>
          </p:nvSpPr>
          <p:spPr>
            <a:xfrm>
              <a:off x="3855263" y="3564850"/>
              <a:ext cx="900" cy="650"/>
            </a:xfrm>
            <a:custGeom>
              <a:avLst/>
              <a:gdLst/>
              <a:ahLst/>
              <a:cxnLst/>
              <a:rect l="l" t="t" r="r" b="b"/>
              <a:pathLst>
                <a:path w="36" h="26" extrusionOk="0">
                  <a:moveTo>
                    <a:pt x="0" y="1"/>
                  </a:moveTo>
                  <a:cubicBezTo>
                    <a:pt x="11" y="9"/>
                    <a:pt x="25" y="20"/>
                    <a:pt x="36" y="26"/>
                  </a:cubicBezTo>
                  <a:cubicBezTo>
                    <a:pt x="25" y="15"/>
                    <a:pt x="11" y="9"/>
                    <a:pt x="0"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6" name="Google Shape;2776;p101">
              <a:extLst>
                <a:ext uri="{FF2B5EF4-FFF2-40B4-BE49-F238E27FC236}">
                  <a16:creationId xmlns:a16="http://schemas.microsoft.com/office/drawing/2014/main" id="{F2ECE605-4C8D-54BA-D6DF-FB43C287E2BC}"/>
                </a:ext>
              </a:extLst>
            </p:cNvPr>
            <p:cNvSpPr/>
            <p:nvPr/>
          </p:nvSpPr>
          <p:spPr>
            <a:xfrm>
              <a:off x="3854213" y="3564100"/>
              <a:ext cx="925" cy="650"/>
            </a:xfrm>
            <a:custGeom>
              <a:avLst/>
              <a:gdLst/>
              <a:ahLst/>
              <a:cxnLst/>
              <a:rect l="l" t="t" r="r" b="b"/>
              <a:pathLst>
                <a:path w="37" h="26" extrusionOk="0">
                  <a:moveTo>
                    <a:pt x="1" y="1"/>
                  </a:moveTo>
                  <a:lnTo>
                    <a:pt x="1" y="1"/>
                  </a:lnTo>
                  <a:cubicBezTo>
                    <a:pt x="7" y="7"/>
                    <a:pt x="15" y="12"/>
                    <a:pt x="22" y="16"/>
                  </a:cubicBezTo>
                  <a:lnTo>
                    <a:pt x="22" y="16"/>
                  </a:lnTo>
                  <a:cubicBezTo>
                    <a:pt x="15" y="11"/>
                    <a:pt x="8" y="6"/>
                    <a:pt x="1" y="1"/>
                  </a:cubicBezTo>
                  <a:close/>
                  <a:moveTo>
                    <a:pt x="22" y="16"/>
                  </a:moveTo>
                  <a:lnTo>
                    <a:pt x="22" y="16"/>
                  </a:lnTo>
                  <a:cubicBezTo>
                    <a:pt x="27" y="19"/>
                    <a:pt x="31" y="22"/>
                    <a:pt x="37" y="25"/>
                  </a:cubicBezTo>
                  <a:cubicBezTo>
                    <a:pt x="32" y="22"/>
                    <a:pt x="27" y="19"/>
                    <a:pt x="22" y="16"/>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7" name="Google Shape;2777;p101">
              <a:extLst>
                <a:ext uri="{FF2B5EF4-FFF2-40B4-BE49-F238E27FC236}">
                  <a16:creationId xmlns:a16="http://schemas.microsoft.com/office/drawing/2014/main" id="{46D5ECC1-65E2-21A6-A713-0BB14AAA435D}"/>
                </a:ext>
              </a:extLst>
            </p:cNvPr>
            <p:cNvSpPr/>
            <p:nvPr/>
          </p:nvSpPr>
          <p:spPr>
            <a:xfrm>
              <a:off x="3853338" y="3563350"/>
              <a:ext cx="775" cy="575"/>
            </a:xfrm>
            <a:custGeom>
              <a:avLst/>
              <a:gdLst/>
              <a:ahLst/>
              <a:cxnLst/>
              <a:rect l="l" t="t" r="r" b="b"/>
              <a:pathLst>
                <a:path w="31" h="23" extrusionOk="0">
                  <a:moveTo>
                    <a:pt x="0" y="0"/>
                  </a:moveTo>
                  <a:lnTo>
                    <a:pt x="0" y="0"/>
                  </a:lnTo>
                  <a:cubicBezTo>
                    <a:pt x="8" y="11"/>
                    <a:pt x="19" y="17"/>
                    <a:pt x="30" y="22"/>
                  </a:cubicBezTo>
                  <a:cubicBezTo>
                    <a:pt x="19" y="17"/>
                    <a:pt x="8" y="6"/>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8" name="Google Shape;2778;p101">
              <a:extLst>
                <a:ext uri="{FF2B5EF4-FFF2-40B4-BE49-F238E27FC236}">
                  <a16:creationId xmlns:a16="http://schemas.microsoft.com/office/drawing/2014/main" id="{7D862541-BA79-F441-BC4D-CB027C9C6773}"/>
                </a:ext>
              </a:extLst>
            </p:cNvPr>
            <p:cNvSpPr/>
            <p:nvPr/>
          </p:nvSpPr>
          <p:spPr>
            <a:xfrm>
              <a:off x="3852363" y="3562450"/>
              <a:ext cx="700" cy="700"/>
            </a:xfrm>
            <a:custGeom>
              <a:avLst/>
              <a:gdLst/>
              <a:ahLst/>
              <a:cxnLst/>
              <a:rect l="l" t="t" r="r" b="b"/>
              <a:pathLst>
                <a:path w="28" h="28" extrusionOk="0">
                  <a:moveTo>
                    <a:pt x="0" y="0"/>
                  </a:moveTo>
                  <a:cubicBezTo>
                    <a:pt x="11" y="11"/>
                    <a:pt x="20" y="20"/>
                    <a:pt x="28" y="28"/>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79" name="Google Shape;2779;p101">
              <a:extLst>
                <a:ext uri="{FF2B5EF4-FFF2-40B4-BE49-F238E27FC236}">
                  <a16:creationId xmlns:a16="http://schemas.microsoft.com/office/drawing/2014/main" id="{1F573CBE-BF44-FA9C-7882-47C114A8F70C}"/>
                </a:ext>
              </a:extLst>
            </p:cNvPr>
            <p:cNvSpPr/>
            <p:nvPr/>
          </p:nvSpPr>
          <p:spPr>
            <a:xfrm>
              <a:off x="3850638" y="3560725"/>
              <a:ext cx="725" cy="725"/>
            </a:xfrm>
            <a:custGeom>
              <a:avLst/>
              <a:gdLst/>
              <a:ahLst/>
              <a:cxnLst/>
              <a:rect l="l" t="t" r="r" b="b"/>
              <a:pathLst>
                <a:path w="29" h="29" extrusionOk="0">
                  <a:moveTo>
                    <a:pt x="1" y="1"/>
                  </a:moveTo>
                  <a:cubicBezTo>
                    <a:pt x="12" y="12"/>
                    <a:pt x="17" y="23"/>
                    <a:pt x="28" y="28"/>
                  </a:cubicBezTo>
                  <a:lnTo>
                    <a:pt x="1" y="1"/>
                  </a:ln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0" name="Google Shape;2780;p101">
              <a:extLst>
                <a:ext uri="{FF2B5EF4-FFF2-40B4-BE49-F238E27FC236}">
                  <a16:creationId xmlns:a16="http://schemas.microsoft.com/office/drawing/2014/main" id="{D6418398-8073-CD99-13E5-CE7C108BA9DC}"/>
                </a:ext>
              </a:extLst>
            </p:cNvPr>
            <p:cNvSpPr/>
            <p:nvPr/>
          </p:nvSpPr>
          <p:spPr>
            <a:xfrm>
              <a:off x="3888163" y="3520750"/>
              <a:ext cx="975" cy="775"/>
            </a:xfrm>
            <a:custGeom>
              <a:avLst/>
              <a:gdLst/>
              <a:ahLst/>
              <a:cxnLst/>
              <a:rect l="l" t="t" r="r" b="b"/>
              <a:pathLst>
                <a:path w="39" h="31" extrusionOk="0">
                  <a:moveTo>
                    <a:pt x="0" y="0"/>
                  </a:moveTo>
                  <a:cubicBezTo>
                    <a:pt x="14" y="11"/>
                    <a:pt x="28" y="22"/>
                    <a:pt x="39" y="30"/>
                  </a:cubicBezTo>
                  <a:cubicBezTo>
                    <a:pt x="28" y="22"/>
                    <a:pt x="14" y="11"/>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1" name="Google Shape;2781;p101">
              <a:extLst>
                <a:ext uri="{FF2B5EF4-FFF2-40B4-BE49-F238E27FC236}">
                  <a16:creationId xmlns:a16="http://schemas.microsoft.com/office/drawing/2014/main" id="{5F41B12F-15F0-24FC-5F2A-8DD2A2DB1C24}"/>
                </a:ext>
              </a:extLst>
            </p:cNvPr>
            <p:cNvSpPr/>
            <p:nvPr/>
          </p:nvSpPr>
          <p:spPr>
            <a:xfrm>
              <a:off x="3857238" y="3521425"/>
              <a:ext cx="41475" cy="48475"/>
            </a:xfrm>
            <a:custGeom>
              <a:avLst/>
              <a:gdLst/>
              <a:ahLst/>
              <a:cxnLst/>
              <a:rect l="l" t="t" r="r" b="b"/>
              <a:pathLst>
                <a:path w="1659" h="1939" extrusionOk="0">
                  <a:moveTo>
                    <a:pt x="1278" y="1"/>
                  </a:moveTo>
                  <a:lnTo>
                    <a:pt x="1278" y="1"/>
                  </a:lnTo>
                  <a:cubicBezTo>
                    <a:pt x="1289" y="10"/>
                    <a:pt x="1299" y="19"/>
                    <a:pt x="1309" y="29"/>
                  </a:cubicBezTo>
                  <a:lnTo>
                    <a:pt x="1309" y="29"/>
                  </a:lnTo>
                  <a:cubicBezTo>
                    <a:pt x="1298" y="18"/>
                    <a:pt x="1290" y="10"/>
                    <a:pt x="1278" y="1"/>
                  </a:cubicBezTo>
                  <a:close/>
                  <a:moveTo>
                    <a:pt x="1" y="1787"/>
                  </a:moveTo>
                  <a:cubicBezTo>
                    <a:pt x="123" y="1859"/>
                    <a:pt x="258" y="1910"/>
                    <a:pt x="408" y="1929"/>
                  </a:cubicBezTo>
                  <a:lnTo>
                    <a:pt x="408" y="1929"/>
                  </a:lnTo>
                  <a:cubicBezTo>
                    <a:pt x="263" y="1909"/>
                    <a:pt x="125" y="1860"/>
                    <a:pt x="1" y="1787"/>
                  </a:cubicBezTo>
                  <a:close/>
                  <a:moveTo>
                    <a:pt x="1309" y="29"/>
                  </a:moveTo>
                  <a:cubicBezTo>
                    <a:pt x="1311" y="30"/>
                    <a:pt x="1312" y="32"/>
                    <a:pt x="1314" y="34"/>
                  </a:cubicBezTo>
                  <a:cubicBezTo>
                    <a:pt x="1305" y="34"/>
                    <a:pt x="1296" y="34"/>
                    <a:pt x="1288" y="34"/>
                  </a:cubicBezTo>
                  <a:cubicBezTo>
                    <a:pt x="1252" y="34"/>
                    <a:pt x="1217" y="31"/>
                    <a:pt x="1182" y="31"/>
                  </a:cubicBezTo>
                  <a:cubicBezTo>
                    <a:pt x="574" y="31"/>
                    <a:pt x="81" y="524"/>
                    <a:pt x="81" y="1132"/>
                  </a:cubicBezTo>
                  <a:cubicBezTo>
                    <a:pt x="81" y="1446"/>
                    <a:pt x="210" y="1732"/>
                    <a:pt x="425" y="1931"/>
                  </a:cubicBezTo>
                  <a:cubicBezTo>
                    <a:pt x="419" y="1930"/>
                    <a:pt x="414" y="1929"/>
                    <a:pt x="408" y="1929"/>
                  </a:cubicBezTo>
                  <a:lnTo>
                    <a:pt x="408" y="1929"/>
                  </a:lnTo>
                  <a:cubicBezTo>
                    <a:pt x="457" y="1935"/>
                    <a:pt x="507" y="1939"/>
                    <a:pt x="557" y="1939"/>
                  </a:cubicBezTo>
                  <a:cubicBezTo>
                    <a:pt x="1143" y="1939"/>
                    <a:pt x="1622" y="1485"/>
                    <a:pt x="1655" y="909"/>
                  </a:cubicBezTo>
                  <a:cubicBezTo>
                    <a:pt x="1655" y="884"/>
                    <a:pt x="1658" y="860"/>
                    <a:pt x="1658" y="838"/>
                  </a:cubicBezTo>
                  <a:cubicBezTo>
                    <a:pt x="1658" y="667"/>
                    <a:pt x="1622" y="507"/>
                    <a:pt x="1554" y="361"/>
                  </a:cubicBezTo>
                  <a:cubicBezTo>
                    <a:pt x="1494" y="236"/>
                    <a:pt x="1409" y="123"/>
                    <a:pt x="1309" y="2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2" name="Google Shape;2782;p101">
              <a:extLst>
                <a:ext uri="{FF2B5EF4-FFF2-40B4-BE49-F238E27FC236}">
                  <a16:creationId xmlns:a16="http://schemas.microsoft.com/office/drawing/2014/main" id="{EFC5859F-A281-11D5-2E65-ACE39AFEB3CB}"/>
                </a:ext>
              </a:extLst>
            </p:cNvPr>
            <p:cNvSpPr/>
            <p:nvPr/>
          </p:nvSpPr>
          <p:spPr>
            <a:xfrm>
              <a:off x="3856213" y="3565475"/>
              <a:ext cx="1000" cy="650"/>
            </a:xfrm>
            <a:custGeom>
              <a:avLst/>
              <a:gdLst/>
              <a:ahLst/>
              <a:cxnLst/>
              <a:rect l="l" t="t" r="r" b="b"/>
              <a:pathLst>
                <a:path w="40" h="26" extrusionOk="0">
                  <a:moveTo>
                    <a:pt x="1" y="1"/>
                  </a:moveTo>
                  <a:cubicBezTo>
                    <a:pt x="11" y="9"/>
                    <a:pt x="21" y="14"/>
                    <a:pt x="30" y="19"/>
                  </a:cubicBezTo>
                  <a:lnTo>
                    <a:pt x="30" y="19"/>
                  </a:lnTo>
                  <a:cubicBezTo>
                    <a:pt x="20" y="12"/>
                    <a:pt x="11" y="5"/>
                    <a:pt x="1" y="1"/>
                  </a:cubicBezTo>
                  <a:close/>
                  <a:moveTo>
                    <a:pt x="30" y="19"/>
                  </a:moveTo>
                  <a:lnTo>
                    <a:pt x="30" y="19"/>
                  </a:lnTo>
                  <a:cubicBezTo>
                    <a:pt x="33" y="21"/>
                    <a:pt x="36" y="23"/>
                    <a:pt x="39" y="25"/>
                  </a:cubicBezTo>
                  <a:cubicBezTo>
                    <a:pt x="36" y="23"/>
                    <a:pt x="33" y="21"/>
                    <a:pt x="30" y="19"/>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3" name="Google Shape;2783;p101">
              <a:extLst>
                <a:ext uri="{FF2B5EF4-FFF2-40B4-BE49-F238E27FC236}">
                  <a16:creationId xmlns:a16="http://schemas.microsoft.com/office/drawing/2014/main" id="{47792A4C-7051-47BF-E72A-CCA0D894E6CC}"/>
                </a:ext>
              </a:extLst>
            </p:cNvPr>
            <p:cNvSpPr/>
            <p:nvPr/>
          </p:nvSpPr>
          <p:spPr>
            <a:xfrm>
              <a:off x="3885063" y="3518600"/>
              <a:ext cx="975" cy="575"/>
            </a:xfrm>
            <a:custGeom>
              <a:avLst/>
              <a:gdLst/>
              <a:ahLst/>
              <a:cxnLst/>
              <a:rect l="l" t="t" r="r" b="b"/>
              <a:pathLst>
                <a:path w="39" h="23" extrusionOk="0">
                  <a:moveTo>
                    <a:pt x="0" y="1"/>
                  </a:moveTo>
                  <a:cubicBezTo>
                    <a:pt x="14" y="6"/>
                    <a:pt x="28" y="17"/>
                    <a:pt x="39" y="23"/>
                  </a:cubicBezTo>
                  <a:cubicBezTo>
                    <a:pt x="28" y="17"/>
                    <a:pt x="14" y="6"/>
                    <a:pt x="0"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4" name="Google Shape;2784;p101">
              <a:extLst>
                <a:ext uri="{FF2B5EF4-FFF2-40B4-BE49-F238E27FC236}">
                  <a16:creationId xmlns:a16="http://schemas.microsoft.com/office/drawing/2014/main" id="{B9B4EABD-27DF-56FA-4A2F-E4946F4BFA8E}"/>
                </a:ext>
              </a:extLst>
            </p:cNvPr>
            <p:cNvSpPr/>
            <p:nvPr/>
          </p:nvSpPr>
          <p:spPr>
            <a:xfrm>
              <a:off x="3846638" y="3555025"/>
              <a:ext cx="375" cy="575"/>
            </a:xfrm>
            <a:custGeom>
              <a:avLst/>
              <a:gdLst/>
              <a:ahLst/>
              <a:cxnLst/>
              <a:rect l="l" t="t" r="r" b="b"/>
              <a:pathLst>
                <a:path w="15" h="23" extrusionOk="0">
                  <a:moveTo>
                    <a:pt x="1" y="0"/>
                  </a:moveTo>
                  <a:cubicBezTo>
                    <a:pt x="4" y="6"/>
                    <a:pt x="9" y="17"/>
                    <a:pt x="15" y="22"/>
                  </a:cubicBezTo>
                  <a:cubicBezTo>
                    <a:pt x="12" y="17"/>
                    <a:pt x="9" y="8"/>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5" name="Google Shape;2785;p101">
              <a:extLst>
                <a:ext uri="{FF2B5EF4-FFF2-40B4-BE49-F238E27FC236}">
                  <a16:creationId xmlns:a16="http://schemas.microsoft.com/office/drawing/2014/main" id="{69BD4036-16C0-8A5B-BB50-9AF7AFA47C33}"/>
                </a:ext>
              </a:extLst>
            </p:cNvPr>
            <p:cNvSpPr/>
            <p:nvPr/>
          </p:nvSpPr>
          <p:spPr>
            <a:xfrm>
              <a:off x="3845613" y="3552750"/>
              <a:ext cx="300" cy="650"/>
            </a:xfrm>
            <a:custGeom>
              <a:avLst/>
              <a:gdLst/>
              <a:ahLst/>
              <a:cxnLst/>
              <a:rect l="l" t="t" r="r" b="b"/>
              <a:pathLst>
                <a:path w="12" h="26" extrusionOk="0">
                  <a:moveTo>
                    <a:pt x="1" y="0"/>
                  </a:moveTo>
                  <a:cubicBezTo>
                    <a:pt x="3" y="4"/>
                    <a:pt x="5" y="8"/>
                    <a:pt x="7" y="12"/>
                  </a:cubicBezTo>
                  <a:lnTo>
                    <a:pt x="7" y="12"/>
                  </a:lnTo>
                  <a:cubicBezTo>
                    <a:pt x="5" y="7"/>
                    <a:pt x="3" y="3"/>
                    <a:pt x="1" y="0"/>
                  </a:cubicBezTo>
                  <a:close/>
                  <a:moveTo>
                    <a:pt x="7" y="12"/>
                  </a:moveTo>
                  <a:cubicBezTo>
                    <a:pt x="9" y="16"/>
                    <a:pt x="10" y="21"/>
                    <a:pt x="12" y="25"/>
                  </a:cubicBezTo>
                  <a:cubicBezTo>
                    <a:pt x="10" y="20"/>
                    <a:pt x="9" y="15"/>
                    <a:pt x="7" y="12"/>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6" name="Google Shape;2786;p101">
              <a:extLst>
                <a:ext uri="{FF2B5EF4-FFF2-40B4-BE49-F238E27FC236}">
                  <a16:creationId xmlns:a16="http://schemas.microsoft.com/office/drawing/2014/main" id="{C3EA8C7D-2E61-B722-BD82-2D56458D9AC0}"/>
                </a:ext>
              </a:extLst>
            </p:cNvPr>
            <p:cNvSpPr/>
            <p:nvPr/>
          </p:nvSpPr>
          <p:spPr>
            <a:xfrm>
              <a:off x="3887188" y="3519975"/>
              <a:ext cx="1000" cy="725"/>
            </a:xfrm>
            <a:custGeom>
              <a:avLst/>
              <a:gdLst/>
              <a:ahLst/>
              <a:cxnLst/>
              <a:rect l="l" t="t" r="r" b="b"/>
              <a:pathLst>
                <a:path w="40" h="29" extrusionOk="0">
                  <a:moveTo>
                    <a:pt x="0" y="1"/>
                  </a:moveTo>
                  <a:lnTo>
                    <a:pt x="0" y="1"/>
                  </a:lnTo>
                  <a:cubicBezTo>
                    <a:pt x="11" y="12"/>
                    <a:pt x="25" y="20"/>
                    <a:pt x="39" y="28"/>
                  </a:cubicBezTo>
                  <a:cubicBezTo>
                    <a:pt x="28" y="20"/>
                    <a:pt x="14" y="12"/>
                    <a:pt x="0"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7" name="Google Shape;2787;p101">
              <a:extLst>
                <a:ext uri="{FF2B5EF4-FFF2-40B4-BE49-F238E27FC236}">
                  <a16:creationId xmlns:a16="http://schemas.microsoft.com/office/drawing/2014/main" id="{6FDA81D0-7967-7045-B884-8B5B4EEC3743}"/>
                </a:ext>
              </a:extLst>
            </p:cNvPr>
            <p:cNvSpPr/>
            <p:nvPr/>
          </p:nvSpPr>
          <p:spPr>
            <a:xfrm>
              <a:off x="3846163" y="3553850"/>
              <a:ext cx="300" cy="650"/>
            </a:xfrm>
            <a:custGeom>
              <a:avLst/>
              <a:gdLst/>
              <a:ahLst/>
              <a:cxnLst/>
              <a:rect l="l" t="t" r="r" b="b"/>
              <a:pathLst>
                <a:path w="12" h="26" extrusionOk="0">
                  <a:moveTo>
                    <a:pt x="1" y="0"/>
                  </a:moveTo>
                  <a:lnTo>
                    <a:pt x="1" y="0"/>
                  </a:lnTo>
                  <a:cubicBezTo>
                    <a:pt x="3" y="11"/>
                    <a:pt x="6" y="20"/>
                    <a:pt x="12" y="25"/>
                  </a:cubicBezTo>
                  <a:cubicBezTo>
                    <a:pt x="6" y="20"/>
                    <a:pt x="3" y="9"/>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8" name="Google Shape;2788;p101">
              <a:extLst>
                <a:ext uri="{FF2B5EF4-FFF2-40B4-BE49-F238E27FC236}">
                  <a16:creationId xmlns:a16="http://schemas.microsoft.com/office/drawing/2014/main" id="{233325E5-B35D-49A7-EA02-6BCE8B9BE3C2}"/>
                </a:ext>
              </a:extLst>
            </p:cNvPr>
            <p:cNvSpPr/>
            <p:nvPr/>
          </p:nvSpPr>
          <p:spPr>
            <a:xfrm>
              <a:off x="3886163" y="3519300"/>
              <a:ext cx="975" cy="700"/>
            </a:xfrm>
            <a:custGeom>
              <a:avLst/>
              <a:gdLst/>
              <a:ahLst/>
              <a:cxnLst/>
              <a:rect l="l" t="t" r="r" b="b"/>
              <a:pathLst>
                <a:path w="39" h="28" extrusionOk="0">
                  <a:moveTo>
                    <a:pt x="0" y="0"/>
                  </a:moveTo>
                  <a:cubicBezTo>
                    <a:pt x="11" y="6"/>
                    <a:pt x="25" y="17"/>
                    <a:pt x="39" y="28"/>
                  </a:cubicBezTo>
                  <a:cubicBezTo>
                    <a:pt x="28" y="17"/>
                    <a:pt x="14" y="6"/>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89" name="Google Shape;2789;p101">
              <a:extLst>
                <a:ext uri="{FF2B5EF4-FFF2-40B4-BE49-F238E27FC236}">
                  <a16:creationId xmlns:a16="http://schemas.microsoft.com/office/drawing/2014/main" id="{E7972CF6-9C68-4F05-AEED-DFBD870B3A01}"/>
                </a:ext>
              </a:extLst>
            </p:cNvPr>
            <p:cNvSpPr/>
            <p:nvPr/>
          </p:nvSpPr>
          <p:spPr>
            <a:xfrm>
              <a:off x="3849888" y="3559825"/>
              <a:ext cx="700" cy="800"/>
            </a:xfrm>
            <a:custGeom>
              <a:avLst/>
              <a:gdLst/>
              <a:ahLst/>
              <a:cxnLst/>
              <a:rect l="l" t="t" r="r" b="b"/>
              <a:pathLst>
                <a:path w="28" h="32" extrusionOk="0">
                  <a:moveTo>
                    <a:pt x="0" y="1"/>
                  </a:moveTo>
                  <a:cubicBezTo>
                    <a:pt x="6" y="9"/>
                    <a:pt x="17" y="20"/>
                    <a:pt x="28" y="31"/>
                  </a:cubicBezTo>
                  <a:cubicBezTo>
                    <a:pt x="17" y="20"/>
                    <a:pt x="9" y="9"/>
                    <a:pt x="0"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0" name="Google Shape;2790;p101">
              <a:extLst>
                <a:ext uri="{FF2B5EF4-FFF2-40B4-BE49-F238E27FC236}">
                  <a16:creationId xmlns:a16="http://schemas.microsoft.com/office/drawing/2014/main" id="{3BD502C2-EC47-1651-01FC-B339B3946908}"/>
                </a:ext>
              </a:extLst>
            </p:cNvPr>
            <p:cNvSpPr/>
            <p:nvPr/>
          </p:nvSpPr>
          <p:spPr>
            <a:xfrm>
              <a:off x="3847888" y="3557025"/>
              <a:ext cx="2025" cy="2775"/>
            </a:xfrm>
            <a:custGeom>
              <a:avLst/>
              <a:gdLst/>
              <a:ahLst/>
              <a:cxnLst/>
              <a:rect l="l" t="t" r="r" b="b"/>
              <a:pathLst>
                <a:path w="81" h="111" extrusionOk="0">
                  <a:moveTo>
                    <a:pt x="1" y="0"/>
                  </a:moveTo>
                  <a:lnTo>
                    <a:pt x="1" y="0"/>
                  </a:lnTo>
                  <a:cubicBezTo>
                    <a:pt x="23" y="39"/>
                    <a:pt x="47" y="74"/>
                    <a:pt x="80" y="110"/>
                  </a:cubicBezTo>
                  <a:cubicBezTo>
                    <a:pt x="53" y="77"/>
                    <a:pt x="23" y="39"/>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1" name="Google Shape;2791;p101">
              <a:extLst>
                <a:ext uri="{FF2B5EF4-FFF2-40B4-BE49-F238E27FC236}">
                  <a16:creationId xmlns:a16="http://schemas.microsoft.com/office/drawing/2014/main" id="{091D28B3-0CC8-9F8C-40C1-8460EA5E61CC}"/>
                </a:ext>
              </a:extLst>
            </p:cNvPr>
            <p:cNvSpPr/>
            <p:nvPr/>
          </p:nvSpPr>
          <p:spPr>
            <a:xfrm>
              <a:off x="3847263" y="3556125"/>
              <a:ext cx="450" cy="700"/>
            </a:xfrm>
            <a:custGeom>
              <a:avLst/>
              <a:gdLst/>
              <a:ahLst/>
              <a:cxnLst/>
              <a:rect l="l" t="t" r="r" b="b"/>
              <a:pathLst>
                <a:path w="18" h="28" extrusionOk="0">
                  <a:moveTo>
                    <a:pt x="1" y="0"/>
                  </a:moveTo>
                  <a:lnTo>
                    <a:pt x="1" y="0"/>
                  </a:lnTo>
                  <a:cubicBezTo>
                    <a:pt x="4" y="11"/>
                    <a:pt x="12" y="17"/>
                    <a:pt x="17" y="28"/>
                  </a:cubicBezTo>
                  <a:cubicBezTo>
                    <a:pt x="12" y="17"/>
                    <a:pt x="9" y="6"/>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2" name="Google Shape;2792;p101">
              <a:extLst>
                <a:ext uri="{FF2B5EF4-FFF2-40B4-BE49-F238E27FC236}">
                  <a16:creationId xmlns:a16="http://schemas.microsoft.com/office/drawing/2014/main" id="{2B720748-E444-0020-75E0-0831C93DBDED}"/>
                </a:ext>
              </a:extLst>
            </p:cNvPr>
            <p:cNvSpPr/>
            <p:nvPr/>
          </p:nvSpPr>
          <p:spPr>
            <a:xfrm>
              <a:off x="3872588" y="3514900"/>
              <a:ext cx="525" cy="25"/>
            </a:xfrm>
            <a:custGeom>
              <a:avLst/>
              <a:gdLst/>
              <a:ahLst/>
              <a:cxnLst/>
              <a:rect l="l" t="t" r="r" b="b"/>
              <a:pathLst>
                <a:path w="21" h="1" extrusionOk="0">
                  <a:moveTo>
                    <a:pt x="1" y="0"/>
                  </a:moveTo>
                  <a:lnTo>
                    <a:pt x="20" y="0"/>
                  </a:ln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3" name="Google Shape;2793;p101">
              <a:extLst>
                <a:ext uri="{FF2B5EF4-FFF2-40B4-BE49-F238E27FC236}">
                  <a16:creationId xmlns:a16="http://schemas.microsoft.com/office/drawing/2014/main" id="{9B041E88-A142-7773-84C4-429835A38959}"/>
                </a:ext>
              </a:extLst>
            </p:cNvPr>
            <p:cNvSpPr/>
            <p:nvPr/>
          </p:nvSpPr>
          <p:spPr>
            <a:xfrm>
              <a:off x="3843688" y="3543800"/>
              <a:ext cx="25" cy="425"/>
            </a:xfrm>
            <a:custGeom>
              <a:avLst/>
              <a:gdLst/>
              <a:ahLst/>
              <a:cxnLst/>
              <a:rect l="l" t="t" r="r" b="b"/>
              <a:pathLst>
                <a:path w="1" h="17" extrusionOk="0">
                  <a:moveTo>
                    <a:pt x="1" y="17"/>
                  </a:moveTo>
                  <a:lnTo>
                    <a:pt x="1" y="0"/>
                  </a:ln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4" name="Google Shape;2794;p101">
              <a:extLst>
                <a:ext uri="{FF2B5EF4-FFF2-40B4-BE49-F238E27FC236}">
                  <a16:creationId xmlns:a16="http://schemas.microsoft.com/office/drawing/2014/main" id="{DB860BE7-0B00-39A6-F428-9A9F8EEB80AD}"/>
                </a:ext>
              </a:extLst>
            </p:cNvPr>
            <p:cNvSpPr/>
            <p:nvPr/>
          </p:nvSpPr>
          <p:spPr>
            <a:xfrm>
              <a:off x="3844788" y="3550275"/>
              <a:ext cx="175" cy="625"/>
            </a:xfrm>
            <a:custGeom>
              <a:avLst/>
              <a:gdLst/>
              <a:ahLst/>
              <a:cxnLst/>
              <a:rect l="l" t="t" r="r" b="b"/>
              <a:pathLst>
                <a:path w="7" h="25" extrusionOk="0">
                  <a:moveTo>
                    <a:pt x="1" y="0"/>
                  </a:moveTo>
                  <a:cubicBezTo>
                    <a:pt x="3" y="11"/>
                    <a:pt x="3" y="17"/>
                    <a:pt x="6" y="25"/>
                  </a:cubicBezTo>
                  <a:cubicBezTo>
                    <a:pt x="3" y="17"/>
                    <a:pt x="3" y="6"/>
                    <a:pt x="1"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5" name="Google Shape;2795;p101">
              <a:extLst>
                <a:ext uri="{FF2B5EF4-FFF2-40B4-BE49-F238E27FC236}">
                  <a16:creationId xmlns:a16="http://schemas.microsoft.com/office/drawing/2014/main" id="{E12D8E19-CEB8-4E93-93AD-F53E61DC7C4A}"/>
                </a:ext>
              </a:extLst>
            </p:cNvPr>
            <p:cNvSpPr/>
            <p:nvPr/>
          </p:nvSpPr>
          <p:spPr>
            <a:xfrm>
              <a:off x="3843888" y="3546425"/>
              <a:ext cx="175" cy="575"/>
            </a:xfrm>
            <a:custGeom>
              <a:avLst/>
              <a:gdLst/>
              <a:ahLst/>
              <a:cxnLst/>
              <a:rect l="l" t="t" r="r" b="b"/>
              <a:pathLst>
                <a:path w="7" h="23" extrusionOk="0">
                  <a:moveTo>
                    <a:pt x="6" y="22"/>
                  </a:moveTo>
                  <a:cubicBezTo>
                    <a:pt x="6" y="17"/>
                    <a:pt x="1" y="8"/>
                    <a:pt x="1" y="0"/>
                  </a:cubicBezTo>
                  <a:cubicBezTo>
                    <a:pt x="1" y="8"/>
                    <a:pt x="6" y="17"/>
                    <a:pt x="6" y="22"/>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6" name="Google Shape;2796;p101">
              <a:extLst>
                <a:ext uri="{FF2B5EF4-FFF2-40B4-BE49-F238E27FC236}">
                  <a16:creationId xmlns:a16="http://schemas.microsoft.com/office/drawing/2014/main" id="{921CA5E3-E579-D506-F686-81AF282D4D30}"/>
                </a:ext>
              </a:extLst>
            </p:cNvPr>
            <p:cNvSpPr/>
            <p:nvPr/>
          </p:nvSpPr>
          <p:spPr>
            <a:xfrm>
              <a:off x="3845138" y="3551575"/>
              <a:ext cx="300" cy="575"/>
            </a:xfrm>
            <a:custGeom>
              <a:avLst/>
              <a:gdLst/>
              <a:ahLst/>
              <a:cxnLst/>
              <a:rect l="l" t="t" r="r" b="b"/>
              <a:pathLst>
                <a:path w="12" h="23" extrusionOk="0">
                  <a:moveTo>
                    <a:pt x="0" y="0"/>
                  </a:moveTo>
                  <a:cubicBezTo>
                    <a:pt x="3" y="6"/>
                    <a:pt x="6" y="17"/>
                    <a:pt x="11" y="22"/>
                  </a:cubicBezTo>
                  <a:cubicBezTo>
                    <a:pt x="6" y="11"/>
                    <a:pt x="6" y="6"/>
                    <a:pt x="0" y="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7" name="Google Shape;2797;p101">
              <a:extLst>
                <a:ext uri="{FF2B5EF4-FFF2-40B4-BE49-F238E27FC236}">
                  <a16:creationId xmlns:a16="http://schemas.microsoft.com/office/drawing/2014/main" id="{412131B8-4486-2C78-293E-A35C001A2AB5}"/>
                </a:ext>
              </a:extLst>
            </p:cNvPr>
            <p:cNvSpPr/>
            <p:nvPr/>
          </p:nvSpPr>
          <p:spPr>
            <a:xfrm>
              <a:off x="3843763" y="3545100"/>
              <a:ext cx="100" cy="500"/>
            </a:xfrm>
            <a:custGeom>
              <a:avLst/>
              <a:gdLst/>
              <a:ahLst/>
              <a:cxnLst/>
              <a:rect l="l" t="t" r="r" b="b"/>
              <a:pathLst>
                <a:path w="4" h="20" extrusionOk="0">
                  <a:moveTo>
                    <a:pt x="3" y="20"/>
                  </a:moveTo>
                  <a:cubicBezTo>
                    <a:pt x="3" y="14"/>
                    <a:pt x="0" y="6"/>
                    <a:pt x="0" y="1"/>
                  </a:cubicBezTo>
                  <a:cubicBezTo>
                    <a:pt x="0" y="6"/>
                    <a:pt x="3" y="14"/>
                    <a:pt x="3" y="20"/>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8" name="Google Shape;2798;p101">
              <a:extLst>
                <a:ext uri="{FF2B5EF4-FFF2-40B4-BE49-F238E27FC236}">
                  <a16:creationId xmlns:a16="http://schemas.microsoft.com/office/drawing/2014/main" id="{F2B91D0E-778D-4FE6-8819-8643AFF6099F}"/>
                </a:ext>
              </a:extLst>
            </p:cNvPr>
            <p:cNvSpPr/>
            <p:nvPr/>
          </p:nvSpPr>
          <p:spPr>
            <a:xfrm>
              <a:off x="3844438" y="3548950"/>
              <a:ext cx="175" cy="650"/>
            </a:xfrm>
            <a:custGeom>
              <a:avLst/>
              <a:gdLst/>
              <a:ahLst/>
              <a:cxnLst/>
              <a:rect l="l" t="t" r="r" b="b"/>
              <a:pathLst>
                <a:path w="7" h="26" extrusionOk="0">
                  <a:moveTo>
                    <a:pt x="1" y="1"/>
                  </a:moveTo>
                  <a:lnTo>
                    <a:pt x="1" y="1"/>
                  </a:lnTo>
                  <a:cubicBezTo>
                    <a:pt x="4" y="12"/>
                    <a:pt x="4" y="17"/>
                    <a:pt x="6" y="26"/>
                  </a:cubicBezTo>
                  <a:cubicBezTo>
                    <a:pt x="4" y="17"/>
                    <a:pt x="4" y="9"/>
                    <a:pt x="1"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99" name="Google Shape;2799;p101">
              <a:extLst>
                <a:ext uri="{FF2B5EF4-FFF2-40B4-BE49-F238E27FC236}">
                  <a16:creationId xmlns:a16="http://schemas.microsoft.com/office/drawing/2014/main" id="{BAED54C5-67EE-D7A5-9138-A8E1014E5C78}"/>
                </a:ext>
              </a:extLst>
            </p:cNvPr>
            <p:cNvSpPr/>
            <p:nvPr/>
          </p:nvSpPr>
          <p:spPr>
            <a:xfrm>
              <a:off x="3844163" y="3547650"/>
              <a:ext cx="100" cy="650"/>
            </a:xfrm>
            <a:custGeom>
              <a:avLst/>
              <a:gdLst/>
              <a:ahLst/>
              <a:cxnLst/>
              <a:rect l="l" t="t" r="r" b="b"/>
              <a:pathLst>
                <a:path w="4" h="26" extrusionOk="0">
                  <a:moveTo>
                    <a:pt x="1" y="1"/>
                  </a:moveTo>
                  <a:cubicBezTo>
                    <a:pt x="1" y="12"/>
                    <a:pt x="1" y="20"/>
                    <a:pt x="4" y="25"/>
                  </a:cubicBezTo>
                  <a:cubicBezTo>
                    <a:pt x="4" y="20"/>
                    <a:pt x="1" y="12"/>
                    <a:pt x="1" y="1"/>
                  </a:cubicBezTo>
                  <a:close/>
                </a:path>
              </a:pathLst>
            </a:custGeom>
            <a:solidFill>
              <a:srgbClr val="708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0" name="Google Shape;2800;p101">
              <a:extLst>
                <a:ext uri="{FF2B5EF4-FFF2-40B4-BE49-F238E27FC236}">
                  <a16:creationId xmlns:a16="http://schemas.microsoft.com/office/drawing/2014/main" id="{224837EA-52B5-D220-37BF-CFF84CA4A3DD}"/>
                </a:ext>
              </a:extLst>
            </p:cNvPr>
            <p:cNvSpPr/>
            <p:nvPr/>
          </p:nvSpPr>
          <p:spPr>
            <a:xfrm>
              <a:off x="3843688" y="3515025"/>
              <a:ext cx="46350" cy="54600"/>
            </a:xfrm>
            <a:custGeom>
              <a:avLst/>
              <a:gdLst/>
              <a:ahLst/>
              <a:cxnLst/>
              <a:rect l="l" t="t" r="r" b="b"/>
              <a:pathLst>
                <a:path w="1854" h="2184" extrusionOk="0">
                  <a:moveTo>
                    <a:pt x="1107" y="1"/>
                  </a:moveTo>
                  <a:cubicBezTo>
                    <a:pt x="554" y="1"/>
                    <a:pt x="97" y="411"/>
                    <a:pt x="17" y="942"/>
                  </a:cubicBezTo>
                  <a:cubicBezTo>
                    <a:pt x="9" y="992"/>
                    <a:pt x="6" y="1047"/>
                    <a:pt x="6" y="1102"/>
                  </a:cubicBezTo>
                  <a:cubicBezTo>
                    <a:pt x="1" y="1113"/>
                    <a:pt x="1" y="1129"/>
                    <a:pt x="1" y="1149"/>
                  </a:cubicBezTo>
                  <a:lnTo>
                    <a:pt x="1" y="1165"/>
                  </a:lnTo>
                  <a:cubicBezTo>
                    <a:pt x="1" y="1176"/>
                    <a:pt x="1" y="1190"/>
                    <a:pt x="3" y="1198"/>
                  </a:cubicBezTo>
                  <a:cubicBezTo>
                    <a:pt x="3" y="1206"/>
                    <a:pt x="3" y="1215"/>
                    <a:pt x="6" y="1220"/>
                  </a:cubicBezTo>
                  <a:cubicBezTo>
                    <a:pt x="6" y="1231"/>
                    <a:pt x="9" y="1239"/>
                    <a:pt x="9" y="1250"/>
                  </a:cubicBezTo>
                  <a:cubicBezTo>
                    <a:pt x="9" y="1259"/>
                    <a:pt x="12" y="1264"/>
                    <a:pt x="12" y="1275"/>
                  </a:cubicBezTo>
                  <a:cubicBezTo>
                    <a:pt x="12" y="1286"/>
                    <a:pt x="17" y="1295"/>
                    <a:pt x="20" y="1306"/>
                  </a:cubicBezTo>
                  <a:cubicBezTo>
                    <a:pt x="20" y="1314"/>
                    <a:pt x="23" y="1322"/>
                    <a:pt x="23" y="1330"/>
                  </a:cubicBezTo>
                  <a:cubicBezTo>
                    <a:pt x="25" y="1341"/>
                    <a:pt x="25" y="1347"/>
                    <a:pt x="31" y="1358"/>
                  </a:cubicBezTo>
                  <a:cubicBezTo>
                    <a:pt x="34" y="1363"/>
                    <a:pt x="34" y="1374"/>
                    <a:pt x="36" y="1383"/>
                  </a:cubicBezTo>
                  <a:cubicBezTo>
                    <a:pt x="39" y="1391"/>
                    <a:pt x="39" y="1399"/>
                    <a:pt x="45" y="1410"/>
                  </a:cubicBezTo>
                  <a:cubicBezTo>
                    <a:pt x="47" y="1416"/>
                    <a:pt x="47" y="1427"/>
                    <a:pt x="50" y="1432"/>
                  </a:cubicBezTo>
                  <a:cubicBezTo>
                    <a:pt x="53" y="1440"/>
                    <a:pt x="58" y="1451"/>
                    <a:pt x="61" y="1457"/>
                  </a:cubicBezTo>
                  <a:cubicBezTo>
                    <a:pt x="64" y="1465"/>
                    <a:pt x="67" y="1473"/>
                    <a:pt x="72" y="1482"/>
                  </a:cubicBezTo>
                  <a:cubicBezTo>
                    <a:pt x="75" y="1487"/>
                    <a:pt x="78" y="1496"/>
                    <a:pt x="78" y="1501"/>
                  </a:cubicBezTo>
                  <a:lnTo>
                    <a:pt x="78" y="1507"/>
                  </a:lnTo>
                  <a:cubicBezTo>
                    <a:pt x="80" y="1512"/>
                    <a:pt x="86" y="1523"/>
                    <a:pt x="89" y="1529"/>
                  </a:cubicBezTo>
                  <a:cubicBezTo>
                    <a:pt x="91" y="1537"/>
                    <a:pt x="94" y="1542"/>
                    <a:pt x="100" y="1553"/>
                  </a:cubicBezTo>
                  <a:cubicBezTo>
                    <a:pt x="102" y="1562"/>
                    <a:pt x="105" y="1570"/>
                    <a:pt x="108" y="1578"/>
                  </a:cubicBezTo>
                  <a:lnTo>
                    <a:pt x="119" y="1597"/>
                  </a:lnTo>
                  <a:cubicBezTo>
                    <a:pt x="122" y="1606"/>
                    <a:pt x="127" y="1617"/>
                    <a:pt x="133" y="1622"/>
                  </a:cubicBezTo>
                  <a:cubicBezTo>
                    <a:pt x="135" y="1630"/>
                    <a:pt x="141" y="1633"/>
                    <a:pt x="144" y="1639"/>
                  </a:cubicBezTo>
                  <a:cubicBezTo>
                    <a:pt x="147" y="1650"/>
                    <a:pt x="155" y="1658"/>
                    <a:pt x="160" y="1666"/>
                  </a:cubicBezTo>
                  <a:cubicBezTo>
                    <a:pt x="163" y="1672"/>
                    <a:pt x="163" y="1674"/>
                    <a:pt x="169" y="1677"/>
                  </a:cubicBezTo>
                  <a:cubicBezTo>
                    <a:pt x="191" y="1716"/>
                    <a:pt x="218" y="1754"/>
                    <a:pt x="246" y="1787"/>
                  </a:cubicBezTo>
                  <a:cubicBezTo>
                    <a:pt x="257" y="1798"/>
                    <a:pt x="265" y="1809"/>
                    <a:pt x="276" y="1818"/>
                  </a:cubicBezTo>
                  <a:lnTo>
                    <a:pt x="281" y="1826"/>
                  </a:lnTo>
                  <a:cubicBezTo>
                    <a:pt x="292" y="1837"/>
                    <a:pt x="298" y="1845"/>
                    <a:pt x="309" y="1853"/>
                  </a:cubicBezTo>
                  <a:cubicBezTo>
                    <a:pt x="312" y="1856"/>
                    <a:pt x="312" y="1859"/>
                    <a:pt x="314" y="1859"/>
                  </a:cubicBezTo>
                  <a:lnTo>
                    <a:pt x="345" y="1886"/>
                  </a:lnTo>
                  <a:cubicBezTo>
                    <a:pt x="347" y="1892"/>
                    <a:pt x="350" y="1892"/>
                    <a:pt x="350" y="1895"/>
                  </a:cubicBezTo>
                  <a:cubicBezTo>
                    <a:pt x="361" y="1906"/>
                    <a:pt x="369" y="1911"/>
                    <a:pt x="378" y="1922"/>
                  </a:cubicBezTo>
                  <a:cubicBezTo>
                    <a:pt x="381" y="1925"/>
                    <a:pt x="383" y="1925"/>
                    <a:pt x="383" y="1928"/>
                  </a:cubicBezTo>
                  <a:cubicBezTo>
                    <a:pt x="394" y="1936"/>
                    <a:pt x="405" y="1947"/>
                    <a:pt x="416" y="1952"/>
                  </a:cubicBezTo>
                  <a:lnTo>
                    <a:pt x="422" y="1961"/>
                  </a:lnTo>
                  <a:cubicBezTo>
                    <a:pt x="433" y="1966"/>
                    <a:pt x="444" y="1977"/>
                    <a:pt x="458" y="1983"/>
                  </a:cubicBezTo>
                  <a:cubicBezTo>
                    <a:pt x="460" y="1983"/>
                    <a:pt x="460" y="1988"/>
                    <a:pt x="463" y="1988"/>
                  </a:cubicBezTo>
                  <a:cubicBezTo>
                    <a:pt x="474" y="1994"/>
                    <a:pt x="488" y="2005"/>
                    <a:pt x="499" y="2010"/>
                  </a:cubicBezTo>
                  <a:lnTo>
                    <a:pt x="502" y="2016"/>
                  </a:lnTo>
                  <a:cubicBezTo>
                    <a:pt x="515" y="2021"/>
                    <a:pt x="526" y="2032"/>
                    <a:pt x="540" y="2038"/>
                  </a:cubicBezTo>
                  <a:cubicBezTo>
                    <a:pt x="667" y="2115"/>
                    <a:pt x="810" y="2162"/>
                    <a:pt x="961" y="2184"/>
                  </a:cubicBezTo>
                  <a:cubicBezTo>
                    <a:pt x="749" y="1983"/>
                    <a:pt x="617" y="1699"/>
                    <a:pt x="617" y="1385"/>
                  </a:cubicBezTo>
                  <a:cubicBezTo>
                    <a:pt x="617" y="777"/>
                    <a:pt x="1110" y="284"/>
                    <a:pt x="1718" y="284"/>
                  </a:cubicBezTo>
                  <a:cubicBezTo>
                    <a:pt x="1765" y="284"/>
                    <a:pt x="1809" y="287"/>
                    <a:pt x="1853" y="290"/>
                  </a:cubicBezTo>
                  <a:cubicBezTo>
                    <a:pt x="1840" y="281"/>
                    <a:pt x="1831" y="268"/>
                    <a:pt x="1815" y="257"/>
                  </a:cubicBezTo>
                  <a:cubicBezTo>
                    <a:pt x="1801" y="246"/>
                    <a:pt x="1793" y="235"/>
                    <a:pt x="1779" y="226"/>
                  </a:cubicBezTo>
                  <a:cubicBezTo>
                    <a:pt x="1765" y="215"/>
                    <a:pt x="1754" y="204"/>
                    <a:pt x="1740" y="199"/>
                  </a:cubicBezTo>
                  <a:cubicBezTo>
                    <a:pt x="1740" y="199"/>
                    <a:pt x="1738" y="199"/>
                    <a:pt x="1738" y="193"/>
                  </a:cubicBezTo>
                  <a:cubicBezTo>
                    <a:pt x="1724" y="185"/>
                    <a:pt x="1710" y="177"/>
                    <a:pt x="1699" y="166"/>
                  </a:cubicBezTo>
                  <a:lnTo>
                    <a:pt x="1696" y="163"/>
                  </a:lnTo>
                  <a:cubicBezTo>
                    <a:pt x="1683" y="158"/>
                    <a:pt x="1669" y="147"/>
                    <a:pt x="1658" y="138"/>
                  </a:cubicBezTo>
                  <a:cubicBezTo>
                    <a:pt x="1655" y="138"/>
                    <a:pt x="1655" y="136"/>
                    <a:pt x="1652" y="136"/>
                  </a:cubicBezTo>
                  <a:cubicBezTo>
                    <a:pt x="1639" y="130"/>
                    <a:pt x="1628" y="122"/>
                    <a:pt x="1614" y="116"/>
                  </a:cubicBezTo>
                  <a:cubicBezTo>
                    <a:pt x="1611" y="116"/>
                    <a:pt x="1606" y="111"/>
                    <a:pt x="1606" y="111"/>
                  </a:cubicBezTo>
                  <a:cubicBezTo>
                    <a:pt x="1592" y="105"/>
                    <a:pt x="1584" y="97"/>
                    <a:pt x="1570" y="94"/>
                  </a:cubicBezTo>
                  <a:cubicBezTo>
                    <a:pt x="1564" y="94"/>
                    <a:pt x="1562" y="91"/>
                    <a:pt x="1559" y="91"/>
                  </a:cubicBezTo>
                  <a:cubicBezTo>
                    <a:pt x="1545" y="83"/>
                    <a:pt x="1534" y="80"/>
                    <a:pt x="1520" y="75"/>
                  </a:cubicBezTo>
                  <a:cubicBezTo>
                    <a:pt x="1517" y="69"/>
                    <a:pt x="1515" y="69"/>
                    <a:pt x="1506" y="69"/>
                  </a:cubicBezTo>
                  <a:cubicBezTo>
                    <a:pt x="1495" y="67"/>
                    <a:pt x="1482" y="61"/>
                    <a:pt x="1473" y="56"/>
                  </a:cubicBezTo>
                  <a:cubicBezTo>
                    <a:pt x="1468" y="53"/>
                    <a:pt x="1462" y="53"/>
                    <a:pt x="1460" y="53"/>
                  </a:cubicBezTo>
                  <a:cubicBezTo>
                    <a:pt x="1449" y="50"/>
                    <a:pt x="1435" y="47"/>
                    <a:pt x="1424" y="42"/>
                  </a:cubicBezTo>
                  <a:cubicBezTo>
                    <a:pt x="1418" y="39"/>
                    <a:pt x="1413" y="39"/>
                    <a:pt x="1407" y="39"/>
                  </a:cubicBezTo>
                  <a:cubicBezTo>
                    <a:pt x="1396" y="36"/>
                    <a:pt x="1385" y="34"/>
                    <a:pt x="1372" y="28"/>
                  </a:cubicBezTo>
                  <a:cubicBezTo>
                    <a:pt x="1366" y="25"/>
                    <a:pt x="1358" y="25"/>
                    <a:pt x="1352" y="25"/>
                  </a:cubicBezTo>
                  <a:cubicBezTo>
                    <a:pt x="1341" y="23"/>
                    <a:pt x="1330" y="23"/>
                    <a:pt x="1322" y="20"/>
                  </a:cubicBezTo>
                  <a:cubicBezTo>
                    <a:pt x="1314" y="20"/>
                    <a:pt x="1303" y="14"/>
                    <a:pt x="1297" y="14"/>
                  </a:cubicBezTo>
                  <a:cubicBezTo>
                    <a:pt x="1286" y="14"/>
                    <a:pt x="1275" y="12"/>
                    <a:pt x="1270" y="12"/>
                  </a:cubicBezTo>
                  <a:cubicBezTo>
                    <a:pt x="1259" y="12"/>
                    <a:pt x="1253" y="9"/>
                    <a:pt x="1242" y="9"/>
                  </a:cubicBezTo>
                  <a:cubicBezTo>
                    <a:pt x="1234" y="9"/>
                    <a:pt x="1226" y="6"/>
                    <a:pt x="1217" y="6"/>
                  </a:cubicBezTo>
                  <a:cubicBezTo>
                    <a:pt x="1206" y="6"/>
                    <a:pt x="1193" y="1"/>
                    <a:pt x="11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1" name="Google Shape;2801;p101">
              <a:extLst>
                <a:ext uri="{FF2B5EF4-FFF2-40B4-BE49-F238E27FC236}">
                  <a16:creationId xmlns:a16="http://schemas.microsoft.com/office/drawing/2014/main" id="{92601C08-38B7-05F7-AF56-31D35E9127B2}"/>
                </a:ext>
              </a:extLst>
            </p:cNvPr>
            <p:cNvSpPr/>
            <p:nvPr/>
          </p:nvSpPr>
          <p:spPr>
            <a:xfrm>
              <a:off x="3574113" y="3634300"/>
              <a:ext cx="975" cy="650"/>
            </a:xfrm>
            <a:custGeom>
              <a:avLst/>
              <a:gdLst/>
              <a:ahLst/>
              <a:cxnLst/>
              <a:rect l="l" t="t" r="r" b="b"/>
              <a:pathLst>
                <a:path w="39" h="26" extrusionOk="0">
                  <a:moveTo>
                    <a:pt x="0" y="1"/>
                  </a:moveTo>
                  <a:cubicBezTo>
                    <a:pt x="11" y="12"/>
                    <a:pt x="25" y="17"/>
                    <a:pt x="39" y="25"/>
                  </a:cubicBezTo>
                  <a:cubicBezTo>
                    <a:pt x="25" y="17"/>
                    <a:pt x="11" y="9"/>
                    <a:pt x="0"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2" name="Google Shape;2802;p101">
              <a:extLst>
                <a:ext uri="{FF2B5EF4-FFF2-40B4-BE49-F238E27FC236}">
                  <a16:creationId xmlns:a16="http://schemas.microsoft.com/office/drawing/2014/main" id="{5790FADE-9AB7-DA1E-27BB-2A15F3AE7856}"/>
                </a:ext>
              </a:extLst>
            </p:cNvPr>
            <p:cNvSpPr/>
            <p:nvPr/>
          </p:nvSpPr>
          <p:spPr>
            <a:xfrm>
              <a:off x="3573063" y="3633675"/>
              <a:ext cx="925" cy="650"/>
            </a:xfrm>
            <a:custGeom>
              <a:avLst/>
              <a:gdLst/>
              <a:ahLst/>
              <a:cxnLst/>
              <a:rect l="l" t="t" r="r" b="b"/>
              <a:pathLst>
                <a:path w="37" h="26" extrusionOk="0">
                  <a:moveTo>
                    <a:pt x="1" y="1"/>
                  </a:moveTo>
                  <a:cubicBezTo>
                    <a:pt x="12" y="9"/>
                    <a:pt x="26" y="20"/>
                    <a:pt x="37" y="26"/>
                  </a:cubicBezTo>
                  <a:cubicBezTo>
                    <a:pt x="26" y="15"/>
                    <a:pt x="12" y="9"/>
                    <a:pt x="1"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3" name="Google Shape;2803;p101">
              <a:extLst>
                <a:ext uri="{FF2B5EF4-FFF2-40B4-BE49-F238E27FC236}">
                  <a16:creationId xmlns:a16="http://schemas.microsoft.com/office/drawing/2014/main" id="{24BE7A39-859B-B3F5-6431-CF6A4151A7FA}"/>
                </a:ext>
              </a:extLst>
            </p:cNvPr>
            <p:cNvSpPr/>
            <p:nvPr/>
          </p:nvSpPr>
          <p:spPr>
            <a:xfrm>
              <a:off x="3561988" y="3616475"/>
              <a:ext cx="100" cy="650"/>
            </a:xfrm>
            <a:custGeom>
              <a:avLst/>
              <a:gdLst/>
              <a:ahLst/>
              <a:cxnLst/>
              <a:rect l="l" t="t" r="r" b="b"/>
              <a:pathLst>
                <a:path w="4" h="26" extrusionOk="0">
                  <a:moveTo>
                    <a:pt x="3" y="25"/>
                  </a:moveTo>
                  <a:cubicBezTo>
                    <a:pt x="3" y="20"/>
                    <a:pt x="1" y="12"/>
                    <a:pt x="1" y="1"/>
                  </a:cubicBezTo>
                  <a:cubicBezTo>
                    <a:pt x="1" y="12"/>
                    <a:pt x="3" y="20"/>
                    <a:pt x="3" y="25"/>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4" name="Google Shape;2804;p101">
              <a:extLst>
                <a:ext uri="{FF2B5EF4-FFF2-40B4-BE49-F238E27FC236}">
                  <a16:creationId xmlns:a16="http://schemas.microsoft.com/office/drawing/2014/main" id="{B5DA9FA7-FA0D-08E2-0606-00B7889560DD}"/>
                </a:ext>
              </a:extLst>
            </p:cNvPr>
            <p:cNvSpPr/>
            <p:nvPr/>
          </p:nvSpPr>
          <p:spPr>
            <a:xfrm>
              <a:off x="3561513" y="3612625"/>
              <a:ext cx="25" cy="425"/>
            </a:xfrm>
            <a:custGeom>
              <a:avLst/>
              <a:gdLst/>
              <a:ahLst/>
              <a:cxnLst/>
              <a:rect l="l" t="t" r="r" b="b"/>
              <a:pathLst>
                <a:path w="1" h="17" extrusionOk="0">
                  <a:moveTo>
                    <a:pt x="0" y="17"/>
                  </a:moveTo>
                  <a:lnTo>
                    <a:pt x="0" y="0"/>
                  </a:ln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5" name="Google Shape;2805;p101">
              <a:extLst>
                <a:ext uri="{FF2B5EF4-FFF2-40B4-BE49-F238E27FC236}">
                  <a16:creationId xmlns:a16="http://schemas.microsoft.com/office/drawing/2014/main" id="{3FB88D28-15A9-7BDB-A9D0-D11F712E5D9F}"/>
                </a:ext>
              </a:extLst>
            </p:cNvPr>
            <p:cNvSpPr/>
            <p:nvPr/>
          </p:nvSpPr>
          <p:spPr>
            <a:xfrm>
              <a:off x="3561588" y="3613925"/>
              <a:ext cx="75" cy="500"/>
            </a:xfrm>
            <a:custGeom>
              <a:avLst/>
              <a:gdLst/>
              <a:ahLst/>
              <a:cxnLst/>
              <a:rect l="l" t="t" r="r" b="b"/>
              <a:pathLst>
                <a:path w="3" h="20" extrusionOk="0">
                  <a:moveTo>
                    <a:pt x="3" y="20"/>
                  </a:moveTo>
                  <a:cubicBezTo>
                    <a:pt x="3" y="14"/>
                    <a:pt x="0" y="6"/>
                    <a:pt x="0" y="1"/>
                  </a:cubicBezTo>
                  <a:cubicBezTo>
                    <a:pt x="0" y="6"/>
                    <a:pt x="3" y="14"/>
                    <a:pt x="3" y="2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6" name="Google Shape;2806;p101">
              <a:extLst>
                <a:ext uri="{FF2B5EF4-FFF2-40B4-BE49-F238E27FC236}">
                  <a16:creationId xmlns:a16="http://schemas.microsoft.com/office/drawing/2014/main" id="{65CEF6C7-EDBB-986D-1D9C-38E62501888B}"/>
                </a:ext>
              </a:extLst>
            </p:cNvPr>
            <p:cNvSpPr/>
            <p:nvPr/>
          </p:nvSpPr>
          <p:spPr>
            <a:xfrm>
              <a:off x="3562263" y="3617775"/>
              <a:ext cx="175" cy="650"/>
            </a:xfrm>
            <a:custGeom>
              <a:avLst/>
              <a:gdLst/>
              <a:ahLst/>
              <a:cxnLst/>
              <a:rect l="l" t="t" r="r" b="b"/>
              <a:pathLst>
                <a:path w="7" h="26" extrusionOk="0">
                  <a:moveTo>
                    <a:pt x="1" y="1"/>
                  </a:moveTo>
                  <a:cubicBezTo>
                    <a:pt x="3" y="12"/>
                    <a:pt x="3" y="17"/>
                    <a:pt x="6" y="26"/>
                  </a:cubicBezTo>
                  <a:cubicBezTo>
                    <a:pt x="3" y="17"/>
                    <a:pt x="3" y="9"/>
                    <a:pt x="1"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7" name="Google Shape;2807;p101">
              <a:extLst>
                <a:ext uri="{FF2B5EF4-FFF2-40B4-BE49-F238E27FC236}">
                  <a16:creationId xmlns:a16="http://schemas.microsoft.com/office/drawing/2014/main" id="{6BFBA411-D593-07E3-D744-BED68405A31B}"/>
                </a:ext>
              </a:extLst>
            </p:cNvPr>
            <p:cNvSpPr/>
            <p:nvPr/>
          </p:nvSpPr>
          <p:spPr>
            <a:xfrm>
              <a:off x="3561713" y="3615225"/>
              <a:ext cx="175" cy="575"/>
            </a:xfrm>
            <a:custGeom>
              <a:avLst/>
              <a:gdLst/>
              <a:ahLst/>
              <a:cxnLst/>
              <a:rect l="l" t="t" r="r" b="b"/>
              <a:pathLst>
                <a:path w="7" h="23" extrusionOk="0">
                  <a:moveTo>
                    <a:pt x="6" y="23"/>
                  </a:moveTo>
                  <a:cubicBezTo>
                    <a:pt x="6" y="17"/>
                    <a:pt x="1" y="9"/>
                    <a:pt x="1" y="1"/>
                  </a:cubicBezTo>
                  <a:cubicBezTo>
                    <a:pt x="1" y="9"/>
                    <a:pt x="6" y="17"/>
                    <a:pt x="6" y="23"/>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8" name="Google Shape;2808;p101">
              <a:extLst>
                <a:ext uri="{FF2B5EF4-FFF2-40B4-BE49-F238E27FC236}">
                  <a16:creationId xmlns:a16="http://schemas.microsoft.com/office/drawing/2014/main" id="{71D1F2F5-9B2C-5BB4-CA60-68F8CB53D1ED}"/>
                </a:ext>
              </a:extLst>
            </p:cNvPr>
            <p:cNvSpPr/>
            <p:nvPr/>
          </p:nvSpPr>
          <p:spPr>
            <a:xfrm>
              <a:off x="3572038" y="3632925"/>
              <a:ext cx="925" cy="650"/>
            </a:xfrm>
            <a:custGeom>
              <a:avLst/>
              <a:gdLst/>
              <a:ahLst/>
              <a:cxnLst/>
              <a:rect l="l" t="t" r="r" b="b"/>
              <a:pathLst>
                <a:path w="37" h="26" extrusionOk="0">
                  <a:moveTo>
                    <a:pt x="1" y="0"/>
                  </a:moveTo>
                  <a:lnTo>
                    <a:pt x="1" y="0"/>
                  </a:lnTo>
                  <a:cubicBezTo>
                    <a:pt x="12" y="11"/>
                    <a:pt x="25" y="17"/>
                    <a:pt x="36" y="25"/>
                  </a:cubicBezTo>
                  <a:cubicBezTo>
                    <a:pt x="25" y="17"/>
                    <a:pt x="14" y="9"/>
                    <a:pt x="1"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09" name="Google Shape;2809;p101">
              <a:extLst>
                <a:ext uri="{FF2B5EF4-FFF2-40B4-BE49-F238E27FC236}">
                  <a16:creationId xmlns:a16="http://schemas.microsoft.com/office/drawing/2014/main" id="{CF2758CA-7BFD-F2B1-A965-2B24CF9EA9EB}"/>
                </a:ext>
              </a:extLst>
            </p:cNvPr>
            <p:cNvSpPr/>
            <p:nvPr/>
          </p:nvSpPr>
          <p:spPr>
            <a:xfrm>
              <a:off x="3570263" y="3631275"/>
              <a:ext cx="700" cy="700"/>
            </a:xfrm>
            <a:custGeom>
              <a:avLst/>
              <a:gdLst/>
              <a:ahLst/>
              <a:cxnLst/>
              <a:rect l="l" t="t" r="r" b="b"/>
              <a:pathLst>
                <a:path w="28" h="28" extrusionOk="0">
                  <a:moveTo>
                    <a:pt x="28" y="28"/>
                  </a:moveTo>
                  <a:cubicBezTo>
                    <a:pt x="17" y="22"/>
                    <a:pt x="8" y="11"/>
                    <a:pt x="0" y="0"/>
                  </a:cubicBezTo>
                  <a:cubicBezTo>
                    <a:pt x="8" y="11"/>
                    <a:pt x="17" y="22"/>
                    <a:pt x="28" y="28"/>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0" name="Google Shape;2810;p101">
              <a:extLst>
                <a:ext uri="{FF2B5EF4-FFF2-40B4-BE49-F238E27FC236}">
                  <a16:creationId xmlns:a16="http://schemas.microsoft.com/office/drawing/2014/main" id="{54309578-A2F9-CC0F-6645-805A5B5F2B12}"/>
                </a:ext>
              </a:extLst>
            </p:cNvPr>
            <p:cNvSpPr/>
            <p:nvPr/>
          </p:nvSpPr>
          <p:spPr>
            <a:xfrm>
              <a:off x="3571088" y="3632175"/>
              <a:ext cx="850" cy="625"/>
            </a:xfrm>
            <a:custGeom>
              <a:avLst/>
              <a:gdLst/>
              <a:ahLst/>
              <a:cxnLst/>
              <a:rect l="l" t="t" r="r" b="b"/>
              <a:pathLst>
                <a:path w="34" h="25" extrusionOk="0">
                  <a:moveTo>
                    <a:pt x="0" y="0"/>
                  </a:moveTo>
                  <a:lnTo>
                    <a:pt x="0" y="0"/>
                  </a:lnTo>
                  <a:cubicBezTo>
                    <a:pt x="11" y="11"/>
                    <a:pt x="22" y="17"/>
                    <a:pt x="33" y="25"/>
                  </a:cubicBezTo>
                  <a:cubicBezTo>
                    <a:pt x="22" y="17"/>
                    <a:pt x="11" y="6"/>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1" name="Google Shape;2811;p101">
              <a:extLst>
                <a:ext uri="{FF2B5EF4-FFF2-40B4-BE49-F238E27FC236}">
                  <a16:creationId xmlns:a16="http://schemas.microsoft.com/office/drawing/2014/main" id="{EFE49D1D-A4D0-04FC-C3BE-5E9ADEEF4ECD}"/>
                </a:ext>
              </a:extLst>
            </p:cNvPr>
            <p:cNvSpPr/>
            <p:nvPr/>
          </p:nvSpPr>
          <p:spPr>
            <a:xfrm>
              <a:off x="3565163" y="3624950"/>
              <a:ext cx="375" cy="700"/>
            </a:xfrm>
            <a:custGeom>
              <a:avLst/>
              <a:gdLst/>
              <a:ahLst/>
              <a:cxnLst/>
              <a:rect l="l" t="t" r="r" b="b"/>
              <a:pathLst>
                <a:path w="15" h="28" extrusionOk="0">
                  <a:moveTo>
                    <a:pt x="0" y="0"/>
                  </a:moveTo>
                  <a:lnTo>
                    <a:pt x="0" y="0"/>
                  </a:lnTo>
                  <a:cubicBezTo>
                    <a:pt x="6" y="11"/>
                    <a:pt x="9" y="17"/>
                    <a:pt x="14" y="28"/>
                  </a:cubicBezTo>
                  <a:cubicBezTo>
                    <a:pt x="9" y="17"/>
                    <a:pt x="6" y="6"/>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2" name="Google Shape;2812;p101">
              <a:extLst>
                <a:ext uri="{FF2B5EF4-FFF2-40B4-BE49-F238E27FC236}">
                  <a16:creationId xmlns:a16="http://schemas.microsoft.com/office/drawing/2014/main" id="{819D272A-08C4-7F9F-E27C-D1EFA3099AF3}"/>
                </a:ext>
              </a:extLst>
            </p:cNvPr>
            <p:cNvSpPr/>
            <p:nvPr/>
          </p:nvSpPr>
          <p:spPr>
            <a:xfrm>
              <a:off x="3563988" y="3622675"/>
              <a:ext cx="300" cy="650"/>
            </a:xfrm>
            <a:custGeom>
              <a:avLst/>
              <a:gdLst/>
              <a:ahLst/>
              <a:cxnLst/>
              <a:rect l="l" t="t" r="r" b="b"/>
              <a:pathLst>
                <a:path w="12" h="26" extrusionOk="0">
                  <a:moveTo>
                    <a:pt x="1" y="0"/>
                  </a:moveTo>
                  <a:cubicBezTo>
                    <a:pt x="3" y="11"/>
                    <a:pt x="6" y="20"/>
                    <a:pt x="12" y="25"/>
                  </a:cubicBezTo>
                  <a:cubicBezTo>
                    <a:pt x="6" y="20"/>
                    <a:pt x="3" y="9"/>
                    <a:pt x="1"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3" name="Google Shape;2813;p101">
              <a:extLst>
                <a:ext uri="{FF2B5EF4-FFF2-40B4-BE49-F238E27FC236}">
                  <a16:creationId xmlns:a16="http://schemas.microsoft.com/office/drawing/2014/main" id="{3AFD3C51-34D6-2ECE-87EF-47CAF98B1366}"/>
                </a:ext>
              </a:extLst>
            </p:cNvPr>
            <p:cNvSpPr/>
            <p:nvPr/>
          </p:nvSpPr>
          <p:spPr>
            <a:xfrm>
              <a:off x="3563438" y="3621575"/>
              <a:ext cx="300" cy="650"/>
            </a:xfrm>
            <a:custGeom>
              <a:avLst/>
              <a:gdLst/>
              <a:ahLst/>
              <a:cxnLst/>
              <a:rect l="l" t="t" r="r" b="b"/>
              <a:pathLst>
                <a:path w="12" h="26" extrusionOk="0">
                  <a:moveTo>
                    <a:pt x="1" y="0"/>
                  </a:moveTo>
                  <a:lnTo>
                    <a:pt x="1" y="0"/>
                  </a:lnTo>
                  <a:cubicBezTo>
                    <a:pt x="6" y="9"/>
                    <a:pt x="9" y="17"/>
                    <a:pt x="12" y="25"/>
                  </a:cubicBezTo>
                  <a:cubicBezTo>
                    <a:pt x="9" y="14"/>
                    <a:pt x="6" y="9"/>
                    <a:pt x="1"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4" name="Google Shape;2814;p101">
              <a:extLst>
                <a:ext uri="{FF2B5EF4-FFF2-40B4-BE49-F238E27FC236}">
                  <a16:creationId xmlns:a16="http://schemas.microsoft.com/office/drawing/2014/main" id="{A6949BDB-A004-70E7-D1FC-56F32857BF5F}"/>
                </a:ext>
              </a:extLst>
            </p:cNvPr>
            <p:cNvSpPr/>
            <p:nvPr/>
          </p:nvSpPr>
          <p:spPr>
            <a:xfrm>
              <a:off x="3565563" y="3625775"/>
              <a:ext cx="2025" cy="2775"/>
            </a:xfrm>
            <a:custGeom>
              <a:avLst/>
              <a:gdLst/>
              <a:ahLst/>
              <a:cxnLst/>
              <a:rect l="l" t="t" r="r" b="b"/>
              <a:pathLst>
                <a:path w="81" h="111" extrusionOk="0">
                  <a:moveTo>
                    <a:pt x="1" y="0"/>
                  </a:moveTo>
                  <a:cubicBezTo>
                    <a:pt x="26" y="39"/>
                    <a:pt x="53" y="77"/>
                    <a:pt x="81" y="110"/>
                  </a:cubicBezTo>
                  <a:cubicBezTo>
                    <a:pt x="53" y="77"/>
                    <a:pt x="28" y="41"/>
                    <a:pt x="1"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5" name="Google Shape;2815;p101">
              <a:extLst>
                <a:ext uri="{FF2B5EF4-FFF2-40B4-BE49-F238E27FC236}">
                  <a16:creationId xmlns:a16="http://schemas.microsoft.com/office/drawing/2014/main" id="{9A594B25-F61E-B569-6AE9-9BE90B413570}"/>
                </a:ext>
              </a:extLst>
            </p:cNvPr>
            <p:cNvSpPr/>
            <p:nvPr/>
          </p:nvSpPr>
          <p:spPr>
            <a:xfrm>
              <a:off x="3564463" y="3623900"/>
              <a:ext cx="375" cy="650"/>
            </a:xfrm>
            <a:custGeom>
              <a:avLst/>
              <a:gdLst/>
              <a:ahLst/>
              <a:cxnLst/>
              <a:rect l="l" t="t" r="r" b="b"/>
              <a:pathLst>
                <a:path w="15" h="26" extrusionOk="0">
                  <a:moveTo>
                    <a:pt x="1" y="1"/>
                  </a:moveTo>
                  <a:lnTo>
                    <a:pt x="1" y="1"/>
                  </a:lnTo>
                  <a:cubicBezTo>
                    <a:pt x="4" y="6"/>
                    <a:pt x="12" y="17"/>
                    <a:pt x="15" y="26"/>
                  </a:cubicBezTo>
                  <a:cubicBezTo>
                    <a:pt x="12" y="15"/>
                    <a:pt x="9" y="6"/>
                    <a:pt x="1"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6" name="Google Shape;2816;p101">
              <a:extLst>
                <a:ext uri="{FF2B5EF4-FFF2-40B4-BE49-F238E27FC236}">
                  <a16:creationId xmlns:a16="http://schemas.microsoft.com/office/drawing/2014/main" id="{9DE5CF80-5D61-F1B3-C2EC-22F2C85583A6}"/>
                </a:ext>
              </a:extLst>
            </p:cNvPr>
            <p:cNvSpPr/>
            <p:nvPr/>
          </p:nvSpPr>
          <p:spPr>
            <a:xfrm>
              <a:off x="3562613" y="3619100"/>
              <a:ext cx="150" cy="625"/>
            </a:xfrm>
            <a:custGeom>
              <a:avLst/>
              <a:gdLst/>
              <a:ahLst/>
              <a:cxnLst/>
              <a:rect l="l" t="t" r="r" b="b"/>
              <a:pathLst>
                <a:path w="6" h="25" extrusionOk="0">
                  <a:moveTo>
                    <a:pt x="0" y="0"/>
                  </a:moveTo>
                  <a:lnTo>
                    <a:pt x="0" y="0"/>
                  </a:lnTo>
                  <a:cubicBezTo>
                    <a:pt x="3" y="11"/>
                    <a:pt x="3" y="17"/>
                    <a:pt x="6" y="25"/>
                  </a:cubicBezTo>
                  <a:cubicBezTo>
                    <a:pt x="3" y="17"/>
                    <a:pt x="3" y="6"/>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7" name="Google Shape;2817;p101">
              <a:extLst>
                <a:ext uri="{FF2B5EF4-FFF2-40B4-BE49-F238E27FC236}">
                  <a16:creationId xmlns:a16="http://schemas.microsoft.com/office/drawing/2014/main" id="{5859D1D2-90CA-F974-7669-4A6BFFF017A7}"/>
                </a:ext>
              </a:extLst>
            </p:cNvPr>
            <p:cNvSpPr/>
            <p:nvPr/>
          </p:nvSpPr>
          <p:spPr>
            <a:xfrm>
              <a:off x="3562963" y="3620400"/>
              <a:ext cx="300" cy="575"/>
            </a:xfrm>
            <a:custGeom>
              <a:avLst/>
              <a:gdLst/>
              <a:ahLst/>
              <a:cxnLst/>
              <a:rect l="l" t="t" r="r" b="b"/>
              <a:pathLst>
                <a:path w="12" h="23" extrusionOk="0">
                  <a:moveTo>
                    <a:pt x="0" y="0"/>
                  </a:moveTo>
                  <a:lnTo>
                    <a:pt x="0" y="0"/>
                  </a:lnTo>
                  <a:cubicBezTo>
                    <a:pt x="3" y="6"/>
                    <a:pt x="6" y="17"/>
                    <a:pt x="11" y="22"/>
                  </a:cubicBezTo>
                  <a:cubicBezTo>
                    <a:pt x="6" y="11"/>
                    <a:pt x="6" y="6"/>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8" name="Google Shape;2818;p101">
              <a:extLst>
                <a:ext uri="{FF2B5EF4-FFF2-40B4-BE49-F238E27FC236}">
                  <a16:creationId xmlns:a16="http://schemas.microsoft.com/office/drawing/2014/main" id="{4E2972FF-8B77-0B83-EC92-A6AD299959C0}"/>
                </a:ext>
              </a:extLst>
            </p:cNvPr>
            <p:cNvSpPr/>
            <p:nvPr/>
          </p:nvSpPr>
          <p:spPr>
            <a:xfrm>
              <a:off x="3568463" y="3629550"/>
              <a:ext cx="700" cy="725"/>
            </a:xfrm>
            <a:custGeom>
              <a:avLst/>
              <a:gdLst/>
              <a:ahLst/>
              <a:cxnLst/>
              <a:rect l="l" t="t" r="r" b="b"/>
              <a:pathLst>
                <a:path w="28" h="29" extrusionOk="0">
                  <a:moveTo>
                    <a:pt x="0" y="1"/>
                  </a:moveTo>
                  <a:lnTo>
                    <a:pt x="14" y="14"/>
                  </a:lnTo>
                  <a:lnTo>
                    <a:pt x="14" y="14"/>
                  </a:lnTo>
                  <a:cubicBezTo>
                    <a:pt x="10" y="10"/>
                    <a:pt x="6" y="5"/>
                    <a:pt x="0" y="1"/>
                  </a:cubicBezTo>
                  <a:close/>
                  <a:moveTo>
                    <a:pt x="14" y="14"/>
                  </a:moveTo>
                  <a:cubicBezTo>
                    <a:pt x="18" y="19"/>
                    <a:pt x="22" y="24"/>
                    <a:pt x="28" y="28"/>
                  </a:cubicBezTo>
                  <a:lnTo>
                    <a:pt x="14" y="14"/>
                  </a:ln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19" name="Google Shape;2819;p101">
              <a:extLst>
                <a:ext uri="{FF2B5EF4-FFF2-40B4-BE49-F238E27FC236}">
                  <a16:creationId xmlns:a16="http://schemas.microsoft.com/office/drawing/2014/main" id="{AF5D7B11-9107-67FA-BA7C-D8ACDE01020D}"/>
                </a:ext>
              </a:extLst>
            </p:cNvPr>
            <p:cNvSpPr/>
            <p:nvPr/>
          </p:nvSpPr>
          <p:spPr>
            <a:xfrm>
              <a:off x="3569288" y="3630450"/>
              <a:ext cx="725" cy="700"/>
            </a:xfrm>
            <a:custGeom>
              <a:avLst/>
              <a:gdLst/>
              <a:ahLst/>
              <a:cxnLst/>
              <a:rect l="l" t="t" r="r" b="b"/>
              <a:pathLst>
                <a:path w="29" h="28" extrusionOk="0">
                  <a:moveTo>
                    <a:pt x="1" y="0"/>
                  </a:moveTo>
                  <a:cubicBezTo>
                    <a:pt x="12" y="11"/>
                    <a:pt x="17" y="20"/>
                    <a:pt x="28" y="28"/>
                  </a:cubicBezTo>
                  <a:lnTo>
                    <a:pt x="1" y="0"/>
                  </a:ln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0" name="Google Shape;2820;p101">
              <a:extLst>
                <a:ext uri="{FF2B5EF4-FFF2-40B4-BE49-F238E27FC236}">
                  <a16:creationId xmlns:a16="http://schemas.microsoft.com/office/drawing/2014/main" id="{69D3EC30-BA52-BE46-E082-D03714864A0B}"/>
                </a:ext>
              </a:extLst>
            </p:cNvPr>
            <p:cNvSpPr/>
            <p:nvPr/>
          </p:nvSpPr>
          <p:spPr>
            <a:xfrm>
              <a:off x="3567563" y="3628650"/>
              <a:ext cx="725" cy="800"/>
            </a:xfrm>
            <a:custGeom>
              <a:avLst/>
              <a:gdLst/>
              <a:ahLst/>
              <a:cxnLst/>
              <a:rect l="l" t="t" r="r" b="b"/>
              <a:pathLst>
                <a:path w="29" h="32" extrusionOk="0">
                  <a:moveTo>
                    <a:pt x="1" y="1"/>
                  </a:moveTo>
                  <a:cubicBezTo>
                    <a:pt x="12" y="9"/>
                    <a:pt x="17" y="20"/>
                    <a:pt x="28" y="31"/>
                  </a:cubicBezTo>
                  <a:cubicBezTo>
                    <a:pt x="23" y="20"/>
                    <a:pt x="12" y="9"/>
                    <a:pt x="1"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1" name="Google Shape;2821;p101">
              <a:extLst>
                <a:ext uri="{FF2B5EF4-FFF2-40B4-BE49-F238E27FC236}">
                  <a16:creationId xmlns:a16="http://schemas.microsoft.com/office/drawing/2014/main" id="{0EB7E987-1D85-D55E-C8B2-77B2B9E373FA}"/>
                </a:ext>
              </a:extLst>
            </p:cNvPr>
            <p:cNvSpPr/>
            <p:nvPr/>
          </p:nvSpPr>
          <p:spPr>
            <a:xfrm>
              <a:off x="3600613" y="3586250"/>
              <a:ext cx="975" cy="525"/>
            </a:xfrm>
            <a:custGeom>
              <a:avLst/>
              <a:gdLst/>
              <a:ahLst/>
              <a:cxnLst/>
              <a:rect l="l" t="t" r="r" b="b"/>
              <a:pathLst>
                <a:path w="39" h="21" extrusionOk="0">
                  <a:moveTo>
                    <a:pt x="0" y="1"/>
                  </a:moveTo>
                  <a:lnTo>
                    <a:pt x="0" y="1"/>
                  </a:lnTo>
                  <a:cubicBezTo>
                    <a:pt x="11" y="6"/>
                    <a:pt x="25" y="12"/>
                    <a:pt x="39" y="20"/>
                  </a:cubicBezTo>
                  <a:cubicBezTo>
                    <a:pt x="25" y="12"/>
                    <a:pt x="14" y="6"/>
                    <a:pt x="0"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2" name="Google Shape;2822;p101">
              <a:extLst>
                <a:ext uri="{FF2B5EF4-FFF2-40B4-BE49-F238E27FC236}">
                  <a16:creationId xmlns:a16="http://schemas.microsoft.com/office/drawing/2014/main" id="{42019E4B-06FD-1686-D3B9-9A97972BBDAB}"/>
                </a:ext>
              </a:extLst>
            </p:cNvPr>
            <p:cNvSpPr/>
            <p:nvPr/>
          </p:nvSpPr>
          <p:spPr>
            <a:xfrm>
              <a:off x="3599438" y="3585700"/>
              <a:ext cx="975" cy="450"/>
            </a:xfrm>
            <a:custGeom>
              <a:avLst/>
              <a:gdLst/>
              <a:ahLst/>
              <a:cxnLst/>
              <a:rect l="l" t="t" r="r" b="b"/>
              <a:pathLst>
                <a:path w="39" h="18" extrusionOk="0">
                  <a:moveTo>
                    <a:pt x="39" y="17"/>
                  </a:moveTo>
                  <a:cubicBezTo>
                    <a:pt x="25" y="12"/>
                    <a:pt x="14" y="6"/>
                    <a:pt x="0" y="1"/>
                  </a:cubicBezTo>
                  <a:cubicBezTo>
                    <a:pt x="14" y="6"/>
                    <a:pt x="25" y="12"/>
                    <a:pt x="39" y="17"/>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3" name="Google Shape;2823;p101">
              <a:extLst>
                <a:ext uri="{FF2B5EF4-FFF2-40B4-BE49-F238E27FC236}">
                  <a16:creationId xmlns:a16="http://schemas.microsoft.com/office/drawing/2014/main" id="{C2BC8B49-6945-029C-197C-ACC729F8D7CE}"/>
                </a:ext>
              </a:extLst>
            </p:cNvPr>
            <p:cNvSpPr/>
            <p:nvPr/>
          </p:nvSpPr>
          <p:spPr>
            <a:xfrm>
              <a:off x="3601763" y="3586825"/>
              <a:ext cx="925" cy="575"/>
            </a:xfrm>
            <a:custGeom>
              <a:avLst/>
              <a:gdLst/>
              <a:ahLst/>
              <a:cxnLst/>
              <a:rect l="l" t="t" r="r" b="b"/>
              <a:pathLst>
                <a:path w="37" h="23" extrusionOk="0">
                  <a:moveTo>
                    <a:pt x="1" y="0"/>
                  </a:moveTo>
                  <a:cubicBezTo>
                    <a:pt x="15" y="8"/>
                    <a:pt x="23" y="14"/>
                    <a:pt x="37" y="22"/>
                  </a:cubicBezTo>
                  <a:cubicBezTo>
                    <a:pt x="26" y="14"/>
                    <a:pt x="15" y="8"/>
                    <a:pt x="1"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4" name="Google Shape;2824;p101">
              <a:extLst>
                <a:ext uri="{FF2B5EF4-FFF2-40B4-BE49-F238E27FC236}">
                  <a16:creationId xmlns:a16="http://schemas.microsoft.com/office/drawing/2014/main" id="{FB254B0D-895C-37C3-B206-3AA81C7DB824}"/>
                </a:ext>
              </a:extLst>
            </p:cNvPr>
            <p:cNvSpPr/>
            <p:nvPr/>
          </p:nvSpPr>
          <p:spPr>
            <a:xfrm>
              <a:off x="3602888" y="3587425"/>
              <a:ext cx="975" cy="575"/>
            </a:xfrm>
            <a:custGeom>
              <a:avLst/>
              <a:gdLst/>
              <a:ahLst/>
              <a:cxnLst/>
              <a:rect l="l" t="t" r="r" b="b"/>
              <a:pathLst>
                <a:path w="39" h="23" extrusionOk="0">
                  <a:moveTo>
                    <a:pt x="0" y="1"/>
                  </a:moveTo>
                  <a:lnTo>
                    <a:pt x="0" y="1"/>
                  </a:lnTo>
                  <a:cubicBezTo>
                    <a:pt x="14" y="6"/>
                    <a:pt x="25" y="17"/>
                    <a:pt x="38" y="23"/>
                  </a:cubicBezTo>
                  <a:cubicBezTo>
                    <a:pt x="27" y="17"/>
                    <a:pt x="14" y="6"/>
                    <a:pt x="0"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5" name="Google Shape;2825;p101">
              <a:extLst>
                <a:ext uri="{FF2B5EF4-FFF2-40B4-BE49-F238E27FC236}">
                  <a16:creationId xmlns:a16="http://schemas.microsoft.com/office/drawing/2014/main" id="{31E89309-D29E-B806-E4B1-5EB52FC8BE01}"/>
                </a:ext>
              </a:extLst>
            </p:cNvPr>
            <p:cNvSpPr/>
            <p:nvPr/>
          </p:nvSpPr>
          <p:spPr>
            <a:xfrm>
              <a:off x="3598188" y="3585300"/>
              <a:ext cx="925" cy="375"/>
            </a:xfrm>
            <a:custGeom>
              <a:avLst/>
              <a:gdLst/>
              <a:ahLst/>
              <a:cxnLst/>
              <a:rect l="l" t="t" r="r" b="b"/>
              <a:pathLst>
                <a:path w="37" h="15" extrusionOk="0">
                  <a:moveTo>
                    <a:pt x="37" y="14"/>
                  </a:moveTo>
                  <a:cubicBezTo>
                    <a:pt x="26" y="9"/>
                    <a:pt x="12" y="3"/>
                    <a:pt x="1" y="0"/>
                  </a:cubicBezTo>
                  <a:cubicBezTo>
                    <a:pt x="12" y="3"/>
                    <a:pt x="26" y="9"/>
                    <a:pt x="37" y="14"/>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6" name="Google Shape;2826;p101">
              <a:extLst>
                <a:ext uri="{FF2B5EF4-FFF2-40B4-BE49-F238E27FC236}">
                  <a16:creationId xmlns:a16="http://schemas.microsoft.com/office/drawing/2014/main" id="{52B83EDD-AC8C-37FA-1D1C-F283E6672695}"/>
                </a:ext>
              </a:extLst>
            </p:cNvPr>
            <p:cNvSpPr/>
            <p:nvPr/>
          </p:nvSpPr>
          <p:spPr>
            <a:xfrm>
              <a:off x="3603988" y="3588125"/>
              <a:ext cx="975" cy="700"/>
            </a:xfrm>
            <a:custGeom>
              <a:avLst/>
              <a:gdLst/>
              <a:ahLst/>
              <a:cxnLst/>
              <a:rect l="l" t="t" r="r" b="b"/>
              <a:pathLst>
                <a:path w="39" h="28" extrusionOk="0">
                  <a:moveTo>
                    <a:pt x="0" y="0"/>
                  </a:moveTo>
                  <a:lnTo>
                    <a:pt x="0" y="0"/>
                  </a:lnTo>
                  <a:cubicBezTo>
                    <a:pt x="11" y="11"/>
                    <a:pt x="25" y="17"/>
                    <a:pt x="39" y="28"/>
                  </a:cubicBezTo>
                  <a:cubicBezTo>
                    <a:pt x="25" y="17"/>
                    <a:pt x="11" y="6"/>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7" name="Google Shape;2827;p101">
              <a:extLst>
                <a:ext uri="{FF2B5EF4-FFF2-40B4-BE49-F238E27FC236}">
                  <a16:creationId xmlns:a16="http://schemas.microsoft.com/office/drawing/2014/main" id="{3DB46F27-798C-4C53-315A-F0DAED0EDF49}"/>
                </a:ext>
              </a:extLst>
            </p:cNvPr>
            <p:cNvSpPr/>
            <p:nvPr/>
          </p:nvSpPr>
          <p:spPr>
            <a:xfrm>
              <a:off x="3593113" y="3584000"/>
              <a:ext cx="700" cy="75"/>
            </a:xfrm>
            <a:custGeom>
              <a:avLst/>
              <a:gdLst/>
              <a:ahLst/>
              <a:cxnLst/>
              <a:rect l="l" t="t" r="r" b="b"/>
              <a:pathLst>
                <a:path w="28" h="3" extrusionOk="0">
                  <a:moveTo>
                    <a:pt x="28" y="3"/>
                  </a:moveTo>
                  <a:cubicBezTo>
                    <a:pt x="19" y="3"/>
                    <a:pt x="8" y="0"/>
                    <a:pt x="0" y="0"/>
                  </a:cubicBezTo>
                  <a:cubicBezTo>
                    <a:pt x="8" y="0"/>
                    <a:pt x="19" y="3"/>
                    <a:pt x="28" y="3"/>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8" name="Google Shape;2828;p101">
              <a:extLst>
                <a:ext uri="{FF2B5EF4-FFF2-40B4-BE49-F238E27FC236}">
                  <a16:creationId xmlns:a16="http://schemas.microsoft.com/office/drawing/2014/main" id="{69D37172-BBB0-6D7E-A640-0B4EBBE13C4E}"/>
                </a:ext>
              </a:extLst>
            </p:cNvPr>
            <p:cNvSpPr/>
            <p:nvPr/>
          </p:nvSpPr>
          <p:spPr>
            <a:xfrm>
              <a:off x="3591788" y="3583775"/>
              <a:ext cx="575" cy="175"/>
            </a:xfrm>
            <a:custGeom>
              <a:avLst/>
              <a:gdLst/>
              <a:ahLst/>
              <a:cxnLst/>
              <a:rect l="l" t="t" r="r" b="b"/>
              <a:pathLst>
                <a:path w="23" h="7" extrusionOk="0">
                  <a:moveTo>
                    <a:pt x="23" y="6"/>
                  </a:moveTo>
                  <a:cubicBezTo>
                    <a:pt x="17" y="6"/>
                    <a:pt x="6" y="1"/>
                    <a:pt x="1" y="1"/>
                  </a:cubicBezTo>
                  <a:cubicBezTo>
                    <a:pt x="6" y="1"/>
                    <a:pt x="17" y="6"/>
                    <a:pt x="23" y="6"/>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29" name="Google Shape;2829;p101">
              <a:extLst>
                <a:ext uri="{FF2B5EF4-FFF2-40B4-BE49-F238E27FC236}">
                  <a16:creationId xmlns:a16="http://schemas.microsoft.com/office/drawing/2014/main" id="{7011BD41-D0DD-86B2-22CE-E37875B075CF}"/>
                </a:ext>
              </a:extLst>
            </p:cNvPr>
            <p:cNvSpPr/>
            <p:nvPr/>
          </p:nvSpPr>
          <p:spPr>
            <a:xfrm>
              <a:off x="3595638" y="3584475"/>
              <a:ext cx="850" cy="300"/>
            </a:xfrm>
            <a:custGeom>
              <a:avLst/>
              <a:gdLst/>
              <a:ahLst/>
              <a:cxnLst/>
              <a:rect l="l" t="t" r="r" b="b"/>
              <a:pathLst>
                <a:path w="34" h="12" extrusionOk="0">
                  <a:moveTo>
                    <a:pt x="1" y="0"/>
                  </a:moveTo>
                  <a:lnTo>
                    <a:pt x="1" y="0"/>
                  </a:lnTo>
                  <a:cubicBezTo>
                    <a:pt x="15" y="6"/>
                    <a:pt x="26" y="9"/>
                    <a:pt x="34" y="11"/>
                  </a:cubicBezTo>
                  <a:cubicBezTo>
                    <a:pt x="26" y="9"/>
                    <a:pt x="15" y="3"/>
                    <a:pt x="1"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30" name="Google Shape;2830;p101">
              <a:extLst>
                <a:ext uri="{FF2B5EF4-FFF2-40B4-BE49-F238E27FC236}">
                  <a16:creationId xmlns:a16="http://schemas.microsoft.com/office/drawing/2014/main" id="{CED3FF93-2A96-5A8C-FC08-D4E57EA84CBB}"/>
                </a:ext>
              </a:extLst>
            </p:cNvPr>
            <p:cNvSpPr/>
            <p:nvPr/>
          </p:nvSpPr>
          <p:spPr>
            <a:xfrm>
              <a:off x="3590413" y="3583725"/>
              <a:ext cx="500" cy="25"/>
            </a:xfrm>
            <a:custGeom>
              <a:avLst/>
              <a:gdLst/>
              <a:ahLst/>
              <a:cxnLst/>
              <a:rect l="l" t="t" r="r" b="b"/>
              <a:pathLst>
                <a:path w="20" h="1" extrusionOk="0">
                  <a:moveTo>
                    <a:pt x="20" y="0"/>
                  </a:moveTo>
                  <a:lnTo>
                    <a:pt x="1" y="0"/>
                  </a:ln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31" name="Google Shape;2831;p101">
              <a:extLst>
                <a:ext uri="{FF2B5EF4-FFF2-40B4-BE49-F238E27FC236}">
                  <a16:creationId xmlns:a16="http://schemas.microsoft.com/office/drawing/2014/main" id="{C39F9C15-FFAD-CE56-DF5D-B6C8B4FA6748}"/>
                </a:ext>
              </a:extLst>
            </p:cNvPr>
            <p:cNvSpPr/>
            <p:nvPr/>
          </p:nvSpPr>
          <p:spPr>
            <a:xfrm>
              <a:off x="3594413" y="3584275"/>
              <a:ext cx="850" cy="150"/>
            </a:xfrm>
            <a:custGeom>
              <a:avLst/>
              <a:gdLst/>
              <a:ahLst/>
              <a:cxnLst/>
              <a:rect l="l" t="t" r="r" b="b"/>
              <a:pathLst>
                <a:path w="34" h="6" extrusionOk="0">
                  <a:moveTo>
                    <a:pt x="0" y="0"/>
                  </a:moveTo>
                  <a:cubicBezTo>
                    <a:pt x="11" y="3"/>
                    <a:pt x="22" y="3"/>
                    <a:pt x="33" y="6"/>
                  </a:cubicBezTo>
                  <a:cubicBezTo>
                    <a:pt x="22" y="3"/>
                    <a:pt x="11" y="0"/>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32" name="Google Shape;2832;p101">
              <a:extLst>
                <a:ext uri="{FF2B5EF4-FFF2-40B4-BE49-F238E27FC236}">
                  <a16:creationId xmlns:a16="http://schemas.microsoft.com/office/drawing/2014/main" id="{FC02A2F6-994F-F9EB-98CD-0513FC6510EA}"/>
                </a:ext>
              </a:extLst>
            </p:cNvPr>
            <p:cNvSpPr/>
            <p:nvPr/>
          </p:nvSpPr>
          <p:spPr>
            <a:xfrm>
              <a:off x="3597013" y="3584825"/>
              <a:ext cx="850" cy="300"/>
            </a:xfrm>
            <a:custGeom>
              <a:avLst/>
              <a:gdLst/>
              <a:ahLst/>
              <a:cxnLst/>
              <a:rect l="l" t="t" r="r" b="b"/>
              <a:pathLst>
                <a:path w="34" h="12" extrusionOk="0">
                  <a:moveTo>
                    <a:pt x="1" y="0"/>
                  </a:moveTo>
                  <a:cubicBezTo>
                    <a:pt x="9" y="6"/>
                    <a:pt x="20" y="8"/>
                    <a:pt x="34" y="11"/>
                  </a:cubicBezTo>
                  <a:cubicBezTo>
                    <a:pt x="26" y="8"/>
                    <a:pt x="12" y="6"/>
                    <a:pt x="1"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33" name="Google Shape;2833;p101">
              <a:extLst>
                <a:ext uri="{FF2B5EF4-FFF2-40B4-BE49-F238E27FC236}">
                  <a16:creationId xmlns:a16="http://schemas.microsoft.com/office/drawing/2014/main" id="{9E4ACA31-FEEA-295A-CF5C-34CCB0C51AF2}"/>
                </a:ext>
              </a:extLst>
            </p:cNvPr>
            <p:cNvSpPr/>
            <p:nvPr/>
          </p:nvSpPr>
          <p:spPr>
            <a:xfrm>
              <a:off x="3605013" y="3588875"/>
              <a:ext cx="975" cy="725"/>
            </a:xfrm>
            <a:custGeom>
              <a:avLst/>
              <a:gdLst/>
              <a:ahLst/>
              <a:cxnLst/>
              <a:rect l="l" t="t" r="r" b="b"/>
              <a:pathLst>
                <a:path w="39" h="29" extrusionOk="0">
                  <a:moveTo>
                    <a:pt x="0" y="1"/>
                  </a:moveTo>
                  <a:cubicBezTo>
                    <a:pt x="11" y="9"/>
                    <a:pt x="25" y="17"/>
                    <a:pt x="39" y="28"/>
                  </a:cubicBezTo>
                  <a:cubicBezTo>
                    <a:pt x="25" y="17"/>
                    <a:pt x="14" y="9"/>
                    <a:pt x="0" y="1"/>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34" name="Google Shape;2834;p101">
              <a:extLst>
                <a:ext uri="{FF2B5EF4-FFF2-40B4-BE49-F238E27FC236}">
                  <a16:creationId xmlns:a16="http://schemas.microsoft.com/office/drawing/2014/main" id="{9C9190DA-15FB-B6BA-5401-B0A8115898E8}"/>
                </a:ext>
              </a:extLst>
            </p:cNvPr>
            <p:cNvSpPr/>
            <p:nvPr/>
          </p:nvSpPr>
          <p:spPr>
            <a:xfrm>
              <a:off x="3606038" y="3589575"/>
              <a:ext cx="1000" cy="775"/>
            </a:xfrm>
            <a:custGeom>
              <a:avLst/>
              <a:gdLst/>
              <a:ahLst/>
              <a:cxnLst/>
              <a:rect l="l" t="t" r="r" b="b"/>
              <a:pathLst>
                <a:path w="40" h="31" extrusionOk="0">
                  <a:moveTo>
                    <a:pt x="1" y="0"/>
                  </a:moveTo>
                  <a:lnTo>
                    <a:pt x="1" y="0"/>
                  </a:lnTo>
                  <a:cubicBezTo>
                    <a:pt x="12" y="11"/>
                    <a:pt x="25" y="22"/>
                    <a:pt x="39" y="30"/>
                  </a:cubicBezTo>
                  <a:cubicBezTo>
                    <a:pt x="25" y="22"/>
                    <a:pt x="14" y="11"/>
                    <a:pt x="1"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35" name="Google Shape;2835;p101">
              <a:extLst>
                <a:ext uri="{FF2B5EF4-FFF2-40B4-BE49-F238E27FC236}">
                  <a16:creationId xmlns:a16="http://schemas.microsoft.com/office/drawing/2014/main" id="{5E240782-755E-42E1-229C-23FD74FC73F4}"/>
                </a:ext>
              </a:extLst>
            </p:cNvPr>
            <p:cNvSpPr/>
            <p:nvPr/>
          </p:nvSpPr>
          <p:spPr>
            <a:xfrm>
              <a:off x="3607013" y="3590325"/>
              <a:ext cx="975" cy="925"/>
            </a:xfrm>
            <a:custGeom>
              <a:avLst/>
              <a:gdLst/>
              <a:ahLst/>
              <a:cxnLst/>
              <a:rect l="l" t="t" r="r" b="b"/>
              <a:pathLst>
                <a:path w="39" h="37" extrusionOk="0">
                  <a:moveTo>
                    <a:pt x="0" y="0"/>
                  </a:moveTo>
                  <a:lnTo>
                    <a:pt x="0" y="0"/>
                  </a:lnTo>
                  <a:cubicBezTo>
                    <a:pt x="11" y="14"/>
                    <a:pt x="22" y="25"/>
                    <a:pt x="39" y="36"/>
                  </a:cubicBezTo>
                  <a:cubicBezTo>
                    <a:pt x="22" y="25"/>
                    <a:pt x="14" y="11"/>
                    <a:pt x="0" y="0"/>
                  </a:cubicBezTo>
                  <a:close/>
                </a:path>
              </a:pathLst>
            </a:custGeom>
            <a:solidFill>
              <a:srgbClr val="FF7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36" name="Google Shape;2836;p101">
              <a:extLst>
                <a:ext uri="{FF2B5EF4-FFF2-40B4-BE49-F238E27FC236}">
                  <a16:creationId xmlns:a16="http://schemas.microsoft.com/office/drawing/2014/main" id="{758E8BF7-609F-F875-2813-AE0B1C4E6783}"/>
                </a:ext>
              </a:extLst>
            </p:cNvPr>
            <p:cNvSpPr/>
            <p:nvPr/>
          </p:nvSpPr>
          <p:spPr>
            <a:xfrm>
              <a:off x="3575063" y="3591000"/>
              <a:ext cx="41525" cy="47725"/>
            </a:xfrm>
            <a:custGeom>
              <a:avLst/>
              <a:gdLst/>
              <a:ahLst/>
              <a:cxnLst/>
              <a:rect l="l" t="t" r="r" b="b"/>
              <a:pathLst>
                <a:path w="1661" h="1909" extrusionOk="0">
                  <a:moveTo>
                    <a:pt x="1" y="1757"/>
                  </a:moveTo>
                  <a:cubicBezTo>
                    <a:pt x="32" y="1776"/>
                    <a:pt x="64" y="1793"/>
                    <a:pt x="97" y="1808"/>
                  </a:cubicBezTo>
                  <a:lnTo>
                    <a:pt x="97" y="1808"/>
                  </a:lnTo>
                  <a:cubicBezTo>
                    <a:pt x="64" y="1793"/>
                    <a:pt x="32" y="1776"/>
                    <a:pt x="1" y="1757"/>
                  </a:cubicBezTo>
                  <a:close/>
                  <a:moveTo>
                    <a:pt x="97" y="1808"/>
                  </a:moveTo>
                  <a:lnTo>
                    <a:pt x="97" y="1808"/>
                  </a:lnTo>
                  <a:cubicBezTo>
                    <a:pt x="196" y="1854"/>
                    <a:pt x="302" y="1886"/>
                    <a:pt x="414" y="1899"/>
                  </a:cubicBezTo>
                  <a:lnTo>
                    <a:pt x="414" y="1899"/>
                  </a:lnTo>
                  <a:cubicBezTo>
                    <a:pt x="302" y="1885"/>
                    <a:pt x="196" y="1853"/>
                    <a:pt x="97" y="1808"/>
                  </a:cubicBezTo>
                  <a:close/>
                  <a:moveTo>
                    <a:pt x="1182" y="1"/>
                  </a:moveTo>
                  <a:cubicBezTo>
                    <a:pt x="573" y="1"/>
                    <a:pt x="81" y="494"/>
                    <a:pt x="81" y="1102"/>
                  </a:cubicBezTo>
                  <a:cubicBezTo>
                    <a:pt x="81" y="1416"/>
                    <a:pt x="210" y="1702"/>
                    <a:pt x="425" y="1900"/>
                  </a:cubicBezTo>
                  <a:cubicBezTo>
                    <a:pt x="421" y="1900"/>
                    <a:pt x="418" y="1900"/>
                    <a:pt x="414" y="1899"/>
                  </a:cubicBezTo>
                  <a:lnTo>
                    <a:pt x="414" y="1899"/>
                  </a:lnTo>
                  <a:cubicBezTo>
                    <a:pt x="462" y="1906"/>
                    <a:pt x="510" y="1909"/>
                    <a:pt x="560" y="1909"/>
                  </a:cubicBezTo>
                  <a:cubicBezTo>
                    <a:pt x="703" y="1909"/>
                    <a:pt x="843" y="1881"/>
                    <a:pt x="967" y="1829"/>
                  </a:cubicBezTo>
                  <a:cubicBezTo>
                    <a:pt x="1151" y="1757"/>
                    <a:pt x="1306" y="1636"/>
                    <a:pt x="1427" y="1485"/>
                  </a:cubicBezTo>
                  <a:cubicBezTo>
                    <a:pt x="1573" y="1300"/>
                    <a:pt x="1661" y="1061"/>
                    <a:pt x="1661" y="808"/>
                  </a:cubicBezTo>
                  <a:cubicBezTo>
                    <a:pt x="1661" y="494"/>
                    <a:pt x="1529" y="207"/>
                    <a:pt x="1317" y="9"/>
                  </a:cubicBezTo>
                  <a:cubicBezTo>
                    <a:pt x="1270" y="1"/>
                    <a:pt x="1226" y="1"/>
                    <a:pt x="11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37" name="Google Shape;2837;p101">
              <a:extLst>
                <a:ext uri="{FF2B5EF4-FFF2-40B4-BE49-F238E27FC236}">
                  <a16:creationId xmlns:a16="http://schemas.microsoft.com/office/drawing/2014/main" id="{B0485C15-858C-7FA8-5151-6F575ECAD95D}"/>
                </a:ext>
              </a:extLst>
            </p:cNvPr>
            <p:cNvSpPr/>
            <p:nvPr/>
          </p:nvSpPr>
          <p:spPr>
            <a:xfrm>
              <a:off x="3561638" y="3584000"/>
              <a:ext cx="46350" cy="54800"/>
            </a:xfrm>
            <a:custGeom>
              <a:avLst/>
              <a:gdLst/>
              <a:ahLst/>
              <a:cxnLst/>
              <a:rect l="l" t="t" r="r" b="b"/>
              <a:pathLst>
                <a:path w="1854" h="2192" extrusionOk="0">
                  <a:moveTo>
                    <a:pt x="1105" y="0"/>
                  </a:moveTo>
                  <a:cubicBezTo>
                    <a:pt x="962" y="0"/>
                    <a:pt x="824" y="28"/>
                    <a:pt x="697" y="80"/>
                  </a:cubicBezTo>
                  <a:cubicBezTo>
                    <a:pt x="524" y="149"/>
                    <a:pt x="370" y="262"/>
                    <a:pt x="251" y="402"/>
                  </a:cubicBezTo>
                  <a:cubicBezTo>
                    <a:pt x="95" y="592"/>
                    <a:pt x="1" y="837"/>
                    <a:pt x="1" y="1101"/>
                  </a:cubicBezTo>
                  <a:lnTo>
                    <a:pt x="1" y="1156"/>
                  </a:lnTo>
                  <a:lnTo>
                    <a:pt x="1" y="1173"/>
                  </a:lnTo>
                  <a:cubicBezTo>
                    <a:pt x="1" y="1184"/>
                    <a:pt x="1" y="1198"/>
                    <a:pt x="4" y="1209"/>
                  </a:cubicBezTo>
                  <a:cubicBezTo>
                    <a:pt x="4" y="1214"/>
                    <a:pt x="4" y="1222"/>
                    <a:pt x="9" y="1228"/>
                  </a:cubicBezTo>
                  <a:cubicBezTo>
                    <a:pt x="9" y="1239"/>
                    <a:pt x="12" y="1250"/>
                    <a:pt x="12" y="1258"/>
                  </a:cubicBezTo>
                  <a:cubicBezTo>
                    <a:pt x="12" y="1266"/>
                    <a:pt x="15" y="1272"/>
                    <a:pt x="15" y="1283"/>
                  </a:cubicBezTo>
                  <a:cubicBezTo>
                    <a:pt x="15" y="1294"/>
                    <a:pt x="17" y="1305"/>
                    <a:pt x="23" y="1313"/>
                  </a:cubicBezTo>
                  <a:cubicBezTo>
                    <a:pt x="23" y="1322"/>
                    <a:pt x="26" y="1333"/>
                    <a:pt x="26" y="1338"/>
                  </a:cubicBezTo>
                  <a:cubicBezTo>
                    <a:pt x="28" y="1349"/>
                    <a:pt x="28" y="1355"/>
                    <a:pt x="31" y="1366"/>
                  </a:cubicBezTo>
                  <a:cubicBezTo>
                    <a:pt x="34" y="1374"/>
                    <a:pt x="34" y="1382"/>
                    <a:pt x="39" y="1390"/>
                  </a:cubicBezTo>
                  <a:cubicBezTo>
                    <a:pt x="42" y="1401"/>
                    <a:pt x="42" y="1407"/>
                    <a:pt x="45" y="1418"/>
                  </a:cubicBezTo>
                  <a:cubicBezTo>
                    <a:pt x="48" y="1423"/>
                    <a:pt x="48" y="1434"/>
                    <a:pt x="53" y="1443"/>
                  </a:cubicBezTo>
                  <a:cubicBezTo>
                    <a:pt x="56" y="1448"/>
                    <a:pt x="59" y="1459"/>
                    <a:pt x="61" y="1465"/>
                  </a:cubicBezTo>
                  <a:cubicBezTo>
                    <a:pt x="67" y="1473"/>
                    <a:pt x="70" y="1484"/>
                    <a:pt x="73" y="1489"/>
                  </a:cubicBezTo>
                  <a:cubicBezTo>
                    <a:pt x="75" y="1498"/>
                    <a:pt x="81" y="1506"/>
                    <a:pt x="84" y="1514"/>
                  </a:cubicBezTo>
                  <a:cubicBezTo>
                    <a:pt x="86" y="1520"/>
                    <a:pt x="89" y="1531"/>
                    <a:pt x="95" y="1536"/>
                  </a:cubicBezTo>
                  <a:cubicBezTo>
                    <a:pt x="97" y="1545"/>
                    <a:pt x="100" y="1553"/>
                    <a:pt x="106" y="1561"/>
                  </a:cubicBezTo>
                  <a:cubicBezTo>
                    <a:pt x="108" y="1569"/>
                    <a:pt x="111" y="1578"/>
                    <a:pt x="114" y="1586"/>
                  </a:cubicBezTo>
                  <a:lnTo>
                    <a:pt x="125" y="1605"/>
                  </a:lnTo>
                  <a:cubicBezTo>
                    <a:pt x="128" y="1613"/>
                    <a:pt x="133" y="1624"/>
                    <a:pt x="139" y="1630"/>
                  </a:cubicBezTo>
                  <a:cubicBezTo>
                    <a:pt x="141" y="1638"/>
                    <a:pt x="147" y="1641"/>
                    <a:pt x="150" y="1646"/>
                  </a:cubicBezTo>
                  <a:cubicBezTo>
                    <a:pt x="152" y="1657"/>
                    <a:pt x="161" y="1666"/>
                    <a:pt x="163" y="1674"/>
                  </a:cubicBezTo>
                  <a:cubicBezTo>
                    <a:pt x="166" y="1679"/>
                    <a:pt x="166" y="1682"/>
                    <a:pt x="169" y="1685"/>
                  </a:cubicBezTo>
                  <a:cubicBezTo>
                    <a:pt x="194" y="1723"/>
                    <a:pt x="218" y="1762"/>
                    <a:pt x="249" y="1795"/>
                  </a:cubicBezTo>
                  <a:cubicBezTo>
                    <a:pt x="260" y="1806"/>
                    <a:pt x="265" y="1817"/>
                    <a:pt x="276" y="1825"/>
                  </a:cubicBezTo>
                  <a:lnTo>
                    <a:pt x="284" y="1834"/>
                  </a:lnTo>
                  <a:cubicBezTo>
                    <a:pt x="293" y="1845"/>
                    <a:pt x="301" y="1853"/>
                    <a:pt x="312" y="1861"/>
                  </a:cubicBezTo>
                  <a:cubicBezTo>
                    <a:pt x="315" y="1864"/>
                    <a:pt x="315" y="1867"/>
                    <a:pt x="318" y="1867"/>
                  </a:cubicBezTo>
                  <a:lnTo>
                    <a:pt x="345" y="1894"/>
                  </a:lnTo>
                  <a:cubicBezTo>
                    <a:pt x="348" y="1900"/>
                    <a:pt x="353" y="1900"/>
                    <a:pt x="353" y="1902"/>
                  </a:cubicBezTo>
                  <a:cubicBezTo>
                    <a:pt x="362" y="1913"/>
                    <a:pt x="373" y="1919"/>
                    <a:pt x="381" y="1930"/>
                  </a:cubicBezTo>
                  <a:cubicBezTo>
                    <a:pt x="384" y="1933"/>
                    <a:pt x="386" y="1933"/>
                    <a:pt x="386" y="1935"/>
                  </a:cubicBezTo>
                  <a:cubicBezTo>
                    <a:pt x="397" y="1944"/>
                    <a:pt x="408" y="1955"/>
                    <a:pt x="417" y="1960"/>
                  </a:cubicBezTo>
                  <a:lnTo>
                    <a:pt x="425" y="1968"/>
                  </a:lnTo>
                  <a:cubicBezTo>
                    <a:pt x="436" y="1974"/>
                    <a:pt x="444" y="1985"/>
                    <a:pt x="458" y="1991"/>
                  </a:cubicBezTo>
                  <a:cubicBezTo>
                    <a:pt x="463" y="1991"/>
                    <a:pt x="463" y="1996"/>
                    <a:pt x="466" y="1996"/>
                  </a:cubicBezTo>
                  <a:cubicBezTo>
                    <a:pt x="477" y="2002"/>
                    <a:pt x="491" y="2013"/>
                    <a:pt x="499" y="2018"/>
                  </a:cubicBezTo>
                  <a:lnTo>
                    <a:pt x="505" y="2024"/>
                  </a:lnTo>
                  <a:cubicBezTo>
                    <a:pt x="518" y="2029"/>
                    <a:pt x="527" y="2040"/>
                    <a:pt x="541" y="2046"/>
                  </a:cubicBezTo>
                  <a:cubicBezTo>
                    <a:pt x="670" y="2123"/>
                    <a:pt x="813" y="2169"/>
                    <a:pt x="964" y="2191"/>
                  </a:cubicBezTo>
                  <a:cubicBezTo>
                    <a:pt x="747" y="1982"/>
                    <a:pt x="618" y="1696"/>
                    <a:pt x="618" y="1382"/>
                  </a:cubicBezTo>
                  <a:cubicBezTo>
                    <a:pt x="618" y="774"/>
                    <a:pt x="1110" y="281"/>
                    <a:pt x="1719" y="281"/>
                  </a:cubicBezTo>
                  <a:cubicBezTo>
                    <a:pt x="1763" y="281"/>
                    <a:pt x="1807" y="284"/>
                    <a:pt x="1854" y="289"/>
                  </a:cubicBezTo>
                  <a:cubicBezTo>
                    <a:pt x="1837" y="278"/>
                    <a:pt x="1829" y="264"/>
                    <a:pt x="1815" y="253"/>
                  </a:cubicBezTo>
                  <a:cubicBezTo>
                    <a:pt x="1801" y="242"/>
                    <a:pt x="1790" y="234"/>
                    <a:pt x="1777" y="223"/>
                  </a:cubicBezTo>
                  <a:cubicBezTo>
                    <a:pt x="1763" y="212"/>
                    <a:pt x="1752" y="201"/>
                    <a:pt x="1738" y="196"/>
                  </a:cubicBezTo>
                  <a:cubicBezTo>
                    <a:pt x="1738" y="196"/>
                    <a:pt x="1735" y="196"/>
                    <a:pt x="1735" y="193"/>
                  </a:cubicBezTo>
                  <a:cubicBezTo>
                    <a:pt x="1722" y="182"/>
                    <a:pt x="1708" y="174"/>
                    <a:pt x="1697" y="165"/>
                  </a:cubicBezTo>
                  <a:lnTo>
                    <a:pt x="1694" y="160"/>
                  </a:lnTo>
                  <a:cubicBezTo>
                    <a:pt x="1680" y="154"/>
                    <a:pt x="1669" y="143"/>
                    <a:pt x="1655" y="138"/>
                  </a:cubicBezTo>
                  <a:cubicBezTo>
                    <a:pt x="1653" y="138"/>
                    <a:pt x="1653" y="132"/>
                    <a:pt x="1650" y="132"/>
                  </a:cubicBezTo>
                  <a:cubicBezTo>
                    <a:pt x="1636" y="127"/>
                    <a:pt x="1625" y="118"/>
                    <a:pt x="1611" y="113"/>
                  </a:cubicBezTo>
                  <a:cubicBezTo>
                    <a:pt x="1609" y="113"/>
                    <a:pt x="1606" y="110"/>
                    <a:pt x="1606" y="110"/>
                  </a:cubicBezTo>
                  <a:cubicBezTo>
                    <a:pt x="1592" y="102"/>
                    <a:pt x="1581" y="96"/>
                    <a:pt x="1567" y="91"/>
                  </a:cubicBezTo>
                  <a:cubicBezTo>
                    <a:pt x="1565" y="91"/>
                    <a:pt x="1559" y="88"/>
                    <a:pt x="1556" y="88"/>
                  </a:cubicBezTo>
                  <a:cubicBezTo>
                    <a:pt x="1543" y="83"/>
                    <a:pt x="1532" y="77"/>
                    <a:pt x="1518" y="72"/>
                  </a:cubicBezTo>
                  <a:cubicBezTo>
                    <a:pt x="1515" y="69"/>
                    <a:pt x="1512" y="69"/>
                    <a:pt x="1504" y="69"/>
                  </a:cubicBezTo>
                  <a:cubicBezTo>
                    <a:pt x="1496" y="66"/>
                    <a:pt x="1482" y="58"/>
                    <a:pt x="1471" y="55"/>
                  </a:cubicBezTo>
                  <a:cubicBezTo>
                    <a:pt x="1468" y="52"/>
                    <a:pt x="1460" y="52"/>
                    <a:pt x="1457" y="52"/>
                  </a:cubicBezTo>
                  <a:cubicBezTo>
                    <a:pt x="1446" y="47"/>
                    <a:pt x="1432" y="44"/>
                    <a:pt x="1421" y="41"/>
                  </a:cubicBezTo>
                  <a:cubicBezTo>
                    <a:pt x="1416" y="39"/>
                    <a:pt x="1408" y="39"/>
                    <a:pt x="1405" y="39"/>
                  </a:cubicBezTo>
                  <a:cubicBezTo>
                    <a:pt x="1394" y="33"/>
                    <a:pt x="1386" y="30"/>
                    <a:pt x="1372" y="28"/>
                  </a:cubicBezTo>
                  <a:cubicBezTo>
                    <a:pt x="1364" y="22"/>
                    <a:pt x="1358" y="22"/>
                    <a:pt x="1350" y="22"/>
                  </a:cubicBezTo>
                  <a:cubicBezTo>
                    <a:pt x="1339" y="19"/>
                    <a:pt x="1331" y="19"/>
                    <a:pt x="1320" y="17"/>
                  </a:cubicBezTo>
                  <a:cubicBezTo>
                    <a:pt x="1311" y="17"/>
                    <a:pt x="1303" y="14"/>
                    <a:pt x="1295" y="14"/>
                  </a:cubicBezTo>
                  <a:cubicBezTo>
                    <a:pt x="1284" y="14"/>
                    <a:pt x="1276" y="11"/>
                    <a:pt x="1267" y="11"/>
                  </a:cubicBezTo>
                  <a:cubicBezTo>
                    <a:pt x="1256" y="11"/>
                    <a:pt x="1251" y="6"/>
                    <a:pt x="1240" y="6"/>
                  </a:cubicBezTo>
                  <a:cubicBezTo>
                    <a:pt x="1234" y="6"/>
                    <a:pt x="1223" y="3"/>
                    <a:pt x="1215" y="3"/>
                  </a:cubicBezTo>
                  <a:cubicBezTo>
                    <a:pt x="1207" y="3"/>
                    <a:pt x="1193" y="0"/>
                    <a:pt x="11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2838" name="Google Shape;2838;p101">
            <a:extLst>
              <a:ext uri="{FF2B5EF4-FFF2-40B4-BE49-F238E27FC236}">
                <a16:creationId xmlns:a16="http://schemas.microsoft.com/office/drawing/2014/main" id="{41CEA30C-23B0-8351-F748-8FF5C31AA8C0}"/>
              </a:ext>
            </a:extLst>
          </p:cNvPr>
          <p:cNvGrpSpPr/>
          <p:nvPr/>
        </p:nvGrpSpPr>
        <p:grpSpPr>
          <a:xfrm>
            <a:off x="5414613" y="2796475"/>
            <a:ext cx="440500" cy="440500"/>
            <a:chOff x="4185888" y="4124250"/>
            <a:chExt cx="440500" cy="440500"/>
          </a:xfrm>
        </p:grpSpPr>
        <p:sp>
          <p:nvSpPr>
            <p:cNvPr id="2839" name="Google Shape;2839;p101">
              <a:extLst>
                <a:ext uri="{FF2B5EF4-FFF2-40B4-BE49-F238E27FC236}">
                  <a16:creationId xmlns:a16="http://schemas.microsoft.com/office/drawing/2014/main" id="{3C68ABF9-70A2-F731-2042-254B7886E3E2}"/>
                </a:ext>
              </a:extLst>
            </p:cNvPr>
            <p:cNvSpPr/>
            <p:nvPr/>
          </p:nvSpPr>
          <p:spPr>
            <a:xfrm>
              <a:off x="4185888" y="4337625"/>
              <a:ext cx="27550" cy="13775"/>
            </a:xfrm>
            <a:custGeom>
              <a:avLst/>
              <a:gdLst/>
              <a:ahLst/>
              <a:cxnLst/>
              <a:rect l="l" t="t" r="r" b="b"/>
              <a:pathLst>
                <a:path w="1102" h="551" extrusionOk="0">
                  <a:moveTo>
                    <a:pt x="276" y="0"/>
                  </a:moveTo>
                  <a:cubicBezTo>
                    <a:pt x="124" y="0"/>
                    <a:pt x="0" y="124"/>
                    <a:pt x="0" y="275"/>
                  </a:cubicBezTo>
                  <a:cubicBezTo>
                    <a:pt x="0" y="427"/>
                    <a:pt x="124" y="551"/>
                    <a:pt x="276" y="551"/>
                  </a:cubicBezTo>
                  <a:lnTo>
                    <a:pt x="826" y="551"/>
                  </a:lnTo>
                  <a:cubicBezTo>
                    <a:pt x="978" y="551"/>
                    <a:pt x="1102" y="427"/>
                    <a:pt x="1102" y="275"/>
                  </a:cubicBezTo>
                  <a:cubicBezTo>
                    <a:pt x="1102" y="124"/>
                    <a:pt x="978" y="0"/>
                    <a:pt x="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0" name="Google Shape;2840;p101">
              <a:extLst>
                <a:ext uri="{FF2B5EF4-FFF2-40B4-BE49-F238E27FC236}">
                  <a16:creationId xmlns:a16="http://schemas.microsoft.com/office/drawing/2014/main" id="{C2410FE9-D680-AFF4-3569-7F5930A1697E}"/>
                </a:ext>
              </a:extLst>
            </p:cNvPr>
            <p:cNvSpPr/>
            <p:nvPr/>
          </p:nvSpPr>
          <p:spPr>
            <a:xfrm>
              <a:off x="4226838" y="4165350"/>
              <a:ext cx="358250" cy="358250"/>
            </a:xfrm>
            <a:custGeom>
              <a:avLst/>
              <a:gdLst/>
              <a:ahLst/>
              <a:cxnLst/>
              <a:rect l="l" t="t" r="r" b="b"/>
              <a:pathLst>
                <a:path w="14330" h="14330" extrusionOk="0">
                  <a:moveTo>
                    <a:pt x="7166" y="0"/>
                  </a:moveTo>
                  <a:cubicBezTo>
                    <a:pt x="7015" y="0"/>
                    <a:pt x="6891" y="124"/>
                    <a:pt x="6891" y="276"/>
                  </a:cubicBezTo>
                  <a:lnTo>
                    <a:pt x="6891" y="5506"/>
                  </a:lnTo>
                  <a:lnTo>
                    <a:pt x="6891" y="5531"/>
                  </a:lnTo>
                  <a:cubicBezTo>
                    <a:pt x="6858" y="5539"/>
                    <a:pt x="6825" y="5542"/>
                    <a:pt x="6795" y="5553"/>
                  </a:cubicBezTo>
                  <a:cubicBezTo>
                    <a:pt x="6610" y="5594"/>
                    <a:pt x="6442" y="5666"/>
                    <a:pt x="6288" y="5762"/>
                  </a:cubicBezTo>
                  <a:cubicBezTo>
                    <a:pt x="6261" y="5779"/>
                    <a:pt x="6233" y="5795"/>
                    <a:pt x="6206" y="5817"/>
                  </a:cubicBezTo>
                  <a:cubicBezTo>
                    <a:pt x="6054" y="5922"/>
                    <a:pt x="5922" y="6054"/>
                    <a:pt x="5817" y="6206"/>
                  </a:cubicBezTo>
                  <a:cubicBezTo>
                    <a:pt x="5798" y="6233"/>
                    <a:pt x="5779" y="6261"/>
                    <a:pt x="5762" y="6288"/>
                  </a:cubicBezTo>
                  <a:cubicBezTo>
                    <a:pt x="5666" y="6442"/>
                    <a:pt x="5592" y="6613"/>
                    <a:pt x="5550" y="6795"/>
                  </a:cubicBezTo>
                  <a:cubicBezTo>
                    <a:pt x="5545" y="6825"/>
                    <a:pt x="5537" y="6855"/>
                    <a:pt x="5531" y="6891"/>
                  </a:cubicBezTo>
                  <a:lnTo>
                    <a:pt x="276" y="6891"/>
                  </a:lnTo>
                  <a:cubicBezTo>
                    <a:pt x="124" y="6891"/>
                    <a:pt x="0" y="7015"/>
                    <a:pt x="0" y="7166"/>
                  </a:cubicBezTo>
                  <a:cubicBezTo>
                    <a:pt x="0" y="7318"/>
                    <a:pt x="124" y="7442"/>
                    <a:pt x="276" y="7442"/>
                  </a:cubicBezTo>
                  <a:lnTo>
                    <a:pt x="5531" y="7442"/>
                  </a:lnTo>
                  <a:cubicBezTo>
                    <a:pt x="5537" y="7472"/>
                    <a:pt x="5542" y="7508"/>
                    <a:pt x="5550" y="7538"/>
                  </a:cubicBezTo>
                  <a:cubicBezTo>
                    <a:pt x="5592" y="7720"/>
                    <a:pt x="5666" y="7893"/>
                    <a:pt x="5762" y="8045"/>
                  </a:cubicBezTo>
                  <a:cubicBezTo>
                    <a:pt x="5779" y="8072"/>
                    <a:pt x="5795" y="8100"/>
                    <a:pt x="5817" y="8127"/>
                  </a:cubicBezTo>
                  <a:cubicBezTo>
                    <a:pt x="5922" y="8279"/>
                    <a:pt x="6054" y="8408"/>
                    <a:pt x="6206" y="8515"/>
                  </a:cubicBezTo>
                  <a:cubicBezTo>
                    <a:pt x="6233" y="8532"/>
                    <a:pt x="6261" y="8554"/>
                    <a:pt x="6288" y="8570"/>
                  </a:cubicBezTo>
                  <a:cubicBezTo>
                    <a:pt x="6442" y="8667"/>
                    <a:pt x="6610" y="8738"/>
                    <a:pt x="6795" y="8780"/>
                  </a:cubicBezTo>
                  <a:cubicBezTo>
                    <a:pt x="6825" y="8788"/>
                    <a:pt x="6855" y="8793"/>
                    <a:pt x="6891" y="8802"/>
                  </a:cubicBezTo>
                  <a:lnTo>
                    <a:pt x="6891" y="8824"/>
                  </a:lnTo>
                  <a:lnTo>
                    <a:pt x="6891" y="14054"/>
                  </a:lnTo>
                  <a:cubicBezTo>
                    <a:pt x="6891" y="14206"/>
                    <a:pt x="7015" y="14330"/>
                    <a:pt x="7166" y="14330"/>
                  </a:cubicBezTo>
                  <a:cubicBezTo>
                    <a:pt x="7318" y="14330"/>
                    <a:pt x="7442" y="14206"/>
                    <a:pt x="7442" y="14054"/>
                  </a:cubicBezTo>
                  <a:lnTo>
                    <a:pt x="7442" y="8824"/>
                  </a:lnTo>
                  <a:lnTo>
                    <a:pt x="7442" y="8802"/>
                  </a:lnTo>
                  <a:cubicBezTo>
                    <a:pt x="7472" y="8793"/>
                    <a:pt x="7505" y="8791"/>
                    <a:pt x="7538" y="8780"/>
                  </a:cubicBezTo>
                  <a:cubicBezTo>
                    <a:pt x="7720" y="8738"/>
                    <a:pt x="7890" y="8667"/>
                    <a:pt x="8042" y="8570"/>
                  </a:cubicBezTo>
                  <a:cubicBezTo>
                    <a:pt x="8069" y="8554"/>
                    <a:pt x="8097" y="8535"/>
                    <a:pt x="8124" y="8515"/>
                  </a:cubicBezTo>
                  <a:cubicBezTo>
                    <a:pt x="8276" y="8408"/>
                    <a:pt x="8408" y="8279"/>
                    <a:pt x="8515" y="8127"/>
                  </a:cubicBezTo>
                  <a:cubicBezTo>
                    <a:pt x="8532" y="8100"/>
                    <a:pt x="8551" y="8072"/>
                    <a:pt x="8570" y="8045"/>
                  </a:cubicBezTo>
                  <a:cubicBezTo>
                    <a:pt x="8667" y="7888"/>
                    <a:pt x="8738" y="7720"/>
                    <a:pt x="8780" y="7538"/>
                  </a:cubicBezTo>
                  <a:cubicBezTo>
                    <a:pt x="8785" y="7508"/>
                    <a:pt x="8793" y="7475"/>
                    <a:pt x="8799" y="7442"/>
                  </a:cubicBezTo>
                  <a:lnTo>
                    <a:pt x="14054" y="7442"/>
                  </a:lnTo>
                  <a:cubicBezTo>
                    <a:pt x="14206" y="7442"/>
                    <a:pt x="14330" y="7318"/>
                    <a:pt x="14330" y="7166"/>
                  </a:cubicBezTo>
                  <a:cubicBezTo>
                    <a:pt x="14330" y="7015"/>
                    <a:pt x="14206" y="6891"/>
                    <a:pt x="14054" y="6891"/>
                  </a:cubicBezTo>
                  <a:lnTo>
                    <a:pt x="8799" y="6891"/>
                  </a:lnTo>
                  <a:cubicBezTo>
                    <a:pt x="8793" y="6861"/>
                    <a:pt x="8791" y="6825"/>
                    <a:pt x="8780" y="6795"/>
                  </a:cubicBezTo>
                  <a:cubicBezTo>
                    <a:pt x="8738" y="6610"/>
                    <a:pt x="8667" y="6440"/>
                    <a:pt x="8570" y="6288"/>
                  </a:cubicBezTo>
                  <a:cubicBezTo>
                    <a:pt x="8551" y="6261"/>
                    <a:pt x="8535" y="6233"/>
                    <a:pt x="8515" y="6206"/>
                  </a:cubicBezTo>
                  <a:cubicBezTo>
                    <a:pt x="8408" y="6054"/>
                    <a:pt x="8276" y="5925"/>
                    <a:pt x="8124" y="5817"/>
                  </a:cubicBezTo>
                  <a:cubicBezTo>
                    <a:pt x="8097" y="5795"/>
                    <a:pt x="8069" y="5779"/>
                    <a:pt x="8042" y="5762"/>
                  </a:cubicBezTo>
                  <a:cubicBezTo>
                    <a:pt x="7888" y="5666"/>
                    <a:pt x="7720" y="5594"/>
                    <a:pt x="7538" y="5553"/>
                  </a:cubicBezTo>
                  <a:cubicBezTo>
                    <a:pt x="7505" y="5545"/>
                    <a:pt x="7475" y="5539"/>
                    <a:pt x="7442" y="5531"/>
                  </a:cubicBezTo>
                  <a:lnTo>
                    <a:pt x="7442" y="5506"/>
                  </a:lnTo>
                  <a:lnTo>
                    <a:pt x="7442" y="276"/>
                  </a:lnTo>
                  <a:cubicBezTo>
                    <a:pt x="7442" y="124"/>
                    <a:pt x="7318" y="0"/>
                    <a:pt x="7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1" name="Google Shape;2841;p101">
              <a:extLst>
                <a:ext uri="{FF2B5EF4-FFF2-40B4-BE49-F238E27FC236}">
                  <a16:creationId xmlns:a16="http://schemas.microsoft.com/office/drawing/2014/main" id="{81D93832-980B-CE61-7F3A-F3C020896745}"/>
                </a:ext>
              </a:extLst>
            </p:cNvPr>
            <p:cNvSpPr/>
            <p:nvPr/>
          </p:nvSpPr>
          <p:spPr>
            <a:xfrm>
              <a:off x="4598838" y="4337625"/>
              <a:ext cx="27550" cy="13775"/>
            </a:xfrm>
            <a:custGeom>
              <a:avLst/>
              <a:gdLst/>
              <a:ahLst/>
              <a:cxnLst/>
              <a:rect l="l" t="t" r="r" b="b"/>
              <a:pathLst>
                <a:path w="1102" h="551" extrusionOk="0">
                  <a:moveTo>
                    <a:pt x="275" y="0"/>
                  </a:moveTo>
                  <a:cubicBezTo>
                    <a:pt x="124" y="0"/>
                    <a:pt x="0" y="124"/>
                    <a:pt x="0" y="275"/>
                  </a:cubicBezTo>
                  <a:cubicBezTo>
                    <a:pt x="0" y="427"/>
                    <a:pt x="124" y="551"/>
                    <a:pt x="275" y="551"/>
                  </a:cubicBezTo>
                  <a:lnTo>
                    <a:pt x="826" y="551"/>
                  </a:lnTo>
                  <a:cubicBezTo>
                    <a:pt x="977" y="551"/>
                    <a:pt x="1101" y="427"/>
                    <a:pt x="1101" y="275"/>
                  </a:cubicBezTo>
                  <a:cubicBezTo>
                    <a:pt x="1101" y="124"/>
                    <a:pt x="977" y="0"/>
                    <a:pt x="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2" name="Google Shape;2842;p101">
              <a:extLst>
                <a:ext uri="{FF2B5EF4-FFF2-40B4-BE49-F238E27FC236}">
                  <a16:creationId xmlns:a16="http://schemas.microsoft.com/office/drawing/2014/main" id="{7A62714E-4606-C503-2587-1130D5930DC3}"/>
                </a:ext>
              </a:extLst>
            </p:cNvPr>
            <p:cNvSpPr/>
            <p:nvPr/>
          </p:nvSpPr>
          <p:spPr>
            <a:xfrm>
              <a:off x="4399238" y="4537200"/>
              <a:ext cx="13800" cy="27550"/>
            </a:xfrm>
            <a:custGeom>
              <a:avLst/>
              <a:gdLst/>
              <a:ahLst/>
              <a:cxnLst/>
              <a:rect l="l" t="t" r="r" b="b"/>
              <a:pathLst>
                <a:path w="552" h="1102" extrusionOk="0">
                  <a:moveTo>
                    <a:pt x="276" y="1"/>
                  </a:moveTo>
                  <a:cubicBezTo>
                    <a:pt x="124" y="1"/>
                    <a:pt x="1" y="124"/>
                    <a:pt x="1" y="276"/>
                  </a:cubicBezTo>
                  <a:lnTo>
                    <a:pt x="1" y="826"/>
                  </a:lnTo>
                  <a:cubicBezTo>
                    <a:pt x="1" y="978"/>
                    <a:pt x="124" y="1102"/>
                    <a:pt x="276" y="1102"/>
                  </a:cubicBezTo>
                  <a:cubicBezTo>
                    <a:pt x="427" y="1102"/>
                    <a:pt x="551" y="978"/>
                    <a:pt x="551" y="826"/>
                  </a:cubicBezTo>
                  <a:lnTo>
                    <a:pt x="551" y="276"/>
                  </a:lnTo>
                  <a:cubicBezTo>
                    <a:pt x="551" y="124"/>
                    <a:pt x="427"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3" name="Google Shape;2843;p101">
              <a:extLst>
                <a:ext uri="{FF2B5EF4-FFF2-40B4-BE49-F238E27FC236}">
                  <a16:creationId xmlns:a16="http://schemas.microsoft.com/office/drawing/2014/main" id="{491AA776-A208-88C8-3B59-A99FB6A7DA0A}"/>
                </a:ext>
              </a:extLst>
            </p:cNvPr>
            <p:cNvSpPr/>
            <p:nvPr/>
          </p:nvSpPr>
          <p:spPr>
            <a:xfrm>
              <a:off x="4399238" y="4124250"/>
              <a:ext cx="13800" cy="27575"/>
            </a:xfrm>
            <a:custGeom>
              <a:avLst/>
              <a:gdLst/>
              <a:ahLst/>
              <a:cxnLst/>
              <a:rect l="l" t="t" r="r" b="b"/>
              <a:pathLst>
                <a:path w="552" h="1103" extrusionOk="0">
                  <a:moveTo>
                    <a:pt x="276" y="1"/>
                  </a:moveTo>
                  <a:cubicBezTo>
                    <a:pt x="124" y="1"/>
                    <a:pt x="1" y="125"/>
                    <a:pt x="1" y="276"/>
                  </a:cubicBezTo>
                  <a:lnTo>
                    <a:pt x="1" y="827"/>
                  </a:lnTo>
                  <a:cubicBezTo>
                    <a:pt x="1" y="978"/>
                    <a:pt x="124" y="1102"/>
                    <a:pt x="276" y="1102"/>
                  </a:cubicBezTo>
                  <a:cubicBezTo>
                    <a:pt x="427" y="1102"/>
                    <a:pt x="551" y="978"/>
                    <a:pt x="551" y="827"/>
                  </a:cubicBezTo>
                  <a:lnTo>
                    <a:pt x="551" y="276"/>
                  </a:lnTo>
                  <a:cubicBezTo>
                    <a:pt x="551" y="125"/>
                    <a:pt x="427"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4" name="Google Shape;2844;p101">
              <a:extLst>
                <a:ext uri="{FF2B5EF4-FFF2-40B4-BE49-F238E27FC236}">
                  <a16:creationId xmlns:a16="http://schemas.microsoft.com/office/drawing/2014/main" id="{0724C6E7-0CC0-3D03-7D0E-C9C3E348A487}"/>
                </a:ext>
              </a:extLst>
            </p:cNvPr>
            <p:cNvSpPr/>
            <p:nvPr/>
          </p:nvSpPr>
          <p:spPr>
            <a:xfrm>
              <a:off x="4247763" y="4186775"/>
              <a:ext cx="134500" cy="133725"/>
            </a:xfrm>
            <a:custGeom>
              <a:avLst/>
              <a:gdLst/>
              <a:ahLst/>
              <a:cxnLst/>
              <a:rect l="l" t="t" r="r" b="b"/>
              <a:pathLst>
                <a:path w="5380" h="5349" extrusionOk="0">
                  <a:moveTo>
                    <a:pt x="300" y="1"/>
                  </a:moveTo>
                  <a:cubicBezTo>
                    <a:pt x="229" y="1"/>
                    <a:pt x="159" y="27"/>
                    <a:pt x="105" y="79"/>
                  </a:cubicBezTo>
                  <a:cubicBezTo>
                    <a:pt x="0" y="187"/>
                    <a:pt x="0" y="363"/>
                    <a:pt x="105" y="470"/>
                  </a:cubicBezTo>
                  <a:lnTo>
                    <a:pt x="4972" y="5335"/>
                  </a:lnTo>
                  <a:cubicBezTo>
                    <a:pt x="4978" y="5343"/>
                    <a:pt x="4983" y="5346"/>
                    <a:pt x="4989" y="5349"/>
                  </a:cubicBezTo>
                  <a:cubicBezTo>
                    <a:pt x="5096" y="5200"/>
                    <a:pt x="5228" y="5070"/>
                    <a:pt x="5380" y="4963"/>
                  </a:cubicBezTo>
                  <a:cubicBezTo>
                    <a:pt x="5374" y="4958"/>
                    <a:pt x="5369" y="4952"/>
                    <a:pt x="5360" y="4947"/>
                  </a:cubicBezTo>
                  <a:lnTo>
                    <a:pt x="496" y="79"/>
                  </a:lnTo>
                  <a:cubicBezTo>
                    <a:pt x="442" y="27"/>
                    <a:pt x="371" y="1"/>
                    <a:pt x="3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5" name="Google Shape;2845;p101">
              <a:extLst>
                <a:ext uri="{FF2B5EF4-FFF2-40B4-BE49-F238E27FC236}">
                  <a16:creationId xmlns:a16="http://schemas.microsoft.com/office/drawing/2014/main" id="{537F7D4F-1200-40D3-3F7A-6D61FD5FCBFB}"/>
                </a:ext>
              </a:extLst>
            </p:cNvPr>
            <p:cNvSpPr/>
            <p:nvPr/>
          </p:nvSpPr>
          <p:spPr>
            <a:xfrm>
              <a:off x="4430063" y="4368525"/>
              <a:ext cx="134450" cy="133675"/>
            </a:xfrm>
            <a:custGeom>
              <a:avLst/>
              <a:gdLst/>
              <a:ahLst/>
              <a:cxnLst/>
              <a:rect l="l" t="t" r="r" b="b"/>
              <a:pathLst>
                <a:path w="5378" h="5347" extrusionOk="0">
                  <a:moveTo>
                    <a:pt x="389" y="0"/>
                  </a:moveTo>
                  <a:cubicBezTo>
                    <a:pt x="282" y="146"/>
                    <a:pt x="152" y="278"/>
                    <a:pt x="1" y="386"/>
                  </a:cubicBezTo>
                  <a:cubicBezTo>
                    <a:pt x="4" y="391"/>
                    <a:pt x="9" y="394"/>
                    <a:pt x="15" y="402"/>
                  </a:cubicBezTo>
                  <a:lnTo>
                    <a:pt x="4879" y="5267"/>
                  </a:lnTo>
                  <a:cubicBezTo>
                    <a:pt x="4934" y="5322"/>
                    <a:pt x="5003" y="5346"/>
                    <a:pt x="5075" y="5346"/>
                  </a:cubicBezTo>
                  <a:cubicBezTo>
                    <a:pt x="5143" y="5346"/>
                    <a:pt x="5218" y="5319"/>
                    <a:pt x="5270" y="5267"/>
                  </a:cubicBezTo>
                  <a:cubicBezTo>
                    <a:pt x="5377" y="5162"/>
                    <a:pt x="5377" y="4986"/>
                    <a:pt x="5270" y="4878"/>
                  </a:cubicBezTo>
                  <a:lnTo>
                    <a:pt x="406" y="14"/>
                  </a:lnTo>
                  <a:cubicBezTo>
                    <a:pt x="400" y="6"/>
                    <a:pt x="395" y="3"/>
                    <a:pt x="3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6" name="Google Shape;2846;p101">
              <a:extLst>
                <a:ext uri="{FF2B5EF4-FFF2-40B4-BE49-F238E27FC236}">
                  <a16:creationId xmlns:a16="http://schemas.microsoft.com/office/drawing/2014/main" id="{ABF8C849-43D1-97EB-5090-D56BC9AC95AE}"/>
                </a:ext>
              </a:extLst>
            </p:cNvPr>
            <p:cNvSpPr/>
            <p:nvPr/>
          </p:nvSpPr>
          <p:spPr>
            <a:xfrm>
              <a:off x="4247763" y="4368375"/>
              <a:ext cx="134500" cy="133750"/>
            </a:xfrm>
            <a:custGeom>
              <a:avLst/>
              <a:gdLst/>
              <a:ahLst/>
              <a:cxnLst/>
              <a:rect l="l" t="t" r="r" b="b"/>
              <a:pathLst>
                <a:path w="5380" h="5350" extrusionOk="0">
                  <a:moveTo>
                    <a:pt x="4989" y="1"/>
                  </a:moveTo>
                  <a:cubicBezTo>
                    <a:pt x="4983" y="6"/>
                    <a:pt x="4980" y="12"/>
                    <a:pt x="4972" y="14"/>
                  </a:cubicBezTo>
                  <a:lnTo>
                    <a:pt x="108" y="4882"/>
                  </a:lnTo>
                  <a:cubicBezTo>
                    <a:pt x="0" y="4989"/>
                    <a:pt x="0" y="5162"/>
                    <a:pt x="108" y="5270"/>
                  </a:cubicBezTo>
                  <a:cubicBezTo>
                    <a:pt x="163" y="5325"/>
                    <a:pt x="232" y="5350"/>
                    <a:pt x="303" y="5350"/>
                  </a:cubicBezTo>
                  <a:cubicBezTo>
                    <a:pt x="372" y="5350"/>
                    <a:pt x="444" y="5322"/>
                    <a:pt x="499" y="5270"/>
                  </a:cubicBezTo>
                  <a:lnTo>
                    <a:pt x="5366" y="405"/>
                  </a:lnTo>
                  <a:cubicBezTo>
                    <a:pt x="5371" y="397"/>
                    <a:pt x="5374" y="394"/>
                    <a:pt x="5380" y="386"/>
                  </a:cubicBezTo>
                  <a:cubicBezTo>
                    <a:pt x="5228" y="284"/>
                    <a:pt x="5096" y="152"/>
                    <a:pt x="49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7" name="Google Shape;2847;p101">
              <a:extLst>
                <a:ext uri="{FF2B5EF4-FFF2-40B4-BE49-F238E27FC236}">
                  <a16:creationId xmlns:a16="http://schemas.microsoft.com/office/drawing/2014/main" id="{6F908163-22DC-8636-9956-FF44997D5F46}"/>
                </a:ext>
              </a:extLst>
            </p:cNvPr>
            <p:cNvSpPr/>
            <p:nvPr/>
          </p:nvSpPr>
          <p:spPr>
            <a:xfrm>
              <a:off x="4430138" y="4186850"/>
              <a:ext cx="134375" cy="133725"/>
            </a:xfrm>
            <a:custGeom>
              <a:avLst/>
              <a:gdLst/>
              <a:ahLst/>
              <a:cxnLst/>
              <a:rect l="l" t="t" r="r" b="b"/>
              <a:pathLst>
                <a:path w="5375" h="5349" extrusionOk="0">
                  <a:moveTo>
                    <a:pt x="5074" y="1"/>
                  </a:moveTo>
                  <a:cubicBezTo>
                    <a:pt x="5003" y="1"/>
                    <a:pt x="4933" y="27"/>
                    <a:pt x="4879" y="79"/>
                  </a:cubicBezTo>
                  <a:lnTo>
                    <a:pt x="14" y="4946"/>
                  </a:lnTo>
                  <a:cubicBezTo>
                    <a:pt x="6" y="4952"/>
                    <a:pt x="3" y="4957"/>
                    <a:pt x="1" y="4963"/>
                  </a:cubicBezTo>
                  <a:cubicBezTo>
                    <a:pt x="149" y="5067"/>
                    <a:pt x="279" y="5197"/>
                    <a:pt x="386" y="5348"/>
                  </a:cubicBezTo>
                  <a:cubicBezTo>
                    <a:pt x="392" y="5346"/>
                    <a:pt x="397" y="5337"/>
                    <a:pt x="403" y="5335"/>
                  </a:cubicBezTo>
                  <a:lnTo>
                    <a:pt x="5270" y="470"/>
                  </a:lnTo>
                  <a:cubicBezTo>
                    <a:pt x="5374" y="363"/>
                    <a:pt x="5374" y="186"/>
                    <a:pt x="5270" y="79"/>
                  </a:cubicBezTo>
                  <a:cubicBezTo>
                    <a:pt x="5216" y="27"/>
                    <a:pt x="5145" y="1"/>
                    <a:pt x="50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8" name="Google Shape;2848;p101">
              <a:extLst>
                <a:ext uri="{FF2B5EF4-FFF2-40B4-BE49-F238E27FC236}">
                  <a16:creationId xmlns:a16="http://schemas.microsoft.com/office/drawing/2014/main" id="{085E65D2-0086-6654-A568-52FAC9C3E08F}"/>
                </a:ext>
              </a:extLst>
            </p:cNvPr>
            <p:cNvSpPr/>
            <p:nvPr/>
          </p:nvSpPr>
          <p:spPr>
            <a:xfrm>
              <a:off x="4258413" y="4353775"/>
              <a:ext cx="112850" cy="55575"/>
            </a:xfrm>
            <a:custGeom>
              <a:avLst/>
              <a:gdLst/>
              <a:ahLst/>
              <a:cxnLst/>
              <a:rect l="l" t="t" r="r" b="b"/>
              <a:pathLst>
                <a:path w="4514" h="2223" extrusionOk="0">
                  <a:moveTo>
                    <a:pt x="4301" y="1"/>
                  </a:moveTo>
                  <a:cubicBezTo>
                    <a:pt x="4293" y="1"/>
                    <a:pt x="4285" y="4"/>
                    <a:pt x="4279" y="6"/>
                  </a:cubicBezTo>
                  <a:lnTo>
                    <a:pt x="207" y="1694"/>
                  </a:lnTo>
                  <a:cubicBezTo>
                    <a:pt x="67" y="1752"/>
                    <a:pt x="1" y="1914"/>
                    <a:pt x="59" y="2055"/>
                  </a:cubicBezTo>
                  <a:cubicBezTo>
                    <a:pt x="103" y="2162"/>
                    <a:pt x="207" y="2223"/>
                    <a:pt x="315" y="2223"/>
                  </a:cubicBezTo>
                  <a:cubicBezTo>
                    <a:pt x="348" y="2223"/>
                    <a:pt x="386" y="2217"/>
                    <a:pt x="419" y="2203"/>
                  </a:cubicBezTo>
                  <a:lnTo>
                    <a:pt x="4491" y="516"/>
                  </a:lnTo>
                  <a:lnTo>
                    <a:pt x="4513" y="508"/>
                  </a:lnTo>
                  <a:cubicBezTo>
                    <a:pt x="4414" y="351"/>
                    <a:pt x="4342" y="183"/>
                    <a:pt x="4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49" name="Google Shape;2849;p101">
              <a:extLst>
                <a:ext uri="{FF2B5EF4-FFF2-40B4-BE49-F238E27FC236}">
                  <a16:creationId xmlns:a16="http://schemas.microsoft.com/office/drawing/2014/main" id="{44EF0513-EFBC-8F98-DBEB-B89ED57CC06F}"/>
                </a:ext>
              </a:extLst>
            </p:cNvPr>
            <p:cNvSpPr/>
            <p:nvPr/>
          </p:nvSpPr>
          <p:spPr>
            <a:xfrm>
              <a:off x="4441088" y="4279625"/>
              <a:ext cx="112750" cy="55600"/>
            </a:xfrm>
            <a:custGeom>
              <a:avLst/>
              <a:gdLst/>
              <a:ahLst/>
              <a:cxnLst/>
              <a:rect l="l" t="t" r="r" b="b"/>
              <a:pathLst>
                <a:path w="4510" h="2224" extrusionOk="0">
                  <a:moveTo>
                    <a:pt x="4198" y="0"/>
                  </a:moveTo>
                  <a:cubicBezTo>
                    <a:pt x="4163" y="0"/>
                    <a:pt x="4126" y="7"/>
                    <a:pt x="4091" y="21"/>
                  </a:cubicBezTo>
                  <a:lnTo>
                    <a:pt x="20" y="1706"/>
                  </a:lnTo>
                  <a:lnTo>
                    <a:pt x="0" y="1717"/>
                  </a:lnTo>
                  <a:cubicBezTo>
                    <a:pt x="97" y="1871"/>
                    <a:pt x="168" y="2042"/>
                    <a:pt x="210" y="2224"/>
                  </a:cubicBezTo>
                  <a:cubicBezTo>
                    <a:pt x="221" y="2224"/>
                    <a:pt x="226" y="2221"/>
                    <a:pt x="234" y="2215"/>
                  </a:cubicBezTo>
                  <a:lnTo>
                    <a:pt x="4303" y="531"/>
                  </a:lnTo>
                  <a:cubicBezTo>
                    <a:pt x="4446" y="473"/>
                    <a:pt x="4510" y="310"/>
                    <a:pt x="4452" y="170"/>
                  </a:cubicBezTo>
                  <a:cubicBezTo>
                    <a:pt x="4409" y="62"/>
                    <a:pt x="4306" y="0"/>
                    <a:pt x="41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50" name="Google Shape;2850;p101">
              <a:extLst>
                <a:ext uri="{FF2B5EF4-FFF2-40B4-BE49-F238E27FC236}">
                  <a16:creationId xmlns:a16="http://schemas.microsoft.com/office/drawing/2014/main" id="{1D5BA179-105C-AD3D-F797-A2DF463543FD}"/>
                </a:ext>
              </a:extLst>
            </p:cNvPr>
            <p:cNvSpPr/>
            <p:nvPr/>
          </p:nvSpPr>
          <p:spPr>
            <a:xfrm>
              <a:off x="4441213" y="4353775"/>
              <a:ext cx="112775" cy="55575"/>
            </a:xfrm>
            <a:custGeom>
              <a:avLst/>
              <a:gdLst/>
              <a:ahLst/>
              <a:cxnLst/>
              <a:rect l="l" t="t" r="r" b="b"/>
              <a:pathLst>
                <a:path w="4511" h="2223" extrusionOk="0">
                  <a:moveTo>
                    <a:pt x="210" y="1"/>
                  </a:moveTo>
                  <a:cubicBezTo>
                    <a:pt x="169" y="183"/>
                    <a:pt x="97" y="356"/>
                    <a:pt x="1" y="508"/>
                  </a:cubicBezTo>
                  <a:cubicBezTo>
                    <a:pt x="4" y="510"/>
                    <a:pt x="12" y="513"/>
                    <a:pt x="17" y="516"/>
                  </a:cubicBezTo>
                  <a:lnTo>
                    <a:pt x="4089" y="2203"/>
                  </a:lnTo>
                  <a:cubicBezTo>
                    <a:pt x="4125" y="2217"/>
                    <a:pt x="4158" y="2223"/>
                    <a:pt x="4196" y="2223"/>
                  </a:cubicBezTo>
                  <a:cubicBezTo>
                    <a:pt x="4304" y="2223"/>
                    <a:pt x="4406" y="2159"/>
                    <a:pt x="4450" y="2055"/>
                  </a:cubicBezTo>
                  <a:cubicBezTo>
                    <a:pt x="4510" y="1914"/>
                    <a:pt x="4444" y="1752"/>
                    <a:pt x="4304" y="1694"/>
                  </a:cubicBezTo>
                  <a:lnTo>
                    <a:pt x="232" y="6"/>
                  </a:lnTo>
                  <a:cubicBezTo>
                    <a:pt x="224" y="4"/>
                    <a:pt x="218" y="1"/>
                    <a:pt x="2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51" name="Google Shape;2851;p101">
              <a:extLst>
                <a:ext uri="{FF2B5EF4-FFF2-40B4-BE49-F238E27FC236}">
                  <a16:creationId xmlns:a16="http://schemas.microsoft.com/office/drawing/2014/main" id="{24B43693-AEB7-B2E1-E6DA-89CEE0C9A0BD}"/>
                </a:ext>
              </a:extLst>
            </p:cNvPr>
            <p:cNvSpPr/>
            <p:nvPr/>
          </p:nvSpPr>
          <p:spPr>
            <a:xfrm>
              <a:off x="4258363" y="4279700"/>
              <a:ext cx="112675" cy="55600"/>
            </a:xfrm>
            <a:custGeom>
              <a:avLst/>
              <a:gdLst/>
              <a:ahLst/>
              <a:cxnLst/>
              <a:rect l="l" t="t" r="r" b="b"/>
              <a:pathLst>
                <a:path w="4507" h="2224" extrusionOk="0">
                  <a:moveTo>
                    <a:pt x="313" y="0"/>
                  </a:moveTo>
                  <a:cubicBezTo>
                    <a:pt x="205" y="0"/>
                    <a:pt x="102" y="64"/>
                    <a:pt x="58" y="170"/>
                  </a:cubicBezTo>
                  <a:cubicBezTo>
                    <a:pt x="0" y="310"/>
                    <a:pt x="64" y="473"/>
                    <a:pt x="207" y="530"/>
                  </a:cubicBezTo>
                  <a:lnTo>
                    <a:pt x="4276" y="2218"/>
                  </a:lnTo>
                  <a:cubicBezTo>
                    <a:pt x="4284" y="2221"/>
                    <a:pt x="4289" y="2223"/>
                    <a:pt x="4298" y="2223"/>
                  </a:cubicBezTo>
                  <a:cubicBezTo>
                    <a:pt x="4339" y="2042"/>
                    <a:pt x="4410" y="1868"/>
                    <a:pt x="4507" y="1717"/>
                  </a:cubicBezTo>
                  <a:cubicBezTo>
                    <a:pt x="4504" y="1711"/>
                    <a:pt x="4496" y="1709"/>
                    <a:pt x="4490" y="1709"/>
                  </a:cubicBezTo>
                  <a:lnTo>
                    <a:pt x="419" y="21"/>
                  </a:lnTo>
                  <a:cubicBezTo>
                    <a:pt x="384" y="7"/>
                    <a:pt x="348"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52" name="Google Shape;2852;p101">
              <a:extLst>
                <a:ext uri="{FF2B5EF4-FFF2-40B4-BE49-F238E27FC236}">
                  <a16:creationId xmlns:a16="http://schemas.microsoft.com/office/drawing/2014/main" id="{0709AAAC-D16E-43AF-21FF-4F878DB7990B}"/>
                </a:ext>
              </a:extLst>
            </p:cNvPr>
            <p:cNvSpPr/>
            <p:nvPr/>
          </p:nvSpPr>
          <p:spPr>
            <a:xfrm>
              <a:off x="4340338" y="4197700"/>
              <a:ext cx="56525" cy="111850"/>
            </a:xfrm>
            <a:custGeom>
              <a:avLst/>
              <a:gdLst/>
              <a:ahLst/>
              <a:cxnLst/>
              <a:rect l="l" t="t" r="r" b="b"/>
              <a:pathLst>
                <a:path w="2261" h="4474" extrusionOk="0">
                  <a:moveTo>
                    <a:pt x="314" y="1"/>
                  </a:moveTo>
                  <a:cubicBezTo>
                    <a:pt x="278" y="1"/>
                    <a:pt x="241" y="8"/>
                    <a:pt x="207" y="22"/>
                  </a:cubicBezTo>
                  <a:cubicBezTo>
                    <a:pt x="66" y="80"/>
                    <a:pt x="0" y="243"/>
                    <a:pt x="58" y="383"/>
                  </a:cubicBezTo>
                  <a:lnTo>
                    <a:pt x="1745" y="4455"/>
                  </a:lnTo>
                  <a:lnTo>
                    <a:pt x="1754" y="4474"/>
                  </a:lnTo>
                  <a:cubicBezTo>
                    <a:pt x="1911" y="4377"/>
                    <a:pt x="2079" y="4306"/>
                    <a:pt x="2260" y="4265"/>
                  </a:cubicBezTo>
                  <a:cubicBezTo>
                    <a:pt x="2260" y="4254"/>
                    <a:pt x="2257" y="4248"/>
                    <a:pt x="2255" y="4240"/>
                  </a:cubicBezTo>
                  <a:lnTo>
                    <a:pt x="567" y="171"/>
                  </a:lnTo>
                  <a:cubicBezTo>
                    <a:pt x="524" y="63"/>
                    <a:pt x="421" y="1"/>
                    <a:pt x="3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53" name="Google Shape;2853;p101">
              <a:extLst>
                <a:ext uri="{FF2B5EF4-FFF2-40B4-BE49-F238E27FC236}">
                  <a16:creationId xmlns:a16="http://schemas.microsoft.com/office/drawing/2014/main" id="{B94968C6-C628-4DC7-F117-5B9188A9C33E}"/>
                </a:ext>
              </a:extLst>
            </p:cNvPr>
            <p:cNvSpPr/>
            <p:nvPr/>
          </p:nvSpPr>
          <p:spPr>
            <a:xfrm>
              <a:off x="4415413" y="4379400"/>
              <a:ext cx="56525" cy="111850"/>
            </a:xfrm>
            <a:custGeom>
              <a:avLst/>
              <a:gdLst/>
              <a:ahLst/>
              <a:cxnLst/>
              <a:rect l="l" t="t" r="r" b="b"/>
              <a:pathLst>
                <a:path w="2261" h="4474" extrusionOk="0">
                  <a:moveTo>
                    <a:pt x="507" y="0"/>
                  </a:moveTo>
                  <a:cubicBezTo>
                    <a:pt x="353" y="96"/>
                    <a:pt x="182" y="171"/>
                    <a:pt x="1" y="212"/>
                  </a:cubicBezTo>
                  <a:cubicBezTo>
                    <a:pt x="1" y="220"/>
                    <a:pt x="3" y="229"/>
                    <a:pt x="9" y="234"/>
                  </a:cubicBezTo>
                  <a:lnTo>
                    <a:pt x="1694" y="4306"/>
                  </a:lnTo>
                  <a:cubicBezTo>
                    <a:pt x="1738" y="4413"/>
                    <a:pt x="1842" y="4474"/>
                    <a:pt x="1950" y="4474"/>
                  </a:cubicBezTo>
                  <a:cubicBezTo>
                    <a:pt x="1983" y="4474"/>
                    <a:pt x="2021" y="4468"/>
                    <a:pt x="2054" y="4454"/>
                  </a:cubicBezTo>
                  <a:cubicBezTo>
                    <a:pt x="2197" y="4397"/>
                    <a:pt x="2261" y="4234"/>
                    <a:pt x="2203" y="4094"/>
                  </a:cubicBezTo>
                  <a:lnTo>
                    <a:pt x="518" y="22"/>
                  </a:lnTo>
                  <a:lnTo>
                    <a:pt x="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54" name="Google Shape;2854;p101">
              <a:extLst>
                <a:ext uri="{FF2B5EF4-FFF2-40B4-BE49-F238E27FC236}">
                  <a16:creationId xmlns:a16="http://schemas.microsoft.com/office/drawing/2014/main" id="{B1D2AEFA-513B-8721-BB7A-7D0EA6F87F79}"/>
                </a:ext>
              </a:extLst>
            </p:cNvPr>
            <p:cNvSpPr/>
            <p:nvPr/>
          </p:nvSpPr>
          <p:spPr>
            <a:xfrm>
              <a:off x="4340338" y="4379600"/>
              <a:ext cx="56525" cy="111800"/>
            </a:xfrm>
            <a:custGeom>
              <a:avLst/>
              <a:gdLst/>
              <a:ahLst/>
              <a:cxnLst/>
              <a:rect l="l" t="t" r="r" b="b"/>
              <a:pathLst>
                <a:path w="2261" h="4472" extrusionOk="0">
                  <a:moveTo>
                    <a:pt x="1754" y="0"/>
                  </a:moveTo>
                  <a:cubicBezTo>
                    <a:pt x="1751" y="3"/>
                    <a:pt x="1748" y="11"/>
                    <a:pt x="1745" y="17"/>
                  </a:cubicBezTo>
                  <a:lnTo>
                    <a:pt x="58" y="4088"/>
                  </a:lnTo>
                  <a:cubicBezTo>
                    <a:pt x="0" y="4229"/>
                    <a:pt x="66" y="4391"/>
                    <a:pt x="207" y="4449"/>
                  </a:cubicBezTo>
                  <a:cubicBezTo>
                    <a:pt x="240" y="4463"/>
                    <a:pt x="275" y="4471"/>
                    <a:pt x="314" y="4471"/>
                  </a:cubicBezTo>
                  <a:cubicBezTo>
                    <a:pt x="418" y="4471"/>
                    <a:pt x="523" y="4405"/>
                    <a:pt x="567" y="4300"/>
                  </a:cubicBezTo>
                  <a:lnTo>
                    <a:pt x="2255" y="232"/>
                  </a:lnTo>
                  <a:cubicBezTo>
                    <a:pt x="2257" y="223"/>
                    <a:pt x="2260" y="218"/>
                    <a:pt x="2260" y="210"/>
                  </a:cubicBezTo>
                  <a:cubicBezTo>
                    <a:pt x="2079" y="168"/>
                    <a:pt x="1905" y="97"/>
                    <a:pt x="17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55" name="Google Shape;2855;p101">
              <a:extLst>
                <a:ext uri="{FF2B5EF4-FFF2-40B4-BE49-F238E27FC236}">
                  <a16:creationId xmlns:a16="http://schemas.microsoft.com/office/drawing/2014/main" id="{6C2DD59C-88B6-EAF0-DBE7-85AB82EF6645}"/>
                </a:ext>
              </a:extLst>
            </p:cNvPr>
            <p:cNvSpPr/>
            <p:nvPr/>
          </p:nvSpPr>
          <p:spPr>
            <a:xfrm>
              <a:off x="4415413" y="4197575"/>
              <a:ext cx="56525" cy="111850"/>
            </a:xfrm>
            <a:custGeom>
              <a:avLst/>
              <a:gdLst/>
              <a:ahLst/>
              <a:cxnLst/>
              <a:rect l="l" t="t" r="r" b="b"/>
              <a:pathLst>
                <a:path w="2261" h="4474" extrusionOk="0">
                  <a:moveTo>
                    <a:pt x="1949" y="1"/>
                  </a:moveTo>
                  <a:cubicBezTo>
                    <a:pt x="1840" y="1"/>
                    <a:pt x="1737" y="64"/>
                    <a:pt x="1694" y="170"/>
                  </a:cubicBezTo>
                  <a:lnTo>
                    <a:pt x="6" y="4242"/>
                  </a:lnTo>
                  <a:cubicBezTo>
                    <a:pt x="3" y="4250"/>
                    <a:pt x="1" y="4256"/>
                    <a:pt x="1" y="4264"/>
                  </a:cubicBezTo>
                  <a:cubicBezTo>
                    <a:pt x="182" y="4305"/>
                    <a:pt x="350" y="4377"/>
                    <a:pt x="507" y="4473"/>
                  </a:cubicBezTo>
                  <a:cubicBezTo>
                    <a:pt x="510" y="4471"/>
                    <a:pt x="513" y="4462"/>
                    <a:pt x="518" y="4457"/>
                  </a:cubicBezTo>
                  <a:lnTo>
                    <a:pt x="2203" y="385"/>
                  </a:lnTo>
                  <a:cubicBezTo>
                    <a:pt x="2261" y="245"/>
                    <a:pt x="2197" y="82"/>
                    <a:pt x="2054" y="22"/>
                  </a:cubicBezTo>
                  <a:cubicBezTo>
                    <a:pt x="2020" y="8"/>
                    <a:pt x="1984" y="1"/>
                    <a:pt x="19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2856" name="Google Shape;2856;p101">
            <a:extLst>
              <a:ext uri="{FF2B5EF4-FFF2-40B4-BE49-F238E27FC236}">
                <a16:creationId xmlns:a16="http://schemas.microsoft.com/office/drawing/2014/main" id="{E54EC13D-600F-F84F-ECA2-2F6FE1FE2026}"/>
              </a:ext>
            </a:extLst>
          </p:cNvPr>
          <p:cNvGrpSpPr/>
          <p:nvPr/>
        </p:nvGrpSpPr>
        <p:grpSpPr>
          <a:xfrm>
            <a:off x="5411713" y="3868700"/>
            <a:ext cx="446300" cy="440500"/>
            <a:chOff x="4664138" y="2095800"/>
            <a:chExt cx="446300" cy="440500"/>
          </a:xfrm>
        </p:grpSpPr>
        <p:sp>
          <p:nvSpPr>
            <p:cNvPr id="2857" name="Google Shape;2857;p101">
              <a:extLst>
                <a:ext uri="{FF2B5EF4-FFF2-40B4-BE49-F238E27FC236}">
                  <a16:creationId xmlns:a16="http://schemas.microsoft.com/office/drawing/2014/main" id="{CBB4ACE2-3AA3-F165-8F4D-8418392273D4}"/>
                </a:ext>
              </a:extLst>
            </p:cNvPr>
            <p:cNvSpPr/>
            <p:nvPr/>
          </p:nvSpPr>
          <p:spPr>
            <a:xfrm>
              <a:off x="4936263" y="2201250"/>
              <a:ext cx="75400" cy="84275"/>
            </a:xfrm>
            <a:custGeom>
              <a:avLst/>
              <a:gdLst/>
              <a:ahLst/>
              <a:cxnLst/>
              <a:rect l="l" t="t" r="r" b="b"/>
              <a:pathLst>
                <a:path w="3016" h="3371" extrusionOk="0">
                  <a:moveTo>
                    <a:pt x="119" y="0"/>
                  </a:moveTo>
                  <a:cubicBezTo>
                    <a:pt x="37" y="146"/>
                    <a:pt x="1" y="312"/>
                    <a:pt x="4" y="477"/>
                  </a:cubicBezTo>
                  <a:lnTo>
                    <a:pt x="2897" y="3370"/>
                  </a:lnTo>
                  <a:cubicBezTo>
                    <a:pt x="2894" y="3208"/>
                    <a:pt x="2936" y="3040"/>
                    <a:pt x="3015" y="2894"/>
                  </a:cubicBezTo>
                  <a:lnTo>
                    <a:pt x="1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58" name="Google Shape;2858;p101">
              <a:extLst>
                <a:ext uri="{FF2B5EF4-FFF2-40B4-BE49-F238E27FC236}">
                  <a16:creationId xmlns:a16="http://schemas.microsoft.com/office/drawing/2014/main" id="{39638372-C3C6-FFD5-038E-FEA6D7BE0DB7}"/>
                </a:ext>
              </a:extLst>
            </p:cNvPr>
            <p:cNvSpPr/>
            <p:nvPr/>
          </p:nvSpPr>
          <p:spPr>
            <a:xfrm>
              <a:off x="4949088" y="2188500"/>
              <a:ext cx="84325" cy="75275"/>
            </a:xfrm>
            <a:custGeom>
              <a:avLst/>
              <a:gdLst/>
              <a:ahLst/>
              <a:cxnLst/>
              <a:rect l="l" t="t" r="r" b="b"/>
              <a:pathLst>
                <a:path w="3373" h="3011" extrusionOk="0">
                  <a:moveTo>
                    <a:pt x="450" y="1"/>
                  </a:moveTo>
                  <a:cubicBezTo>
                    <a:pt x="294" y="1"/>
                    <a:pt x="140" y="42"/>
                    <a:pt x="0" y="117"/>
                  </a:cubicBezTo>
                  <a:lnTo>
                    <a:pt x="2893" y="3010"/>
                  </a:lnTo>
                  <a:cubicBezTo>
                    <a:pt x="3037" y="2933"/>
                    <a:pt x="3196" y="2894"/>
                    <a:pt x="3356" y="2894"/>
                  </a:cubicBezTo>
                  <a:cubicBezTo>
                    <a:pt x="3361" y="2894"/>
                    <a:pt x="3367" y="2894"/>
                    <a:pt x="3372" y="2894"/>
                  </a:cubicBezTo>
                  <a:lnTo>
                    <a:pt x="479" y="1"/>
                  </a:lnTo>
                  <a:cubicBezTo>
                    <a:pt x="469" y="1"/>
                    <a:pt x="460" y="1"/>
                    <a:pt x="4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59" name="Google Shape;2859;p101">
              <a:extLst>
                <a:ext uri="{FF2B5EF4-FFF2-40B4-BE49-F238E27FC236}">
                  <a16:creationId xmlns:a16="http://schemas.microsoft.com/office/drawing/2014/main" id="{90E9308C-9D6C-FC6D-A9B2-65122A94DDDB}"/>
                </a:ext>
              </a:extLst>
            </p:cNvPr>
            <p:cNvSpPr/>
            <p:nvPr/>
          </p:nvSpPr>
          <p:spPr>
            <a:xfrm>
              <a:off x="5008613" y="2260850"/>
              <a:ext cx="50600" cy="52600"/>
            </a:xfrm>
            <a:custGeom>
              <a:avLst/>
              <a:gdLst/>
              <a:ahLst/>
              <a:cxnLst/>
              <a:rect l="l" t="t" r="r" b="b"/>
              <a:pathLst>
                <a:path w="2024" h="2104" extrusionOk="0">
                  <a:moveTo>
                    <a:pt x="975" y="0"/>
                  </a:moveTo>
                  <a:cubicBezTo>
                    <a:pt x="815" y="0"/>
                    <a:pt x="656" y="39"/>
                    <a:pt x="512" y="116"/>
                  </a:cubicBezTo>
                  <a:lnTo>
                    <a:pt x="895" y="499"/>
                  </a:lnTo>
                  <a:cubicBezTo>
                    <a:pt x="1002" y="606"/>
                    <a:pt x="1002" y="782"/>
                    <a:pt x="895" y="887"/>
                  </a:cubicBezTo>
                  <a:cubicBezTo>
                    <a:pt x="840" y="942"/>
                    <a:pt x="771" y="967"/>
                    <a:pt x="700" y="967"/>
                  </a:cubicBezTo>
                  <a:cubicBezTo>
                    <a:pt x="631" y="967"/>
                    <a:pt x="556" y="939"/>
                    <a:pt x="501" y="887"/>
                  </a:cubicBezTo>
                  <a:lnTo>
                    <a:pt x="121" y="507"/>
                  </a:lnTo>
                  <a:cubicBezTo>
                    <a:pt x="42" y="656"/>
                    <a:pt x="0" y="824"/>
                    <a:pt x="3" y="989"/>
                  </a:cubicBezTo>
                  <a:lnTo>
                    <a:pt x="1118" y="2104"/>
                  </a:lnTo>
                  <a:cubicBezTo>
                    <a:pt x="1107" y="1779"/>
                    <a:pt x="1181" y="1473"/>
                    <a:pt x="1380" y="1270"/>
                  </a:cubicBezTo>
                  <a:cubicBezTo>
                    <a:pt x="1548" y="1102"/>
                    <a:pt x="1776" y="1033"/>
                    <a:pt x="2024" y="1033"/>
                  </a:cubicBezTo>
                  <a:lnTo>
                    <a:pt x="991" y="0"/>
                  </a:lnTo>
                  <a:cubicBezTo>
                    <a:pt x="986" y="0"/>
                    <a:pt x="980" y="0"/>
                    <a:pt x="9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0" name="Google Shape;2860;p101">
              <a:extLst>
                <a:ext uri="{FF2B5EF4-FFF2-40B4-BE49-F238E27FC236}">
                  <a16:creationId xmlns:a16="http://schemas.microsoft.com/office/drawing/2014/main" id="{B30714AF-B61D-E92A-95E9-9CE89A66E4B9}"/>
                </a:ext>
              </a:extLst>
            </p:cNvPr>
            <p:cNvSpPr/>
            <p:nvPr/>
          </p:nvSpPr>
          <p:spPr>
            <a:xfrm>
              <a:off x="4770138" y="2367450"/>
              <a:ext cx="84325" cy="75250"/>
            </a:xfrm>
            <a:custGeom>
              <a:avLst/>
              <a:gdLst/>
              <a:ahLst/>
              <a:cxnLst/>
              <a:rect l="l" t="t" r="r" b="b"/>
              <a:pathLst>
                <a:path w="3373" h="3010" extrusionOk="0">
                  <a:moveTo>
                    <a:pt x="450" y="0"/>
                  </a:moveTo>
                  <a:cubicBezTo>
                    <a:pt x="295" y="0"/>
                    <a:pt x="140" y="41"/>
                    <a:pt x="0" y="116"/>
                  </a:cubicBezTo>
                  <a:lnTo>
                    <a:pt x="2894" y="3010"/>
                  </a:lnTo>
                  <a:cubicBezTo>
                    <a:pt x="3037" y="2933"/>
                    <a:pt x="3197" y="2894"/>
                    <a:pt x="3356" y="2894"/>
                  </a:cubicBezTo>
                  <a:cubicBezTo>
                    <a:pt x="3362" y="2894"/>
                    <a:pt x="3367" y="2894"/>
                    <a:pt x="3373" y="2894"/>
                  </a:cubicBezTo>
                  <a:lnTo>
                    <a:pt x="479" y="1"/>
                  </a:lnTo>
                  <a:cubicBezTo>
                    <a:pt x="470" y="0"/>
                    <a:pt x="460" y="0"/>
                    <a:pt x="4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1" name="Google Shape;2861;p101">
              <a:extLst>
                <a:ext uri="{FF2B5EF4-FFF2-40B4-BE49-F238E27FC236}">
                  <a16:creationId xmlns:a16="http://schemas.microsoft.com/office/drawing/2014/main" id="{B1DE3239-7395-E677-9964-EACDE773CC62}"/>
                </a:ext>
              </a:extLst>
            </p:cNvPr>
            <p:cNvSpPr/>
            <p:nvPr/>
          </p:nvSpPr>
          <p:spPr>
            <a:xfrm>
              <a:off x="4757338" y="2380200"/>
              <a:ext cx="75375" cy="84325"/>
            </a:xfrm>
            <a:custGeom>
              <a:avLst/>
              <a:gdLst/>
              <a:ahLst/>
              <a:cxnLst/>
              <a:rect l="l" t="t" r="r" b="b"/>
              <a:pathLst>
                <a:path w="3015" h="3373" extrusionOk="0">
                  <a:moveTo>
                    <a:pt x="119" y="0"/>
                  </a:moveTo>
                  <a:cubicBezTo>
                    <a:pt x="36" y="146"/>
                    <a:pt x="0" y="311"/>
                    <a:pt x="3" y="476"/>
                  </a:cubicBezTo>
                  <a:lnTo>
                    <a:pt x="2896" y="3372"/>
                  </a:lnTo>
                  <a:cubicBezTo>
                    <a:pt x="2894" y="3207"/>
                    <a:pt x="2935" y="3039"/>
                    <a:pt x="3015" y="2893"/>
                  </a:cubicBezTo>
                  <a:lnTo>
                    <a:pt x="1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2" name="Google Shape;2862;p101">
              <a:extLst>
                <a:ext uri="{FF2B5EF4-FFF2-40B4-BE49-F238E27FC236}">
                  <a16:creationId xmlns:a16="http://schemas.microsoft.com/office/drawing/2014/main" id="{6FF2B54F-3F42-F9B5-6AD9-E048892DB11A}"/>
                </a:ext>
              </a:extLst>
            </p:cNvPr>
            <p:cNvSpPr/>
            <p:nvPr/>
          </p:nvSpPr>
          <p:spPr>
            <a:xfrm>
              <a:off x="4829588" y="2439800"/>
              <a:ext cx="50625" cy="52450"/>
            </a:xfrm>
            <a:custGeom>
              <a:avLst/>
              <a:gdLst/>
              <a:ahLst/>
              <a:cxnLst/>
              <a:rect l="l" t="t" r="r" b="b"/>
              <a:pathLst>
                <a:path w="2025" h="2098" extrusionOk="0">
                  <a:moveTo>
                    <a:pt x="976" y="0"/>
                  </a:moveTo>
                  <a:cubicBezTo>
                    <a:pt x="819" y="0"/>
                    <a:pt x="659" y="39"/>
                    <a:pt x="513" y="116"/>
                  </a:cubicBezTo>
                  <a:lnTo>
                    <a:pt x="896" y="498"/>
                  </a:lnTo>
                  <a:cubicBezTo>
                    <a:pt x="1000" y="606"/>
                    <a:pt x="1000" y="782"/>
                    <a:pt x="896" y="887"/>
                  </a:cubicBezTo>
                  <a:cubicBezTo>
                    <a:pt x="841" y="942"/>
                    <a:pt x="772" y="966"/>
                    <a:pt x="697" y="966"/>
                  </a:cubicBezTo>
                  <a:cubicBezTo>
                    <a:pt x="629" y="966"/>
                    <a:pt x="557" y="939"/>
                    <a:pt x="502" y="887"/>
                  </a:cubicBezTo>
                  <a:lnTo>
                    <a:pt x="119" y="507"/>
                  </a:lnTo>
                  <a:cubicBezTo>
                    <a:pt x="37" y="653"/>
                    <a:pt x="1" y="818"/>
                    <a:pt x="4" y="983"/>
                  </a:cubicBezTo>
                  <a:lnTo>
                    <a:pt x="1119" y="2098"/>
                  </a:lnTo>
                  <a:cubicBezTo>
                    <a:pt x="1108" y="1776"/>
                    <a:pt x="1179" y="1470"/>
                    <a:pt x="1380" y="1269"/>
                  </a:cubicBezTo>
                  <a:cubicBezTo>
                    <a:pt x="1548" y="1101"/>
                    <a:pt x="1777" y="1033"/>
                    <a:pt x="2024" y="1033"/>
                  </a:cubicBezTo>
                  <a:lnTo>
                    <a:pt x="992" y="0"/>
                  </a:lnTo>
                  <a:cubicBezTo>
                    <a:pt x="987" y="0"/>
                    <a:pt x="981" y="0"/>
                    <a:pt x="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3" name="Google Shape;2863;p101">
              <a:extLst>
                <a:ext uri="{FF2B5EF4-FFF2-40B4-BE49-F238E27FC236}">
                  <a16:creationId xmlns:a16="http://schemas.microsoft.com/office/drawing/2014/main" id="{4F543769-6DAE-D390-EFE4-968A49492D31}"/>
                </a:ext>
              </a:extLst>
            </p:cNvPr>
            <p:cNvSpPr/>
            <p:nvPr/>
          </p:nvSpPr>
          <p:spPr>
            <a:xfrm>
              <a:off x="4853488" y="2338550"/>
              <a:ext cx="135525" cy="140625"/>
            </a:xfrm>
            <a:custGeom>
              <a:avLst/>
              <a:gdLst/>
              <a:ahLst/>
              <a:cxnLst/>
              <a:rect l="l" t="t" r="r" b="b"/>
              <a:pathLst>
                <a:path w="5421" h="5625" extrusionOk="0">
                  <a:moveTo>
                    <a:pt x="388" y="1"/>
                  </a:moveTo>
                  <a:lnTo>
                    <a:pt x="80" y="309"/>
                  </a:lnTo>
                  <a:cubicBezTo>
                    <a:pt x="25" y="364"/>
                    <a:pt x="0" y="438"/>
                    <a:pt x="11" y="513"/>
                  </a:cubicBezTo>
                  <a:cubicBezTo>
                    <a:pt x="56" y="489"/>
                    <a:pt x="106" y="478"/>
                    <a:pt x="154" y="478"/>
                  </a:cubicBezTo>
                  <a:cubicBezTo>
                    <a:pt x="227" y="478"/>
                    <a:pt x="298" y="504"/>
                    <a:pt x="353" y="557"/>
                  </a:cubicBezTo>
                  <a:lnTo>
                    <a:pt x="5421" y="5625"/>
                  </a:lnTo>
                  <a:cubicBezTo>
                    <a:pt x="5324" y="5256"/>
                    <a:pt x="5283" y="4882"/>
                    <a:pt x="5322" y="4537"/>
                  </a:cubicBezTo>
                  <a:lnTo>
                    <a:pt x="5027" y="4246"/>
                  </a:lnTo>
                  <a:cubicBezTo>
                    <a:pt x="4972" y="4301"/>
                    <a:pt x="4903" y="4325"/>
                    <a:pt x="4832" y="4325"/>
                  </a:cubicBezTo>
                  <a:cubicBezTo>
                    <a:pt x="4763" y="4325"/>
                    <a:pt x="4691" y="4298"/>
                    <a:pt x="4636" y="4246"/>
                  </a:cubicBezTo>
                  <a:lnTo>
                    <a:pt x="3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4" name="Google Shape;2864;p101">
              <a:extLst>
                <a:ext uri="{FF2B5EF4-FFF2-40B4-BE49-F238E27FC236}">
                  <a16:creationId xmlns:a16="http://schemas.microsoft.com/office/drawing/2014/main" id="{B208770C-8DA9-2D49-5E89-ACD537B61560}"/>
                </a:ext>
              </a:extLst>
            </p:cNvPr>
            <p:cNvSpPr/>
            <p:nvPr/>
          </p:nvSpPr>
          <p:spPr>
            <a:xfrm>
              <a:off x="4907588" y="2285025"/>
              <a:ext cx="140625" cy="135175"/>
            </a:xfrm>
            <a:custGeom>
              <a:avLst/>
              <a:gdLst/>
              <a:ahLst/>
              <a:cxnLst/>
              <a:rect l="l" t="t" r="r" b="b"/>
              <a:pathLst>
                <a:path w="5625" h="5407" extrusionOk="0">
                  <a:moveTo>
                    <a:pt x="485" y="1"/>
                  </a:moveTo>
                  <a:cubicBezTo>
                    <a:pt x="421" y="1"/>
                    <a:pt x="359" y="24"/>
                    <a:pt x="311" y="71"/>
                  </a:cubicBezTo>
                  <a:lnTo>
                    <a:pt x="0" y="382"/>
                  </a:lnTo>
                  <a:lnTo>
                    <a:pt x="4248" y="4627"/>
                  </a:lnTo>
                  <a:cubicBezTo>
                    <a:pt x="4350" y="4735"/>
                    <a:pt x="4350" y="4908"/>
                    <a:pt x="4245" y="5013"/>
                  </a:cubicBezTo>
                  <a:lnTo>
                    <a:pt x="4537" y="5307"/>
                  </a:lnTo>
                  <a:cubicBezTo>
                    <a:pt x="4623" y="5298"/>
                    <a:pt x="4712" y="5293"/>
                    <a:pt x="4801" y="5293"/>
                  </a:cubicBezTo>
                  <a:cubicBezTo>
                    <a:pt x="5069" y="5293"/>
                    <a:pt x="5348" y="5334"/>
                    <a:pt x="5624" y="5407"/>
                  </a:cubicBezTo>
                  <a:lnTo>
                    <a:pt x="553" y="338"/>
                  </a:lnTo>
                  <a:cubicBezTo>
                    <a:pt x="465" y="248"/>
                    <a:pt x="451" y="110"/>
                    <a:pt x="515" y="3"/>
                  </a:cubicBezTo>
                  <a:cubicBezTo>
                    <a:pt x="505" y="1"/>
                    <a:pt x="495" y="1"/>
                    <a:pt x="4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5" name="Google Shape;2865;p101">
              <a:extLst>
                <a:ext uri="{FF2B5EF4-FFF2-40B4-BE49-F238E27FC236}">
                  <a16:creationId xmlns:a16="http://schemas.microsoft.com/office/drawing/2014/main" id="{2737B345-5D38-4FA2-8C72-F7D88593E212}"/>
                </a:ext>
              </a:extLst>
            </p:cNvPr>
            <p:cNvSpPr/>
            <p:nvPr/>
          </p:nvSpPr>
          <p:spPr>
            <a:xfrm>
              <a:off x="4807788" y="2226425"/>
              <a:ext cx="167125" cy="158000"/>
            </a:xfrm>
            <a:custGeom>
              <a:avLst/>
              <a:gdLst/>
              <a:ahLst/>
              <a:cxnLst/>
              <a:rect l="l" t="t" r="r" b="b"/>
              <a:pathLst>
                <a:path w="6685" h="6320" extrusionOk="0">
                  <a:moveTo>
                    <a:pt x="450" y="1"/>
                  </a:moveTo>
                  <a:cubicBezTo>
                    <a:pt x="295" y="1"/>
                    <a:pt x="140" y="42"/>
                    <a:pt x="0" y="117"/>
                  </a:cubicBezTo>
                  <a:lnTo>
                    <a:pt x="6205" y="6319"/>
                  </a:lnTo>
                  <a:cubicBezTo>
                    <a:pt x="6349" y="6239"/>
                    <a:pt x="6508" y="6201"/>
                    <a:pt x="6668" y="6201"/>
                  </a:cubicBezTo>
                  <a:cubicBezTo>
                    <a:pt x="6673" y="6201"/>
                    <a:pt x="6679" y="6201"/>
                    <a:pt x="6684" y="6201"/>
                  </a:cubicBezTo>
                  <a:lnTo>
                    <a:pt x="1787" y="1303"/>
                  </a:lnTo>
                  <a:cubicBezTo>
                    <a:pt x="1680" y="1199"/>
                    <a:pt x="1680" y="1022"/>
                    <a:pt x="1787" y="915"/>
                  </a:cubicBezTo>
                  <a:lnTo>
                    <a:pt x="1349" y="477"/>
                  </a:lnTo>
                  <a:cubicBezTo>
                    <a:pt x="1294" y="532"/>
                    <a:pt x="1225" y="557"/>
                    <a:pt x="1154" y="557"/>
                  </a:cubicBezTo>
                  <a:cubicBezTo>
                    <a:pt x="1085" y="557"/>
                    <a:pt x="1013" y="530"/>
                    <a:pt x="958" y="477"/>
                  </a:cubicBezTo>
                  <a:lnTo>
                    <a:pt x="479" y="1"/>
                  </a:lnTo>
                  <a:cubicBezTo>
                    <a:pt x="469" y="1"/>
                    <a:pt x="460" y="1"/>
                    <a:pt x="4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6" name="Google Shape;2866;p101">
              <a:extLst>
                <a:ext uri="{FF2B5EF4-FFF2-40B4-BE49-F238E27FC236}">
                  <a16:creationId xmlns:a16="http://schemas.microsoft.com/office/drawing/2014/main" id="{9509C841-2078-C1DA-EF97-080ABD2E3837}"/>
                </a:ext>
              </a:extLst>
            </p:cNvPr>
            <p:cNvSpPr/>
            <p:nvPr/>
          </p:nvSpPr>
          <p:spPr>
            <a:xfrm>
              <a:off x="4795188" y="2239025"/>
              <a:ext cx="158050" cy="167075"/>
            </a:xfrm>
            <a:custGeom>
              <a:avLst/>
              <a:gdLst/>
              <a:ahLst/>
              <a:cxnLst/>
              <a:rect l="l" t="t" r="r" b="b"/>
              <a:pathLst>
                <a:path w="6322" h="6683" extrusionOk="0">
                  <a:moveTo>
                    <a:pt x="119" y="1"/>
                  </a:moveTo>
                  <a:cubicBezTo>
                    <a:pt x="36" y="149"/>
                    <a:pt x="0" y="315"/>
                    <a:pt x="3" y="480"/>
                  </a:cubicBezTo>
                  <a:lnTo>
                    <a:pt x="6203" y="6682"/>
                  </a:lnTo>
                  <a:cubicBezTo>
                    <a:pt x="6200" y="6517"/>
                    <a:pt x="6241" y="6352"/>
                    <a:pt x="6321" y="6203"/>
                  </a:cubicBezTo>
                  <a:lnTo>
                    <a:pt x="1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7" name="Google Shape;2867;p101">
              <a:extLst>
                <a:ext uri="{FF2B5EF4-FFF2-40B4-BE49-F238E27FC236}">
                  <a16:creationId xmlns:a16="http://schemas.microsoft.com/office/drawing/2014/main" id="{7EE688AF-DFB7-987A-758F-DAD2D0D8629A}"/>
                </a:ext>
              </a:extLst>
            </p:cNvPr>
            <p:cNvSpPr/>
            <p:nvPr/>
          </p:nvSpPr>
          <p:spPr>
            <a:xfrm>
              <a:off x="4950113" y="2381350"/>
              <a:ext cx="70900" cy="70650"/>
            </a:xfrm>
            <a:custGeom>
              <a:avLst/>
              <a:gdLst/>
              <a:ahLst/>
              <a:cxnLst/>
              <a:rect l="l" t="t" r="r" b="b"/>
              <a:pathLst>
                <a:path w="2836" h="2826" extrusionOk="0">
                  <a:moveTo>
                    <a:pt x="976" y="1"/>
                  </a:moveTo>
                  <a:cubicBezTo>
                    <a:pt x="816" y="1"/>
                    <a:pt x="656" y="42"/>
                    <a:pt x="512" y="119"/>
                  </a:cubicBezTo>
                  <a:lnTo>
                    <a:pt x="1443" y="1047"/>
                  </a:lnTo>
                  <a:cubicBezTo>
                    <a:pt x="1548" y="1154"/>
                    <a:pt x="1548" y="1331"/>
                    <a:pt x="1443" y="1435"/>
                  </a:cubicBezTo>
                  <a:cubicBezTo>
                    <a:pt x="1388" y="1490"/>
                    <a:pt x="1319" y="1515"/>
                    <a:pt x="1245" y="1515"/>
                  </a:cubicBezTo>
                  <a:cubicBezTo>
                    <a:pt x="1176" y="1515"/>
                    <a:pt x="1104" y="1488"/>
                    <a:pt x="1049" y="1435"/>
                  </a:cubicBezTo>
                  <a:lnTo>
                    <a:pt x="121" y="507"/>
                  </a:lnTo>
                  <a:cubicBezTo>
                    <a:pt x="39" y="653"/>
                    <a:pt x="0" y="819"/>
                    <a:pt x="3" y="986"/>
                  </a:cubicBezTo>
                  <a:lnTo>
                    <a:pt x="1162" y="2145"/>
                  </a:lnTo>
                  <a:cubicBezTo>
                    <a:pt x="1269" y="2253"/>
                    <a:pt x="1269" y="2426"/>
                    <a:pt x="1162" y="2534"/>
                  </a:cubicBezTo>
                  <a:lnTo>
                    <a:pt x="1457" y="2825"/>
                  </a:lnTo>
                  <a:cubicBezTo>
                    <a:pt x="1498" y="2454"/>
                    <a:pt x="1627" y="2121"/>
                    <a:pt x="1875" y="1870"/>
                  </a:cubicBezTo>
                  <a:cubicBezTo>
                    <a:pt x="2131" y="1625"/>
                    <a:pt x="2464" y="1496"/>
                    <a:pt x="2836" y="1454"/>
                  </a:cubicBezTo>
                  <a:lnTo>
                    <a:pt x="2544" y="1160"/>
                  </a:lnTo>
                  <a:cubicBezTo>
                    <a:pt x="2489" y="1215"/>
                    <a:pt x="2420" y="1240"/>
                    <a:pt x="2346" y="1240"/>
                  </a:cubicBezTo>
                  <a:cubicBezTo>
                    <a:pt x="2277" y="1240"/>
                    <a:pt x="2205" y="1212"/>
                    <a:pt x="2150" y="1160"/>
                  </a:cubicBezTo>
                  <a:lnTo>
                    <a:pt x="991" y="1"/>
                  </a:lnTo>
                  <a:cubicBezTo>
                    <a:pt x="986" y="1"/>
                    <a:pt x="981" y="1"/>
                    <a:pt x="9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8" name="Google Shape;2868;p101">
              <a:extLst>
                <a:ext uri="{FF2B5EF4-FFF2-40B4-BE49-F238E27FC236}">
                  <a16:creationId xmlns:a16="http://schemas.microsoft.com/office/drawing/2014/main" id="{ED863AB5-6488-D5A4-07D8-7EBA533F110A}"/>
                </a:ext>
              </a:extLst>
            </p:cNvPr>
            <p:cNvSpPr/>
            <p:nvPr/>
          </p:nvSpPr>
          <p:spPr>
            <a:xfrm>
              <a:off x="4664138" y="2095800"/>
              <a:ext cx="63275" cy="61900"/>
            </a:xfrm>
            <a:custGeom>
              <a:avLst/>
              <a:gdLst/>
              <a:ahLst/>
              <a:cxnLst/>
              <a:rect l="l" t="t" r="r" b="b"/>
              <a:pathLst>
                <a:path w="2531" h="2476" extrusionOk="0">
                  <a:moveTo>
                    <a:pt x="301" y="0"/>
                  </a:moveTo>
                  <a:cubicBezTo>
                    <a:pt x="230" y="0"/>
                    <a:pt x="159" y="27"/>
                    <a:pt x="105" y="81"/>
                  </a:cubicBezTo>
                  <a:cubicBezTo>
                    <a:pt x="1" y="188"/>
                    <a:pt x="1" y="364"/>
                    <a:pt x="105" y="469"/>
                  </a:cubicBezTo>
                  <a:lnTo>
                    <a:pt x="2030" y="2396"/>
                  </a:lnTo>
                  <a:cubicBezTo>
                    <a:pt x="2085" y="2451"/>
                    <a:pt x="2154" y="2476"/>
                    <a:pt x="2228" y="2476"/>
                  </a:cubicBezTo>
                  <a:cubicBezTo>
                    <a:pt x="2297" y="2476"/>
                    <a:pt x="2368" y="2448"/>
                    <a:pt x="2423" y="2396"/>
                  </a:cubicBezTo>
                  <a:cubicBezTo>
                    <a:pt x="2531" y="2291"/>
                    <a:pt x="2531" y="2115"/>
                    <a:pt x="2423" y="2008"/>
                  </a:cubicBezTo>
                  <a:lnTo>
                    <a:pt x="496" y="81"/>
                  </a:lnTo>
                  <a:cubicBezTo>
                    <a:pt x="443" y="27"/>
                    <a:pt x="372"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69" name="Google Shape;2869;p101">
              <a:extLst>
                <a:ext uri="{FF2B5EF4-FFF2-40B4-BE49-F238E27FC236}">
                  <a16:creationId xmlns:a16="http://schemas.microsoft.com/office/drawing/2014/main" id="{2871088D-F878-6098-804E-BC86E0563008}"/>
                </a:ext>
              </a:extLst>
            </p:cNvPr>
            <p:cNvSpPr/>
            <p:nvPr/>
          </p:nvSpPr>
          <p:spPr>
            <a:xfrm>
              <a:off x="4732963" y="2164725"/>
              <a:ext cx="256000" cy="254575"/>
            </a:xfrm>
            <a:custGeom>
              <a:avLst/>
              <a:gdLst/>
              <a:ahLst/>
              <a:cxnLst/>
              <a:rect l="l" t="t" r="r" b="b"/>
              <a:pathLst>
                <a:path w="10240" h="10183" extrusionOk="0">
                  <a:moveTo>
                    <a:pt x="301" y="1"/>
                  </a:moveTo>
                  <a:cubicBezTo>
                    <a:pt x="230" y="1"/>
                    <a:pt x="159" y="27"/>
                    <a:pt x="105" y="79"/>
                  </a:cubicBezTo>
                  <a:cubicBezTo>
                    <a:pt x="1" y="187"/>
                    <a:pt x="1" y="363"/>
                    <a:pt x="105" y="470"/>
                  </a:cubicBezTo>
                  <a:lnTo>
                    <a:pt x="2613" y="2976"/>
                  </a:lnTo>
                  <a:lnTo>
                    <a:pt x="8810" y="9175"/>
                  </a:lnTo>
                  <a:lnTo>
                    <a:pt x="9738" y="10106"/>
                  </a:lnTo>
                  <a:cubicBezTo>
                    <a:pt x="9793" y="10161"/>
                    <a:pt x="9862" y="10183"/>
                    <a:pt x="9936" y="10183"/>
                  </a:cubicBezTo>
                  <a:cubicBezTo>
                    <a:pt x="10005" y="10183"/>
                    <a:pt x="10077" y="10155"/>
                    <a:pt x="10132" y="10106"/>
                  </a:cubicBezTo>
                  <a:cubicBezTo>
                    <a:pt x="10239" y="9998"/>
                    <a:pt x="10239" y="9822"/>
                    <a:pt x="10132" y="9715"/>
                  </a:cubicBezTo>
                  <a:lnTo>
                    <a:pt x="9201" y="8787"/>
                  </a:lnTo>
                  <a:lnTo>
                    <a:pt x="3001" y="2585"/>
                  </a:lnTo>
                  <a:lnTo>
                    <a:pt x="496" y="79"/>
                  </a:lnTo>
                  <a:cubicBezTo>
                    <a:pt x="443" y="27"/>
                    <a:pt x="372" y="1"/>
                    <a:pt x="3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0" name="Google Shape;2870;p101">
              <a:extLst>
                <a:ext uri="{FF2B5EF4-FFF2-40B4-BE49-F238E27FC236}">
                  <a16:creationId xmlns:a16="http://schemas.microsoft.com/office/drawing/2014/main" id="{0E267E8C-5D38-F33F-D294-444244EFE4A6}"/>
                </a:ext>
              </a:extLst>
            </p:cNvPr>
            <p:cNvSpPr/>
            <p:nvPr/>
          </p:nvSpPr>
          <p:spPr>
            <a:xfrm>
              <a:off x="4815563" y="2212925"/>
              <a:ext cx="28850" cy="27450"/>
            </a:xfrm>
            <a:custGeom>
              <a:avLst/>
              <a:gdLst/>
              <a:ahLst/>
              <a:cxnLst/>
              <a:rect l="l" t="t" r="r" b="b"/>
              <a:pathLst>
                <a:path w="1154" h="1098" extrusionOk="0">
                  <a:moveTo>
                    <a:pt x="300" y="0"/>
                  </a:moveTo>
                  <a:cubicBezTo>
                    <a:pt x="229" y="0"/>
                    <a:pt x="159" y="26"/>
                    <a:pt x="105" y="79"/>
                  </a:cubicBezTo>
                  <a:cubicBezTo>
                    <a:pt x="0" y="186"/>
                    <a:pt x="0" y="362"/>
                    <a:pt x="105" y="469"/>
                  </a:cubicBezTo>
                  <a:lnTo>
                    <a:pt x="179" y="541"/>
                  </a:lnTo>
                  <a:lnTo>
                    <a:pt x="655" y="1020"/>
                  </a:lnTo>
                  <a:cubicBezTo>
                    <a:pt x="708" y="1070"/>
                    <a:pt x="777" y="1097"/>
                    <a:pt x="851" y="1097"/>
                  </a:cubicBezTo>
                  <a:cubicBezTo>
                    <a:pt x="920" y="1097"/>
                    <a:pt x="991" y="1070"/>
                    <a:pt x="1046" y="1020"/>
                  </a:cubicBezTo>
                  <a:cubicBezTo>
                    <a:pt x="1154" y="913"/>
                    <a:pt x="1154" y="736"/>
                    <a:pt x="1046" y="629"/>
                  </a:cubicBezTo>
                  <a:lnTo>
                    <a:pt x="496" y="79"/>
                  </a:lnTo>
                  <a:cubicBezTo>
                    <a:pt x="442" y="26"/>
                    <a:pt x="371" y="0"/>
                    <a:pt x="3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1" name="Google Shape;2871;p101">
              <a:extLst>
                <a:ext uri="{FF2B5EF4-FFF2-40B4-BE49-F238E27FC236}">
                  <a16:creationId xmlns:a16="http://schemas.microsoft.com/office/drawing/2014/main" id="{885E309D-890A-6CD4-2351-EF76D40A832F}"/>
                </a:ext>
              </a:extLst>
            </p:cNvPr>
            <p:cNvSpPr/>
            <p:nvPr/>
          </p:nvSpPr>
          <p:spPr>
            <a:xfrm>
              <a:off x="4849913" y="2247200"/>
              <a:ext cx="166575" cy="165150"/>
            </a:xfrm>
            <a:custGeom>
              <a:avLst/>
              <a:gdLst/>
              <a:ahLst/>
              <a:cxnLst/>
              <a:rect l="l" t="t" r="r" b="b"/>
              <a:pathLst>
                <a:path w="6663" h="6606" extrusionOk="0">
                  <a:moveTo>
                    <a:pt x="303" y="1"/>
                  </a:moveTo>
                  <a:cubicBezTo>
                    <a:pt x="232" y="1"/>
                    <a:pt x="161" y="28"/>
                    <a:pt x="107" y="81"/>
                  </a:cubicBezTo>
                  <a:cubicBezTo>
                    <a:pt x="0" y="189"/>
                    <a:pt x="0" y="365"/>
                    <a:pt x="105" y="469"/>
                  </a:cubicBezTo>
                  <a:lnTo>
                    <a:pt x="5002" y="5367"/>
                  </a:lnTo>
                  <a:lnTo>
                    <a:pt x="6161" y="6526"/>
                  </a:lnTo>
                  <a:cubicBezTo>
                    <a:pt x="6216" y="6581"/>
                    <a:pt x="6285" y="6606"/>
                    <a:pt x="6359" y="6606"/>
                  </a:cubicBezTo>
                  <a:cubicBezTo>
                    <a:pt x="6428" y="6606"/>
                    <a:pt x="6500" y="6578"/>
                    <a:pt x="6555" y="6526"/>
                  </a:cubicBezTo>
                  <a:cubicBezTo>
                    <a:pt x="6662" y="6421"/>
                    <a:pt x="6662" y="6245"/>
                    <a:pt x="6555" y="6138"/>
                  </a:cubicBezTo>
                  <a:lnTo>
                    <a:pt x="2307" y="1890"/>
                  </a:lnTo>
                  <a:lnTo>
                    <a:pt x="498" y="81"/>
                  </a:lnTo>
                  <a:cubicBezTo>
                    <a:pt x="445" y="28"/>
                    <a:pt x="374" y="1"/>
                    <a:pt x="3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2" name="Google Shape;2872;p101">
              <a:extLst>
                <a:ext uri="{FF2B5EF4-FFF2-40B4-BE49-F238E27FC236}">
                  <a16:creationId xmlns:a16="http://schemas.microsoft.com/office/drawing/2014/main" id="{0DF0E555-E186-ED88-5C49-7A9EC6EC9EF2}"/>
                </a:ext>
              </a:extLst>
            </p:cNvPr>
            <p:cNvSpPr/>
            <p:nvPr/>
          </p:nvSpPr>
          <p:spPr>
            <a:xfrm>
              <a:off x="4891263" y="2254100"/>
              <a:ext cx="21975" cy="20600"/>
            </a:xfrm>
            <a:custGeom>
              <a:avLst/>
              <a:gdLst/>
              <a:ahLst/>
              <a:cxnLst/>
              <a:rect l="l" t="t" r="r" b="b"/>
              <a:pathLst>
                <a:path w="879" h="824" extrusionOk="0">
                  <a:moveTo>
                    <a:pt x="301" y="0"/>
                  </a:moveTo>
                  <a:cubicBezTo>
                    <a:pt x="230" y="0"/>
                    <a:pt x="159" y="27"/>
                    <a:pt x="105" y="81"/>
                  </a:cubicBezTo>
                  <a:cubicBezTo>
                    <a:pt x="1" y="188"/>
                    <a:pt x="1" y="364"/>
                    <a:pt x="105" y="469"/>
                  </a:cubicBezTo>
                  <a:lnTo>
                    <a:pt x="378" y="744"/>
                  </a:lnTo>
                  <a:cubicBezTo>
                    <a:pt x="433" y="799"/>
                    <a:pt x="502" y="824"/>
                    <a:pt x="576" y="824"/>
                  </a:cubicBezTo>
                  <a:cubicBezTo>
                    <a:pt x="645" y="824"/>
                    <a:pt x="716" y="796"/>
                    <a:pt x="771" y="744"/>
                  </a:cubicBezTo>
                  <a:cubicBezTo>
                    <a:pt x="879" y="639"/>
                    <a:pt x="879" y="463"/>
                    <a:pt x="771" y="356"/>
                  </a:cubicBezTo>
                  <a:lnTo>
                    <a:pt x="496" y="81"/>
                  </a:lnTo>
                  <a:cubicBezTo>
                    <a:pt x="442" y="27"/>
                    <a:pt x="372"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3" name="Google Shape;2873;p101">
              <a:extLst>
                <a:ext uri="{FF2B5EF4-FFF2-40B4-BE49-F238E27FC236}">
                  <a16:creationId xmlns:a16="http://schemas.microsoft.com/office/drawing/2014/main" id="{BFA98CBE-BCD4-61BC-F6FB-83CAAC70FBDF}"/>
                </a:ext>
              </a:extLst>
            </p:cNvPr>
            <p:cNvSpPr/>
            <p:nvPr/>
          </p:nvSpPr>
          <p:spPr>
            <a:xfrm>
              <a:off x="4918788" y="2281625"/>
              <a:ext cx="172100" cy="162675"/>
            </a:xfrm>
            <a:custGeom>
              <a:avLst/>
              <a:gdLst/>
              <a:ahLst/>
              <a:cxnLst/>
              <a:rect l="l" t="t" r="r" b="b"/>
              <a:pathLst>
                <a:path w="6884" h="6507" extrusionOk="0">
                  <a:moveTo>
                    <a:pt x="295" y="0"/>
                  </a:moveTo>
                  <a:cubicBezTo>
                    <a:pt x="224" y="0"/>
                    <a:pt x="154" y="27"/>
                    <a:pt x="100" y="81"/>
                  </a:cubicBezTo>
                  <a:cubicBezTo>
                    <a:pt x="83" y="97"/>
                    <a:pt x="70" y="116"/>
                    <a:pt x="59" y="136"/>
                  </a:cubicBezTo>
                  <a:cubicBezTo>
                    <a:pt x="1" y="243"/>
                    <a:pt x="15" y="381"/>
                    <a:pt x="103" y="474"/>
                  </a:cubicBezTo>
                  <a:lnTo>
                    <a:pt x="5174" y="5543"/>
                  </a:lnTo>
                  <a:cubicBezTo>
                    <a:pt x="5812" y="5711"/>
                    <a:pt x="6429" y="6044"/>
                    <a:pt x="6806" y="6426"/>
                  </a:cubicBezTo>
                  <a:cubicBezTo>
                    <a:pt x="6831" y="6451"/>
                    <a:pt x="6858" y="6479"/>
                    <a:pt x="6883" y="6506"/>
                  </a:cubicBezTo>
                  <a:cubicBezTo>
                    <a:pt x="6869" y="6470"/>
                    <a:pt x="6847" y="6440"/>
                    <a:pt x="6820" y="6413"/>
                  </a:cubicBezTo>
                  <a:lnTo>
                    <a:pt x="488" y="81"/>
                  </a:lnTo>
                  <a:cubicBezTo>
                    <a:pt x="436" y="27"/>
                    <a:pt x="366" y="0"/>
                    <a:pt x="2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4" name="Google Shape;2874;p101">
              <a:extLst>
                <a:ext uri="{FF2B5EF4-FFF2-40B4-BE49-F238E27FC236}">
                  <a16:creationId xmlns:a16="http://schemas.microsoft.com/office/drawing/2014/main" id="{6E3A9C09-7F8B-3A04-693F-85D7AD5D05E5}"/>
                </a:ext>
              </a:extLst>
            </p:cNvPr>
            <p:cNvSpPr/>
            <p:nvPr/>
          </p:nvSpPr>
          <p:spPr>
            <a:xfrm>
              <a:off x="4822438" y="2323025"/>
              <a:ext cx="21975" cy="20575"/>
            </a:xfrm>
            <a:custGeom>
              <a:avLst/>
              <a:gdLst/>
              <a:ahLst/>
              <a:cxnLst/>
              <a:rect l="l" t="t" r="r" b="b"/>
              <a:pathLst>
                <a:path w="879" h="823" extrusionOk="0">
                  <a:moveTo>
                    <a:pt x="301" y="1"/>
                  </a:moveTo>
                  <a:cubicBezTo>
                    <a:pt x="230" y="1"/>
                    <a:pt x="159" y="27"/>
                    <a:pt x="105" y="79"/>
                  </a:cubicBezTo>
                  <a:cubicBezTo>
                    <a:pt x="1" y="187"/>
                    <a:pt x="1" y="363"/>
                    <a:pt x="105" y="470"/>
                  </a:cubicBezTo>
                  <a:lnTo>
                    <a:pt x="380" y="745"/>
                  </a:lnTo>
                  <a:cubicBezTo>
                    <a:pt x="433" y="795"/>
                    <a:pt x="502" y="823"/>
                    <a:pt x="576" y="823"/>
                  </a:cubicBezTo>
                  <a:cubicBezTo>
                    <a:pt x="645" y="823"/>
                    <a:pt x="716" y="795"/>
                    <a:pt x="771" y="745"/>
                  </a:cubicBezTo>
                  <a:cubicBezTo>
                    <a:pt x="879" y="638"/>
                    <a:pt x="879" y="462"/>
                    <a:pt x="771" y="355"/>
                  </a:cubicBezTo>
                  <a:lnTo>
                    <a:pt x="496" y="79"/>
                  </a:lnTo>
                  <a:cubicBezTo>
                    <a:pt x="442" y="27"/>
                    <a:pt x="372" y="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5" name="Google Shape;2875;p101">
              <a:extLst>
                <a:ext uri="{FF2B5EF4-FFF2-40B4-BE49-F238E27FC236}">
                  <a16:creationId xmlns:a16="http://schemas.microsoft.com/office/drawing/2014/main" id="{33B74776-062A-37A6-D810-8EB6FB7153D2}"/>
                </a:ext>
              </a:extLst>
            </p:cNvPr>
            <p:cNvSpPr/>
            <p:nvPr/>
          </p:nvSpPr>
          <p:spPr>
            <a:xfrm>
              <a:off x="4849913" y="2350500"/>
              <a:ext cx="163275" cy="171550"/>
            </a:xfrm>
            <a:custGeom>
              <a:avLst/>
              <a:gdLst/>
              <a:ahLst/>
              <a:cxnLst/>
              <a:rect l="l" t="t" r="r" b="b"/>
              <a:pathLst>
                <a:path w="6531" h="6862" extrusionOk="0">
                  <a:moveTo>
                    <a:pt x="301" y="0"/>
                  </a:moveTo>
                  <a:cubicBezTo>
                    <a:pt x="252" y="0"/>
                    <a:pt x="203" y="13"/>
                    <a:pt x="160" y="37"/>
                  </a:cubicBezTo>
                  <a:cubicBezTo>
                    <a:pt x="140" y="48"/>
                    <a:pt x="124" y="62"/>
                    <a:pt x="105" y="79"/>
                  </a:cubicBezTo>
                  <a:cubicBezTo>
                    <a:pt x="0" y="186"/>
                    <a:pt x="0" y="362"/>
                    <a:pt x="105" y="467"/>
                  </a:cubicBezTo>
                  <a:lnTo>
                    <a:pt x="6436" y="6799"/>
                  </a:lnTo>
                  <a:cubicBezTo>
                    <a:pt x="6464" y="6826"/>
                    <a:pt x="6497" y="6848"/>
                    <a:pt x="6530" y="6862"/>
                  </a:cubicBezTo>
                  <a:cubicBezTo>
                    <a:pt x="6525" y="6859"/>
                    <a:pt x="6519" y="6851"/>
                    <a:pt x="6514" y="6848"/>
                  </a:cubicBezTo>
                  <a:lnTo>
                    <a:pt x="6450" y="6785"/>
                  </a:lnTo>
                  <a:cubicBezTo>
                    <a:pt x="6070" y="6405"/>
                    <a:pt x="5734" y="5791"/>
                    <a:pt x="5567" y="5152"/>
                  </a:cubicBezTo>
                  <a:lnTo>
                    <a:pt x="496" y="79"/>
                  </a:lnTo>
                  <a:cubicBezTo>
                    <a:pt x="442" y="26"/>
                    <a:pt x="371" y="0"/>
                    <a:pt x="3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6" name="Google Shape;2876;p101">
              <a:extLst>
                <a:ext uri="{FF2B5EF4-FFF2-40B4-BE49-F238E27FC236}">
                  <a16:creationId xmlns:a16="http://schemas.microsoft.com/office/drawing/2014/main" id="{CDD55D0D-6393-9D43-5267-C5863514850E}"/>
                </a:ext>
              </a:extLst>
            </p:cNvPr>
            <p:cNvSpPr/>
            <p:nvPr/>
          </p:nvSpPr>
          <p:spPr>
            <a:xfrm>
              <a:off x="4725938" y="2192150"/>
              <a:ext cx="28950" cy="27500"/>
            </a:xfrm>
            <a:custGeom>
              <a:avLst/>
              <a:gdLst/>
              <a:ahLst/>
              <a:cxnLst/>
              <a:rect l="l" t="t" r="r" b="b"/>
              <a:pathLst>
                <a:path w="1158" h="1100" extrusionOk="0">
                  <a:moveTo>
                    <a:pt x="304" y="0"/>
                  </a:moveTo>
                  <a:cubicBezTo>
                    <a:pt x="233" y="0"/>
                    <a:pt x="162" y="27"/>
                    <a:pt x="108" y="81"/>
                  </a:cubicBezTo>
                  <a:cubicBezTo>
                    <a:pt x="1" y="188"/>
                    <a:pt x="4" y="364"/>
                    <a:pt x="108" y="469"/>
                  </a:cubicBezTo>
                  <a:lnTo>
                    <a:pt x="659" y="1020"/>
                  </a:lnTo>
                  <a:cubicBezTo>
                    <a:pt x="714" y="1075"/>
                    <a:pt x="783" y="1099"/>
                    <a:pt x="854" y="1099"/>
                  </a:cubicBezTo>
                  <a:cubicBezTo>
                    <a:pt x="923" y="1099"/>
                    <a:pt x="997" y="1072"/>
                    <a:pt x="1053" y="1020"/>
                  </a:cubicBezTo>
                  <a:cubicBezTo>
                    <a:pt x="1157" y="915"/>
                    <a:pt x="1157" y="739"/>
                    <a:pt x="1053" y="631"/>
                  </a:cubicBezTo>
                  <a:lnTo>
                    <a:pt x="499" y="81"/>
                  </a:lnTo>
                  <a:cubicBezTo>
                    <a:pt x="446" y="27"/>
                    <a:pt x="375" y="0"/>
                    <a:pt x="3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7" name="Google Shape;2877;p101">
              <a:extLst>
                <a:ext uri="{FF2B5EF4-FFF2-40B4-BE49-F238E27FC236}">
                  <a16:creationId xmlns:a16="http://schemas.microsoft.com/office/drawing/2014/main" id="{0054FAE1-6ADA-C47C-1DE4-5DE25E844AD8}"/>
                </a:ext>
              </a:extLst>
            </p:cNvPr>
            <p:cNvSpPr/>
            <p:nvPr/>
          </p:nvSpPr>
          <p:spPr>
            <a:xfrm>
              <a:off x="4760438" y="2226675"/>
              <a:ext cx="221500" cy="220150"/>
            </a:xfrm>
            <a:custGeom>
              <a:avLst/>
              <a:gdLst/>
              <a:ahLst/>
              <a:cxnLst/>
              <a:rect l="l" t="t" r="r" b="b"/>
              <a:pathLst>
                <a:path w="8860" h="8806" extrusionOk="0">
                  <a:moveTo>
                    <a:pt x="300" y="1"/>
                  </a:moveTo>
                  <a:cubicBezTo>
                    <a:pt x="229" y="1"/>
                    <a:pt x="158" y="27"/>
                    <a:pt x="105" y="79"/>
                  </a:cubicBezTo>
                  <a:cubicBezTo>
                    <a:pt x="0" y="186"/>
                    <a:pt x="0" y="363"/>
                    <a:pt x="105" y="470"/>
                  </a:cubicBezTo>
                  <a:lnTo>
                    <a:pt x="4119" y="4481"/>
                  </a:lnTo>
                  <a:lnTo>
                    <a:pt x="8364" y="8729"/>
                  </a:lnTo>
                  <a:cubicBezTo>
                    <a:pt x="8416" y="8778"/>
                    <a:pt x="8488" y="8806"/>
                    <a:pt x="8556" y="8806"/>
                  </a:cubicBezTo>
                  <a:cubicBezTo>
                    <a:pt x="8625" y="8806"/>
                    <a:pt x="8700" y="8778"/>
                    <a:pt x="8755" y="8729"/>
                  </a:cubicBezTo>
                  <a:cubicBezTo>
                    <a:pt x="8859" y="8622"/>
                    <a:pt x="8859" y="8445"/>
                    <a:pt x="8755" y="8338"/>
                  </a:cubicBezTo>
                  <a:lnTo>
                    <a:pt x="7593" y="7179"/>
                  </a:lnTo>
                  <a:lnTo>
                    <a:pt x="1393" y="979"/>
                  </a:lnTo>
                  <a:lnTo>
                    <a:pt x="496" y="79"/>
                  </a:lnTo>
                  <a:cubicBezTo>
                    <a:pt x="442" y="27"/>
                    <a:pt x="371" y="1"/>
                    <a:pt x="3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8" name="Google Shape;2878;p101">
              <a:extLst>
                <a:ext uri="{FF2B5EF4-FFF2-40B4-BE49-F238E27FC236}">
                  <a16:creationId xmlns:a16="http://schemas.microsoft.com/office/drawing/2014/main" id="{CD36D157-5B4D-4A1F-5F25-FC61FF7332E7}"/>
                </a:ext>
              </a:extLst>
            </p:cNvPr>
            <p:cNvSpPr/>
            <p:nvPr/>
          </p:nvSpPr>
          <p:spPr>
            <a:xfrm>
              <a:off x="4843088" y="2095925"/>
              <a:ext cx="46075" cy="44650"/>
            </a:xfrm>
            <a:custGeom>
              <a:avLst/>
              <a:gdLst/>
              <a:ahLst/>
              <a:cxnLst/>
              <a:rect l="l" t="t" r="r" b="b"/>
              <a:pathLst>
                <a:path w="1843" h="1786" extrusionOk="0">
                  <a:moveTo>
                    <a:pt x="301" y="0"/>
                  </a:moveTo>
                  <a:cubicBezTo>
                    <a:pt x="230" y="0"/>
                    <a:pt x="159" y="26"/>
                    <a:pt x="105" y="78"/>
                  </a:cubicBezTo>
                  <a:cubicBezTo>
                    <a:pt x="0" y="186"/>
                    <a:pt x="0" y="362"/>
                    <a:pt x="105" y="469"/>
                  </a:cubicBezTo>
                  <a:lnTo>
                    <a:pt x="1341" y="1708"/>
                  </a:lnTo>
                  <a:cubicBezTo>
                    <a:pt x="1396" y="1763"/>
                    <a:pt x="1465" y="1785"/>
                    <a:pt x="1539" y="1785"/>
                  </a:cubicBezTo>
                  <a:cubicBezTo>
                    <a:pt x="1608" y="1785"/>
                    <a:pt x="1680" y="1758"/>
                    <a:pt x="1735" y="1708"/>
                  </a:cubicBezTo>
                  <a:cubicBezTo>
                    <a:pt x="1842" y="1601"/>
                    <a:pt x="1842" y="1425"/>
                    <a:pt x="1735" y="1317"/>
                  </a:cubicBezTo>
                  <a:lnTo>
                    <a:pt x="496" y="78"/>
                  </a:lnTo>
                  <a:cubicBezTo>
                    <a:pt x="442" y="26"/>
                    <a:pt x="37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79" name="Google Shape;2879;p101">
              <a:extLst>
                <a:ext uri="{FF2B5EF4-FFF2-40B4-BE49-F238E27FC236}">
                  <a16:creationId xmlns:a16="http://schemas.microsoft.com/office/drawing/2014/main" id="{4F3AE9F2-D574-7D39-88E8-278A268C93C2}"/>
                </a:ext>
              </a:extLst>
            </p:cNvPr>
            <p:cNvSpPr/>
            <p:nvPr/>
          </p:nvSpPr>
          <p:spPr>
            <a:xfrm>
              <a:off x="4894713" y="2147525"/>
              <a:ext cx="138900" cy="137575"/>
            </a:xfrm>
            <a:custGeom>
              <a:avLst/>
              <a:gdLst/>
              <a:ahLst/>
              <a:cxnLst/>
              <a:rect l="l" t="t" r="r" b="b"/>
              <a:pathLst>
                <a:path w="5556" h="5503" extrusionOk="0">
                  <a:moveTo>
                    <a:pt x="300" y="1"/>
                  </a:moveTo>
                  <a:cubicBezTo>
                    <a:pt x="229" y="1"/>
                    <a:pt x="158" y="27"/>
                    <a:pt x="105" y="79"/>
                  </a:cubicBezTo>
                  <a:cubicBezTo>
                    <a:pt x="0" y="187"/>
                    <a:pt x="0" y="363"/>
                    <a:pt x="105" y="470"/>
                  </a:cubicBezTo>
                  <a:lnTo>
                    <a:pt x="1781" y="2149"/>
                  </a:lnTo>
                  <a:lnTo>
                    <a:pt x="4677" y="5043"/>
                  </a:lnTo>
                  <a:lnTo>
                    <a:pt x="5057" y="5423"/>
                  </a:lnTo>
                  <a:cubicBezTo>
                    <a:pt x="5112" y="5478"/>
                    <a:pt x="5181" y="5503"/>
                    <a:pt x="5253" y="5503"/>
                  </a:cubicBezTo>
                  <a:cubicBezTo>
                    <a:pt x="5322" y="5503"/>
                    <a:pt x="5396" y="5475"/>
                    <a:pt x="5451" y="5423"/>
                  </a:cubicBezTo>
                  <a:cubicBezTo>
                    <a:pt x="5556" y="5318"/>
                    <a:pt x="5556" y="5142"/>
                    <a:pt x="5451" y="5035"/>
                  </a:cubicBezTo>
                  <a:lnTo>
                    <a:pt x="5068" y="4655"/>
                  </a:lnTo>
                  <a:lnTo>
                    <a:pt x="2175" y="1758"/>
                  </a:lnTo>
                  <a:lnTo>
                    <a:pt x="496" y="79"/>
                  </a:lnTo>
                  <a:cubicBezTo>
                    <a:pt x="442" y="27"/>
                    <a:pt x="371" y="1"/>
                    <a:pt x="3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0" name="Google Shape;2880;p101">
              <a:extLst>
                <a:ext uri="{FF2B5EF4-FFF2-40B4-BE49-F238E27FC236}">
                  <a16:creationId xmlns:a16="http://schemas.microsoft.com/office/drawing/2014/main" id="{59030B71-23CF-5931-36A3-6B5CD51EFDEB}"/>
                </a:ext>
              </a:extLst>
            </p:cNvPr>
            <p:cNvSpPr/>
            <p:nvPr/>
          </p:nvSpPr>
          <p:spPr>
            <a:xfrm>
              <a:off x="4894713" y="2113000"/>
              <a:ext cx="49500" cy="48150"/>
            </a:xfrm>
            <a:custGeom>
              <a:avLst/>
              <a:gdLst/>
              <a:ahLst/>
              <a:cxnLst/>
              <a:rect l="l" t="t" r="r" b="b"/>
              <a:pathLst>
                <a:path w="1980" h="1926" extrusionOk="0">
                  <a:moveTo>
                    <a:pt x="300" y="0"/>
                  </a:moveTo>
                  <a:cubicBezTo>
                    <a:pt x="229" y="0"/>
                    <a:pt x="158" y="27"/>
                    <a:pt x="105" y="81"/>
                  </a:cubicBezTo>
                  <a:cubicBezTo>
                    <a:pt x="0" y="188"/>
                    <a:pt x="0" y="365"/>
                    <a:pt x="105" y="469"/>
                  </a:cubicBezTo>
                  <a:lnTo>
                    <a:pt x="1479" y="1846"/>
                  </a:lnTo>
                  <a:cubicBezTo>
                    <a:pt x="1534" y="1901"/>
                    <a:pt x="1602" y="1925"/>
                    <a:pt x="1677" y="1925"/>
                  </a:cubicBezTo>
                  <a:cubicBezTo>
                    <a:pt x="1746" y="1925"/>
                    <a:pt x="1817" y="1898"/>
                    <a:pt x="1872" y="1846"/>
                  </a:cubicBezTo>
                  <a:cubicBezTo>
                    <a:pt x="1980" y="1741"/>
                    <a:pt x="1980" y="1565"/>
                    <a:pt x="1872" y="1457"/>
                  </a:cubicBezTo>
                  <a:lnTo>
                    <a:pt x="496" y="81"/>
                  </a:lnTo>
                  <a:cubicBezTo>
                    <a:pt x="442" y="27"/>
                    <a:pt x="371" y="0"/>
                    <a:pt x="3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1" name="Google Shape;2881;p101">
              <a:extLst>
                <a:ext uri="{FF2B5EF4-FFF2-40B4-BE49-F238E27FC236}">
                  <a16:creationId xmlns:a16="http://schemas.microsoft.com/office/drawing/2014/main" id="{97295B61-540B-94BB-B898-307CDBA856A5}"/>
                </a:ext>
              </a:extLst>
            </p:cNvPr>
            <p:cNvSpPr/>
            <p:nvPr/>
          </p:nvSpPr>
          <p:spPr>
            <a:xfrm>
              <a:off x="4949638" y="2168050"/>
              <a:ext cx="143225" cy="132800"/>
            </a:xfrm>
            <a:custGeom>
              <a:avLst/>
              <a:gdLst/>
              <a:ahLst/>
              <a:cxnLst/>
              <a:rect l="l" t="t" r="r" b="b"/>
              <a:pathLst>
                <a:path w="5729" h="5312" extrusionOk="0">
                  <a:moveTo>
                    <a:pt x="303" y="1"/>
                  </a:moveTo>
                  <a:cubicBezTo>
                    <a:pt x="232" y="1"/>
                    <a:pt x="161" y="28"/>
                    <a:pt x="107" y="81"/>
                  </a:cubicBezTo>
                  <a:cubicBezTo>
                    <a:pt x="0" y="189"/>
                    <a:pt x="3" y="365"/>
                    <a:pt x="107" y="469"/>
                  </a:cubicBezTo>
                  <a:lnTo>
                    <a:pt x="454" y="819"/>
                  </a:lnTo>
                  <a:lnTo>
                    <a:pt x="3350" y="3712"/>
                  </a:lnTo>
                  <a:lnTo>
                    <a:pt x="4383" y="4745"/>
                  </a:lnTo>
                  <a:cubicBezTo>
                    <a:pt x="4385" y="4745"/>
                    <a:pt x="4388" y="4745"/>
                    <a:pt x="4390" y="4745"/>
                  </a:cubicBezTo>
                  <a:cubicBezTo>
                    <a:pt x="4873" y="4745"/>
                    <a:pt x="5422" y="5008"/>
                    <a:pt x="5729" y="5312"/>
                  </a:cubicBezTo>
                  <a:lnTo>
                    <a:pt x="498" y="81"/>
                  </a:lnTo>
                  <a:cubicBezTo>
                    <a:pt x="445" y="28"/>
                    <a:pt x="374" y="1"/>
                    <a:pt x="3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2" name="Google Shape;2882;p101">
              <a:extLst>
                <a:ext uri="{FF2B5EF4-FFF2-40B4-BE49-F238E27FC236}">
                  <a16:creationId xmlns:a16="http://schemas.microsoft.com/office/drawing/2014/main" id="{73A9DF20-1024-EF52-D2A3-96F3ECF9B48C}"/>
                </a:ext>
              </a:extLst>
            </p:cNvPr>
            <p:cNvSpPr/>
            <p:nvPr/>
          </p:nvSpPr>
          <p:spPr>
            <a:xfrm>
              <a:off x="4863588" y="2150975"/>
              <a:ext cx="46075" cy="44650"/>
            </a:xfrm>
            <a:custGeom>
              <a:avLst/>
              <a:gdLst/>
              <a:ahLst/>
              <a:cxnLst/>
              <a:rect l="l" t="t" r="r" b="b"/>
              <a:pathLst>
                <a:path w="1843" h="1786" extrusionOk="0">
                  <a:moveTo>
                    <a:pt x="304" y="0"/>
                  </a:moveTo>
                  <a:cubicBezTo>
                    <a:pt x="233" y="0"/>
                    <a:pt x="162" y="27"/>
                    <a:pt x="108" y="79"/>
                  </a:cubicBezTo>
                  <a:cubicBezTo>
                    <a:pt x="1" y="186"/>
                    <a:pt x="4" y="362"/>
                    <a:pt x="108" y="470"/>
                  </a:cubicBezTo>
                  <a:lnTo>
                    <a:pt x="1347" y="1709"/>
                  </a:lnTo>
                  <a:cubicBezTo>
                    <a:pt x="1399" y="1758"/>
                    <a:pt x="1471" y="1786"/>
                    <a:pt x="1540" y="1786"/>
                  </a:cubicBezTo>
                  <a:cubicBezTo>
                    <a:pt x="1609" y="1786"/>
                    <a:pt x="1683" y="1758"/>
                    <a:pt x="1738" y="1709"/>
                  </a:cubicBezTo>
                  <a:cubicBezTo>
                    <a:pt x="1843" y="1601"/>
                    <a:pt x="1843" y="1425"/>
                    <a:pt x="1738" y="1318"/>
                  </a:cubicBezTo>
                  <a:lnTo>
                    <a:pt x="499" y="79"/>
                  </a:lnTo>
                  <a:cubicBezTo>
                    <a:pt x="445" y="27"/>
                    <a:pt x="375" y="0"/>
                    <a:pt x="3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3" name="Google Shape;2883;p101">
              <a:extLst>
                <a:ext uri="{FF2B5EF4-FFF2-40B4-BE49-F238E27FC236}">
                  <a16:creationId xmlns:a16="http://schemas.microsoft.com/office/drawing/2014/main" id="{7FCE1FDE-CCCA-2099-AF11-4CCC9E3F006E}"/>
                </a:ext>
              </a:extLst>
            </p:cNvPr>
            <p:cNvSpPr/>
            <p:nvPr/>
          </p:nvSpPr>
          <p:spPr>
            <a:xfrm>
              <a:off x="4915213" y="2202475"/>
              <a:ext cx="131350" cy="140100"/>
            </a:xfrm>
            <a:custGeom>
              <a:avLst/>
              <a:gdLst/>
              <a:ahLst/>
              <a:cxnLst/>
              <a:rect l="l" t="t" r="r" b="b"/>
              <a:pathLst>
                <a:path w="5254" h="5604" extrusionOk="0">
                  <a:moveTo>
                    <a:pt x="303" y="0"/>
                  </a:moveTo>
                  <a:cubicBezTo>
                    <a:pt x="233" y="0"/>
                    <a:pt x="162" y="27"/>
                    <a:pt x="108" y="81"/>
                  </a:cubicBezTo>
                  <a:cubicBezTo>
                    <a:pt x="1" y="188"/>
                    <a:pt x="3" y="362"/>
                    <a:pt x="108" y="469"/>
                  </a:cubicBezTo>
                  <a:lnTo>
                    <a:pt x="5201" y="5562"/>
                  </a:lnTo>
                  <a:cubicBezTo>
                    <a:pt x="5220" y="5578"/>
                    <a:pt x="5237" y="5592"/>
                    <a:pt x="5253" y="5603"/>
                  </a:cubicBezTo>
                  <a:cubicBezTo>
                    <a:pt x="5033" y="5325"/>
                    <a:pt x="4868" y="4868"/>
                    <a:pt x="4854" y="4436"/>
                  </a:cubicBezTo>
                  <a:lnTo>
                    <a:pt x="3739" y="3321"/>
                  </a:lnTo>
                  <a:lnTo>
                    <a:pt x="846" y="428"/>
                  </a:lnTo>
                  <a:lnTo>
                    <a:pt x="499" y="81"/>
                  </a:lnTo>
                  <a:cubicBezTo>
                    <a:pt x="445" y="27"/>
                    <a:pt x="374" y="0"/>
                    <a:pt x="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4" name="Google Shape;2884;p101">
              <a:extLst>
                <a:ext uri="{FF2B5EF4-FFF2-40B4-BE49-F238E27FC236}">
                  <a16:creationId xmlns:a16="http://schemas.microsoft.com/office/drawing/2014/main" id="{96871CAA-7350-46C4-E9EE-00B69B73F5DD}"/>
                </a:ext>
              </a:extLst>
            </p:cNvPr>
            <p:cNvSpPr/>
            <p:nvPr/>
          </p:nvSpPr>
          <p:spPr>
            <a:xfrm>
              <a:off x="4664138" y="2274850"/>
              <a:ext cx="46075" cy="44650"/>
            </a:xfrm>
            <a:custGeom>
              <a:avLst/>
              <a:gdLst/>
              <a:ahLst/>
              <a:cxnLst/>
              <a:rect l="l" t="t" r="r" b="b"/>
              <a:pathLst>
                <a:path w="1843" h="1786" extrusionOk="0">
                  <a:moveTo>
                    <a:pt x="301" y="1"/>
                  </a:moveTo>
                  <a:cubicBezTo>
                    <a:pt x="230" y="1"/>
                    <a:pt x="159" y="27"/>
                    <a:pt x="105" y="79"/>
                  </a:cubicBezTo>
                  <a:cubicBezTo>
                    <a:pt x="1" y="187"/>
                    <a:pt x="1" y="363"/>
                    <a:pt x="105" y="470"/>
                  </a:cubicBezTo>
                  <a:lnTo>
                    <a:pt x="1344" y="1709"/>
                  </a:lnTo>
                  <a:cubicBezTo>
                    <a:pt x="1397" y="1758"/>
                    <a:pt x="1465" y="1786"/>
                    <a:pt x="1540" y="1786"/>
                  </a:cubicBezTo>
                  <a:cubicBezTo>
                    <a:pt x="1608" y="1786"/>
                    <a:pt x="1680" y="1758"/>
                    <a:pt x="1735" y="1709"/>
                  </a:cubicBezTo>
                  <a:cubicBezTo>
                    <a:pt x="1842" y="1602"/>
                    <a:pt x="1842" y="1425"/>
                    <a:pt x="1735" y="1318"/>
                  </a:cubicBezTo>
                  <a:lnTo>
                    <a:pt x="496" y="79"/>
                  </a:lnTo>
                  <a:cubicBezTo>
                    <a:pt x="443" y="27"/>
                    <a:pt x="372" y="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5" name="Google Shape;2885;p101">
              <a:extLst>
                <a:ext uri="{FF2B5EF4-FFF2-40B4-BE49-F238E27FC236}">
                  <a16:creationId xmlns:a16="http://schemas.microsoft.com/office/drawing/2014/main" id="{8950967D-04AA-E56D-F45A-615C5DBDF91C}"/>
                </a:ext>
              </a:extLst>
            </p:cNvPr>
            <p:cNvSpPr/>
            <p:nvPr/>
          </p:nvSpPr>
          <p:spPr>
            <a:xfrm>
              <a:off x="4715763" y="2326350"/>
              <a:ext cx="138975" cy="137625"/>
            </a:xfrm>
            <a:custGeom>
              <a:avLst/>
              <a:gdLst/>
              <a:ahLst/>
              <a:cxnLst/>
              <a:rect l="l" t="t" r="r" b="b"/>
              <a:pathLst>
                <a:path w="5559" h="5505" extrusionOk="0">
                  <a:moveTo>
                    <a:pt x="301" y="1"/>
                  </a:moveTo>
                  <a:cubicBezTo>
                    <a:pt x="230" y="1"/>
                    <a:pt x="159" y="27"/>
                    <a:pt x="105" y="81"/>
                  </a:cubicBezTo>
                  <a:cubicBezTo>
                    <a:pt x="0" y="188"/>
                    <a:pt x="0" y="365"/>
                    <a:pt x="105" y="469"/>
                  </a:cubicBezTo>
                  <a:lnTo>
                    <a:pt x="1787" y="2149"/>
                  </a:lnTo>
                  <a:lnTo>
                    <a:pt x="4681" y="5045"/>
                  </a:lnTo>
                  <a:lnTo>
                    <a:pt x="5058" y="5425"/>
                  </a:lnTo>
                  <a:cubicBezTo>
                    <a:pt x="5113" y="5480"/>
                    <a:pt x="5182" y="5504"/>
                    <a:pt x="5256" y="5504"/>
                  </a:cubicBezTo>
                  <a:cubicBezTo>
                    <a:pt x="5325" y="5504"/>
                    <a:pt x="5396" y="5477"/>
                    <a:pt x="5451" y="5425"/>
                  </a:cubicBezTo>
                  <a:cubicBezTo>
                    <a:pt x="5559" y="5320"/>
                    <a:pt x="5559" y="5144"/>
                    <a:pt x="5451" y="5036"/>
                  </a:cubicBezTo>
                  <a:lnTo>
                    <a:pt x="5069" y="4654"/>
                  </a:lnTo>
                  <a:lnTo>
                    <a:pt x="2175" y="1760"/>
                  </a:lnTo>
                  <a:lnTo>
                    <a:pt x="496" y="81"/>
                  </a:lnTo>
                  <a:cubicBezTo>
                    <a:pt x="442" y="27"/>
                    <a:pt x="371" y="1"/>
                    <a:pt x="3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6" name="Google Shape;2886;p101">
              <a:extLst>
                <a:ext uri="{FF2B5EF4-FFF2-40B4-BE49-F238E27FC236}">
                  <a16:creationId xmlns:a16="http://schemas.microsoft.com/office/drawing/2014/main" id="{3FE862E5-593D-1A34-0845-123D88CE6C99}"/>
                </a:ext>
              </a:extLst>
            </p:cNvPr>
            <p:cNvSpPr/>
            <p:nvPr/>
          </p:nvSpPr>
          <p:spPr>
            <a:xfrm>
              <a:off x="4715688" y="2291950"/>
              <a:ext cx="49575" cy="48150"/>
            </a:xfrm>
            <a:custGeom>
              <a:avLst/>
              <a:gdLst/>
              <a:ahLst/>
              <a:cxnLst/>
              <a:rect l="l" t="t" r="r" b="b"/>
              <a:pathLst>
                <a:path w="1983" h="1926" extrusionOk="0">
                  <a:moveTo>
                    <a:pt x="301" y="0"/>
                  </a:moveTo>
                  <a:cubicBezTo>
                    <a:pt x="230" y="0"/>
                    <a:pt x="159" y="27"/>
                    <a:pt x="105" y="81"/>
                  </a:cubicBezTo>
                  <a:cubicBezTo>
                    <a:pt x="1" y="188"/>
                    <a:pt x="1" y="364"/>
                    <a:pt x="105" y="469"/>
                  </a:cubicBezTo>
                  <a:lnTo>
                    <a:pt x="1482" y="1845"/>
                  </a:lnTo>
                  <a:cubicBezTo>
                    <a:pt x="1537" y="1900"/>
                    <a:pt x="1606" y="1925"/>
                    <a:pt x="1680" y="1925"/>
                  </a:cubicBezTo>
                  <a:cubicBezTo>
                    <a:pt x="1749" y="1925"/>
                    <a:pt x="1820" y="1898"/>
                    <a:pt x="1876" y="1845"/>
                  </a:cubicBezTo>
                  <a:cubicBezTo>
                    <a:pt x="1983" y="1741"/>
                    <a:pt x="1983" y="1564"/>
                    <a:pt x="1876" y="1457"/>
                  </a:cubicBezTo>
                  <a:lnTo>
                    <a:pt x="499" y="81"/>
                  </a:lnTo>
                  <a:cubicBezTo>
                    <a:pt x="444" y="27"/>
                    <a:pt x="372"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7" name="Google Shape;2887;p101">
              <a:extLst>
                <a:ext uri="{FF2B5EF4-FFF2-40B4-BE49-F238E27FC236}">
                  <a16:creationId xmlns:a16="http://schemas.microsoft.com/office/drawing/2014/main" id="{DB8263A4-1174-4614-3F1E-41634253565A}"/>
                </a:ext>
              </a:extLst>
            </p:cNvPr>
            <p:cNvSpPr/>
            <p:nvPr/>
          </p:nvSpPr>
          <p:spPr>
            <a:xfrm>
              <a:off x="4770688" y="2347000"/>
              <a:ext cx="143250" cy="132800"/>
            </a:xfrm>
            <a:custGeom>
              <a:avLst/>
              <a:gdLst/>
              <a:ahLst/>
              <a:cxnLst/>
              <a:rect l="l" t="t" r="r" b="b"/>
              <a:pathLst>
                <a:path w="5730" h="5312" extrusionOk="0">
                  <a:moveTo>
                    <a:pt x="303" y="0"/>
                  </a:moveTo>
                  <a:cubicBezTo>
                    <a:pt x="232" y="0"/>
                    <a:pt x="161" y="27"/>
                    <a:pt x="108" y="81"/>
                  </a:cubicBezTo>
                  <a:cubicBezTo>
                    <a:pt x="0" y="188"/>
                    <a:pt x="3" y="365"/>
                    <a:pt x="108" y="469"/>
                  </a:cubicBezTo>
                  <a:lnTo>
                    <a:pt x="455" y="816"/>
                  </a:lnTo>
                  <a:lnTo>
                    <a:pt x="3351" y="3712"/>
                  </a:lnTo>
                  <a:lnTo>
                    <a:pt x="4383" y="4745"/>
                  </a:lnTo>
                  <a:cubicBezTo>
                    <a:pt x="4386" y="4745"/>
                    <a:pt x="4388" y="4745"/>
                    <a:pt x="4391" y="4745"/>
                  </a:cubicBezTo>
                  <a:cubicBezTo>
                    <a:pt x="4873" y="4745"/>
                    <a:pt x="5423" y="5008"/>
                    <a:pt x="5729" y="5312"/>
                  </a:cubicBezTo>
                  <a:lnTo>
                    <a:pt x="499" y="81"/>
                  </a:lnTo>
                  <a:cubicBezTo>
                    <a:pt x="445" y="27"/>
                    <a:pt x="374" y="0"/>
                    <a:pt x="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8" name="Google Shape;2888;p101">
              <a:extLst>
                <a:ext uri="{FF2B5EF4-FFF2-40B4-BE49-F238E27FC236}">
                  <a16:creationId xmlns:a16="http://schemas.microsoft.com/office/drawing/2014/main" id="{1E706DD4-3A90-6DBE-FACC-BA9CEF77A9E2}"/>
                </a:ext>
              </a:extLst>
            </p:cNvPr>
            <p:cNvSpPr/>
            <p:nvPr/>
          </p:nvSpPr>
          <p:spPr>
            <a:xfrm>
              <a:off x="4684663" y="2329800"/>
              <a:ext cx="46125" cy="44700"/>
            </a:xfrm>
            <a:custGeom>
              <a:avLst/>
              <a:gdLst/>
              <a:ahLst/>
              <a:cxnLst/>
              <a:rect l="l" t="t" r="r" b="b"/>
              <a:pathLst>
                <a:path w="1845" h="1788" extrusionOk="0">
                  <a:moveTo>
                    <a:pt x="303" y="0"/>
                  </a:moveTo>
                  <a:cubicBezTo>
                    <a:pt x="232" y="0"/>
                    <a:pt x="161" y="27"/>
                    <a:pt x="108" y="81"/>
                  </a:cubicBezTo>
                  <a:cubicBezTo>
                    <a:pt x="0" y="188"/>
                    <a:pt x="3" y="364"/>
                    <a:pt x="108" y="469"/>
                  </a:cubicBezTo>
                  <a:lnTo>
                    <a:pt x="1346" y="1708"/>
                  </a:lnTo>
                  <a:cubicBezTo>
                    <a:pt x="1401" y="1763"/>
                    <a:pt x="1470" y="1788"/>
                    <a:pt x="1542" y="1788"/>
                  </a:cubicBezTo>
                  <a:cubicBezTo>
                    <a:pt x="1611" y="1788"/>
                    <a:pt x="1685" y="1760"/>
                    <a:pt x="1740" y="1708"/>
                  </a:cubicBezTo>
                  <a:cubicBezTo>
                    <a:pt x="1845" y="1603"/>
                    <a:pt x="1845" y="1427"/>
                    <a:pt x="1740" y="1320"/>
                  </a:cubicBezTo>
                  <a:lnTo>
                    <a:pt x="498" y="81"/>
                  </a:lnTo>
                  <a:cubicBezTo>
                    <a:pt x="445" y="27"/>
                    <a:pt x="374" y="0"/>
                    <a:pt x="3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89" name="Google Shape;2889;p101">
              <a:extLst>
                <a:ext uri="{FF2B5EF4-FFF2-40B4-BE49-F238E27FC236}">
                  <a16:creationId xmlns:a16="http://schemas.microsoft.com/office/drawing/2014/main" id="{21314B10-965F-542C-5CDD-027B7787EBA9}"/>
                </a:ext>
              </a:extLst>
            </p:cNvPr>
            <p:cNvSpPr/>
            <p:nvPr/>
          </p:nvSpPr>
          <p:spPr>
            <a:xfrm>
              <a:off x="4736263" y="2381400"/>
              <a:ext cx="131350" cy="140100"/>
            </a:xfrm>
            <a:custGeom>
              <a:avLst/>
              <a:gdLst/>
              <a:ahLst/>
              <a:cxnLst/>
              <a:rect l="l" t="t" r="r" b="b"/>
              <a:pathLst>
                <a:path w="5254" h="5604" extrusionOk="0">
                  <a:moveTo>
                    <a:pt x="304" y="1"/>
                  </a:moveTo>
                  <a:cubicBezTo>
                    <a:pt x="233" y="1"/>
                    <a:pt x="162" y="28"/>
                    <a:pt x="108" y="82"/>
                  </a:cubicBezTo>
                  <a:cubicBezTo>
                    <a:pt x="1" y="189"/>
                    <a:pt x="4" y="365"/>
                    <a:pt x="108" y="470"/>
                  </a:cubicBezTo>
                  <a:lnTo>
                    <a:pt x="5201" y="5563"/>
                  </a:lnTo>
                  <a:cubicBezTo>
                    <a:pt x="5220" y="5582"/>
                    <a:pt x="5237" y="5596"/>
                    <a:pt x="5254" y="5604"/>
                  </a:cubicBezTo>
                  <a:cubicBezTo>
                    <a:pt x="5033" y="5326"/>
                    <a:pt x="4868" y="4869"/>
                    <a:pt x="4854" y="4437"/>
                  </a:cubicBezTo>
                  <a:lnTo>
                    <a:pt x="3739" y="3322"/>
                  </a:lnTo>
                  <a:lnTo>
                    <a:pt x="846" y="428"/>
                  </a:lnTo>
                  <a:lnTo>
                    <a:pt x="499" y="82"/>
                  </a:lnTo>
                  <a:cubicBezTo>
                    <a:pt x="445" y="28"/>
                    <a:pt x="375" y="1"/>
                    <a:pt x="3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90" name="Google Shape;2890;p101">
              <a:extLst>
                <a:ext uri="{FF2B5EF4-FFF2-40B4-BE49-F238E27FC236}">
                  <a16:creationId xmlns:a16="http://schemas.microsoft.com/office/drawing/2014/main" id="{9D7121DC-5656-7D9F-5F82-3D0242EC72C0}"/>
                </a:ext>
              </a:extLst>
            </p:cNvPr>
            <p:cNvSpPr/>
            <p:nvPr/>
          </p:nvSpPr>
          <p:spPr>
            <a:xfrm>
              <a:off x="5003038" y="2440000"/>
              <a:ext cx="107400" cy="96300"/>
            </a:xfrm>
            <a:custGeom>
              <a:avLst/>
              <a:gdLst/>
              <a:ahLst/>
              <a:cxnLst/>
              <a:rect l="l" t="t" r="r" b="b"/>
              <a:pathLst>
                <a:path w="4296" h="3852" extrusionOk="0">
                  <a:moveTo>
                    <a:pt x="3442" y="91"/>
                  </a:moveTo>
                  <a:cubicBezTo>
                    <a:pt x="3469" y="119"/>
                    <a:pt x="3491" y="144"/>
                    <a:pt x="3516" y="171"/>
                  </a:cubicBezTo>
                  <a:cubicBezTo>
                    <a:pt x="3541" y="198"/>
                    <a:pt x="3564" y="226"/>
                    <a:pt x="3587" y="254"/>
                  </a:cubicBezTo>
                  <a:lnTo>
                    <a:pt x="3587" y="254"/>
                  </a:lnTo>
                  <a:cubicBezTo>
                    <a:pt x="3542" y="198"/>
                    <a:pt x="3494" y="144"/>
                    <a:pt x="3442" y="91"/>
                  </a:cubicBezTo>
                  <a:close/>
                  <a:moveTo>
                    <a:pt x="389" y="3271"/>
                  </a:moveTo>
                  <a:lnTo>
                    <a:pt x="389" y="3271"/>
                  </a:lnTo>
                  <a:cubicBezTo>
                    <a:pt x="446" y="3326"/>
                    <a:pt x="510" y="3376"/>
                    <a:pt x="573" y="3422"/>
                  </a:cubicBezTo>
                  <a:cubicBezTo>
                    <a:pt x="573" y="3422"/>
                    <a:pt x="573" y="3422"/>
                    <a:pt x="573" y="3422"/>
                  </a:cubicBezTo>
                  <a:lnTo>
                    <a:pt x="573" y="3422"/>
                  </a:lnTo>
                  <a:cubicBezTo>
                    <a:pt x="515" y="3379"/>
                    <a:pt x="459" y="3334"/>
                    <a:pt x="405" y="3285"/>
                  </a:cubicBezTo>
                  <a:cubicBezTo>
                    <a:pt x="400" y="3282"/>
                    <a:pt x="394" y="3274"/>
                    <a:pt x="389" y="3271"/>
                  </a:cubicBezTo>
                  <a:close/>
                  <a:moveTo>
                    <a:pt x="2428" y="0"/>
                  </a:moveTo>
                  <a:cubicBezTo>
                    <a:pt x="1918" y="0"/>
                    <a:pt x="1405" y="179"/>
                    <a:pt x="991" y="543"/>
                  </a:cubicBezTo>
                  <a:cubicBezTo>
                    <a:pt x="155" y="1275"/>
                    <a:pt x="0" y="2508"/>
                    <a:pt x="573" y="3422"/>
                  </a:cubicBezTo>
                  <a:lnTo>
                    <a:pt x="573" y="3422"/>
                  </a:lnTo>
                  <a:cubicBezTo>
                    <a:pt x="962" y="3710"/>
                    <a:pt x="1423" y="3852"/>
                    <a:pt x="1886" y="3852"/>
                  </a:cubicBezTo>
                  <a:cubicBezTo>
                    <a:pt x="2451" y="3852"/>
                    <a:pt x="3015" y="3640"/>
                    <a:pt x="3444" y="3210"/>
                  </a:cubicBezTo>
                  <a:cubicBezTo>
                    <a:pt x="4247" y="2400"/>
                    <a:pt x="4295" y="1119"/>
                    <a:pt x="3587" y="254"/>
                  </a:cubicBezTo>
                  <a:lnTo>
                    <a:pt x="3587" y="254"/>
                  </a:lnTo>
                  <a:cubicBezTo>
                    <a:pt x="3628" y="305"/>
                    <a:pt x="3667" y="357"/>
                    <a:pt x="3703" y="411"/>
                  </a:cubicBezTo>
                  <a:cubicBezTo>
                    <a:pt x="3367" y="171"/>
                    <a:pt x="2982" y="33"/>
                    <a:pt x="2588" y="6"/>
                  </a:cubicBezTo>
                  <a:cubicBezTo>
                    <a:pt x="2535" y="2"/>
                    <a:pt x="2482" y="0"/>
                    <a:pt x="242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91" name="Google Shape;2891;p101">
              <a:extLst>
                <a:ext uri="{FF2B5EF4-FFF2-40B4-BE49-F238E27FC236}">
                  <a16:creationId xmlns:a16="http://schemas.microsoft.com/office/drawing/2014/main" id="{53F887A3-724A-A4B5-1DFF-6CFAAC764C8F}"/>
                </a:ext>
              </a:extLst>
            </p:cNvPr>
            <p:cNvSpPr/>
            <p:nvPr/>
          </p:nvSpPr>
          <p:spPr>
            <a:xfrm>
              <a:off x="4985613" y="2417350"/>
              <a:ext cx="110025" cy="108075"/>
            </a:xfrm>
            <a:custGeom>
              <a:avLst/>
              <a:gdLst/>
              <a:ahLst/>
              <a:cxnLst/>
              <a:rect l="l" t="t" r="r" b="b"/>
              <a:pathLst>
                <a:path w="4401" h="4323" extrusionOk="0">
                  <a:moveTo>
                    <a:pt x="1680" y="0"/>
                  </a:moveTo>
                  <a:cubicBezTo>
                    <a:pt x="1591" y="0"/>
                    <a:pt x="1502" y="5"/>
                    <a:pt x="1416" y="14"/>
                  </a:cubicBezTo>
                  <a:cubicBezTo>
                    <a:pt x="1044" y="56"/>
                    <a:pt x="711" y="185"/>
                    <a:pt x="458" y="433"/>
                  </a:cubicBezTo>
                  <a:cubicBezTo>
                    <a:pt x="207" y="683"/>
                    <a:pt x="78" y="1019"/>
                    <a:pt x="39" y="1391"/>
                  </a:cubicBezTo>
                  <a:cubicBezTo>
                    <a:pt x="1" y="1735"/>
                    <a:pt x="42" y="2109"/>
                    <a:pt x="139" y="2476"/>
                  </a:cubicBezTo>
                  <a:cubicBezTo>
                    <a:pt x="306" y="3117"/>
                    <a:pt x="642" y="3734"/>
                    <a:pt x="1022" y="4111"/>
                  </a:cubicBezTo>
                  <a:cubicBezTo>
                    <a:pt x="1044" y="4133"/>
                    <a:pt x="1064" y="4152"/>
                    <a:pt x="1086" y="4171"/>
                  </a:cubicBezTo>
                  <a:cubicBezTo>
                    <a:pt x="1143" y="4224"/>
                    <a:pt x="1209" y="4273"/>
                    <a:pt x="1270" y="4323"/>
                  </a:cubicBezTo>
                  <a:cubicBezTo>
                    <a:pt x="697" y="3406"/>
                    <a:pt x="852" y="2173"/>
                    <a:pt x="1688" y="1441"/>
                  </a:cubicBezTo>
                  <a:cubicBezTo>
                    <a:pt x="2102" y="1077"/>
                    <a:pt x="2615" y="898"/>
                    <a:pt x="3125" y="898"/>
                  </a:cubicBezTo>
                  <a:cubicBezTo>
                    <a:pt x="3179" y="898"/>
                    <a:pt x="3232" y="900"/>
                    <a:pt x="3285" y="904"/>
                  </a:cubicBezTo>
                  <a:cubicBezTo>
                    <a:pt x="3679" y="931"/>
                    <a:pt x="4064" y="1074"/>
                    <a:pt x="4400" y="1311"/>
                  </a:cubicBezTo>
                  <a:cubicBezTo>
                    <a:pt x="4323" y="1198"/>
                    <a:pt x="4238" y="1091"/>
                    <a:pt x="4139" y="992"/>
                  </a:cubicBezTo>
                  <a:cubicBezTo>
                    <a:pt x="3756" y="615"/>
                    <a:pt x="3142" y="282"/>
                    <a:pt x="2503" y="114"/>
                  </a:cubicBezTo>
                  <a:cubicBezTo>
                    <a:pt x="2227" y="41"/>
                    <a:pt x="1948" y="0"/>
                    <a:pt x="16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92" name="Google Shape;2892;p101">
              <a:extLst>
                <a:ext uri="{FF2B5EF4-FFF2-40B4-BE49-F238E27FC236}">
                  <a16:creationId xmlns:a16="http://schemas.microsoft.com/office/drawing/2014/main" id="{7BB991EE-CF1B-D4BC-A808-9920EC688FFC}"/>
                </a:ext>
              </a:extLst>
            </p:cNvPr>
            <p:cNvSpPr/>
            <p:nvPr/>
          </p:nvSpPr>
          <p:spPr>
            <a:xfrm>
              <a:off x="5041513" y="2302225"/>
              <a:ext cx="63200" cy="51625"/>
            </a:xfrm>
            <a:custGeom>
              <a:avLst/>
              <a:gdLst/>
              <a:ahLst/>
              <a:cxnLst/>
              <a:rect l="l" t="t" r="r" b="b"/>
              <a:pathLst>
                <a:path w="2528" h="2065" extrusionOk="0">
                  <a:moveTo>
                    <a:pt x="287" y="1715"/>
                  </a:moveTo>
                  <a:cubicBezTo>
                    <a:pt x="287" y="1717"/>
                    <a:pt x="288" y="1717"/>
                    <a:pt x="290" y="1718"/>
                  </a:cubicBezTo>
                  <a:lnTo>
                    <a:pt x="290" y="1718"/>
                  </a:lnTo>
                  <a:cubicBezTo>
                    <a:pt x="289" y="1717"/>
                    <a:pt x="288" y="1716"/>
                    <a:pt x="287" y="1715"/>
                  </a:cubicBezTo>
                  <a:close/>
                  <a:moveTo>
                    <a:pt x="2104" y="0"/>
                  </a:moveTo>
                  <a:cubicBezTo>
                    <a:pt x="2211" y="121"/>
                    <a:pt x="2285" y="262"/>
                    <a:pt x="2335" y="410"/>
                  </a:cubicBezTo>
                  <a:cubicBezTo>
                    <a:pt x="2247" y="333"/>
                    <a:pt x="2156" y="270"/>
                    <a:pt x="2057" y="217"/>
                  </a:cubicBezTo>
                  <a:cubicBezTo>
                    <a:pt x="1835" y="101"/>
                    <a:pt x="1588" y="33"/>
                    <a:pt x="1343" y="33"/>
                  </a:cubicBezTo>
                  <a:cubicBezTo>
                    <a:pt x="1242" y="33"/>
                    <a:pt x="1142" y="45"/>
                    <a:pt x="1044" y="69"/>
                  </a:cubicBezTo>
                  <a:cubicBezTo>
                    <a:pt x="377" y="234"/>
                    <a:pt x="0" y="944"/>
                    <a:pt x="240" y="1591"/>
                  </a:cubicBezTo>
                  <a:cubicBezTo>
                    <a:pt x="256" y="1633"/>
                    <a:pt x="273" y="1677"/>
                    <a:pt x="295" y="1721"/>
                  </a:cubicBezTo>
                  <a:cubicBezTo>
                    <a:pt x="293" y="1720"/>
                    <a:pt x="291" y="1719"/>
                    <a:pt x="290" y="1718"/>
                  </a:cubicBezTo>
                  <a:lnTo>
                    <a:pt x="290" y="1718"/>
                  </a:lnTo>
                  <a:cubicBezTo>
                    <a:pt x="524" y="1950"/>
                    <a:pt x="847" y="2065"/>
                    <a:pt x="1170" y="2065"/>
                  </a:cubicBezTo>
                  <a:cubicBezTo>
                    <a:pt x="1495" y="2065"/>
                    <a:pt x="1820" y="1949"/>
                    <a:pt x="2057" y="1715"/>
                  </a:cubicBezTo>
                  <a:cubicBezTo>
                    <a:pt x="2511" y="1261"/>
                    <a:pt x="2528" y="476"/>
                    <a:pt x="21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93" name="Google Shape;2893;p101">
              <a:extLst>
                <a:ext uri="{FF2B5EF4-FFF2-40B4-BE49-F238E27FC236}">
                  <a16:creationId xmlns:a16="http://schemas.microsoft.com/office/drawing/2014/main" id="{2B486ACF-5239-5CF3-EE08-013B6EB32406}"/>
                </a:ext>
              </a:extLst>
            </p:cNvPr>
            <p:cNvSpPr/>
            <p:nvPr/>
          </p:nvSpPr>
          <p:spPr>
            <a:xfrm>
              <a:off x="5092863" y="2300825"/>
              <a:ext cx="1175" cy="1350"/>
            </a:xfrm>
            <a:custGeom>
              <a:avLst/>
              <a:gdLst/>
              <a:ahLst/>
              <a:cxnLst/>
              <a:rect l="l" t="t" r="r" b="b"/>
              <a:pathLst>
                <a:path w="47" h="54" extrusionOk="0">
                  <a:moveTo>
                    <a:pt x="0" y="1"/>
                  </a:moveTo>
                  <a:cubicBezTo>
                    <a:pt x="17" y="17"/>
                    <a:pt x="30" y="37"/>
                    <a:pt x="47" y="53"/>
                  </a:cubicBezTo>
                  <a:cubicBezTo>
                    <a:pt x="30" y="37"/>
                    <a:pt x="17" y="17"/>
                    <a:pt x="0" y="1"/>
                  </a:cubicBezTo>
                  <a:close/>
                </a:path>
              </a:pathLst>
            </a:custGeom>
            <a:solidFill>
              <a:srgbClr val="D4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94" name="Google Shape;2894;p101">
              <a:extLst>
                <a:ext uri="{FF2B5EF4-FFF2-40B4-BE49-F238E27FC236}">
                  <a16:creationId xmlns:a16="http://schemas.microsoft.com/office/drawing/2014/main" id="{768BEDD3-E8B4-49A6-6359-20556FCCC305}"/>
                </a:ext>
              </a:extLst>
            </p:cNvPr>
            <p:cNvSpPr/>
            <p:nvPr/>
          </p:nvSpPr>
          <p:spPr>
            <a:xfrm>
              <a:off x="5036213" y="2286650"/>
              <a:ext cx="63625" cy="58525"/>
            </a:xfrm>
            <a:custGeom>
              <a:avLst/>
              <a:gdLst/>
              <a:ahLst/>
              <a:cxnLst/>
              <a:rect l="l" t="t" r="r" b="b"/>
              <a:pathLst>
                <a:path w="2545" h="2341" extrusionOk="0">
                  <a:moveTo>
                    <a:pt x="920" y="1"/>
                  </a:moveTo>
                  <a:cubicBezTo>
                    <a:pt x="672" y="1"/>
                    <a:pt x="444" y="72"/>
                    <a:pt x="276" y="238"/>
                  </a:cubicBezTo>
                  <a:cubicBezTo>
                    <a:pt x="77" y="439"/>
                    <a:pt x="0" y="744"/>
                    <a:pt x="14" y="1072"/>
                  </a:cubicBezTo>
                  <a:cubicBezTo>
                    <a:pt x="28" y="1501"/>
                    <a:pt x="193" y="1958"/>
                    <a:pt x="413" y="2236"/>
                  </a:cubicBezTo>
                  <a:cubicBezTo>
                    <a:pt x="441" y="2272"/>
                    <a:pt x="468" y="2305"/>
                    <a:pt x="499" y="2333"/>
                  </a:cubicBezTo>
                  <a:cubicBezTo>
                    <a:pt x="502" y="2336"/>
                    <a:pt x="504" y="2337"/>
                    <a:pt x="506" y="2338"/>
                  </a:cubicBezTo>
                  <a:lnTo>
                    <a:pt x="506" y="2338"/>
                  </a:lnTo>
                  <a:cubicBezTo>
                    <a:pt x="484" y="2295"/>
                    <a:pt x="468" y="2255"/>
                    <a:pt x="452" y="2209"/>
                  </a:cubicBezTo>
                  <a:cubicBezTo>
                    <a:pt x="210" y="1567"/>
                    <a:pt x="587" y="854"/>
                    <a:pt x="1256" y="689"/>
                  </a:cubicBezTo>
                  <a:cubicBezTo>
                    <a:pt x="1354" y="665"/>
                    <a:pt x="1454" y="654"/>
                    <a:pt x="1555" y="654"/>
                  </a:cubicBezTo>
                  <a:cubicBezTo>
                    <a:pt x="1800" y="654"/>
                    <a:pt x="2047" y="721"/>
                    <a:pt x="2269" y="838"/>
                  </a:cubicBezTo>
                  <a:cubicBezTo>
                    <a:pt x="2368" y="887"/>
                    <a:pt x="2459" y="953"/>
                    <a:pt x="2544" y="1025"/>
                  </a:cubicBezTo>
                  <a:cubicBezTo>
                    <a:pt x="2492" y="879"/>
                    <a:pt x="2417" y="736"/>
                    <a:pt x="2313" y="618"/>
                  </a:cubicBezTo>
                  <a:cubicBezTo>
                    <a:pt x="2299" y="598"/>
                    <a:pt x="2283" y="582"/>
                    <a:pt x="2266" y="565"/>
                  </a:cubicBezTo>
                  <a:cubicBezTo>
                    <a:pt x="1958" y="262"/>
                    <a:pt x="1404" y="1"/>
                    <a:pt x="920" y="1"/>
                  </a:cubicBezTo>
                  <a:close/>
                  <a:moveTo>
                    <a:pt x="506" y="2338"/>
                  </a:moveTo>
                  <a:cubicBezTo>
                    <a:pt x="506" y="2339"/>
                    <a:pt x="506" y="2340"/>
                    <a:pt x="507" y="2341"/>
                  </a:cubicBezTo>
                  <a:cubicBezTo>
                    <a:pt x="507" y="2340"/>
                    <a:pt x="506" y="2339"/>
                    <a:pt x="506" y="233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95" name="Google Shape;2895;p101">
              <a:extLst>
                <a:ext uri="{FF2B5EF4-FFF2-40B4-BE49-F238E27FC236}">
                  <a16:creationId xmlns:a16="http://schemas.microsoft.com/office/drawing/2014/main" id="{545AB083-DC0E-E298-0C6A-291F24531FCD}"/>
                </a:ext>
              </a:extLst>
            </p:cNvPr>
            <p:cNvSpPr/>
            <p:nvPr/>
          </p:nvSpPr>
          <p:spPr>
            <a:xfrm>
              <a:off x="4862563" y="2481150"/>
              <a:ext cx="63200" cy="51650"/>
            </a:xfrm>
            <a:custGeom>
              <a:avLst/>
              <a:gdLst/>
              <a:ahLst/>
              <a:cxnLst/>
              <a:rect l="l" t="t" r="r" b="b"/>
              <a:pathLst>
                <a:path w="2528" h="2066" extrusionOk="0">
                  <a:moveTo>
                    <a:pt x="287" y="1716"/>
                  </a:moveTo>
                  <a:cubicBezTo>
                    <a:pt x="287" y="1718"/>
                    <a:pt x="288" y="1718"/>
                    <a:pt x="290" y="1719"/>
                  </a:cubicBezTo>
                  <a:lnTo>
                    <a:pt x="290" y="1719"/>
                  </a:lnTo>
                  <a:cubicBezTo>
                    <a:pt x="289" y="1718"/>
                    <a:pt x="288" y="1717"/>
                    <a:pt x="287" y="1716"/>
                  </a:cubicBezTo>
                  <a:close/>
                  <a:moveTo>
                    <a:pt x="2104" y="1"/>
                  </a:moveTo>
                  <a:cubicBezTo>
                    <a:pt x="2206" y="119"/>
                    <a:pt x="2280" y="259"/>
                    <a:pt x="2332" y="408"/>
                  </a:cubicBezTo>
                  <a:cubicBezTo>
                    <a:pt x="2247" y="334"/>
                    <a:pt x="2156" y="270"/>
                    <a:pt x="2057" y="218"/>
                  </a:cubicBezTo>
                  <a:cubicBezTo>
                    <a:pt x="1835" y="101"/>
                    <a:pt x="1588" y="34"/>
                    <a:pt x="1343" y="34"/>
                  </a:cubicBezTo>
                  <a:cubicBezTo>
                    <a:pt x="1242" y="34"/>
                    <a:pt x="1142" y="45"/>
                    <a:pt x="1044" y="70"/>
                  </a:cubicBezTo>
                  <a:cubicBezTo>
                    <a:pt x="378" y="235"/>
                    <a:pt x="1" y="945"/>
                    <a:pt x="240" y="1592"/>
                  </a:cubicBezTo>
                  <a:cubicBezTo>
                    <a:pt x="257" y="1633"/>
                    <a:pt x="273" y="1677"/>
                    <a:pt x="295" y="1721"/>
                  </a:cubicBezTo>
                  <a:cubicBezTo>
                    <a:pt x="293" y="1720"/>
                    <a:pt x="291" y="1720"/>
                    <a:pt x="290" y="1719"/>
                  </a:cubicBezTo>
                  <a:lnTo>
                    <a:pt x="290" y="1719"/>
                  </a:lnTo>
                  <a:cubicBezTo>
                    <a:pt x="524" y="1951"/>
                    <a:pt x="847" y="2065"/>
                    <a:pt x="1171" y="2065"/>
                  </a:cubicBezTo>
                  <a:cubicBezTo>
                    <a:pt x="1495" y="2065"/>
                    <a:pt x="1820" y="1950"/>
                    <a:pt x="2057" y="1716"/>
                  </a:cubicBezTo>
                  <a:cubicBezTo>
                    <a:pt x="2511" y="1262"/>
                    <a:pt x="2528" y="477"/>
                    <a:pt x="21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96" name="Google Shape;2896;p101">
              <a:extLst>
                <a:ext uri="{FF2B5EF4-FFF2-40B4-BE49-F238E27FC236}">
                  <a16:creationId xmlns:a16="http://schemas.microsoft.com/office/drawing/2014/main" id="{00024FE2-B7B2-6E1C-1B60-E257E3EA2796}"/>
                </a:ext>
              </a:extLst>
            </p:cNvPr>
            <p:cNvSpPr/>
            <p:nvPr/>
          </p:nvSpPr>
          <p:spPr>
            <a:xfrm>
              <a:off x="4913913" y="2479850"/>
              <a:ext cx="1200" cy="1250"/>
            </a:xfrm>
            <a:custGeom>
              <a:avLst/>
              <a:gdLst/>
              <a:ahLst/>
              <a:cxnLst/>
              <a:rect l="l" t="t" r="r" b="b"/>
              <a:pathLst>
                <a:path w="48" h="50" extrusionOk="0">
                  <a:moveTo>
                    <a:pt x="0" y="0"/>
                  </a:moveTo>
                  <a:cubicBezTo>
                    <a:pt x="17" y="14"/>
                    <a:pt x="31" y="33"/>
                    <a:pt x="47" y="50"/>
                  </a:cubicBezTo>
                  <a:cubicBezTo>
                    <a:pt x="33" y="33"/>
                    <a:pt x="17" y="14"/>
                    <a:pt x="0" y="0"/>
                  </a:cubicBezTo>
                  <a:close/>
                </a:path>
              </a:pathLst>
            </a:custGeom>
            <a:solidFill>
              <a:srgbClr val="D4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97" name="Google Shape;2897;p101">
              <a:extLst>
                <a:ext uri="{FF2B5EF4-FFF2-40B4-BE49-F238E27FC236}">
                  <a16:creationId xmlns:a16="http://schemas.microsoft.com/office/drawing/2014/main" id="{4C18EBC6-73CD-AA05-CBC7-FCF8D8671E40}"/>
                </a:ext>
              </a:extLst>
            </p:cNvPr>
            <p:cNvSpPr/>
            <p:nvPr/>
          </p:nvSpPr>
          <p:spPr>
            <a:xfrm>
              <a:off x="4857263" y="2465600"/>
              <a:ext cx="63625" cy="58450"/>
            </a:xfrm>
            <a:custGeom>
              <a:avLst/>
              <a:gdLst/>
              <a:ahLst/>
              <a:cxnLst/>
              <a:rect l="l" t="t" r="r" b="b"/>
              <a:pathLst>
                <a:path w="2545" h="2338" extrusionOk="0">
                  <a:moveTo>
                    <a:pt x="935" y="0"/>
                  </a:moveTo>
                  <a:cubicBezTo>
                    <a:pt x="930" y="0"/>
                    <a:pt x="925" y="0"/>
                    <a:pt x="920" y="1"/>
                  </a:cubicBezTo>
                  <a:cubicBezTo>
                    <a:pt x="672" y="1"/>
                    <a:pt x="444" y="72"/>
                    <a:pt x="276" y="237"/>
                  </a:cubicBezTo>
                  <a:cubicBezTo>
                    <a:pt x="78" y="436"/>
                    <a:pt x="1" y="744"/>
                    <a:pt x="14" y="1066"/>
                  </a:cubicBezTo>
                  <a:cubicBezTo>
                    <a:pt x="28" y="1495"/>
                    <a:pt x="193" y="1955"/>
                    <a:pt x="414" y="2233"/>
                  </a:cubicBezTo>
                  <a:cubicBezTo>
                    <a:pt x="441" y="2269"/>
                    <a:pt x="469" y="2302"/>
                    <a:pt x="499" y="2330"/>
                  </a:cubicBezTo>
                  <a:lnTo>
                    <a:pt x="507" y="2338"/>
                  </a:lnTo>
                  <a:cubicBezTo>
                    <a:pt x="485" y="2297"/>
                    <a:pt x="469" y="2255"/>
                    <a:pt x="452" y="2214"/>
                  </a:cubicBezTo>
                  <a:cubicBezTo>
                    <a:pt x="210" y="1570"/>
                    <a:pt x="587" y="857"/>
                    <a:pt x="1256" y="692"/>
                  </a:cubicBezTo>
                  <a:cubicBezTo>
                    <a:pt x="1354" y="667"/>
                    <a:pt x="1454" y="656"/>
                    <a:pt x="1555" y="656"/>
                  </a:cubicBezTo>
                  <a:cubicBezTo>
                    <a:pt x="1800" y="656"/>
                    <a:pt x="2047" y="723"/>
                    <a:pt x="2269" y="840"/>
                  </a:cubicBezTo>
                  <a:cubicBezTo>
                    <a:pt x="2368" y="890"/>
                    <a:pt x="2459" y="956"/>
                    <a:pt x="2544" y="1027"/>
                  </a:cubicBezTo>
                  <a:cubicBezTo>
                    <a:pt x="2492" y="881"/>
                    <a:pt x="2418" y="738"/>
                    <a:pt x="2313" y="620"/>
                  </a:cubicBezTo>
                  <a:cubicBezTo>
                    <a:pt x="2299" y="601"/>
                    <a:pt x="2283" y="584"/>
                    <a:pt x="2266" y="568"/>
                  </a:cubicBezTo>
                  <a:cubicBezTo>
                    <a:pt x="1961" y="265"/>
                    <a:pt x="1416" y="0"/>
                    <a:pt x="9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Tree>
    <p:extLst>
      <p:ext uri="{BB962C8B-B14F-4D97-AF65-F5344CB8AC3E}">
        <p14:creationId xmlns:p14="http://schemas.microsoft.com/office/powerpoint/2010/main" val="1725546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85">
          <a:extLst>
            <a:ext uri="{FF2B5EF4-FFF2-40B4-BE49-F238E27FC236}">
              <a16:creationId xmlns:a16="http://schemas.microsoft.com/office/drawing/2014/main" id="{F1008103-0387-0BAA-C301-2644F5291D5B}"/>
            </a:ext>
          </a:extLst>
        </p:cNvPr>
        <p:cNvGrpSpPr/>
        <p:nvPr/>
      </p:nvGrpSpPr>
      <p:grpSpPr>
        <a:xfrm>
          <a:off x="0" y="0"/>
          <a:ext cx="0" cy="0"/>
          <a:chOff x="0" y="0"/>
          <a:chExt cx="0" cy="0"/>
        </a:xfrm>
      </p:grpSpPr>
      <p:sp>
        <p:nvSpPr>
          <p:cNvPr id="3586" name="Google Shape;3586;p115">
            <a:extLst>
              <a:ext uri="{FF2B5EF4-FFF2-40B4-BE49-F238E27FC236}">
                <a16:creationId xmlns:a16="http://schemas.microsoft.com/office/drawing/2014/main" id="{81826174-1D9A-F902-7A7B-AF45E60092EF}"/>
              </a:ext>
            </a:extLst>
          </p:cNvPr>
          <p:cNvSpPr txBox="1">
            <a:spLocks noGrp="1"/>
          </p:cNvSpPr>
          <p:nvPr>
            <p:ph type="ctrTitle"/>
          </p:nvPr>
        </p:nvSpPr>
        <p:spPr>
          <a:xfrm>
            <a:off x="4546122" y="1573069"/>
            <a:ext cx="4188791" cy="132422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DE" noProof="1"/>
              <a:t>Dankeschön!</a:t>
            </a:r>
            <a:endParaRPr lang="de-DE" b="1" noProof="1">
              <a:latin typeface="Titillium Web"/>
              <a:ea typeface="Titillium Web"/>
              <a:cs typeface="Titillium Web"/>
              <a:sym typeface="Titillium Web"/>
            </a:endParaRPr>
          </a:p>
        </p:txBody>
      </p:sp>
      <p:sp>
        <p:nvSpPr>
          <p:cNvPr id="3587" name="Google Shape;3587;p115">
            <a:extLst>
              <a:ext uri="{FF2B5EF4-FFF2-40B4-BE49-F238E27FC236}">
                <a16:creationId xmlns:a16="http://schemas.microsoft.com/office/drawing/2014/main" id="{CC5EA64B-0FCD-79EC-A5DF-9F7F1520B329}"/>
              </a:ext>
            </a:extLst>
          </p:cNvPr>
          <p:cNvSpPr txBox="1">
            <a:spLocks noGrp="1"/>
          </p:cNvSpPr>
          <p:nvPr>
            <p:ph type="subTitle" idx="1"/>
          </p:nvPr>
        </p:nvSpPr>
        <p:spPr>
          <a:xfrm>
            <a:off x="4629088" y="2682468"/>
            <a:ext cx="3102900" cy="117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de-DE" sz="1800" noProof="1"/>
              <a:t>Gibt es Fragen?</a:t>
            </a:r>
          </a:p>
        </p:txBody>
      </p:sp>
      <p:grpSp>
        <p:nvGrpSpPr>
          <p:cNvPr id="3634" name="Google Shape;3634;p115">
            <a:extLst>
              <a:ext uri="{FF2B5EF4-FFF2-40B4-BE49-F238E27FC236}">
                <a16:creationId xmlns:a16="http://schemas.microsoft.com/office/drawing/2014/main" id="{21D2982B-D5CE-594B-FE25-B06F4EDE8A4C}"/>
              </a:ext>
            </a:extLst>
          </p:cNvPr>
          <p:cNvGrpSpPr/>
          <p:nvPr/>
        </p:nvGrpSpPr>
        <p:grpSpPr>
          <a:xfrm>
            <a:off x="3906175" y="1693175"/>
            <a:ext cx="632425" cy="1372350"/>
            <a:chOff x="3906175" y="1693175"/>
            <a:chExt cx="632425" cy="1372350"/>
          </a:xfrm>
        </p:grpSpPr>
        <p:sp>
          <p:nvSpPr>
            <p:cNvPr id="3635" name="Google Shape;3635;p115">
              <a:extLst>
                <a:ext uri="{FF2B5EF4-FFF2-40B4-BE49-F238E27FC236}">
                  <a16:creationId xmlns:a16="http://schemas.microsoft.com/office/drawing/2014/main" id="{054D80EE-FC6D-3C66-4166-46312DCFCFDA}"/>
                </a:ext>
              </a:extLst>
            </p:cNvPr>
            <p:cNvSpPr/>
            <p:nvPr/>
          </p:nvSpPr>
          <p:spPr>
            <a:xfrm rot="10800000">
              <a:off x="4262300" y="1693175"/>
              <a:ext cx="276300" cy="276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636" name="Google Shape;3636;p115">
              <a:extLst>
                <a:ext uri="{FF2B5EF4-FFF2-40B4-BE49-F238E27FC236}">
                  <a16:creationId xmlns:a16="http://schemas.microsoft.com/office/drawing/2014/main" id="{0478CABB-7BE0-38E3-784C-A442655C3FDB}"/>
                </a:ext>
              </a:extLst>
            </p:cNvPr>
            <p:cNvSpPr/>
            <p:nvPr/>
          </p:nvSpPr>
          <p:spPr>
            <a:xfrm rot="10800000">
              <a:off x="3906175" y="2927225"/>
              <a:ext cx="138300" cy="1383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12" name="Google Shape;1516;p76">
            <a:extLst>
              <a:ext uri="{FF2B5EF4-FFF2-40B4-BE49-F238E27FC236}">
                <a16:creationId xmlns:a16="http://schemas.microsoft.com/office/drawing/2014/main" id="{0E66126B-13DF-2C89-81A5-510FE9A722C7}"/>
              </a:ext>
            </a:extLst>
          </p:cNvPr>
          <p:cNvGrpSpPr/>
          <p:nvPr/>
        </p:nvGrpSpPr>
        <p:grpSpPr>
          <a:xfrm>
            <a:off x="2079730" y="1573069"/>
            <a:ext cx="577250" cy="2424927"/>
            <a:chOff x="3444546" y="238154"/>
            <a:chExt cx="679197" cy="2855879"/>
          </a:xfrm>
        </p:grpSpPr>
        <p:sp>
          <p:nvSpPr>
            <p:cNvPr id="13" name="Google Shape;1517;p76">
              <a:extLst>
                <a:ext uri="{FF2B5EF4-FFF2-40B4-BE49-F238E27FC236}">
                  <a16:creationId xmlns:a16="http://schemas.microsoft.com/office/drawing/2014/main" id="{B8A28FB5-61C2-D7E6-0AF4-C5AA5C6EAF79}"/>
                </a:ext>
              </a:extLst>
            </p:cNvPr>
            <p:cNvSpPr/>
            <p:nvPr/>
          </p:nvSpPr>
          <p:spPr>
            <a:xfrm>
              <a:off x="3523030" y="2245511"/>
              <a:ext cx="547901" cy="848522"/>
            </a:xfrm>
            <a:custGeom>
              <a:avLst/>
              <a:gdLst/>
              <a:ahLst/>
              <a:cxnLst/>
              <a:rect l="l" t="t" r="r" b="b"/>
              <a:pathLst>
                <a:path w="30968" h="47885" extrusionOk="0">
                  <a:moveTo>
                    <a:pt x="15730" y="0"/>
                  </a:moveTo>
                  <a:cubicBezTo>
                    <a:pt x="15472" y="0"/>
                    <a:pt x="15210" y="5"/>
                    <a:pt x="14945" y="16"/>
                  </a:cubicBezTo>
                  <a:cubicBezTo>
                    <a:pt x="1" y="670"/>
                    <a:pt x="374" y="18697"/>
                    <a:pt x="5418" y="29625"/>
                  </a:cubicBezTo>
                  <a:cubicBezTo>
                    <a:pt x="5567" y="29959"/>
                    <a:pt x="5856" y="30109"/>
                    <a:pt x="6145" y="30109"/>
                  </a:cubicBezTo>
                  <a:cubicBezTo>
                    <a:pt x="6581" y="30109"/>
                    <a:pt x="7016" y="29767"/>
                    <a:pt x="6959" y="29205"/>
                  </a:cubicBezTo>
                  <a:cubicBezTo>
                    <a:pt x="6866" y="28084"/>
                    <a:pt x="6866" y="26916"/>
                    <a:pt x="6959" y="25749"/>
                  </a:cubicBezTo>
                  <a:cubicBezTo>
                    <a:pt x="7006" y="25422"/>
                    <a:pt x="7240" y="25141"/>
                    <a:pt x="7613" y="25048"/>
                  </a:cubicBezTo>
                  <a:cubicBezTo>
                    <a:pt x="7645" y="25044"/>
                    <a:pt x="7677" y="25042"/>
                    <a:pt x="7709" y="25042"/>
                  </a:cubicBezTo>
                  <a:cubicBezTo>
                    <a:pt x="8056" y="25042"/>
                    <a:pt x="8419" y="25270"/>
                    <a:pt x="8547" y="25655"/>
                  </a:cubicBezTo>
                  <a:cubicBezTo>
                    <a:pt x="10182" y="33221"/>
                    <a:pt x="17047" y="42001"/>
                    <a:pt x="19382" y="47418"/>
                  </a:cubicBezTo>
                  <a:cubicBezTo>
                    <a:pt x="19475" y="47605"/>
                    <a:pt x="19662" y="47745"/>
                    <a:pt x="19849" y="47838"/>
                  </a:cubicBezTo>
                  <a:cubicBezTo>
                    <a:pt x="19942" y="47869"/>
                    <a:pt x="20035" y="47884"/>
                    <a:pt x="20125" y="47884"/>
                  </a:cubicBezTo>
                  <a:cubicBezTo>
                    <a:pt x="20442" y="47884"/>
                    <a:pt x="20721" y="47699"/>
                    <a:pt x="20830" y="47371"/>
                  </a:cubicBezTo>
                  <a:cubicBezTo>
                    <a:pt x="22698" y="42468"/>
                    <a:pt x="22371" y="37097"/>
                    <a:pt x="21717" y="33361"/>
                  </a:cubicBezTo>
                  <a:cubicBezTo>
                    <a:pt x="21670" y="33081"/>
                    <a:pt x="21764" y="32754"/>
                    <a:pt x="21997" y="32614"/>
                  </a:cubicBezTo>
                  <a:cubicBezTo>
                    <a:pt x="22153" y="32516"/>
                    <a:pt x="22325" y="32468"/>
                    <a:pt x="22493" y="32468"/>
                  </a:cubicBezTo>
                  <a:cubicBezTo>
                    <a:pt x="22728" y="32468"/>
                    <a:pt x="22955" y="32563"/>
                    <a:pt x="23118" y="32754"/>
                  </a:cubicBezTo>
                  <a:cubicBezTo>
                    <a:pt x="23772" y="33641"/>
                    <a:pt x="24426" y="34482"/>
                    <a:pt x="25173" y="35276"/>
                  </a:cubicBezTo>
                  <a:cubicBezTo>
                    <a:pt x="25311" y="35449"/>
                    <a:pt x="25527" y="35545"/>
                    <a:pt x="25744" y="35545"/>
                  </a:cubicBezTo>
                  <a:cubicBezTo>
                    <a:pt x="25819" y="35545"/>
                    <a:pt x="25894" y="35533"/>
                    <a:pt x="25967" y="35509"/>
                  </a:cubicBezTo>
                  <a:cubicBezTo>
                    <a:pt x="26387" y="35369"/>
                    <a:pt x="26621" y="34949"/>
                    <a:pt x="26527" y="34529"/>
                  </a:cubicBezTo>
                  <a:cubicBezTo>
                    <a:pt x="25033" y="30139"/>
                    <a:pt x="24332" y="23927"/>
                    <a:pt x="27088" y="18090"/>
                  </a:cubicBezTo>
                  <a:cubicBezTo>
                    <a:pt x="30967" y="9692"/>
                    <a:pt x="26818" y="0"/>
                    <a:pt x="157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 name="Google Shape;1518;p76">
              <a:extLst>
                <a:ext uri="{FF2B5EF4-FFF2-40B4-BE49-F238E27FC236}">
                  <a16:creationId xmlns:a16="http://schemas.microsoft.com/office/drawing/2014/main" id="{3743AF9B-B0C4-0A4F-89FD-2ADA025BC37D}"/>
                </a:ext>
              </a:extLst>
            </p:cNvPr>
            <p:cNvSpPr/>
            <p:nvPr/>
          </p:nvSpPr>
          <p:spPr>
            <a:xfrm flipH="1">
              <a:off x="3493289" y="2137383"/>
              <a:ext cx="577572" cy="368275"/>
            </a:xfrm>
            <a:custGeom>
              <a:avLst/>
              <a:gdLst/>
              <a:ahLst/>
              <a:cxnLst/>
              <a:rect l="l" t="t" r="r" b="b"/>
              <a:pathLst>
                <a:path w="32645" h="20783" extrusionOk="0">
                  <a:moveTo>
                    <a:pt x="4904" y="0"/>
                  </a:moveTo>
                  <a:cubicBezTo>
                    <a:pt x="4343" y="0"/>
                    <a:pt x="3923" y="374"/>
                    <a:pt x="3783" y="887"/>
                  </a:cubicBezTo>
                  <a:lnTo>
                    <a:pt x="0" y="19521"/>
                  </a:lnTo>
                  <a:lnTo>
                    <a:pt x="0" y="19662"/>
                  </a:lnTo>
                  <a:cubicBezTo>
                    <a:pt x="0" y="20269"/>
                    <a:pt x="467" y="20782"/>
                    <a:pt x="1121" y="20782"/>
                  </a:cubicBezTo>
                  <a:lnTo>
                    <a:pt x="31617" y="20782"/>
                  </a:lnTo>
                  <a:cubicBezTo>
                    <a:pt x="32224" y="20689"/>
                    <a:pt x="32644" y="20129"/>
                    <a:pt x="32551" y="19521"/>
                  </a:cubicBezTo>
                  <a:lnTo>
                    <a:pt x="28768" y="887"/>
                  </a:lnTo>
                  <a:cubicBezTo>
                    <a:pt x="28675" y="374"/>
                    <a:pt x="28208" y="0"/>
                    <a:pt x="277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 name="Google Shape;1519;p76">
              <a:extLst>
                <a:ext uri="{FF2B5EF4-FFF2-40B4-BE49-F238E27FC236}">
                  <a16:creationId xmlns:a16="http://schemas.microsoft.com/office/drawing/2014/main" id="{C31F0C81-DBCE-7BEC-2C4F-74E08422BF2D}"/>
                </a:ext>
              </a:extLst>
            </p:cNvPr>
            <p:cNvSpPr/>
            <p:nvPr/>
          </p:nvSpPr>
          <p:spPr>
            <a:xfrm flipH="1">
              <a:off x="3602363" y="2136497"/>
              <a:ext cx="362749" cy="422941"/>
            </a:xfrm>
            <a:custGeom>
              <a:avLst/>
              <a:gdLst/>
              <a:ahLst/>
              <a:cxnLst/>
              <a:rect l="l" t="t" r="r" b="b"/>
              <a:pathLst>
                <a:path w="20503" h="23868" extrusionOk="0">
                  <a:moveTo>
                    <a:pt x="3426" y="0"/>
                  </a:moveTo>
                  <a:cubicBezTo>
                    <a:pt x="2901" y="0"/>
                    <a:pt x="2474" y="450"/>
                    <a:pt x="2429" y="984"/>
                  </a:cubicBezTo>
                  <a:lnTo>
                    <a:pt x="1" y="22654"/>
                  </a:lnTo>
                  <a:lnTo>
                    <a:pt x="1" y="22747"/>
                  </a:lnTo>
                  <a:cubicBezTo>
                    <a:pt x="48" y="23354"/>
                    <a:pt x="515" y="23821"/>
                    <a:pt x="1122" y="23868"/>
                  </a:cubicBezTo>
                  <a:lnTo>
                    <a:pt x="19522" y="23868"/>
                  </a:lnTo>
                  <a:cubicBezTo>
                    <a:pt x="20129" y="23775"/>
                    <a:pt x="20503" y="23214"/>
                    <a:pt x="20456" y="22654"/>
                  </a:cubicBezTo>
                  <a:lnTo>
                    <a:pt x="18074" y="984"/>
                  </a:lnTo>
                  <a:cubicBezTo>
                    <a:pt x="18030" y="450"/>
                    <a:pt x="17561" y="0"/>
                    <a:pt x="17031" y="0"/>
                  </a:cubicBezTo>
                  <a:cubicBezTo>
                    <a:pt x="17005" y="0"/>
                    <a:pt x="16979" y="1"/>
                    <a:pt x="16953" y="3"/>
                  </a:cubicBezTo>
                  <a:lnTo>
                    <a:pt x="3503" y="3"/>
                  </a:lnTo>
                  <a:cubicBezTo>
                    <a:pt x="3477" y="1"/>
                    <a:pt x="3452" y="0"/>
                    <a:pt x="34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 name="Google Shape;1520;p76">
              <a:extLst>
                <a:ext uri="{FF2B5EF4-FFF2-40B4-BE49-F238E27FC236}">
                  <a16:creationId xmlns:a16="http://schemas.microsoft.com/office/drawing/2014/main" id="{D30B1098-D15A-FD1F-DF60-27B4BA4C12CB}"/>
                </a:ext>
              </a:extLst>
            </p:cNvPr>
            <p:cNvSpPr/>
            <p:nvPr/>
          </p:nvSpPr>
          <p:spPr>
            <a:xfrm flipH="1">
              <a:off x="3447854" y="896044"/>
              <a:ext cx="16542" cy="205251"/>
            </a:xfrm>
            <a:custGeom>
              <a:avLst/>
              <a:gdLst/>
              <a:ahLst/>
              <a:cxnLst/>
              <a:rect l="l" t="t" r="r" b="b"/>
              <a:pathLst>
                <a:path w="935" h="11583" extrusionOk="0">
                  <a:moveTo>
                    <a:pt x="608" y="1"/>
                  </a:moveTo>
                  <a:lnTo>
                    <a:pt x="1" y="47"/>
                  </a:lnTo>
                  <a:lnTo>
                    <a:pt x="375" y="11583"/>
                  </a:lnTo>
                  <a:lnTo>
                    <a:pt x="935" y="11583"/>
                  </a:lnTo>
                  <a:lnTo>
                    <a:pt x="6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 name="Google Shape;1521;p76">
              <a:extLst>
                <a:ext uri="{FF2B5EF4-FFF2-40B4-BE49-F238E27FC236}">
                  <a16:creationId xmlns:a16="http://schemas.microsoft.com/office/drawing/2014/main" id="{8B65AA52-DB77-0170-9C76-EA8CFDA50583}"/>
                </a:ext>
              </a:extLst>
            </p:cNvPr>
            <p:cNvSpPr/>
            <p:nvPr/>
          </p:nvSpPr>
          <p:spPr>
            <a:xfrm flipH="1">
              <a:off x="3444546" y="1154242"/>
              <a:ext cx="11589" cy="60425"/>
            </a:xfrm>
            <a:custGeom>
              <a:avLst/>
              <a:gdLst/>
              <a:ahLst/>
              <a:cxnLst/>
              <a:rect l="l" t="t" r="r" b="b"/>
              <a:pathLst>
                <a:path w="655" h="3410" extrusionOk="0">
                  <a:moveTo>
                    <a:pt x="1" y="1"/>
                  </a:moveTo>
                  <a:lnTo>
                    <a:pt x="94" y="3410"/>
                  </a:lnTo>
                  <a:lnTo>
                    <a:pt x="655" y="3363"/>
                  </a:lnTo>
                  <a:lnTo>
                    <a:pt x="56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 name="Google Shape;1522;p76">
              <a:extLst>
                <a:ext uri="{FF2B5EF4-FFF2-40B4-BE49-F238E27FC236}">
                  <a16:creationId xmlns:a16="http://schemas.microsoft.com/office/drawing/2014/main" id="{DBFB64F8-9D81-750D-C795-9AB08CDB7EA7}"/>
                </a:ext>
              </a:extLst>
            </p:cNvPr>
            <p:cNvSpPr/>
            <p:nvPr/>
          </p:nvSpPr>
          <p:spPr>
            <a:xfrm flipH="1">
              <a:off x="3447023" y="238154"/>
              <a:ext cx="676720" cy="2082135"/>
            </a:xfrm>
            <a:custGeom>
              <a:avLst/>
              <a:gdLst/>
              <a:ahLst/>
              <a:cxnLst/>
              <a:rect l="l" t="t" r="r" b="b"/>
              <a:pathLst>
                <a:path w="38249" h="117502" extrusionOk="0">
                  <a:moveTo>
                    <a:pt x="19194" y="0"/>
                  </a:moveTo>
                  <a:cubicBezTo>
                    <a:pt x="19194" y="0"/>
                    <a:pt x="2615" y="13684"/>
                    <a:pt x="2615" y="36381"/>
                  </a:cubicBezTo>
                  <a:lnTo>
                    <a:pt x="187" y="107460"/>
                  </a:lnTo>
                  <a:cubicBezTo>
                    <a:pt x="0" y="112831"/>
                    <a:pt x="4157" y="117314"/>
                    <a:pt x="9527" y="117501"/>
                  </a:cubicBezTo>
                  <a:lnTo>
                    <a:pt x="28535" y="117501"/>
                  </a:lnTo>
                  <a:cubicBezTo>
                    <a:pt x="28563" y="117501"/>
                    <a:pt x="28591" y="117502"/>
                    <a:pt x="28620" y="117502"/>
                  </a:cubicBezTo>
                  <a:cubicBezTo>
                    <a:pt x="33951" y="117502"/>
                    <a:pt x="38249" y="113130"/>
                    <a:pt x="38249" y="107834"/>
                  </a:cubicBezTo>
                  <a:lnTo>
                    <a:pt x="38249" y="107460"/>
                  </a:lnTo>
                  <a:lnTo>
                    <a:pt x="35774" y="36381"/>
                  </a:lnTo>
                  <a:cubicBezTo>
                    <a:pt x="35867" y="13730"/>
                    <a:pt x="19194" y="0"/>
                    <a:pt x="191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 name="Google Shape;1523;p76">
              <a:extLst>
                <a:ext uri="{FF2B5EF4-FFF2-40B4-BE49-F238E27FC236}">
                  <a16:creationId xmlns:a16="http://schemas.microsoft.com/office/drawing/2014/main" id="{9DA8EA96-D79F-D5C2-DB49-C6EF34C4CBB9}"/>
                </a:ext>
              </a:extLst>
            </p:cNvPr>
            <p:cNvSpPr/>
            <p:nvPr/>
          </p:nvSpPr>
          <p:spPr>
            <a:xfrm flipH="1">
              <a:off x="3569313" y="238154"/>
              <a:ext cx="418923" cy="360815"/>
            </a:xfrm>
            <a:custGeom>
              <a:avLst/>
              <a:gdLst/>
              <a:ahLst/>
              <a:cxnLst/>
              <a:rect l="l" t="t" r="r" b="b"/>
              <a:pathLst>
                <a:path w="23678" h="20362" extrusionOk="0">
                  <a:moveTo>
                    <a:pt x="11535" y="0"/>
                  </a:moveTo>
                  <a:cubicBezTo>
                    <a:pt x="7052" y="4063"/>
                    <a:pt x="3316" y="8873"/>
                    <a:pt x="467" y="14197"/>
                  </a:cubicBezTo>
                  <a:cubicBezTo>
                    <a:pt x="140" y="14804"/>
                    <a:pt x="0" y="15505"/>
                    <a:pt x="0" y="16159"/>
                  </a:cubicBezTo>
                  <a:cubicBezTo>
                    <a:pt x="0" y="18494"/>
                    <a:pt x="1868" y="20362"/>
                    <a:pt x="4203" y="20362"/>
                  </a:cubicBezTo>
                  <a:lnTo>
                    <a:pt x="18774" y="20362"/>
                  </a:lnTo>
                  <a:cubicBezTo>
                    <a:pt x="19475" y="20362"/>
                    <a:pt x="20175" y="20222"/>
                    <a:pt x="20782" y="19895"/>
                  </a:cubicBezTo>
                  <a:cubicBezTo>
                    <a:pt x="22837" y="18867"/>
                    <a:pt x="23678" y="16299"/>
                    <a:pt x="22557" y="14244"/>
                  </a:cubicBezTo>
                  <a:cubicBezTo>
                    <a:pt x="19802" y="8873"/>
                    <a:pt x="16066" y="4063"/>
                    <a:pt x="115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 name="Google Shape;1524;p76">
              <a:extLst>
                <a:ext uri="{FF2B5EF4-FFF2-40B4-BE49-F238E27FC236}">
                  <a16:creationId xmlns:a16="http://schemas.microsoft.com/office/drawing/2014/main" id="{E372612C-E895-1B92-D867-C8B2A98A9337}"/>
                </a:ext>
              </a:extLst>
            </p:cNvPr>
            <p:cNvSpPr/>
            <p:nvPr/>
          </p:nvSpPr>
          <p:spPr>
            <a:xfrm flipH="1">
              <a:off x="3570127" y="910114"/>
              <a:ext cx="428035" cy="428700"/>
            </a:xfrm>
            <a:custGeom>
              <a:avLst/>
              <a:gdLst/>
              <a:ahLst/>
              <a:cxnLst/>
              <a:rect l="l" t="t" r="r" b="b"/>
              <a:pathLst>
                <a:path w="24193" h="24193" extrusionOk="0">
                  <a:moveTo>
                    <a:pt x="12096" y="1"/>
                  </a:moveTo>
                  <a:cubicBezTo>
                    <a:pt x="5418" y="1"/>
                    <a:pt x="1" y="5418"/>
                    <a:pt x="1" y="12096"/>
                  </a:cubicBezTo>
                  <a:cubicBezTo>
                    <a:pt x="1" y="18775"/>
                    <a:pt x="5418" y="24192"/>
                    <a:pt x="12096" y="24192"/>
                  </a:cubicBezTo>
                  <a:cubicBezTo>
                    <a:pt x="18775" y="24192"/>
                    <a:pt x="24192" y="18775"/>
                    <a:pt x="24192" y="12096"/>
                  </a:cubicBezTo>
                  <a:cubicBezTo>
                    <a:pt x="24192" y="5418"/>
                    <a:pt x="18775" y="1"/>
                    <a:pt x="12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 name="Google Shape;1525;p76">
              <a:extLst>
                <a:ext uri="{FF2B5EF4-FFF2-40B4-BE49-F238E27FC236}">
                  <a16:creationId xmlns:a16="http://schemas.microsoft.com/office/drawing/2014/main" id="{060FB251-2F59-2B12-4688-6C490E2894B9}"/>
                </a:ext>
              </a:extLst>
            </p:cNvPr>
            <p:cNvSpPr/>
            <p:nvPr/>
          </p:nvSpPr>
          <p:spPr>
            <a:xfrm flipH="1">
              <a:off x="3639535" y="978797"/>
              <a:ext cx="288388" cy="288836"/>
            </a:xfrm>
            <a:custGeom>
              <a:avLst/>
              <a:gdLst/>
              <a:ahLst/>
              <a:cxnLst/>
              <a:rect l="l" t="t" r="r" b="b"/>
              <a:pathLst>
                <a:path w="16300" h="16300" extrusionOk="0">
                  <a:moveTo>
                    <a:pt x="8267" y="1"/>
                  </a:moveTo>
                  <a:cubicBezTo>
                    <a:pt x="4063" y="94"/>
                    <a:pt x="608" y="3363"/>
                    <a:pt x="281" y="7567"/>
                  </a:cubicBezTo>
                  <a:cubicBezTo>
                    <a:pt x="0" y="11770"/>
                    <a:pt x="2943" y="15506"/>
                    <a:pt x="7099" y="16253"/>
                  </a:cubicBezTo>
                  <a:cubicBezTo>
                    <a:pt x="7473" y="16253"/>
                    <a:pt x="7846" y="16300"/>
                    <a:pt x="8267" y="16300"/>
                  </a:cubicBezTo>
                  <a:cubicBezTo>
                    <a:pt x="11676" y="16300"/>
                    <a:pt x="14711" y="14151"/>
                    <a:pt x="15926" y="10976"/>
                  </a:cubicBezTo>
                  <a:lnTo>
                    <a:pt x="16019" y="10649"/>
                  </a:lnTo>
                  <a:cubicBezTo>
                    <a:pt x="16019" y="10462"/>
                    <a:pt x="16159" y="10275"/>
                    <a:pt x="16159" y="10088"/>
                  </a:cubicBezTo>
                  <a:cubicBezTo>
                    <a:pt x="16253" y="9621"/>
                    <a:pt x="16299" y="9108"/>
                    <a:pt x="16299" y="8594"/>
                  </a:cubicBezTo>
                  <a:lnTo>
                    <a:pt x="16299" y="8220"/>
                  </a:lnTo>
                  <a:cubicBezTo>
                    <a:pt x="16299" y="4391"/>
                    <a:pt x="13591" y="1075"/>
                    <a:pt x="9808" y="234"/>
                  </a:cubicBezTo>
                  <a:cubicBezTo>
                    <a:pt x="9294" y="141"/>
                    <a:pt x="8734" y="48"/>
                    <a:pt x="82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Tree>
    <p:extLst>
      <p:ext uri="{BB962C8B-B14F-4D97-AF65-F5344CB8AC3E}">
        <p14:creationId xmlns:p14="http://schemas.microsoft.com/office/powerpoint/2010/main" val="948688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22222E-6 1.97531E-6 L -0.00156 -0.79476 " pathEditMode="relative" rAng="0" ptsTypes="AA">
                                      <p:cBhvr>
                                        <p:cTn id="6" dur="2000" fill="hold"/>
                                        <p:tgtEl>
                                          <p:spTgt spid="12"/>
                                        </p:tgtEl>
                                        <p:attrNameLst>
                                          <p:attrName>ppt_x</p:attrName>
                                          <p:attrName>ppt_y</p:attrName>
                                        </p:attrNameLst>
                                      </p:cBhvr>
                                      <p:rCtr x="-87" y="-3975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964"/>
        <p:cNvGrpSpPr/>
        <p:nvPr/>
      </p:nvGrpSpPr>
      <p:grpSpPr>
        <a:xfrm>
          <a:off x="0" y="0"/>
          <a:ext cx="0" cy="0"/>
          <a:chOff x="0" y="0"/>
          <a:chExt cx="0" cy="0"/>
        </a:xfrm>
      </p:grpSpPr>
      <p:sp>
        <p:nvSpPr>
          <p:cNvPr id="965" name="Google Shape;965;p58"/>
          <p:cNvSpPr txBox="1">
            <a:spLocks noGrp="1"/>
          </p:cNvSpPr>
          <p:nvPr>
            <p:ph type="ctrTitle"/>
          </p:nvPr>
        </p:nvSpPr>
        <p:spPr>
          <a:xfrm>
            <a:off x="612718" y="645956"/>
            <a:ext cx="5372469" cy="824250"/>
          </a:xfrm>
          <a:prstGeom prst="rect">
            <a:avLst/>
          </a:prstGeom>
        </p:spPr>
        <p:txBody>
          <a:bodyPr spcFirstLastPara="1" wrap="square" lIns="91425" tIns="91425" rIns="91425" bIns="91425" anchor="b" anchorCtr="0">
            <a:noAutofit/>
          </a:bodyPr>
          <a:lstStyle/>
          <a:p>
            <a:r>
              <a:rPr lang="de-DE" sz="3200" noProof="1"/>
              <a:t>Unser Produkt</a:t>
            </a:r>
            <a:br>
              <a:rPr lang="de-DE" sz="3200" noProof="1"/>
            </a:br>
            <a:endParaRPr lang="de-DE" sz="1600" b="0" i="1" noProof="1"/>
          </a:p>
        </p:txBody>
      </p:sp>
      <p:sp>
        <p:nvSpPr>
          <p:cNvPr id="966" name="Google Shape;966;p58"/>
          <p:cNvSpPr txBox="1">
            <a:spLocks noGrp="1"/>
          </p:cNvSpPr>
          <p:nvPr>
            <p:ph type="subTitle" idx="1"/>
          </p:nvPr>
        </p:nvSpPr>
        <p:spPr>
          <a:xfrm>
            <a:off x="755202" y="1513166"/>
            <a:ext cx="4909614" cy="2891417"/>
          </a:xfrm>
          <a:prstGeom prst="rect">
            <a:avLst/>
          </a:prstGeom>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Font typeface="Arial" panose="020B0604020202020204" pitchFamily="34" charset="0"/>
              <a:buChar char="•"/>
            </a:pPr>
            <a:r>
              <a:rPr lang="de-DE" noProof="1">
                <a:solidFill>
                  <a:schemeClr val="tx2">
                    <a:lumMod val="40000"/>
                    <a:lumOff val="60000"/>
                  </a:schemeClr>
                </a:solidFill>
              </a:rPr>
              <a:t>Automatische Reparaturplanung</a:t>
            </a:r>
          </a:p>
          <a:p>
            <a:pPr marL="285750" lvl="0" indent="-285750" algn="l" rtl="0">
              <a:lnSpc>
                <a:spcPct val="150000"/>
              </a:lnSpc>
              <a:spcBef>
                <a:spcPts val="0"/>
              </a:spcBef>
              <a:spcAft>
                <a:spcPts val="0"/>
              </a:spcAft>
              <a:buFont typeface="Arial" panose="020B0604020202020204" pitchFamily="34" charset="0"/>
              <a:buChar char="•"/>
            </a:pPr>
            <a:r>
              <a:rPr lang="de-DE" noProof="1">
                <a:solidFill>
                  <a:schemeClr val="tx2">
                    <a:lumMod val="40000"/>
                    <a:lumOff val="60000"/>
                  </a:schemeClr>
                </a:solidFill>
                <a:latin typeface="Titillium Web"/>
                <a:ea typeface="Titillium Web"/>
                <a:cs typeface="Titillium Web"/>
                <a:sym typeface="Titillium Web"/>
              </a:rPr>
              <a:t>Klare Rollentrennung</a:t>
            </a:r>
          </a:p>
          <a:p>
            <a:pPr marL="285750" lvl="0" indent="-285750" algn="l" rtl="0">
              <a:lnSpc>
                <a:spcPct val="150000"/>
              </a:lnSpc>
              <a:spcBef>
                <a:spcPts val="0"/>
              </a:spcBef>
              <a:spcAft>
                <a:spcPts val="0"/>
              </a:spcAft>
              <a:buFont typeface="Arial" panose="020B0604020202020204" pitchFamily="34" charset="0"/>
              <a:buChar char="•"/>
            </a:pPr>
            <a:r>
              <a:rPr lang="de-DE" noProof="1">
                <a:solidFill>
                  <a:schemeClr val="tx2">
                    <a:lumMod val="40000"/>
                    <a:lumOff val="60000"/>
                  </a:schemeClr>
                </a:solidFill>
                <a:latin typeface="Titillium Web"/>
                <a:ea typeface="Titillium Web"/>
                <a:cs typeface="Titillium Web"/>
                <a:sym typeface="Titillium Web"/>
              </a:rPr>
              <a:t>Echtzeit-Fortschrittsanzeige</a:t>
            </a:r>
            <a:endParaRPr lang="de-DE" noProof="1">
              <a:solidFill>
                <a:schemeClr val="tx2">
                  <a:lumMod val="40000"/>
                  <a:lumOff val="60000"/>
                </a:schemeClr>
              </a:solidFill>
            </a:endParaRPr>
          </a:p>
          <a:p>
            <a:pPr marL="285750" lvl="0" indent="-285750" algn="l" rtl="0">
              <a:lnSpc>
                <a:spcPct val="150000"/>
              </a:lnSpc>
              <a:spcBef>
                <a:spcPts val="0"/>
              </a:spcBef>
              <a:spcAft>
                <a:spcPts val="0"/>
              </a:spcAft>
              <a:buFont typeface="Arial" panose="020B0604020202020204" pitchFamily="34" charset="0"/>
              <a:buChar char="•"/>
            </a:pPr>
            <a:r>
              <a:rPr lang="de-DE" noProof="1">
                <a:solidFill>
                  <a:schemeClr val="tx2">
                    <a:lumMod val="40000"/>
                    <a:lumOff val="60000"/>
                  </a:schemeClr>
                </a:solidFill>
                <a:latin typeface="Titillium Web"/>
                <a:ea typeface="Titillium Web"/>
                <a:cs typeface="Titillium Web"/>
                <a:sym typeface="Titillium Web"/>
              </a:rPr>
              <a:t>Integrierter Logistics-Workflow</a:t>
            </a:r>
          </a:p>
          <a:p>
            <a:pPr marL="285750" lvl="0" indent="-285750" algn="l" rtl="0">
              <a:lnSpc>
                <a:spcPct val="150000"/>
              </a:lnSpc>
              <a:spcBef>
                <a:spcPts val="0"/>
              </a:spcBef>
              <a:spcAft>
                <a:spcPts val="0"/>
              </a:spcAft>
              <a:buFont typeface="Arial" panose="020B0604020202020204" pitchFamily="34" charset="0"/>
              <a:buChar char="•"/>
            </a:pPr>
            <a:r>
              <a:rPr lang="de-DE" noProof="1">
                <a:solidFill>
                  <a:schemeClr val="tx2">
                    <a:lumMod val="40000"/>
                    <a:lumOff val="60000"/>
                  </a:schemeClr>
                </a:solidFill>
                <a:latin typeface="Titillium Web"/>
                <a:ea typeface="Titillium Web"/>
                <a:cs typeface="Titillium Web"/>
                <a:sym typeface="Titillium Web"/>
              </a:rPr>
              <a:t>Prädiktive Analyse (Frühwarnsystem)</a:t>
            </a:r>
            <a:endParaRPr lang="de-DE" noProof="1">
              <a:solidFill>
                <a:schemeClr val="tx2">
                  <a:lumMod val="40000"/>
                  <a:lumOff val="60000"/>
                </a:schemeClr>
              </a:solidFill>
            </a:endParaRPr>
          </a:p>
          <a:p>
            <a:pPr marL="285750" lvl="0" indent="-285750" algn="l" rtl="0">
              <a:lnSpc>
                <a:spcPct val="150000"/>
              </a:lnSpc>
              <a:spcBef>
                <a:spcPts val="0"/>
              </a:spcBef>
              <a:spcAft>
                <a:spcPts val="0"/>
              </a:spcAft>
              <a:buFont typeface="Arial" panose="020B0604020202020204" pitchFamily="34" charset="0"/>
              <a:buChar char="•"/>
            </a:pPr>
            <a:r>
              <a:rPr lang="de-DE" noProof="1">
                <a:solidFill>
                  <a:schemeClr val="tx2">
                    <a:lumMod val="40000"/>
                    <a:lumOff val="60000"/>
                  </a:schemeClr>
                </a:solidFill>
                <a:latin typeface="Titillium Web"/>
                <a:ea typeface="Titillium Web"/>
                <a:cs typeface="Titillium Web"/>
                <a:sym typeface="Titillium Web"/>
              </a:rPr>
              <a:t>3-Tage-Zeitplan mit Umplanung</a:t>
            </a:r>
          </a:p>
          <a:p>
            <a:pPr marL="285750" lvl="0" indent="-285750" algn="l" rtl="0">
              <a:lnSpc>
                <a:spcPct val="150000"/>
              </a:lnSpc>
              <a:spcBef>
                <a:spcPts val="0"/>
              </a:spcBef>
              <a:spcAft>
                <a:spcPts val="0"/>
              </a:spcAft>
              <a:buFont typeface="Arial" panose="020B0604020202020204" pitchFamily="34" charset="0"/>
              <a:buChar char="•"/>
            </a:pPr>
            <a:r>
              <a:rPr lang="de-DE" noProof="1">
                <a:solidFill>
                  <a:schemeClr val="tx2">
                    <a:lumMod val="40000"/>
                    <a:lumOff val="60000"/>
                  </a:schemeClr>
                </a:solidFill>
                <a:latin typeface="Titillium Web"/>
                <a:ea typeface="Titillium Web"/>
                <a:cs typeface="Titillium Web"/>
                <a:sym typeface="Titillium Web"/>
              </a:rPr>
              <a:t>Vollständiges Wartungsprotokoll</a:t>
            </a:r>
          </a:p>
        </p:txBody>
      </p:sp>
      <p:sp>
        <p:nvSpPr>
          <p:cNvPr id="968" name="Google Shape;968;p58"/>
          <p:cNvSpPr>
            <a:spLocks noGrp="1" noRot="1" noMove="1" noResize="1" noEditPoints="1" noAdjustHandles="1" noChangeArrowheads="1" noChangeShapeType="1"/>
          </p:cNvSpPr>
          <p:nvPr/>
        </p:nvSpPr>
        <p:spPr>
          <a:xfrm>
            <a:off x="5120402" y="699805"/>
            <a:ext cx="3772223" cy="2641599"/>
          </a:xfrm>
          <a:custGeom>
            <a:avLst/>
            <a:gdLst/>
            <a:ahLst/>
            <a:cxnLst/>
            <a:rect l="l" t="t" r="r" b="b"/>
            <a:pathLst>
              <a:path w="263056" h="183540" extrusionOk="0">
                <a:moveTo>
                  <a:pt x="127069" y="0"/>
                </a:moveTo>
                <a:cubicBezTo>
                  <a:pt x="121906" y="0"/>
                  <a:pt x="115893" y="1622"/>
                  <a:pt x="108832" y="5374"/>
                </a:cubicBezTo>
                <a:cubicBezTo>
                  <a:pt x="76838" y="22371"/>
                  <a:pt x="108732" y="52216"/>
                  <a:pt x="87936" y="75762"/>
                </a:cubicBezTo>
                <a:cubicBezTo>
                  <a:pt x="65040" y="101657"/>
                  <a:pt x="18698" y="82860"/>
                  <a:pt x="7450" y="124903"/>
                </a:cubicBezTo>
                <a:cubicBezTo>
                  <a:pt x="1" y="152998"/>
                  <a:pt x="22412" y="180078"/>
                  <a:pt x="50096" y="180078"/>
                </a:cubicBezTo>
                <a:cubicBezTo>
                  <a:pt x="52510" y="180078"/>
                  <a:pt x="54963" y="179872"/>
                  <a:pt x="57441" y="179443"/>
                </a:cubicBezTo>
                <a:cubicBezTo>
                  <a:pt x="75738" y="176244"/>
                  <a:pt x="82037" y="158097"/>
                  <a:pt x="98184" y="153798"/>
                </a:cubicBezTo>
                <a:cubicBezTo>
                  <a:pt x="100109" y="153295"/>
                  <a:pt x="102055" y="153067"/>
                  <a:pt x="104013" y="153067"/>
                </a:cubicBezTo>
                <a:cubicBezTo>
                  <a:pt x="119194" y="153067"/>
                  <a:pt x="135081" y="166801"/>
                  <a:pt x="147125" y="173044"/>
                </a:cubicBezTo>
                <a:cubicBezTo>
                  <a:pt x="160350" y="179857"/>
                  <a:pt x="173228" y="183540"/>
                  <a:pt x="185330" y="183540"/>
                </a:cubicBezTo>
                <a:cubicBezTo>
                  <a:pt x="205022" y="183540"/>
                  <a:pt x="222662" y="173788"/>
                  <a:pt x="236410" y="151898"/>
                </a:cubicBezTo>
                <a:cubicBezTo>
                  <a:pt x="252507" y="126203"/>
                  <a:pt x="263055" y="79261"/>
                  <a:pt x="225562" y="66763"/>
                </a:cubicBezTo>
                <a:cubicBezTo>
                  <a:pt x="220012" y="64904"/>
                  <a:pt x="214754" y="64287"/>
                  <a:pt x="209789" y="64287"/>
                </a:cubicBezTo>
                <a:cubicBezTo>
                  <a:pt x="199981" y="64287"/>
                  <a:pt x="191318" y="66695"/>
                  <a:pt x="183819" y="66695"/>
                </a:cubicBezTo>
                <a:cubicBezTo>
                  <a:pt x="174187" y="66695"/>
                  <a:pt x="166475" y="62722"/>
                  <a:pt x="160723" y="44567"/>
                </a:cubicBezTo>
                <a:cubicBezTo>
                  <a:pt x="154618" y="25373"/>
                  <a:pt x="147493" y="0"/>
                  <a:pt x="1270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69" name="Google Shape;969;p58"/>
          <p:cNvSpPr>
            <a:spLocks noGrp="1" noRot="1" noMove="1" noResize="1" noEditPoints="1" noAdjustHandles="1" noChangeArrowheads="1" noChangeShapeType="1"/>
          </p:cNvSpPr>
          <p:nvPr/>
        </p:nvSpPr>
        <p:spPr>
          <a:xfrm>
            <a:off x="7335871" y="1874048"/>
            <a:ext cx="1808129" cy="1280749"/>
          </a:xfrm>
          <a:custGeom>
            <a:avLst/>
            <a:gdLst/>
            <a:ahLst/>
            <a:cxnLst/>
            <a:rect l="l" t="t" r="r" b="b"/>
            <a:pathLst>
              <a:path w="146526" h="71341" extrusionOk="0">
                <a:moveTo>
                  <a:pt x="146525" y="1"/>
                </a:moveTo>
                <a:cubicBezTo>
                  <a:pt x="122179" y="1"/>
                  <a:pt x="114181" y="15198"/>
                  <a:pt x="105732" y="31295"/>
                </a:cubicBezTo>
                <a:cubicBezTo>
                  <a:pt x="98134" y="45643"/>
                  <a:pt x="90335" y="60540"/>
                  <a:pt x="70138" y="66789"/>
                </a:cubicBezTo>
                <a:cubicBezTo>
                  <a:pt x="65597" y="68211"/>
                  <a:pt x="60713" y="68890"/>
                  <a:pt x="55736" y="68890"/>
                </a:cubicBezTo>
                <a:cubicBezTo>
                  <a:pt x="40768" y="68890"/>
                  <a:pt x="24952" y="62758"/>
                  <a:pt x="15048" y="52292"/>
                </a:cubicBezTo>
                <a:cubicBezTo>
                  <a:pt x="5300" y="41944"/>
                  <a:pt x="2700" y="28896"/>
                  <a:pt x="7699" y="15498"/>
                </a:cubicBezTo>
                <a:lnTo>
                  <a:pt x="5350" y="14598"/>
                </a:lnTo>
                <a:lnTo>
                  <a:pt x="5350" y="14598"/>
                </a:lnTo>
                <a:cubicBezTo>
                  <a:pt x="1" y="28946"/>
                  <a:pt x="2800" y="42943"/>
                  <a:pt x="13248" y="53991"/>
                </a:cubicBezTo>
                <a:cubicBezTo>
                  <a:pt x="23597" y="64939"/>
                  <a:pt x="40144" y="71338"/>
                  <a:pt x="55841" y="71338"/>
                </a:cubicBezTo>
                <a:cubicBezTo>
                  <a:pt x="56001" y="71340"/>
                  <a:pt x="56160" y="71341"/>
                  <a:pt x="56320" y="71341"/>
                </a:cubicBezTo>
                <a:cubicBezTo>
                  <a:pt x="61256" y="71341"/>
                  <a:pt x="66143" y="70593"/>
                  <a:pt x="70888" y="69189"/>
                </a:cubicBezTo>
                <a:cubicBezTo>
                  <a:pt x="92035" y="62590"/>
                  <a:pt x="100483" y="46593"/>
                  <a:pt x="107932" y="32445"/>
                </a:cubicBezTo>
                <a:cubicBezTo>
                  <a:pt x="116380" y="16348"/>
                  <a:pt x="123679" y="2501"/>
                  <a:pt x="146525" y="2501"/>
                </a:cubicBezTo>
                <a:lnTo>
                  <a:pt x="1465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0" name="Google Shape;970;p58"/>
          <p:cNvSpPr>
            <a:spLocks noGrp="1" noRot="1" noMove="1" noResize="1" noEditPoints="1" noAdjustHandles="1" noChangeArrowheads="1" noChangeShapeType="1"/>
          </p:cNvSpPr>
          <p:nvPr/>
        </p:nvSpPr>
        <p:spPr>
          <a:xfrm>
            <a:off x="7335871" y="1874048"/>
            <a:ext cx="1795597" cy="1280749"/>
          </a:xfrm>
          <a:custGeom>
            <a:avLst/>
            <a:gdLst/>
            <a:ahLst/>
            <a:cxnLst/>
            <a:rect l="l" t="t" r="r" b="b"/>
            <a:pathLst>
              <a:path w="146526" h="71341" extrusionOk="0">
                <a:moveTo>
                  <a:pt x="146525" y="1"/>
                </a:moveTo>
                <a:cubicBezTo>
                  <a:pt x="122179" y="1"/>
                  <a:pt x="114181" y="15198"/>
                  <a:pt x="105732" y="31295"/>
                </a:cubicBezTo>
                <a:cubicBezTo>
                  <a:pt x="98134" y="45643"/>
                  <a:pt x="90335" y="60540"/>
                  <a:pt x="70138" y="66789"/>
                </a:cubicBezTo>
                <a:cubicBezTo>
                  <a:pt x="65597" y="68211"/>
                  <a:pt x="60713" y="68890"/>
                  <a:pt x="55736" y="68890"/>
                </a:cubicBezTo>
                <a:cubicBezTo>
                  <a:pt x="40768" y="68890"/>
                  <a:pt x="24952" y="62758"/>
                  <a:pt x="15048" y="52292"/>
                </a:cubicBezTo>
                <a:cubicBezTo>
                  <a:pt x="5300" y="41944"/>
                  <a:pt x="2700" y="28896"/>
                  <a:pt x="7699" y="15498"/>
                </a:cubicBezTo>
                <a:lnTo>
                  <a:pt x="5350" y="14598"/>
                </a:lnTo>
                <a:lnTo>
                  <a:pt x="5350" y="14598"/>
                </a:lnTo>
                <a:cubicBezTo>
                  <a:pt x="1" y="28946"/>
                  <a:pt x="2800" y="42943"/>
                  <a:pt x="13248" y="53991"/>
                </a:cubicBezTo>
                <a:cubicBezTo>
                  <a:pt x="23597" y="64939"/>
                  <a:pt x="40144" y="71338"/>
                  <a:pt x="55841" y="71338"/>
                </a:cubicBezTo>
                <a:cubicBezTo>
                  <a:pt x="56001" y="71340"/>
                  <a:pt x="56160" y="71341"/>
                  <a:pt x="56320" y="71341"/>
                </a:cubicBezTo>
                <a:cubicBezTo>
                  <a:pt x="61256" y="71341"/>
                  <a:pt x="66143" y="70593"/>
                  <a:pt x="70888" y="69189"/>
                </a:cubicBezTo>
                <a:cubicBezTo>
                  <a:pt x="92035" y="62590"/>
                  <a:pt x="100483" y="46593"/>
                  <a:pt x="107932" y="32445"/>
                </a:cubicBezTo>
                <a:cubicBezTo>
                  <a:pt x="116380" y="16348"/>
                  <a:pt x="123679" y="2501"/>
                  <a:pt x="146525" y="2501"/>
                </a:cubicBezTo>
                <a:lnTo>
                  <a:pt x="146525"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1" name="Google Shape;971;p58"/>
          <p:cNvSpPr>
            <a:spLocks noGrp="1" noRot="1" noMove="1" noResize="1" noEditPoints="1" noAdjustHandles="1" noChangeArrowheads="1" noChangeShapeType="1"/>
          </p:cNvSpPr>
          <p:nvPr/>
        </p:nvSpPr>
        <p:spPr>
          <a:xfrm>
            <a:off x="6139552" y="1103167"/>
            <a:ext cx="186688" cy="173188"/>
          </a:xfrm>
          <a:custGeom>
            <a:avLst/>
            <a:gdLst/>
            <a:ahLst/>
            <a:cxnLst/>
            <a:rect l="l" t="t" r="r" b="b"/>
            <a:pathLst>
              <a:path w="10399" h="9647" extrusionOk="0">
                <a:moveTo>
                  <a:pt x="5349" y="648"/>
                </a:moveTo>
                <a:cubicBezTo>
                  <a:pt x="5499" y="648"/>
                  <a:pt x="5649" y="748"/>
                  <a:pt x="5699" y="848"/>
                </a:cubicBezTo>
                <a:lnTo>
                  <a:pt x="6599" y="2698"/>
                </a:lnTo>
                <a:cubicBezTo>
                  <a:pt x="6749" y="2998"/>
                  <a:pt x="7049" y="3198"/>
                  <a:pt x="7399" y="3248"/>
                </a:cubicBezTo>
                <a:lnTo>
                  <a:pt x="9399" y="3548"/>
                </a:lnTo>
                <a:cubicBezTo>
                  <a:pt x="9749" y="3598"/>
                  <a:pt x="9899" y="3998"/>
                  <a:pt x="9649" y="4248"/>
                </a:cubicBezTo>
                <a:lnTo>
                  <a:pt x="8199" y="5648"/>
                </a:lnTo>
                <a:cubicBezTo>
                  <a:pt x="7949" y="5898"/>
                  <a:pt x="7849" y="6247"/>
                  <a:pt x="7899" y="6547"/>
                </a:cubicBezTo>
                <a:lnTo>
                  <a:pt x="8249" y="8547"/>
                </a:lnTo>
                <a:cubicBezTo>
                  <a:pt x="8249" y="8647"/>
                  <a:pt x="8249" y="8747"/>
                  <a:pt x="8199" y="8847"/>
                </a:cubicBezTo>
                <a:cubicBezTo>
                  <a:pt x="8101" y="8945"/>
                  <a:pt x="7961" y="9021"/>
                  <a:pt x="7820" y="9021"/>
                </a:cubicBezTo>
                <a:cubicBezTo>
                  <a:pt x="7745" y="9021"/>
                  <a:pt x="7669" y="8999"/>
                  <a:pt x="7599" y="8947"/>
                </a:cubicBezTo>
                <a:lnTo>
                  <a:pt x="5849" y="8047"/>
                </a:lnTo>
                <a:cubicBezTo>
                  <a:pt x="5699" y="7947"/>
                  <a:pt x="5524" y="7897"/>
                  <a:pt x="5356" y="7897"/>
                </a:cubicBezTo>
                <a:cubicBezTo>
                  <a:pt x="5187" y="7897"/>
                  <a:pt x="5025" y="7947"/>
                  <a:pt x="4900" y="8047"/>
                </a:cubicBezTo>
                <a:lnTo>
                  <a:pt x="3050" y="8997"/>
                </a:lnTo>
                <a:cubicBezTo>
                  <a:pt x="2983" y="8997"/>
                  <a:pt x="2939" y="9019"/>
                  <a:pt x="2887" y="9019"/>
                </a:cubicBezTo>
                <a:cubicBezTo>
                  <a:pt x="2861" y="9019"/>
                  <a:pt x="2833" y="9014"/>
                  <a:pt x="2800" y="8997"/>
                </a:cubicBezTo>
                <a:cubicBezTo>
                  <a:pt x="2550" y="8997"/>
                  <a:pt x="2450" y="8747"/>
                  <a:pt x="2450" y="8547"/>
                </a:cubicBezTo>
                <a:lnTo>
                  <a:pt x="2800" y="6547"/>
                </a:lnTo>
                <a:cubicBezTo>
                  <a:pt x="2850" y="6247"/>
                  <a:pt x="2750" y="5898"/>
                  <a:pt x="2500" y="5648"/>
                </a:cubicBezTo>
                <a:lnTo>
                  <a:pt x="1050" y="4248"/>
                </a:lnTo>
                <a:cubicBezTo>
                  <a:pt x="1000" y="4148"/>
                  <a:pt x="950" y="4098"/>
                  <a:pt x="950" y="3998"/>
                </a:cubicBezTo>
                <a:cubicBezTo>
                  <a:pt x="900" y="3748"/>
                  <a:pt x="1050" y="3548"/>
                  <a:pt x="1300" y="3548"/>
                </a:cubicBezTo>
                <a:lnTo>
                  <a:pt x="3300" y="3248"/>
                </a:lnTo>
                <a:cubicBezTo>
                  <a:pt x="3600" y="3198"/>
                  <a:pt x="3900" y="2998"/>
                  <a:pt x="4050" y="2698"/>
                </a:cubicBezTo>
                <a:lnTo>
                  <a:pt x="4950" y="898"/>
                </a:lnTo>
                <a:cubicBezTo>
                  <a:pt x="5000" y="748"/>
                  <a:pt x="5150" y="648"/>
                  <a:pt x="5349" y="648"/>
                </a:cubicBezTo>
                <a:close/>
                <a:moveTo>
                  <a:pt x="5327" y="1"/>
                </a:moveTo>
                <a:cubicBezTo>
                  <a:pt x="4934" y="1"/>
                  <a:pt x="4546" y="233"/>
                  <a:pt x="4400" y="598"/>
                </a:cubicBezTo>
                <a:lnTo>
                  <a:pt x="3500" y="2398"/>
                </a:lnTo>
                <a:cubicBezTo>
                  <a:pt x="3450" y="2498"/>
                  <a:pt x="3300" y="2598"/>
                  <a:pt x="3200" y="2648"/>
                </a:cubicBezTo>
                <a:lnTo>
                  <a:pt x="1200" y="2898"/>
                </a:lnTo>
                <a:cubicBezTo>
                  <a:pt x="350" y="2998"/>
                  <a:pt x="0" y="4098"/>
                  <a:pt x="600" y="4698"/>
                </a:cubicBezTo>
                <a:lnTo>
                  <a:pt x="2050" y="6098"/>
                </a:lnTo>
                <a:cubicBezTo>
                  <a:pt x="2150" y="6197"/>
                  <a:pt x="2200" y="6297"/>
                  <a:pt x="2200" y="6447"/>
                </a:cubicBezTo>
                <a:lnTo>
                  <a:pt x="1850" y="8447"/>
                </a:lnTo>
                <a:cubicBezTo>
                  <a:pt x="1850" y="8497"/>
                  <a:pt x="1850" y="8547"/>
                  <a:pt x="1850" y="8597"/>
                </a:cubicBezTo>
                <a:cubicBezTo>
                  <a:pt x="1850" y="9147"/>
                  <a:pt x="2300" y="9647"/>
                  <a:pt x="2850" y="9647"/>
                </a:cubicBezTo>
                <a:cubicBezTo>
                  <a:pt x="3050" y="9597"/>
                  <a:pt x="3200" y="9547"/>
                  <a:pt x="3350" y="9497"/>
                </a:cubicBezTo>
                <a:lnTo>
                  <a:pt x="5100" y="8547"/>
                </a:lnTo>
                <a:cubicBezTo>
                  <a:pt x="5175" y="8522"/>
                  <a:pt x="5249" y="8510"/>
                  <a:pt x="5318" y="8510"/>
                </a:cubicBezTo>
                <a:cubicBezTo>
                  <a:pt x="5387" y="8510"/>
                  <a:pt x="5449" y="8522"/>
                  <a:pt x="5499" y="8547"/>
                </a:cubicBezTo>
                <a:lnTo>
                  <a:pt x="7299" y="9497"/>
                </a:lnTo>
                <a:cubicBezTo>
                  <a:pt x="7456" y="9581"/>
                  <a:pt x="7617" y="9618"/>
                  <a:pt x="7773" y="9618"/>
                </a:cubicBezTo>
                <a:cubicBezTo>
                  <a:pt x="8363" y="9618"/>
                  <a:pt x="8878" y="9080"/>
                  <a:pt x="8799" y="8447"/>
                </a:cubicBezTo>
                <a:lnTo>
                  <a:pt x="8449" y="6447"/>
                </a:lnTo>
                <a:cubicBezTo>
                  <a:pt x="8399" y="6297"/>
                  <a:pt x="8449" y="6147"/>
                  <a:pt x="8549" y="6098"/>
                </a:cubicBezTo>
                <a:lnTo>
                  <a:pt x="9999" y="4698"/>
                </a:lnTo>
                <a:cubicBezTo>
                  <a:pt x="10199" y="4548"/>
                  <a:pt x="10299" y="4348"/>
                  <a:pt x="10299" y="4098"/>
                </a:cubicBezTo>
                <a:cubicBezTo>
                  <a:pt x="10399" y="3548"/>
                  <a:pt x="9999" y="2998"/>
                  <a:pt x="9449" y="2948"/>
                </a:cubicBezTo>
                <a:lnTo>
                  <a:pt x="7449" y="2648"/>
                </a:lnTo>
                <a:cubicBezTo>
                  <a:pt x="7299" y="2598"/>
                  <a:pt x="7199" y="2498"/>
                  <a:pt x="7149" y="2398"/>
                </a:cubicBezTo>
                <a:lnTo>
                  <a:pt x="6249" y="598"/>
                </a:lnTo>
                <a:cubicBezTo>
                  <a:pt x="6149" y="399"/>
                  <a:pt x="5949" y="199"/>
                  <a:pt x="5749" y="99"/>
                </a:cubicBezTo>
                <a:cubicBezTo>
                  <a:pt x="5615" y="32"/>
                  <a:pt x="5471" y="1"/>
                  <a:pt x="53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2" name="Google Shape;972;p58"/>
          <p:cNvSpPr>
            <a:spLocks noGrp="1" noRot="1" noMove="1" noResize="1" noEditPoints="1" noAdjustHandles="1" noChangeArrowheads="1" noChangeShapeType="1"/>
          </p:cNvSpPr>
          <p:nvPr/>
        </p:nvSpPr>
        <p:spPr>
          <a:xfrm>
            <a:off x="6594971" y="923804"/>
            <a:ext cx="328082" cy="321996"/>
          </a:xfrm>
          <a:custGeom>
            <a:avLst/>
            <a:gdLst/>
            <a:ahLst/>
            <a:cxnLst/>
            <a:rect l="l" t="t" r="r" b="b"/>
            <a:pathLst>
              <a:path w="18275" h="17936" extrusionOk="0">
                <a:moveTo>
                  <a:pt x="11872" y="0"/>
                </a:moveTo>
                <a:cubicBezTo>
                  <a:pt x="11548" y="0"/>
                  <a:pt x="11226" y="114"/>
                  <a:pt x="10976" y="341"/>
                </a:cubicBezTo>
                <a:lnTo>
                  <a:pt x="8027" y="2841"/>
                </a:lnTo>
                <a:cubicBezTo>
                  <a:pt x="7764" y="3066"/>
                  <a:pt x="7417" y="3178"/>
                  <a:pt x="7092" y="3178"/>
                </a:cubicBezTo>
                <a:cubicBezTo>
                  <a:pt x="6983" y="3178"/>
                  <a:pt x="6877" y="3166"/>
                  <a:pt x="6777" y="3141"/>
                </a:cubicBezTo>
                <a:lnTo>
                  <a:pt x="3027" y="2141"/>
                </a:lnTo>
                <a:cubicBezTo>
                  <a:pt x="2893" y="2096"/>
                  <a:pt x="2748" y="2071"/>
                  <a:pt x="2606" y="2071"/>
                </a:cubicBezTo>
                <a:cubicBezTo>
                  <a:pt x="2433" y="2071"/>
                  <a:pt x="2265" y="2108"/>
                  <a:pt x="2128" y="2191"/>
                </a:cubicBezTo>
                <a:cubicBezTo>
                  <a:pt x="1378" y="2491"/>
                  <a:pt x="1078" y="3291"/>
                  <a:pt x="1378" y="3991"/>
                </a:cubicBezTo>
                <a:lnTo>
                  <a:pt x="2827" y="7540"/>
                </a:lnTo>
                <a:cubicBezTo>
                  <a:pt x="2977" y="7940"/>
                  <a:pt x="2977" y="8440"/>
                  <a:pt x="2727" y="8790"/>
                </a:cubicBezTo>
                <a:lnTo>
                  <a:pt x="578" y="12039"/>
                </a:lnTo>
                <a:cubicBezTo>
                  <a:pt x="1" y="12953"/>
                  <a:pt x="673" y="14144"/>
                  <a:pt x="1704" y="14144"/>
                </a:cubicBezTo>
                <a:cubicBezTo>
                  <a:pt x="1745" y="14144"/>
                  <a:pt x="1786" y="14143"/>
                  <a:pt x="1828" y="14139"/>
                </a:cubicBezTo>
                <a:lnTo>
                  <a:pt x="5677" y="13889"/>
                </a:lnTo>
                <a:cubicBezTo>
                  <a:pt x="5723" y="13884"/>
                  <a:pt x="5769" y="13881"/>
                  <a:pt x="5815" y="13881"/>
                </a:cubicBezTo>
                <a:cubicBezTo>
                  <a:pt x="6217" y="13881"/>
                  <a:pt x="6607" y="14075"/>
                  <a:pt x="6877" y="14389"/>
                </a:cubicBezTo>
                <a:lnTo>
                  <a:pt x="9276" y="17438"/>
                </a:lnTo>
                <a:cubicBezTo>
                  <a:pt x="9476" y="17638"/>
                  <a:pt x="9726" y="17838"/>
                  <a:pt x="10026" y="17888"/>
                </a:cubicBezTo>
                <a:cubicBezTo>
                  <a:pt x="10147" y="17920"/>
                  <a:pt x="10267" y="17936"/>
                  <a:pt x="10386" y="17936"/>
                </a:cubicBezTo>
                <a:cubicBezTo>
                  <a:pt x="11003" y="17936"/>
                  <a:pt x="11558" y="17518"/>
                  <a:pt x="11726" y="16888"/>
                </a:cubicBezTo>
                <a:lnTo>
                  <a:pt x="12626" y="13139"/>
                </a:lnTo>
                <a:cubicBezTo>
                  <a:pt x="12726" y="12689"/>
                  <a:pt x="13076" y="12339"/>
                  <a:pt x="13476" y="12189"/>
                </a:cubicBezTo>
                <a:lnTo>
                  <a:pt x="17075" y="10839"/>
                </a:lnTo>
                <a:cubicBezTo>
                  <a:pt x="18175" y="10390"/>
                  <a:pt x="18275" y="8940"/>
                  <a:pt x="17325" y="8340"/>
                </a:cubicBezTo>
                <a:lnTo>
                  <a:pt x="14076" y="6340"/>
                </a:lnTo>
                <a:cubicBezTo>
                  <a:pt x="13676" y="6090"/>
                  <a:pt x="13426" y="5640"/>
                  <a:pt x="13426" y="5190"/>
                </a:cubicBezTo>
                <a:lnTo>
                  <a:pt x="13276" y="1341"/>
                </a:lnTo>
                <a:cubicBezTo>
                  <a:pt x="13226" y="1041"/>
                  <a:pt x="13126" y="741"/>
                  <a:pt x="12926" y="491"/>
                </a:cubicBezTo>
                <a:cubicBezTo>
                  <a:pt x="12653" y="164"/>
                  <a:pt x="12261" y="0"/>
                  <a:pt x="118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3" name="Google Shape;973;p58"/>
          <p:cNvSpPr>
            <a:spLocks noGrp="1" noRot="1" noMove="1" noResize="1" noEditPoints="1" noAdjustHandles="1" noChangeArrowheads="1" noChangeShapeType="1"/>
          </p:cNvSpPr>
          <p:nvPr/>
        </p:nvSpPr>
        <p:spPr>
          <a:xfrm>
            <a:off x="8156156" y="1814050"/>
            <a:ext cx="341062" cy="327472"/>
          </a:xfrm>
          <a:custGeom>
            <a:avLst/>
            <a:gdLst/>
            <a:ahLst/>
            <a:cxnLst/>
            <a:rect l="l" t="t" r="r" b="b"/>
            <a:pathLst>
              <a:path w="18998" h="18241" extrusionOk="0">
                <a:moveTo>
                  <a:pt x="9149" y="643"/>
                </a:moveTo>
                <a:cubicBezTo>
                  <a:pt x="9549" y="643"/>
                  <a:pt x="9899" y="843"/>
                  <a:pt x="10049" y="1193"/>
                </a:cubicBezTo>
                <a:lnTo>
                  <a:pt x="12099" y="4443"/>
                </a:lnTo>
                <a:cubicBezTo>
                  <a:pt x="12399" y="4943"/>
                  <a:pt x="12898" y="5243"/>
                  <a:pt x="13448" y="5243"/>
                </a:cubicBezTo>
                <a:lnTo>
                  <a:pt x="17298" y="5443"/>
                </a:lnTo>
                <a:cubicBezTo>
                  <a:pt x="17548" y="5443"/>
                  <a:pt x="17748" y="5493"/>
                  <a:pt x="17948" y="5643"/>
                </a:cubicBezTo>
                <a:cubicBezTo>
                  <a:pt x="18398" y="6042"/>
                  <a:pt x="18448" y="6692"/>
                  <a:pt x="18098" y="7192"/>
                </a:cubicBezTo>
                <a:lnTo>
                  <a:pt x="15598" y="10142"/>
                </a:lnTo>
                <a:cubicBezTo>
                  <a:pt x="15248" y="10542"/>
                  <a:pt x="15098" y="11142"/>
                  <a:pt x="15248" y="11691"/>
                </a:cubicBezTo>
                <a:lnTo>
                  <a:pt x="16298" y="15391"/>
                </a:lnTo>
                <a:cubicBezTo>
                  <a:pt x="16348" y="15591"/>
                  <a:pt x="16298" y="15791"/>
                  <a:pt x="16248" y="15991"/>
                </a:cubicBezTo>
                <a:cubicBezTo>
                  <a:pt x="16090" y="16425"/>
                  <a:pt x="15652" y="16703"/>
                  <a:pt x="15205" y="16703"/>
                </a:cubicBezTo>
                <a:cubicBezTo>
                  <a:pt x="15085" y="16703"/>
                  <a:pt x="14964" y="16683"/>
                  <a:pt x="14848" y="16641"/>
                </a:cubicBezTo>
                <a:lnTo>
                  <a:pt x="11299" y="15191"/>
                </a:lnTo>
                <a:cubicBezTo>
                  <a:pt x="11079" y="15111"/>
                  <a:pt x="10859" y="15071"/>
                  <a:pt x="10642" y="15071"/>
                </a:cubicBezTo>
                <a:cubicBezTo>
                  <a:pt x="10317" y="15071"/>
                  <a:pt x="9999" y="15161"/>
                  <a:pt x="9699" y="15341"/>
                </a:cubicBezTo>
                <a:lnTo>
                  <a:pt x="6500" y="17490"/>
                </a:lnTo>
                <a:cubicBezTo>
                  <a:pt x="6325" y="17590"/>
                  <a:pt x="6125" y="17640"/>
                  <a:pt x="5925" y="17640"/>
                </a:cubicBezTo>
                <a:cubicBezTo>
                  <a:pt x="5725" y="17640"/>
                  <a:pt x="5525" y="17590"/>
                  <a:pt x="5350" y="17490"/>
                </a:cubicBezTo>
                <a:cubicBezTo>
                  <a:pt x="5000" y="17291"/>
                  <a:pt x="4800" y="16891"/>
                  <a:pt x="4850" y="16491"/>
                </a:cubicBezTo>
                <a:lnTo>
                  <a:pt x="5100" y="12641"/>
                </a:lnTo>
                <a:cubicBezTo>
                  <a:pt x="5150" y="12091"/>
                  <a:pt x="4900" y="11542"/>
                  <a:pt x="4500" y="11192"/>
                </a:cubicBezTo>
                <a:lnTo>
                  <a:pt x="1451" y="8792"/>
                </a:lnTo>
                <a:cubicBezTo>
                  <a:pt x="751" y="8242"/>
                  <a:pt x="1001" y="7142"/>
                  <a:pt x="1850" y="6892"/>
                </a:cubicBezTo>
                <a:lnTo>
                  <a:pt x="5600" y="5993"/>
                </a:lnTo>
                <a:cubicBezTo>
                  <a:pt x="6150" y="5843"/>
                  <a:pt x="6600" y="5443"/>
                  <a:pt x="6800" y="4943"/>
                </a:cubicBezTo>
                <a:lnTo>
                  <a:pt x="8149" y="1293"/>
                </a:lnTo>
                <a:cubicBezTo>
                  <a:pt x="8299" y="943"/>
                  <a:pt x="8649" y="643"/>
                  <a:pt x="9049" y="643"/>
                </a:cubicBezTo>
                <a:close/>
                <a:moveTo>
                  <a:pt x="9181" y="1"/>
                </a:moveTo>
                <a:cubicBezTo>
                  <a:pt x="8476" y="1"/>
                  <a:pt x="7826" y="422"/>
                  <a:pt x="7549" y="1093"/>
                </a:cubicBezTo>
                <a:lnTo>
                  <a:pt x="6200" y="4693"/>
                </a:lnTo>
                <a:cubicBezTo>
                  <a:pt x="6100" y="5043"/>
                  <a:pt x="5800" y="5293"/>
                  <a:pt x="5450" y="5393"/>
                </a:cubicBezTo>
                <a:lnTo>
                  <a:pt x="1700" y="6292"/>
                </a:lnTo>
                <a:cubicBezTo>
                  <a:pt x="351" y="6642"/>
                  <a:pt x="1" y="8392"/>
                  <a:pt x="1101" y="9292"/>
                </a:cubicBezTo>
                <a:lnTo>
                  <a:pt x="4100" y="11691"/>
                </a:lnTo>
                <a:cubicBezTo>
                  <a:pt x="4400" y="11891"/>
                  <a:pt x="4550" y="12241"/>
                  <a:pt x="4500" y="12591"/>
                </a:cubicBezTo>
                <a:lnTo>
                  <a:pt x="4250" y="16441"/>
                </a:lnTo>
                <a:cubicBezTo>
                  <a:pt x="4250" y="16441"/>
                  <a:pt x="4250" y="16491"/>
                  <a:pt x="4250" y="16491"/>
                </a:cubicBezTo>
                <a:cubicBezTo>
                  <a:pt x="4250" y="17440"/>
                  <a:pt x="5000" y="18240"/>
                  <a:pt x="5950" y="18240"/>
                </a:cubicBezTo>
                <a:cubicBezTo>
                  <a:pt x="6250" y="18240"/>
                  <a:pt x="6600" y="18140"/>
                  <a:pt x="6850" y="17990"/>
                </a:cubicBezTo>
                <a:lnTo>
                  <a:pt x="10099" y="15841"/>
                </a:lnTo>
                <a:cubicBezTo>
                  <a:pt x="10250" y="15720"/>
                  <a:pt x="10457" y="15654"/>
                  <a:pt x="10663" y="15654"/>
                </a:cubicBezTo>
                <a:cubicBezTo>
                  <a:pt x="10797" y="15654"/>
                  <a:pt x="10931" y="15682"/>
                  <a:pt x="11049" y="15741"/>
                </a:cubicBezTo>
                <a:lnTo>
                  <a:pt x="14648" y="17191"/>
                </a:lnTo>
                <a:cubicBezTo>
                  <a:pt x="14848" y="17274"/>
                  <a:pt x="15054" y="17313"/>
                  <a:pt x="15257" y="17313"/>
                </a:cubicBezTo>
                <a:cubicBezTo>
                  <a:pt x="15665" y="17313"/>
                  <a:pt x="16065" y="17157"/>
                  <a:pt x="16398" y="16891"/>
                </a:cubicBezTo>
                <a:cubicBezTo>
                  <a:pt x="16898" y="16441"/>
                  <a:pt x="17048" y="15791"/>
                  <a:pt x="16898" y="15191"/>
                </a:cubicBezTo>
                <a:lnTo>
                  <a:pt x="15848" y="11442"/>
                </a:lnTo>
                <a:cubicBezTo>
                  <a:pt x="15748" y="11092"/>
                  <a:pt x="15848" y="10742"/>
                  <a:pt x="16098" y="10442"/>
                </a:cubicBezTo>
                <a:lnTo>
                  <a:pt x="18598" y="7492"/>
                </a:lnTo>
                <a:cubicBezTo>
                  <a:pt x="18797" y="7192"/>
                  <a:pt x="18947" y="6842"/>
                  <a:pt x="18947" y="6492"/>
                </a:cubicBezTo>
                <a:cubicBezTo>
                  <a:pt x="18997" y="5543"/>
                  <a:pt x="18248" y="4743"/>
                  <a:pt x="17348" y="4743"/>
                </a:cubicBezTo>
                <a:lnTo>
                  <a:pt x="13498" y="4543"/>
                </a:lnTo>
                <a:cubicBezTo>
                  <a:pt x="13098" y="4543"/>
                  <a:pt x="12799" y="4343"/>
                  <a:pt x="12599" y="4043"/>
                </a:cubicBezTo>
                <a:lnTo>
                  <a:pt x="10549" y="793"/>
                </a:lnTo>
                <a:cubicBezTo>
                  <a:pt x="10349" y="493"/>
                  <a:pt x="10099" y="244"/>
                  <a:pt x="9749" y="94"/>
                </a:cubicBezTo>
                <a:cubicBezTo>
                  <a:pt x="9560" y="30"/>
                  <a:pt x="9368" y="1"/>
                  <a:pt x="91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4" name="Google Shape;974;p58"/>
          <p:cNvSpPr>
            <a:spLocks noGrp="1" noRot="1" noMove="1" noResize="1" noEditPoints="1" noAdjustHandles="1" noChangeArrowheads="1" noChangeShapeType="1"/>
          </p:cNvSpPr>
          <p:nvPr/>
        </p:nvSpPr>
        <p:spPr>
          <a:xfrm>
            <a:off x="8166030" y="2573190"/>
            <a:ext cx="170531" cy="162757"/>
          </a:xfrm>
          <a:custGeom>
            <a:avLst/>
            <a:gdLst/>
            <a:ahLst/>
            <a:cxnLst/>
            <a:rect l="l" t="t" r="r" b="b"/>
            <a:pathLst>
              <a:path w="9499" h="9066" extrusionOk="0">
                <a:moveTo>
                  <a:pt x="2800" y="0"/>
                </a:moveTo>
                <a:cubicBezTo>
                  <a:pt x="2400" y="0"/>
                  <a:pt x="2100" y="350"/>
                  <a:pt x="2100" y="750"/>
                </a:cubicBezTo>
                <a:lnTo>
                  <a:pt x="2250" y="2750"/>
                </a:lnTo>
                <a:cubicBezTo>
                  <a:pt x="2250" y="2950"/>
                  <a:pt x="2200" y="3200"/>
                  <a:pt x="2000" y="3349"/>
                </a:cubicBezTo>
                <a:lnTo>
                  <a:pt x="451" y="4599"/>
                </a:lnTo>
                <a:cubicBezTo>
                  <a:pt x="1" y="4999"/>
                  <a:pt x="151" y="5699"/>
                  <a:pt x="751" y="5849"/>
                </a:cubicBezTo>
                <a:lnTo>
                  <a:pt x="2650" y="6299"/>
                </a:lnTo>
                <a:cubicBezTo>
                  <a:pt x="2900" y="6399"/>
                  <a:pt x="3100" y="6549"/>
                  <a:pt x="3150" y="6749"/>
                </a:cubicBezTo>
                <a:lnTo>
                  <a:pt x="3900" y="8649"/>
                </a:lnTo>
                <a:cubicBezTo>
                  <a:pt x="3950" y="8749"/>
                  <a:pt x="4000" y="8849"/>
                  <a:pt x="4150" y="8948"/>
                </a:cubicBezTo>
                <a:cubicBezTo>
                  <a:pt x="4265" y="9026"/>
                  <a:pt x="4403" y="9065"/>
                  <a:pt x="4543" y="9065"/>
                </a:cubicBezTo>
                <a:cubicBezTo>
                  <a:pt x="4767" y="9065"/>
                  <a:pt x="4996" y="8964"/>
                  <a:pt x="5150" y="8749"/>
                </a:cubicBezTo>
                <a:lnTo>
                  <a:pt x="6150" y="7049"/>
                </a:lnTo>
                <a:cubicBezTo>
                  <a:pt x="6300" y="6849"/>
                  <a:pt x="6500" y="6749"/>
                  <a:pt x="6749" y="6749"/>
                </a:cubicBezTo>
                <a:lnTo>
                  <a:pt x="8749" y="6599"/>
                </a:lnTo>
                <a:cubicBezTo>
                  <a:pt x="8899" y="6599"/>
                  <a:pt x="9049" y="6549"/>
                  <a:pt x="9149" y="6449"/>
                </a:cubicBezTo>
                <a:cubicBezTo>
                  <a:pt x="9449" y="6199"/>
                  <a:pt x="9499" y="5749"/>
                  <a:pt x="9249" y="5449"/>
                </a:cubicBezTo>
                <a:lnTo>
                  <a:pt x="7949" y="3949"/>
                </a:lnTo>
                <a:cubicBezTo>
                  <a:pt x="7799" y="3749"/>
                  <a:pt x="7749" y="3549"/>
                  <a:pt x="7799" y="3299"/>
                </a:cubicBezTo>
                <a:lnTo>
                  <a:pt x="8299" y="1400"/>
                </a:lnTo>
                <a:cubicBezTo>
                  <a:pt x="8349" y="1250"/>
                  <a:pt x="8349" y="1050"/>
                  <a:pt x="8299" y="950"/>
                </a:cubicBezTo>
                <a:cubicBezTo>
                  <a:pt x="8183" y="640"/>
                  <a:pt x="7917" y="450"/>
                  <a:pt x="7617" y="450"/>
                </a:cubicBezTo>
                <a:cubicBezTo>
                  <a:pt x="7529" y="450"/>
                  <a:pt x="7439" y="466"/>
                  <a:pt x="7349" y="500"/>
                </a:cubicBezTo>
                <a:lnTo>
                  <a:pt x="5550" y="1250"/>
                </a:lnTo>
                <a:cubicBezTo>
                  <a:pt x="5437" y="1295"/>
                  <a:pt x="5325" y="1320"/>
                  <a:pt x="5217" y="1320"/>
                </a:cubicBezTo>
                <a:cubicBezTo>
                  <a:pt x="5085" y="1320"/>
                  <a:pt x="4960" y="1282"/>
                  <a:pt x="4850" y="1200"/>
                </a:cubicBezTo>
                <a:lnTo>
                  <a:pt x="3200" y="100"/>
                </a:lnTo>
                <a:cubicBezTo>
                  <a:pt x="3050" y="50"/>
                  <a:pt x="2950" y="0"/>
                  <a:pt x="28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5" name="Google Shape;975;p58"/>
          <p:cNvSpPr>
            <a:spLocks noGrp="1" noRot="1" noMove="1" noResize="1" noEditPoints="1" noAdjustHandles="1" noChangeArrowheads="1" noChangeShapeType="1"/>
          </p:cNvSpPr>
          <p:nvPr/>
        </p:nvSpPr>
        <p:spPr>
          <a:xfrm>
            <a:off x="6119804" y="2627029"/>
            <a:ext cx="116691" cy="110372"/>
          </a:xfrm>
          <a:custGeom>
            <a:avLst/>
            <a:gdLst/>
            <a:ahLst/>
            <a:cxnLst/>
            <a:rect l="l" t="t" r="r" b="b"/>
            <a:pathLst>
              <a:path w="6500" h="6148" extrusionOk="0">
                <a:moveTo>
                  <a:pt x="1900" y="1"/>
                </a:moveTo>
                <a:cubicBezTo>
                  <a:pt x="1650" y="1"/>
                  <a:pt x="1400" y="250"/>
                  <a:pt x="1450" y="500"/>
                </a:cubicBezTo>
                <a:lnTo>
                  <a:pt x="1550" y="1850"/>
                </a:lnTo>
                <a:cubicBezTo>
                  <a:pt x="1550" y="2050"/>
                  <a:pt x="1500" y="2200"/>
                  <a:pt x="1400" y="2300"/>
                </a:cubicBezTo>
                <a:lnTo>
                  <a:pt x="351" y="3150"/>
                </a:lnTo>
                <a:cubicBezTo>
                  <a:pt x="1" y="3400"/>
                  <a:pt x="151" y="3900"/>
                  <a:pt x="551" y="4000"/>
                </a:cubicBezTo>
                <a:lnTo>
                  <a:pt x="1850" y="4300"/>
                </a:lnTo>
                <a:cubicBezTo>
                  <a:pt x="2000" y="4350"/>
                  <a:pt x="2100" y="4450"/>
                  <a:pt x="2200" y="4600"/>
                </a:cubicBezTo>
                <a:lnTo>
                  <a:pt x="2650" y="5850"/>
                </a:lnTo>
                <a:cubicBezTo>
                  <a:pt x="2700" y="5949"/>
                  <a:pt x="2750" y="5999"/>
                  <a:pt x="2850" y="6099"/>
                </a:cubicBezTo>
                <a:cubicBezTo>
                  <a:pt x="2929" y="6131"/>
                  <a:pt x="3013" y="6148"/>
                  <a:pt x="3096" y="6148"/>
                </a:cubicBezTo>
                <a:cubicBezTo>
                  <a:pt x="3275" y="6148"/>
                  <a:pt x="3447" y="6070"/>
                  <a:pt x="3550" y="5899"/>
                </a:cubicBezTo>
                <a:lnTo>
                  <a:pt x="4250" y="4750"/>
                </a:lnTo>
                <a:cubicBezTo>
                  <a:pt x="4300" y="4600"/>
                  <a:pt x="4450" y="4550"/>
                  <a:pt x="4600" y="4550"/>
                </a:cubicBezTo>
                <a:lnTo>
                  <a:pt x="5950" y="4450"/>
                </a:lnTo>
                <a:cubicBezTo>
                  <a:pt x="6050" y="4450"/>
                  <a:pt x="6150" y="4400"/>
                  <a:pt x="6250" y="4350"/>
                </a:cubicBezTo>
                <a:cubicBezTo>
                  <a:pt x="6449" y="4150"/>
                  <a:pt x="6499" y="3850"/>
                  <a:pt x="6299" y="3650"/>
                </a:cubicBezTo>
                <a:lnTo>
                  <a:pt x="5400" y="2650"/>
                </a:lnTo>
                <a:cubicBezTo>
                  <a:pt x="5350" y="2500"/>
                  <a:pt x="5300" y="2350"/>
                  <a:pt x="5350" y="2200"/>
                </a:cubicBezTo>
                <a:lnTo>
                  <a:pt x="5700" y="900"/>
                </a:lnTo>
                <a:cubicBezTo>
                  <a:pt x="5700" y="800"/>
                  <a:pt x="5700" y="700"/>
                  <a:pt x="5650" y="600"/>
                </a:cubicBezTo>
                <a:cubicBezTo>
                  <a:pt x="5575" y="415"/>
                  <a:pt x="5391" y="312"/>
                  <a:pt x="5220" y="312"/>
                </a:cubicBezTo>
                <a:cubicBezTo>
                  <a:pt x="5160" y="312"/>
                  <a:pt x="5101" y="325"/>
                  <a:pt x="5050" y="350"/>
                </a:cubicBezTo>
                <a:lnTo>
                  <a:pt x="3800" y="850"/>
                </a:lnTo>
                <a:cubicBezTo>
                  <a:pt x="3738" y="871"/>
                  <a:pt x="3667" y="883"/>
                  <a:pt x="3598" y="883"/>
                </a:cubicBezTo>
                <a:cubicBezTo>
                  <a:pt x="3501" y="883"/>
                  <a:pt x="3409" y="859"/>
                  <a:pt x="3350" y="800"/>
                </a:cubicBezTo>
                <a:lnTo>
                  <a:pt x="2200" y="101"/>
                </a:lnTo>
                <a:cubicBezTo>
                  <a:pt x="2100" y="1"/>
                  <a:pt x="2000" y="1"/>
                  <a:pt x="19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6" name="Google Shape;976;p58"/>
          <p:cNvSpPr>
            <a:spLocks noGrp="1" noRot="1" noMove="1" noResize="1" noEditPoints="1" noAdjustHandles="1" noChangeArrowheads="1" noChangeShapeType="1"/>
          </p:cNvSpPr>
          <p:nvPr/>
        </p:nvSpPr>
        <p:spPr>
          <a:xfrm>
            <a:off x="6541616" y="1447766"/>
            <a:ext cx="813123" cy="455239"/>
          </a:xfrm>
          <a:custGeom>
            <a:avLst/>
            <a:gdLst/>
            <a:ahLst/>
            <a:cxnLst/>
            <a:rect l="l" t="t" r="r" b="b"/>
            <a:pathLst>
              <a:path w="45293" h="25358" extrusionOk="0">
                <a:moveTo>
                  <a:pt x="5550" y="0"/>
                </a:moveTo>
                <a:lnTo>
                  <a:pt x="0" y="2750"/>
                </a:lnTo>
                <a:cubicBezTo>
                  <a:pt x="200" y="3350"/>
                  <a:pt x="400" y="3850"/>
                  <a:pt x="600" y="4349"/>
                </a:cubicBezTo>
                <a:cubicBezTo>
                  <a:pt x="800" y="4849"/>
                  <a:pt x="1000" y="5349"/>
                  <a:pt x="1200" y="5849"/>
                </a:cubicBezTo>
                <a:cubicBezTo>
                  <a:pt x="1650" y="6849"/>
                  <a:pt x="2150" y="7849"/>
                  <a:pt x="2700" y="8799"/>
                </a:cubicBezTo>
                <a:cubicBezTo>
                  <a:pt x="3750" y="10798"/>
                  <a:pt x="4950" y="12648"/>
                  <a:pt x="6299" y="14448"/>
                </a:cubicBezTo>
                <a:cubicBezTo>
                  <a:pt x="9099" y="17997"/>
                  <a:pt x="12598" y="21396"/>
                  <a:pt x="17497" y="23546"/>
                </a:cubicBezTo>
                <a:cubicBezTo>
                  <a:pt x="18747" y="24096"/>
                  <a:pt x="20047" y="24496"/>
                  <a:pt x="21397" y="24796"/>
                </a:cubicBezTo>
                <a:cubicBezTo>
                  <a:pt x="22697" y="25096"/>
                  <a:pt x="23996" y="25246"/>
                  <a:pt x="25346" y="25346"/>
                </a:cubicBezTo>
                <a:cubicBezTo>
                  <a:pt x="25726" y="25354"/>
                  <a:pt x="26105" y="25358"/>
                  <a:pt x="26482" y="25358"/>
                </a:cubicBezTo>
                <a:cubicBezTo>
                  <a:pt x="28491" y="25358"/>
                  <a:pt x="30475" y="25240"/>
                  <a:pt x="32495" y="24946"/>
                </a:cubicBezTo>
                <a:cubicBezTo>
                  <a:pt x="34644" y="24596"/>
                  <a:pt x="36844" y="24196"/>
                  <a:pt x="38994" y="23596"/>
                </a:cubicBezTo>
                <a:cubicBezTo>
                  <a:pt x="40043" y="23296"/>
                  <a:pt x="41093" y="23046"/>
                  <a:pt x="42093" y="22696"/>
                </a:cubicBezTo>
                <a:lnTo>
                  <a:pt x="43693" y="22146"/>
                </a:lnTo>
                <a:lnTo>
                  <a:pt x="44443" y="21846"/>
                </a:lnTo>
                <a:lnTo>
                  <a:pt x="45293" y="21546"/>
                </a:lnTo>
                <a:lnTo>
                  <a:pt x="39944" y="10098"/>
                </a:lnTo>
                <a:lnTo>
                  <a:pt x="38394" y="10648"/>
                </a:lnTo>
                <a:cubicBezTo>
                  <a:pt x="37494" y="10948"/>
                  <a:pt x="36594" y="11198"/>
                  <a:pt x="35694" y="11448"/>
                </a:cubicBezTo>
                <a:cubicBezTo>
                  <a:pt x="33945" y="11998"/>
                  <a:pt x="32145" y="12448"/>
                  <a:pt x="30395" y="12848"/>
                </a:cubicBezTo>
                <a:cubicBezTo>
                  <a:pt x="28795" y="13198"/>
                  <a:pt x="27096" y="13448"/>
                  <a:pt x="25446" y="13598"/>
                </a:cubicBezTo>
                <a:cubicBezTo>
                  <a:pt x="25093" y="13637"/>
                  <a:pt x="24740" y="13656"/>
                  <a:pt x="24388" y="13656"/>
                </a:cubicBezTo>
                <a:cubicBezTo>
                  <a:pt x="23394" y="13656"/>
                  <a:pt x="22407" y="13506"/>
                  <a:pt x="21447" y="13248"/>
                </a:cubicBezTo>
                <a:cubicBezTo>
                  <a:pt x="20747" y="13048"/>
                  <a:pt x="20047" y="12798"/>
                  <a:pt x="19347" y="12498"/>
                </a:cubicBezTo>
                <a:cubicBezTo>
                  <a:pt x="18647" y="12148"/>
                  <a:pt x="17947" y="11748"/>
                  <a:pt x="17247" y="11348"/>
                </a:cubicBezTo>
                <a:cubicBezTo>
                  <a:pt x="15798" y="10398"/>
                  <a:pt x="14398" y="9349"/>
                  <a:pt x="13098" y="8199"/>
                </a:cubicBezTo>
                <a:cubicBezTo>
                  <a:pt x="11698" y="6999"/>
                  <a:pt x="10399" y="5699"/>
                  <a:pt x="9199" y="4299"/>
                </a:cubicBezTo>
                <a:cubicBezTo>
                  <a:pt x="8549" y="3600"/>
                  <a:pt x="7949" y="2900"/>
                  <a:pt x="7299" y="2150"/>
                </a:cubicBezTo>
                <a:cubicBezTo>
                  <a:pt x="6999" y="1800"/>
                  <a:pt x="6699" y="1450"/>
                  <a:pt x="6399" y="1050"/>
                </a:cubicBezTo>
                <a:lnTo>
                  <a:pt x="55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7" name="Google Shape;977;p58"/>
          <p:cNvSpPr>
            <a:spLocks noGrp="1" noRot="1" noMove="1" noResize="1" noEditPoints="1" noAdjustHandles="1" noChangeArrowheads="1" noChangeShapeType="1"/>
          </p:cNvSpPr>
          <p:nvPr/>
        </p:nvSpPr>
        <p:spPr>
          <a:xfrm>
            <a:off x="6982278" y="1629050"/>
            <a:ext cx="770934" cy="866962"/>
          </a:xfrm>
          <a:custGeom>
            <a:avLst/>
            <a:gdLst/>
            <a:ahLst/>
            <a:cxnLst/>
            <a:rect l="l" t="t" r="r" b="b"/>
            <a:pathLst>
              <a:path w="42943" h="48292" extrusionOk="0">
                <a:moveTo>
                  <a:pt x="15298" y="0"/>
                </a:moveTo>
                <a:cubicBezTo>
                  <a:pt x="15298" y="0"/>
                  <a:pt x="4199" y="10898"/>
                  <a:pt x="0" y="37794"/>
                </a:cubicBezTo>
                <a:lnTo>
                  <a:pt x="26696" y="48292"/>
                </a:lnTo>
                <a:cubicBezTo>
                  <a:pt x="28295" y="44792"/>
                  <a:pt x="32295" y="26746"/>
                  <a:pt x="42943" y="11298"/>
                </a:cubicBezTo>
                <a:cubicBezTo>
                  <a:pt x="40393" y="9349"/>
                  <a:pt x="37644" y="7649"/>
                  <a:pt x="34744" y="6249"/>
                </a:cubicBezTo>
                <a:cubicBezTo>
                  <a:pt x="31045" y="4600"/>
                  <a:pt x="27295" y="3100"/>
                  <a:pt x="23446" y="1800"/>
                </a:cubicBezTo>
                <a:cubicBezTo>
                  <a:pt x="20747" y="1000"/>
                  <a:pt x="18047" y="400"/>
                  <a:pt x="152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8" name="Google Shape;978;p58"/>
          <p:cNvSpPr>
            <a:spLocks noGrp="1" noRot="1" noMove="1" noResize="1" noEditPoints="1" noAdjustHandles="1" noChangeArrowheads="1" noChangeShapeType="1"/>
          </p:cNvSpPr>
          <p:nvPr/>
        </p:nvSpPr>
        <p:spPr>
          <a:xfrm>
            <a:off x="7387933" y="1522250"/>
            <a:ext cx="253094" cy="215735"/>
          </a:xfrm>
          <a:custGeom>
            <a:avLst/>
            <a:gdLst/>
            <a:ahLst/>
            <a:cxnLst/>
            <a:rect l="l" t="t" r="r" b="b"/>
            <a:pathLst>
              <a:path w="14098" h="12017" extrusionOk="0">
                <a:moveTo>
                  <a:pt x="14098" y="0"/>
                </a:moveTo>
                <a:lnTo>
                  <a:pt x="5899" y="2800"/>
                </a:lnTo>
                <a:cubicBezTo>
                  <a:pt x="5537" y="5287"/>
                  <a:pt x="4726" y="7734"/>
                  <a:pt x="1688" y="7734"/>
                </a:cubicBezTo>
                <a:cubicBezTo>
                  <a:pt x="1367" y="7734"/>
                  <a:pt x="1022" y="7706"/>
                  <a:pt x="650" y="7649"/>
                </a:cubicBezTo>
                <a:lnTo>
                  <a:pt x="650" y="7649"/>
                </a:lnTo>
                <a:cubicBezTo>
                  <a:pt x="650" y="7649"/>
                  <a:pt x="0" y="9049"/>
                  <a:pt x="4449" y="10799"/>
                </a:cubicBezTo>
                <a:cubicBezTo>
                  <a:pt x="6843" y="11751"/>
                  <a:pt x="8332" y="12017"/>
                  <a:pt x="9249" y="12017"/>
                </a:cubicBezTo>
                <a:cubicBezTo>
                  <a:pt x="10400" y="12017"/>
                  <a:pt x="10648" y="11598"/>
                  <a:pt x="10648" y="11598"/>
                </a:cubicBezTo>
                <a:cubicBezTo>
                  <a:pt x="9249" y="8599"/>
                  <a:pt x="12198" y="2950"/>
                  <a:pt x="14098"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9" name="Google Shape;979;p58"/>
          <p:cNvSpPr>
            <a:spLocks noGrp="1" noRot="1" noMove="1" noResize="1" noEditPoints="1" noAdjustHandles="1" noChangeArrowheads="1" noChangeShapeType="1"/>
          </p:cNvSpPr>
          <p:nvPr/>
        </p:nvSpPr>
        <p:spPr>
          <a:xfrm>
            <a:off x="7486654" y="1542896"/>
            <a:ext cx="94251" cy="64916"/>
          </a:xfrm>
          <a:custGeom>
            <a:avLst/>
            <a:gdLst/>
            <a:ahLst/>
            <a:cxnLst/>
            <a:rect l="l" t="t" r="r" b="b"/>
            <a:pathLst>
              <a:path w="5250" h="3616" extrusionOk="0">
                <a:moveTo>
                  <a:pt x="5249" y="0"/>
                </a:moveTo>
                <a:lnTo>
                  <a:pt x="400" y="1650"/>
                </a:lnTo>
                <a:cubicBezTo>
                  <a:pt x="300" y="2300"/>
                  <a:pt x="200" y="2900"/>
                  <a:pt x="0" y="3550"/>
                </a:cubicBezTo>
                <a:cubicBezTo>
                  <a:pt x="214" y="3594"/>
                  <a:pt x="450" y="3615"/>
                  <a:pt x="698" y="3615"/>
                </a:cubicBezTo>
                <a:cubicBezTo>
                  <a:pt x="2136" y="3615"/>
                  <a:pt x="4010" y="2901"/>
                  <a:pt x="4649" y="1750"/>
                </a:cubicBezTo>
                <a:cubicBezTo>
                  <a:pt x="4949" y="1200"/>
                  <a:pt x="5149" y="600"/>
                  <a:pt x="5249" y="0"/>
                </a:cubicBezTo>
                <a:close/>
              </a:path>
            </a:pathLst>
          </a:custGeom>
          <a:solidFill>
            <a:srgbClr val="CE6F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0" name="Google Shape;980;p58"/>
          <p:cNvSpPr>
            <a:spLocks noGrp="1" noRot="1" noMove="1" noResize="1" noEditPoints="1" noAdjustHandles="1" noChangeArrowheads="1" noChangeShapeType="1"/>
          </p:cNvSpPr>
          <p:nvPr/>
        </p:nvSpPr>
        <p:spPr>
          <a:xfrm>
            <a:off x="7454501" y="1245477"/>
            <a:ext cx="208590" cy="154463"/>
          </a:xfrm>
          <a:custGeom>
            <a:avLst/>
            <a:gdLst/>
            <a:ahLst/>
            <a:cxnLst/>
            <a:rect l="l" t="t" r="r" b="b"/>
            <a:pathLst>
              <a:path w="11619" h="8604" extrusionOk="0">
                <a:moveTo>
                  <a:pt x="7180" y="0"/>
                </a:moveTo>
                <a:cubicBezTo>
                  <a:pt x="4612" y="0"/>
                  <a:pt x="0" y="5413"/>
                  <a:pt x="1691" y="8119"/>
                </a:cubicBezTo>
                <a:cubicBezTo>
                  <a:pt x="1902" y="8455"/>
                  <a:pt x="2213" y="8604"/>
                  <a:pt x="2590" y="8604"/>
                </a:cubicBezTo>
                <a:cubicBezTo>
                  <a:pt x="5349" y="8604"/>
                  <a:pt x="11619" y="636"/>
                  <a:pt x="7440" y="20"/>
                </a:cubicBezTo>
                <a:cubicBezTo>
                  <a:pt x="7356" y="7"/>
                  <a:pt x="7269" y="0"/>
                  <a:pt x="718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1" name="Google Shape;981;p58"/>
          <p:cNvSpPr>
            <a:spLocks noGrp="1" noRot="1" noMove="1" noResize="1" noEditPoints="1" noAdjustHandles="1" noChangeArrowheads="1" noChangeShapeType="1"/>
          </p:cNvSpPr>
          <p:nvPr/>
        </p:nvSpPr>
        <p:spPr>
          <a:xfrm>
            <a:off x="7395796" y="1273698"/>
            <a:ext cx="325102" cy="306988"/>
          </a:xfrm>
          <a:custGeom>
            <a:avLst/>
            <a:gdLst/>
            <a:ahLst/>
            <a:cxnLst/>
            <a:rect l="l" t="t" r="r" b="b"/>
            <a:pathLst>
              <a:path w="18109" h="17100" extrusionOk="0">
                <a:moveTo>
                  <a:pt x="11211" y="1"/>
                </a:moveTo>
                <a:cubicBezTo>
                  <a:pt x="6917" y="1"/>
                  <a:pt x="3066" y="4715"/>
                  <a:pt x="1612" y="8396"/>
                </a:cubicBezTo>
                <a:cubicBezTo>
                  <a:pt x="1" y="12494"/>
                  <a:pt x="2799" y="17100"/>
                  <a:pt x="7156" y="17100"/>
                </a:cubicBezTo>
                <a:cubicBezTo>
                  <a:pt x="7530" y="17100"/>
                  <a:pt x="7915" y="17066"/>
                  <a:pt x="8311" y="16995"/>
                </a:cubicBezTo>
                <a:cubicBezTo>
                  <a:pt x="11610" y="16395"/>
                  <a:pt x="13160" y="14095"/>
                  <a:pt x="16059" y="10446"/>
                </a:cubicBezTo>
                <a:cubicBezTo>
                  <a:pt x="16659" y="9646"/>
                  <a:pt x="17109" y="8746"/>
                  <a:pt x="17359" y="7797"/>
                </a:cubicBezTo>
                <a:cubicBezTo>
                  <a:pt x="18109" y="4347"/>
                  <a:pt x="15959" y="948"/>
                  <a:pt x="12510" y="148"/>
                </a:cubicBezTo>
                <a:cubicBezTo>
                  <a:pt x="12074" y="48"/>
                  <a:pt x="11640" y="1"/>
                  <a:pt x="11211"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2" name="Google Shape;982;p58"/>
          <p:cNvSpPr>
            <a:spLocks noGrp="1" noRot="1" noMove="1" noResize="1" noEditPoints="1" noAdjustHandles="1" noChangeArrowheads="1" noChangeShapeType="1"/>
          </p:cNvSpPr>
          <p:nvPr/>
        </p:nvSpPr>
        <p:spPr>
          <a:xfrm>
            <a:off x="7589360" y="1366423"/>
            <a:ext cx="283506" cy="160047"/>
          </a:xfrm>
          <a:custGeom>
            <a:avLst/>
            <a:gdLst/>
            <a:ahLst/>
            <a:cxnLst/>
            <a:rect l="l" t="t" r="r" b="b"/>
            <a:pathLst>
              <a:path w="15792" h="8915" extrusionOk="0">
                <a:moveTo>
                  <a:pt x="6555" y="1"/>
                </a:moveTo>
                <a:cubicBezTo>
                  <a:pt x="1177" y="1"/>
                  <a:pt x="1" y="8282"/>
                  <a:pt x="2378" y="8830"/>
                </a:cubicBezTo>
                <a:cubicBezTo>
                  <a:pt x="2632" y="8887"/>
                  <a:pt x="2905" y="8914"/>
                  <a:pt x="3193" y="8914"/>
                </a:cubicBezTo>
                <a:cubicBezTo>
                  <a:pt x="7718" y="8914"/>
                  <a:pt x="15791" y="2253"/>
                  <a:pt x="8177" y="232"/>
                </a:cubicBezTo>
                <a:cubicBezTo>
                  <a:pt x="7599" y="74"/>
                  <a:pt x="7059" y="1"/>
                  <a:pt x="655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3" name="Google Shape;983;p58"/>
          <p:cNvSpPr>
            <a:spLocks noGrp="1" noRot="1" noMove="1" noResize="1" noEditPoints="1" noAdjustHandles="1" noChangeArrowheads="1" noChangeShapeType="1"/>
          </p:cNvSpPr>
          <p:nvPr/>
        </p:nvSpPr>
        <p:spPr>
          <a:xfrm>
            <a:off x="7529722" y="1190075"/>
            <a:ext cx="301782" cy="230331"/>
          </a:xfrm>
          <a:custGeom>
            <a:avLst/>
            <a:gdLst/>
            <a:ahLst/>
            <a:cxnLst/>
            <a:rect l="l" t="t" r="r" b="b"/>
            <a:pathLst>
              <a:path w="16810" h="12830" extrusionOk="0">
                <a:moveTo>
                  <a:pt x="5076" y="0"/>
                </a:moveTo>
                <a:cubicBezTo>
                  <a:pt x="3334" y="0"/>
                  <a:pt x="1923" y="539"/>
                  <a:pt x="1551" y="1806"/>
                </a:cubicBezTo>
                <a:cubicBezTo>
                  <a:pt x="1" y="7105"/>
                  <a:pt x="8549" y="11455"/>
                  <a:pt x="11699" y="12604"/>
                </a:cubicBezTo>
                <a:cubicBezTo>
                  <a:pt x="12112" y="12759"/>
                  <a:pt x="12500" y="12829"/>
                  <a:pt x="12857" y="12829"/>
                </a:cubicBezTo>
                <a:cubicBezTo>
                  <a:pt x="16083" y="12829"/>
                  <a:pt x="16810" y="7071"/>
                  <a:pt x="11499" y="5406"/>
                </a:cubicBezTo>
                <a:cubicBezTo>
                  <a:pt x="7899" y="4306"/>
                  <a:pt x="5100" y="1656"/>
                  <a:pt x="10649" y="1456"/>
                </a:cubicBezTo>
                <a:cubicBezTo>
                  <a:pt x="8940" y="551"/>
                  <a:pt x="6838" y="0"/>
                  <a:pt x="50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4" name="Google Shape;984;p58"/>
          <p:cNvSpPr>
            <a:spLocks noGrp="1" noRot="1" noMove="1" noResize="1" noEditPoints="1" noAdjustHandles="1" noChangeArrowheads="1" noChangeShapeType="1"/>
          </p:cNvSpPr>
          <p:nvPr/>
        </p:nvSpPr>
        <p:spPr>
          <a:xfrm>
            <a:off x="7754092" y="1391808"/>
            <a:ext cx="56604" cy="47000"/>
          </a:xfrm>
          <a:custGeom>
            <a:avLst/>
            <a:gdLst/>
            <a:ahLst/>
            <a:cxnLst/>
            <a:rect l="l" t="t" r="r" b="b"/>
            <a:pathLst>
              <a:path w="3153" h="2618" extrusionOk="0">
                <a:moveTo>
                  <a:pt x="371" y="0"/>
                </a:moveTo>
                <a:cubicBezTo>
                  <a:pt x="147" y="0"/>
                  <a:pt x="1" y="18"/>
                  <a:pt x="1" y="18"/>
                </a:cubicBezTo>
                <a:cubicBezTo>
                  <a:pt x="1250" y="368"/>
                  <a:pt x="2250" y="1367"/>
                  <a:pt x="2600" y="2617"/>
                </a:cubicBezTo>
                <a:cubicBezTo>
                  <a:pt x="3153" y="249"/>
                  <a:pt x="1213" y="0"/>
                  <a:pt x="3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5" name="Google Shape;985;p58"/>
          <p:cNvSpPr>
            <a:spLocks noGrp="1" noRot="1" noMove="1" noResize="1" noEditPoints="1" noAdjustHandles="1" noChangeArrowheads="1" noChangeShapeType="1"/>
          </p:cNvSpPr>
          <p:nvPr/>
        </p:nvSpPr>
        <p:spPr>
          <a:xfrm>
            <a:off x="7756785" y="1387625"/>
            <a:ext cx="65527" cy="21435"/>
          </a:xfrm>
          <a:custGeom>
            <a:avLst/>
            <a:gdLst/>
            <a:ahLst/>
            <a:cxnLst/>
            <a:rect l="l" t="t" r="r" b="b"/>
            <a:pathLst>
              <a:path w="3650" h="1194" extrusionOk="0">
                <a:moveTo>
                  <a:pt x="1" y="1"/>
                </a:moveTo>
                <a:cubicBezTo>
                  <a:pt x="1" y="1"/>
                  <a:pt x="901" y="1193"/>
                  <a:pt x="1991" y="1193"/>
                </a:cubicBezTo>
                <a:cubicBezTo>
                  <a:pt x="2526" y="1193"/>
                  <a:pt x="3107" y="906"/>
                  <a:pt x="3650" y="51"/>
                </a:cubicBezTo>
                <a:lnTo>
                  <a:pt x="3650" y="51"/>
                </a:lnTo>
                <a:cubicBezTo>
                  <a:pt x="3087" y="345"/>
                  <a:pt x="2463" y="495"/>
                  <a:pt x="1844" y="495"/>
                </a:cubicBezTo>
                <a:cubicBezTo>
                  <a:pt x="1200" y="495"/>
                  <a:pt x="562" y="332"/>
                  <a:pt x="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6" name="Google Shape;986;p58"/>
          <p:cNvSpPr>
            <a:spLocks noGrp="1" noRot="1" noMove="1" noResize="1" noEditPoints="1" noAdjustHandles="1" noChangeArrowheads="1" noChangeShapeType="1"/>
          </p:cNvSpPr>
          <p:nvPr/>
        </p:nvSpPr>
        <p:spPr>
          <a:xfrm>
            <a:off x="7575501" y="1489038"/>
            <a:ext cx="119384" cy="75185"/>
          </a:xfrm>
          <a:custGeom>
            <a:avLst/>
            <a:gdLst/>
            <a:ahLst/>
            <a:cxnLst/>
            <a:rect l="l" t="t" r="r" b="b"/>
            <a:pathLst>
              <a:path w="6650" h="4188" extrusionOk="0">
                <a:moveTo>
                  <a:pt x="4040" y="1"/>
                </a:moveTo>
                <a:cubicBezTo>
                  <a:pt x="3100" y="1"/>
                  <a:pt x="2090" y="413"/>
                  <a:pt x="1450" y="901"/>
                </a:cubicBezTo>
                <a:cubicBezTo>
                  <a:pt x="250" y="1750"/>
                  <a:pt x="0" y="3250"/>
                  <a:pt x="1450" y="3850"/>
                </a:cubicBezTo>
                <a:cubicBezTo>
                  <a:pt x="1975" y="4075"/>
                  <a:pt x="2550" y="4188"/>
                  <a:pt x="3125" y="4188"/>
                </a:cubicBezTo>
                <a:cubicBezTo>
                  <a:pt x="3700" y="4188"/>
                  <a:pt x="4275" y="4075"/>
                  <a:pt x="4800" y="3850"/>
                </a:cubicBezTo>
                <a:cubicBezTo>
                  <a:pt x="6199" y="3400"/>
                  <a:pt x="6649" y="1650"/>
                  <a:pt x="5649" y="601"/>
                </a:cubicBezTo>
                <a:cubicBezTo>
                  <a:pt x="5219" y="171"/>
                  <a:pt x="4644" y="1"/>
                  <a:pt x="4040"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7" name="Google Shape;987;p58"/>
          <p:cNvSpPr>
            <a:spLocks noGrp="1" noRot="1" noMove="1" noResize="1" noEditPoints="1" noAdjustHandles="1" noChangeArrowheads="1" noChangeShapeType="1"/>
          </p:cNvSpPr>
          <p:nvPr/>
        </p:nvSpPr>
        <p:spPr>
          <a:xfrm>
            <a:off x="6254430" y="2307529"/>
            <a:ext cx="1042879" cy="1302238"/>
          </a:xfrm>
          <a:custGeom>
            <a:avLst/>
            <a:gdLst/>
            <a:ahLst/>
            <a:cxnLst/>
            <a:rect l="l" t="t" r="r" b="b"/>
            <a:pathLst>
              <a:path w="58091" h="72538" extrusionOk="0">
                <a:moveTo>
                  <a:pt x="40543" y="1"/>
                </a:moveTo>
                <a:cubicBezTo>
                  <a:pt x="40543" y="1"/>
                  <a:pt x="19647" y="15748"/>
                  <a:pt x="13098" y="28546"/>
                </a:cubicBezTo>
                <a:cubicBezTo>
                  <a:pt x="6349" y="41893"/>
                  <a:pt x="0" y="68938"/>
                  <a:pt x="0" y="68938"/>
                </a:cubicBezTo>
                <a:lnTo>
                  <a:pt x="9899" y="72538"/>
                </a:lnTo>
                <a:cubicBezTo>
                  <a:pt x="9899" y="72538"/>
                  <a:pt x="18197" y="49592"/>
                  <a:pt x="25746" y="36944"/>
                </a:cubicBezTo>
                <a:cubicBezTo>
                  <a:pt x="33944" y="23197"/>
                  <a:pt x="47542" y="20097"/>
                  <a:pt x="58090" y="6849"/>
                </a:cubicBezTo>
                <a:lnTo>
                  <a:pt x="40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8" name="Google Shape;988;p58"/>
          <p:cNvSpPr>
            <a:spLocks noGrp="1" noRot="1" noMove="1" noResize="1" noEditPoints="1" noAdjustHandles="1" noChangeArrowheads="1" noChangeShapeType="1"/>
          </p:cNvSpPr>
          <p:nvPr/>
        </p:nvSpPr>
        <p:spPr>
          <a:xfrm>
            <a:off x="6835983" y="2373953"/>
            <a:ext cx="624657" cy="1430563"/>
          </a:xfrm>
          <a:custGeom>
            <a:avLst/>
            <a:gdLst/>
            <a:ahLst/>
            <a:cxnLst/>
            <a:rect l="l" t="t" r="r" b="b"/>
            <a:pathLst>
              <a:path w="34795" h="79686" extrusionOk="0">
                <a:moveTo>
                  <a:pt x="17648" y="0"/>
                </a:moveTo>
                <a:cubicBezTo>
                  <a:pt x="17648" y="0"/>
                  <a:pt x="3900" y="22446"/>
                  <a:pt x="2000" y="36194"/>
                </a:cubicBezTo>
                <a:cubicBezTo>
                  <a:pt x="1" y="51291"/>
                  <a:pt x="4800" y="79686"/>
                  <a:pt x="4800" y="79686"/>
                </a:cubicBezTo>
                <a:lnTo>
                  <a:pt x="14698" y="77286"/>
                </a:lnTo>
                <a:cubicBezTo>
                  <a:pt x="14698" y="77286"/>
                  <a:pt x="12348" y="56740"/>
                  <a:pt x="15748" y="42343"/>
                </a:cubicBezTo>
                <a:cubicBezTo>
                  <a:pt x="19497" y="26745"/>
                  <a:pt x="30445" y="17797"/>
                  <a:pt x="34795" y="6799"/>
                </a:cubicBezTo>
                <a:lnTo>
                  <a:pt x="176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9" name="Google Shape;989;p58"/>
          <p:cNvSpPr>
            <a:spLocks noGrp="1" noRot="1" noMove="1" noResize="1" noEditPoints="1" noAdjustHandles="1" noChangeArrowheads="1" noChangeShapeType="1"/>
          </p:cNvSpPr>
          <p:nvPr/>
        </p:nvSpPr>
        <p:spPr>
          <a:xfrm>
            <a:off x="7549470" y="1391054"/>
            <a:ext cx="20663" cy="21884"/>
          </a:xfrm>
          <a:custGeom>
            <a:avLst/>
            <a:gdLst/>
            <a:ahLst/>
            <a:cxnLst/>
            <a:rect l="l" t="t" r="r" b="b"/>
            <a:pathLst>
              <a:path w="1151" h="1219" extrusionOk="0">
                <a:moveTo>
                  <a:pt x="763" y="1"/>
                </a:moveTo>
                <a:cubicBezTo>
                  <a:pt x="574" y="1"/>
                  <a:pt x="347" y="140"/>
                  <a:pt x="201" y="360"/>
                </a:cubicBezTo>
                <a:cubicBezTo>
                  <a:pt x="1" y="660"/>
                  <a:pt x="1" y="1010"/>
                  <a:pt x="201" y="1160"/>
                </a:cubicBezTo>
                <a:cubicBezTo>
                  <a:pt x="254" y="1200"/>
                  <a:pt x="319" y="1218"/>
                  <a:pt x="388" y="1218"/>
                </a:cubicBezTo>
                <a:cubicBezTo>
                  <a:pt x="577" y="1218"/>
                  <a:pt x="804" y="1079"/>
                  <a:pt x="951" y="860"/>
                </a:cubicBezTo>
                <a:cubicBezTo>
                  <a:pt x="1150" y="610"/>
                  <a:pt x="1150" y="260"/>
                  <a:pt x="951" y="60"/>
                </a:cubicBezTo>
                <a:cubicBezTo>
                  <a:pt x="897" y="20"/>
                  <a:pt x="833" y="1"/>
                  <a:pt x="76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0" name="Google Shape;990;p58"/>
          <p:cNvSpPr>
            <a:spLocks noGrp="1" noRot="1" noMove="1" noResize="1" noEditPoints="1" noAdjustHandles="1" noChangeArrowheads="1" noChangeShapeType="1"/>
          </p:cNvSpPr>
          <p:nvPr/>
        </p:nvSpPr>
        <p:spPr>
          <a:xfrm>
            <a:off x="7485756" y="1347088"/>
            <a:ext cx="21561" cy="21866"/>
          </a:xfrm>
          <a:custGeom>
            <a:avLst/>
            <a:gdLst/>
            <a:ahLst/>
            <a:cxnLst/>
            <a:rect l="l" t="t" r="r" b="b"/>
            <a:pathLst>
              <a:path w="1201" h="1218" extrusionOk="0">
                <a:moveTo>
                  <a:pt x="804" y="0"/>
                </a:moveTo>
                <a:cubicBezTo>
                  <a:pt x="600" y="0"/>
                  <a:pt x="347" y="140"/>
                  <a:pt x="200" y="359"/>
                </a:cubicBezTo>
                <a:cubicBezTo>
                  <a:pt x="50" y="659"/>
                  <a:pt x="0" y="1009"/>
                  <a:pt x="200" y="1159"/>
                </a:cubicBezTo>
                <a:cubicBezTo>
                  <a:pt x="254" y="1199"/>
                  <a:pt x="318" y="1218"/>
                  <a:pt x="388" y="1218"/>
                </a:cubicBezTo>
                <a:cubicBezTo>
                  <a:pt x="581" y="1218"/>
                  <a:pt x="817" y="1079"/>
                  <a:pt x="1000" y="859"/>
                </a:cubicBezTo>
                <a:cubicBezTo>
                  <a:pt x="1200" y="609"/>
                  <a:pt x="1200" y="259"/>
                  <a:pt x="1000" y="59"/>
                </a:cubicBezTo>
                <a:cubicBezTo>
                  <a:pt x="947" y="19"/>
                  <a:pt x="879" y="0"/>
                  <a:pt x="80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1" name="Google Shape;991;p58"/>
          <p:cNvSpPr>
            <a:spLocks noGrp="1" noRot="1" noMove="1" noResize="1" noEditPoints="1" noAdjustHandles="1" noChangeArrowheads="1" noChangeShapeType="1"/>
          </p:cNvSpPr>
          <p:nvPr/>
        </p:nvSpPr>
        <p:spPr>
          <a:xfrm>
            <a:off x="7461520" y="1380444"/>
            <a:ext cx="60141" cy="52978"/>
          </a:xfrm>
          <a:custGeom>
            <a:avLst/>
            <a:gdLst/>
            <a:ahLst/>
            <a:cxnLst/>
            <a:rect l="l" t="t" r="r" b="b"/>
            <a:pathLst>
              <a:path w="3350" h="2951" extrusionOk="0">
                <a:moveTo>
                  <a:pt x="3350" y="1"/>
                </a:moveTo>
                <a:lnTo>
                  <a:pt x="3350" y="1"/>
                </a:lnTo>
                <a:cubicBezTo>
                  <a:pt x="2300" y="651"/>
                  <a:pt x="1150" y="1201"/>
                  <a:pt x="1" y="1601"/>
                </a:cubicBezTo>
                <a:cubicBezTo>
                  <a:pt x="151" y="2500"/>
                  <a:pt x="1250" y="2950"/>
                  <a:pt x="1250" y="2950"/>
                </a:cubicBezTo>
                <a:lnTo>
                  <a:pt x="3350" y="1"/>
                </a:lnTo>
                <a:close/>
              </a:path>
            </a:pathLst>
          </a:custGeom>
          <a:solidFill>
            <a:srgbClr val="DE5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2" name="Google Shape;992;p58"/>
          <p:cNvSpPr>
            <a:spLocks noGrp="1" noRot="1" noMove="1" noResize="1" noEditPoints="1" noAdjustHandles="1" noChangeArrowheads="1" noChangeShapeType="1"/>
          </p:cNvSpPr>
          <p:nvPr/>
        </p:nvSpPr>
        <p:spPr>
          <a:xfrm>
            <a:off x="7488449" y="1455467"/>
            <a:ext cx="54558" cy="14739"/>
          </a:xfrm>
          <a:custGeom>
            <a:avLst/>
            <a:gdLst/>
            <a:ahLst/>
            <a:cxnLst/>
            <a:rect l="l" t="t" r="r" b="b"/>
            <a:pathLst>
              <a:path w="3039" h="821" extrusionOk="0">
                <a:moveTo>
                  <a:pt x="147" y="0"/>
                </a:moveTo>
                <a:cubicBezTo>
                  <a:pt x="100" y="0"/>
                  <a:pt x="50" y="36"/>
                  <a:pt x="50" y="71"/>
                </a:cubicBezTo>
                <a:cubicBezTo>
                  <a:pt x="0" y="121"/>
                  <a:pt x="0" y="171"/>
                  <a:pt x="100" y="221"/>
                </a:cubicBezTo>
                <a:cubicBezTo>
                  <a:pt x="650" y="621"/>
                  <a:pt x="1300" y="821"/>
                  <a:pt x="2000" y="821"/>
                </a:cubicBezTo>
                <a:cubicBezTo>
                  <a:pt x="2350" y="821"/>
                  <a:pt x="2650" y="771"/>
                  <a:pt x="2950" y="671"/>
                </a:cubicBezTo>
                <a:cubicBezTo>
                  <a:pt x="3039" y="626"/>
                  <a:pt x="3009" y="463"/>
                  <a:pt x="2931" y="463"/>
                </a:cubicBezTo>
                <a:cubicBezTo>
                  <a:pt x="2921" y="463"/>
                  <a:pt x="2911" y="466"/>
                  <a:pt x="2900" y="471"/>
                </a:cubicBezTo>
                <a:cubicBezTo>
                  <a:pt x="2601" y="565"/>
                  <a:pt x="2297" y="610"/>
                  <a:pt x="1997" y="610"/>
                </a:cubicBezTo>
                <a:cubicBezTo>
                  <a:pt x="1345" y="610"/>
                  <a:pt x="714" y="398"/>
                  <a:pt x="200" y="21"/>
                </a:cubicBezTo>
                <a:cubicBezTo>
                  <a:pt x="186" y="6"/>
                  <a:pt x="167" y="0"/>
                  <a:pt x="1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3" name="Google Shape;993;p58"/>
          <p:cNvSpPr>
            <a:spLocks noGrp="1" noRot="1" noMove="1" noResize="1" noEditPoints="1" noAdjustHandles="1" noChangeArrowheads="1" noChangeShapeType="1"/>
          </p:cNvSpPr>
          <p:nvPr/>
        </p:nvSpPr>
        <p:spPr>
          <a:xfrm>
            <a:off x="7581784" y="1363712"/>
            <a:ext cx="24254" cy="37395"/>
          </a:xfrm>
          <a:custGeom>
            <a:avLst/>
            <a:gdLst/>
            <a:ahLst/>
            <a:cxnLst/>
            <a:rect l="l" t="t" r="r" b="b"/>
            <a:pathLst>
              <a:path w="1351" h="2083" extrusionOk="0">
                <a:moveTo>
                  <a:pt x="236" y="0"/>
                </a:moveTo>
                <a:cubicBezTo>
                  <a:pt x="167" y="0"/>
                  <a:pt x="109" y="24"/>
                  <a:pt x="50" y="83"/>
                </a:cubicBezTo>
                <a:cubicBezTo>
                  <a:pt x="0" y="233"/>
                  <a:pt x="50" y="333"/>
                  <a:pt x="150" y="433"/>
                </a:cubicBezTo>
                <a:cubicBezTo>
                  <a:pt x="600" y="733"/>
                  <a:pt x="900" y="1283"/>
                  <a:pt x="900" y="1833"/>
                </a:cubicBezTo>
                <a:cubicBezTo>
                  <a:pt x="900" y="1983"/>
                  <a:pt x="1000" y="2083"/>
                  <a:pt x="1150" y="2083"/>
                </a:cubicBezTo>
                <a:lnTo>
                  <a:pt x="1150" y="2033"/>
                </a:lnTo>
                <a:cubicBezTo>
                  <a:pt x="1250" y="2033"/>
                  <a:pt x="1350" y="1933"/>
                  <a:pt x="1350" y="1833"/>
                </a:cubicBezTo>
                <a:cubicBezTo>
                  <a:pt x="1350" y="1083"/>
                  <a:pt x="950" y="433"/>
                  <a:pt x="400" y="33"/>
                </a:cubicBezTo>
                <a:cubicBezTo>
                  <a:pt x="338" y="12"/>
                  <a:pt x="285" y="0"/>
                  <a:pt x="2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4" name="Google Shape;994;p58"/>
          <p:cNvSpPr>
            <a:spLocks noGrp="1" noRot="1" noMove="1" noResize="1" noEditPoints="1" noAdjustHandles="1" noChangeArrowheads="1" noChangeShapeType="1"/>
          </p:cNvSpPr>
          <p:nvPr/>
        </p:nvSpPr>
        <p:spPr>
          <a:xfrm>
            <a:off x="7488449" y="1309603"/>
            <a:ext cx="42188" cy="12531"/>
          </a:xfrm>
          <a:custGeom>
            <a:avLst/>
            <a:gdLst/>
            <a:ahLst/>
            <a:cxnLst/>
            <a:rect l="l" t="t" r="r" b="b"/>
            <a:pathLst>
              <a:path w="2350" h="698" extrusionOk="0">
                <a:moveTo>
                  <a:pt x="1296" y="1"/>
                </a:moveTo>
                <a:cubicBezTo>
                  <a:pt x="906" y="1"/>
                  <a:pt x="513" y="102"/>
                  <a:pt x="150" y="297"/>
                </a:cubicBezTo>
                <a:cubicBezTo>
                  <a:pt x="50" y="347"/>
                  <a:pt x="0" y="497"/>
                  <a:pt x="50" y="597"/>
                </a:cubicBezTo>
                <a:cubicBezTo>
                  <a:pt x="100" y="647"/>
                  <a:pt x="200" y="697"/>
                  <a:pt x="250" y="697"/>
                </a:cubicBezTo>
                <a:lnTo>
                  <a:pt x="400" y="697"/>
                </a:lnTo>
                <a:cubicBezTo>
                  <a:pt x="656" y="527"/>
                  <a:pt x="959" y="437"/>
                  <a:pt x="1275" y="437"/>
                </a:cubicBezTo>
                <a:cubicBezTo>
                  <a:pt x="1515" y="437"/>
                  <a:pt x="1762" y="489"/>
                  <a:pt x="2000" y="597"/>
                </a:cubicBezTo>
                <a:cubicBezTo>
                  <a:pt x="2027" y="611"/>
                  <a:pt x="2057" y="617"/>
                  <a:pt x="2088" y="617"/>
                </a:cubicBezTo>
                <a:cubicBezTo>
                  <a:pt x="2173" y="617"/>
                  <a:pt x="2263" y="571"/>
                  <a:pt x="2300" y="497"/>
                </a:cubicBezTo>
                <a:cubicBezTo>
                  <a:pt x="2350" y="347"/>
                  <a:pt x="2300" y="248"/>
                  <a:pt x="2200" y="198"/>
                </a:cubicBezTo>
                <a:cubicBezTo>
                  <a:pt x="1912" y="65"/>
                  <a:pt x="1605" y="1"/>
                  <a:pt x="129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5" name="Google Shape;995;p58"/>
          <p:cNvSpPr>
            <a:spLocks noGrp="1" noRot="1" noMove="1" noResize="1" noEditPoints="1" noAdjustHandles="1" noChangeArrowheads="1" noChangeShapeType="1"/>
          </p:cNvSpPr>
          <p:nvPr/>
        </p:nvSpPr>
        <p:spPr>
          <a:xfrm>
            <a:off x="7573705" y="1832775"/>
            <a:ext cx="355406" cy="829280"/>
          </a:xfrm>
          <a:custGeom>
            <a:avLst/>
            <a:gdLst/>
            <a:ahLst/>
            <a:cxnLst/>
            <a:rect l="l" t="t" r="r" b="b"/>
            <a:pathLst>
              <a:path w="19797" h="46193" extrusionOk="0">
                <a:moveTo>
                  <a:pt x="9999" y="0"/>
                </a:moveTo>
                <a:lnTo>
                  <a:pt x="0" y="7349"/>
                </a:lnTo>
                <a:lnTo>
                  <a:pt x="1350" y="9399"/>
                </a:lnTo>
                <a:cubicBezTo>
                  <a:pt x="1800" y="10099"/>
                  <a:pt x="2300" y="10798"/>
                  <a:pt x="2750" y="11498"/>
                </a:cubicBezTo>
                <a:cubicBezTo>
                  <a:pt x="3250" y="12248"/>
                  <a:pt x="3650" y="12948"/>
                  <a:pt x="4150" y="13648"/>
                </a:cubicBezTo>
                <a:cubicBezTo>
                  <a:pt x="4600" y="14398"/>
                  <a:pt x="5000" y="15098"/>
                  <a:pt x="5449" y="15848"/>
                </a:cubicBezTo>
                <a:cubicBezTo>
                  <a:pt x="6249" y="17247"/>
                  <a:pt x="7049" y="18647"/>
                  <a:pt x="7699" y="20147"/>
                </a:cubicBezTo>
                <a:cubicBezTo>
                  <a:pt x="7899" y="20497"/>
                  <a:pt x="8049" y="20847"/>
                  <a:pt x="8199" y="21197"/>
                </a:cubicBezTo>
                <a:lnTo>
                  <a:pt x="8399" y="21747"/>
                </a:lnTo>
                <a:lnTo>
                  <a:pt x="8449" y="21847"/>
                </a:lnTo>
                <a:lnTo>
                  <a:pt x="8449" y="21896"/>
                </a:lnTo>
                <a:lnTo>
                  <a:pt x="8499" y="22046"/>
                </a:lnTo>
                <a:cubicBezTo>
                  <a:pt x="8649" y="22496"/>
                  <a:pt x="8799" y="22996"/>
                  <a:pt x="8799" y="23496"/>
                </a:cubicBezTo>
                <a:cubicBezTo>
                  <a:pt x="8849" y="24196"/>
                  <a:pt x="8849" y="24896"/>
                  <a:pt x="8799" y="25646"/>
                </a:cubicBezTo>
                <a:cubicBezTo>
                  <a:pt x="8749" y="26396"/>
                  <a:pt x="8699" y="27196"/>
                  <a:pt x="8599" y="27995"/>
                </a:cubicBezTo>
                <a:cubicBezTo>
                  <a:pt x="8399" y="29645"/>
                  <a:pt x="8049" y="31345"/>
                  <a:pt x="7699" y="33045"/>
                </a:cubicBezTo>
                <a:cubicBezTo>
                  <a:pt x="6949" y="36444"/>
                  <a:pt x="5999" y="39993"/>
                  <a:pt x="5050" y="43443"/>
                </a:cubicBezTo>
                <a:lnTo>
                  <a:pt x="10549" y="46192"/>
                </a:lnTo>
                <a:cubicBezTo>
                  <a:pt x="11698" y="44592"/>
                  <a:pt x="12748" y="42943"/>
                  <a:pt x="13698" y="41193"/>
                </a:cubicBezTo>
                <a:cubicBezTo>
                  <a:pt x="14648" y="39493"/>
                  <a:pt x="15548" y="37744"/>
                  <a:pt x="16348" y="35894"/>
                </a:cubicBezTo>
                <a:cubicBezTo>
                  <a:pt x="17147" y="34044"/>
                  <a:pt x="17847" y="32145"/>
                  <a:pt x="18447" y="30195"/>
                </a:cubicBezTo>
                <a:cubicBezTo>
                  <a:pt x="19097" y="28045"/>
                  <a:pt x="19547" y="25846"/>
                  <a:pt x="19697" y="23596"/>
                </a:cubicBezTo>
                <a:cubicBezTo>
                  <a:pt x="19797" y="22246"/>
                  <a:pt x="19697" y="20897"/>
                  <a:pt x="19447" y="19547"/>
                </a:cubicBezTo>
                <a:lnTo>
                  <a:pt x="19347" y="18947"/>
                </a:lnTo>
                <a:lnTo>
                  <a:pt x="19297" y="18697"/>
                </a:lnTo>
                <a:lnTo>
                  <a:pt x="19247" y="18497"/>
                </a:lnTo>
                <a:lnTo>
                  <a:pt x="19047" y="17697"/>
                </a:lnTo>
                <a:cubicBezTo>
                  <a:pt x="18897" y="17147"/>
                  <a:pt x="18747" y="16597"/>
                  <a:pt x="18597" y="16098"/>
                </a:cubicBezTo>
                <a:cubicBezTo>
                  <a:pt x="17947" y="14098"/>
                  <a:pt x="17197" y="12098"/>
                  <a:pt x="16298" y="10199"/>
                </a:cubicBezTo>
                <a:cubicBezTo>
                  <a:pt x="15848" y="9299"/>
                  <a:pt x="15398" y="8349"/>
                  <a:pt x="14898" y="7449"/>
                </a:cubicBezTo>
                <a:cubicBezTo>
                  <a:pt x="14448" y="6549"/>
                  <a:pt x="13948" y="5699"/>
                  <a:pt x="13398" y="4850"/>
                </a:cubicBezTo>
                <a:cubicBezTo>
                  <a:pt x="12898" y="3950"/>
                  <a:pt x="12298" y="3100"/>
                  <a:pt x="11748" y="2300"/>
                </a:cubicBezTo>
                <a:lnTo>
                  <a:pt x="10849" y="1050"/>
                </a:lnTo>
                <a:lnTo>
                  <a:pt x="10399" y="400"/>
                </a:lnTo>
                <a:lnTo>
                  <a:pt x="999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6" name="Google Shape;996;p58"/>
          <p:cNvSpPr>
            <a:spLocks noGrp="1" noRot="1" noMove="1" noResize="1" noEditPoints="1" noAdjustHandles="1" noChangeArrowheads="1" noChangeShapeType="1"/>
          </p:cNvSpPr>
          <p:nvPr/>
        </p:nvSpPr>
        <p:spPr>
          <a:xfrm>
            <a:off x="7220993" y="1117888"/>
            <a:ext cx="728764" cy="641443"/>
          </a:xfrm>
          <a:custGeom>
            <a:avLst/>
            <a:gdLst/>
            <a:ahLst/>
            <a:cxnLst/>
            <a:rect l="l" t="t" r="r" b="b"/>
            <a:pathLst>
              <a:path w="40594" h="35730" extrusionOk="0">
                <a:moveTo>
                  <a:pt x="20257" y="0"/>
                </a:moveTo>
                <a:cubicBezTo>
                  <a:pt x="17918" y="0"/>
                  <a:pt x="15539" y="459"/>
                  <a:pt x="13249" y="1428"/>
                </a:cubicBezTo>
                <a:cubicBezTo>
                  <a:pt x="4200" y="5327"/>
                  <a:pt x="1" y="15826"/>
                  <a:pt x="3900" y="24924"/>
                </a:cubicBezTo>
                <a:cubicBezTo>
                  <a:pt x="6810" y="31677"/>
                  <a:pt x="13397" y="35729"/>
                  <a:pt x="20312" y="35729"/>
                </a:cubicBezTo>
                <a:cubicBezTo>
                  <a:pt x="22663" y="35729"/>
                  <a:pt x="25051" y="35261"/>
                  <a:pt x="27346" y="34272"/>
                </a:cubicBezTo>
                <a:cubicBezTo>
                  <a:pt x="36395" y="30373"/>
                  <a:pt x="40594" y="19875"/>
                  <a:pt x="36694" y="10827"/>
                </a:cubicBezTo>
                <a:cubicBezTo>
                  <a:pt x="33814" y="4056"/>
                  <a:pt x="27211" y="0"/>
                  <a:pt x="20257" y="0"/>
                </a:cubicBezTo>
                <a:close/>
              </a:path>
            </a:pathLst>
          </a:custGeom>
          <a:solidFill>
            <a:srgbClr val="FFFFFF">
              <a:alpha val="10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7" name="Google Shape;997;p58"/>
          <p:cNvSpPr>
            <a:spLocks noGrp="1" noRot="1" noMove="1" noResize="1" noEditPoints="1" noAdjustHandles="1" noChangeArrowheads="1" noChangeShapeType="1"/>
          </p:cNvSpPr>
          <p:nvPr/>
        </p:nvSpPr>
        <p:spPr>
          <a:xfrm>
            <a:off x="7324094" y="1633700"/>
            <a:ext cx="324114" cy="137157"/>
          </a:xfrm>
          <a:custGeom>
            <a:avLst/>
            <a:gdLst/>
            <a:ahLst/>
            <a:cxnLst/>
            <a:rect l="l" t="t" r="r" b="b"/>
            <a:pathLst>
              <a:path w="18054" h="7640" extrusionOk="0">
                <a:moveTo>
                  <a:pt x="918" y="0"/>
                </a:moveTo>
                <a:cubicBezTo>
                  <a:pt x="439" y="0"/>
                  <a:pt x="1" y="562"/>
                  <a:pt x="407" y="1041"/>
                </a:cubicBezTo>
                <a:cubicBezTo>
                  <a:pt x="3956" y="5190"/>
                  <a:pt x="9105" y="7590"/>
                  <a:pt x="14554" y="7640"/>
                </a:cubicBezTo>
                <a:cubicBezTo>
                  <a:pt x="15554" y="7640"/>
                  <a:pt x="16504" y="7540"/>
                  <a:pt x="17454" y="7390"/>
                </a:cubicBezTo>
                <a:cubicBezTo>
                  <a:pt x="17804" y="7340"/>
                  <a:pt x="18054" y="7040"/>
                  <a:pt x="17954" y="6690"/>
                </a:cubicBezTo>
                <a:cubicBezTo>
                  <a:pt x="17908" y="6370"/>
                  <a:pt x="17653" y="6134"/>
                  <a:pt x="17343" y="6134"/>
                </a:cubicBezTo>
                <a:cubicBezTo>
                  <a:pt x="17314" y="6134"/>
                  <a:pt x="17284" y="6136"/>
                  <a:pt x="17254" y="6140"/>
                </a:cubicBezTo>
                <a:cubicBezTo>
                  <a:pt x="16353" y="6284"/>
                  <a:pt x="15449" y="6355"/>
                  <a:pt x="14551" y="6355"/>
                </a:cubicBezTo>
                <a:cubicBezTo>
                  <a:pt x="9523" y="6355"/>
                  <a:pt x="4673" y="4144"/>
                  <a:pt x="1407" y="241"/>
                </a:cubicBezTo>
                <a:cubicBezTo>
                  <a:pt x="1263" y="71"/>
                  <a:pt x="1088" y="0"/>
                  <a:pt x="9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8" name="Google Shape;998;p58"/>
          <p:cNvSpPr>
            <a:spLocks noGrp="1" noRot="1" noMove="1" noResize="1" noEditPoints="1" noAdjustHandles="1" noChangeArrowheads="1" noChangeShapeType="1"/>
          </p:cNvSpPr>
          <p:nvPr/>
        </p:nvSpPr>
        <p:spPr>
          <a:xfrm>
            <a:off x="6889841" y="3613340"/>
            <a:ext cx="233347" cy="240546"/>
          </a:xfrm>
          <a:custGeom>
            <a:avLst/>
            <a:gdLst/>
            <a:ahLst/>
            <a:cxnLst/>
            <a:rect l="l" t="t" r="r" b="b"/>
            <a:pathLst>
              <a:path w="12998" h="13399" extrusionOk="0">
                <a:moveTo>
                  <a:pt x="11798" y="1"/>
                </a:moveTo>
                <a:lnTo>
                  <a:pt x="0" y="1501"/>
                </a:lnTo>
                <a:lnTo>
                  <a:pt x="900" y="13398"/>
                </a:lnTo>
                <a:lnTo>
                  <a:pt x="12998" y="10299"/>
                </a:lnTo>
                <a:lnTo>
                  <a:pt x="1179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9" name="Google Shape;999;p58"/>
          <p:cNvSpPr>
            <a:spLocks noGrp="1" noRot="1" noMove="1" noResize="1" noEditPoints="1" noAdjustHandles="1" noChangeArrowheads="1" noChangeShapeType="1"/>
          </p:cNvSpPr>
          <p:nvPr/>
        </p:nvSpPr>
        <p:spPr>
          <a:xfrm>
            <a:off x="6749955" y="3767246"/>
            <a:ext cx="419011" cy="211947"/>
          </a:xfrm>
          <a:custGeom>
            <a:avLst/>
            <a:gdLst/>
            <a:ahLst/>
            <a:cxnLst/>
            <a:rect l="l" t="t" r="r" b="b"/>
            <a:pathLst>
              <a:path w="23340" h="11806" extrusionOk="0">
                <a:moveTo>
                  <a:pt x="19802" y="0"/>
                </a:moveTo>
                <a:cubicBezTo>
                  <a:pt x="19748" y="0"/>
                  <a:pt x="19693" y="9"/>
                  <a:pt x="19640" y="26"/>
                </a:cubicBezTo>
                <a:lnTo>
                  <a:pt x="9292" y="2326"/>
                </a:lnTo>
                <a:cubicBezTo>
                  <a:pt x="8842" y="2376"/>
                  <a:pt x="8442" y="2626"/>
                  <a:pt x="8192" y="2976"/>
                </a:cubicBezTo>
                <a:cubicBezTo>
                  <a:pt x="6592" y="5025"/>
                  <a:pt x="5293" y="6125"/>
                  <a:pt x="1043" y="8725"/>
                </a:cubicBezTo>
                <a:cubicBezTo>
                  <a:pt x="0" y="9360"/>
                  <a:pt x="644" y="11805"/>
                  <a:pt x="3125" y="11805"/>
                </a:cubicBezTo>
                <a:cubicBezTo>
                  <a:pt x="3378" y="11805"/>
                  <a:pt x="3651" y="11780"/>
                  <a:pt x="3943" y="11724"/>
                </a:cubicBezTo>
                <a:cubicBezTo>
                  <a:pt x="7092" y="11174"/>
                  <a:pt x="11791" y="10074"/>
                  <a:pt x="14091" y="9625"/>
                </a:cubicBezTo>
                <a:cubicBezTo>
                  <a:pt x="17790" y="8975"/>
                  <a:pt x="19290" y="8875"/>
                  <a:pt x="22240" y="8375"/>
                </a:cubicBezTo>
                <a:cubicBezTo>
                  <a:pt x="22340" y="8375"/>
                  <a:pt x="22390" y="8325"/>
                  <a:pt x="22490" y="8325"/>
                </a:cubicBezTo>
                <a:cubicBezTo>
                  <a:pt x="23039" y="8075"/>
                  <a:pt x="23339" y="7425"/>
                  <a:pt x="23089" y="6825"/>
                </a:cubicBezTo>
                <a:lnTo>
                  <a:pt x="20390" y="426"/>
                </a:lnTo>
                <a:cubicBezTo>
                  <a:pt x="20308" y="179"/>
                  <a:pt x="20056" y="0"/>
                  <a:pt x="19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0" name="Google Shape;1000;p58"/>
          <p:cNvSpPr>
            <a:spLocks noGrp="1" noRot="1" noMove="1" noResize="1" noEditPoints="1" noAdjustHandles="1" noChangeArrowheads="1" noChangeShapeType="1"/>
          </p:cNvSpPr>
          <p:nvPr/>
        </p:nvSpPr>
        <p:spPr>
          <a:xfrm>
            <a:off x="6210446" y="3395253"/>
            <a:ext cx="285409" cy="247727"/>
          </a:xfrm>
          <a:custGeom>
            <a:avLst/>
            <a:gdLst/>
            <a:ahLst/>
            <a:cxnLst/>
            <a:rect l="l" t="t" r="r" b="b"/>
            <a:pathLst>
              <a:path w="15898" h="13799" extrusionOk="0">
                <a:moveTo>
                  <a:pt x="4000" y="1"/>
                </a:moveTo>
                <a:lnTo>
                  <a:pt x="1" y="10849"/>
                </a:lnTo>
                <a:lnTo>
                  <a:pt x="12149" y="13799"/>
                </a:lnTo>
                <a:lnTo>
                  <a:pt x="15898" y="4200"/>
                </a:lnTo>
                <a:lnTo>
                  <a:pt x="40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1" name="Google Shape;1001;p58"/>
          <p:cNvSpPr>
            <a:spLocks noGrp="1" noRot="1" noMove="1" noResize="1" noEditPoints="1" noAdjustHandles="1" noChangeArrowheads="1" noChangeShapeType="1"/>
          </p:cNvSpPr>
          <p:nvPr/>
        </p:nvSpPr>
        <p:spPr>
          <a:xfrm>
            <a:off x="6021981" y="3555245"/>
            <a:ext cx="411956" cy="207351"/>
          </a:xfrm>
          <a:custGeom>
            <a:avLst/>
            <a:gdLst/>
            <a:ahLst/>
            <a:cxnLst/>
            <a:rect l="l" t="t" r="r" b="b"/>
            <a:pathLst>
              <a:path w="22947" h="11550" extrusionOk="0">
                <a:moveTo>
                  <a:pt x="11716" y="0"/>
                </a:moveTo>
                <a:cubicBezTo>
                  <a:pt x="11444" y="0"/>
                  <a:pt x="11171" y="66"/>
                  <a:pt x="10899" y="187"/>
                </a:cubicBezTo>
                <a:cubicBezTo>
                  <a:pt x="8599" y="1237"/>
                  <a:pt x="6899" y="1587"/>
                  <a:pt x="1900" y="1887"/>
                </a:cubicBezTo>
                <a:cubicBezTo>
                  <a:pt x="550" y="1937"/>
                  <a:pt x="1" y="4887"/>
                  <a:pt x="3050" y="5886"/>
                </a:cubicBezTo>
                <a:cubicBezTo>
                  <a:pt x="6149" y="6886"/>
                  <a:pt x="10799" y="8086"/>
                  <a:pt x="12998" y="8786"/>
                </a:cubicBezTo>
                <a:cubicBezTo>
                  <a:pt x="16598" y="9986"/>
                  <a:pt x="17947" y="10585"/>
                  <a:pt x="20797" y="11535"/>
                </a:cubicBezTo>
                <a:lnTo>
                  <a:pt x="21047" y="11535"/>
                </a:lnTo>
                <a:cubicBezTo>
                  <a:pt x="21108" y="11545"/>
                  <a:pt x="21168" y="11549"/>
                  <a:pt x="21227" y="11549"/>
                </a:cubicBezTo>
                <a:cubicBezTo>
                  <a:pt x="21795" y="11549"/>
                  <a:pt x="22251" y="11124"/>
                  <a:pt x="22297" y="10536"/>
                </a:cubicBezTo>
                <a:lnTo>
                  <a:pt x="22947" y="3587"/>
                </a:lnTo>
                <a:cubicBezTo>
                  <a:pt x="22947" y="3287"/>
                  <a:pt x="22747" y="2987"/>
                  <a:pt x="22497" y="2887"/>
                </a:cubicBezTo>
                <a:lnTo>
                  <a:pt x="12248" y="87"/>
                </a:lnTo>
                <a:cubicBezTo>
                  <a:pt x="12071" y="28"/>
                  <a:pt x="11893" y="0"/>
                  <a:pt x="117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2" name="Google Shape;1002;p58"/>
          <p:cNvSpPr>
            <a:spLocks noGrp="1" noRot="1" noMove="1" noResize="1" noEditPoints="1" noAdjustHandles="1" noChangeArrowheads="1" noChangeShapeType="1"/>
          </p:cNvSpPr>
          <p:nvPr/>
        </p:nvSpPr>
        <p:spPr>
          <a:xfrm>
            <a:off x="6948169" y="2266256"/>
            <a:ext cx="534015" cy="263866"/>
          </a:xfrm>
          <a:custGeom>
            <a:avLst/>
            <a:gdLst/>
            <a:ahLst/>
            <a:cxnLst/>
            <a:rect l="l" t="t" r="r" b="b"/>
            <a:pathLst>
              <a:path w="29746" h="14698" extrusionOk="0">
                <a:moveTo>
                  <a:pt x="1950" y="0"/>
                </a:moveTo>
                <a:lnTo>
                  <a:pt x="1" y="3200"/>
                </a:lnTo>
                <a:cubicBezTo>
                  <a:pt x="400" y="3449"/>
                  <a:pt x="10949" y="9998"/>
                  <a:pt x="28795" y="14697"/>
                </a:cubicBezTo>
                <a:lnTo>
                  <a:pt x="29745" y="11098"/>
                </a:lnTo>
                <a:cubicBezTo>
                  <a:pt x="12498" y="6499"/>
                  <a:pt x="2050" y="100"/>
                  <a:pt x="19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3" name="Google Shape;1003;p58"/>
          <p:cNvSpPr>
            <a:spLocks noGrp="1" noRot="1" noMove="1" noResize="1" noEditPoints="1" noAdjustHandles="1" noChangeArrowheads="1" noChangeShapeType="1"/>
          </p:cNvSpPr>
          <p:nvPr/>
        </p:nvSpPr>
        <p:spPr>
          <a:xfrm>
            <a:off x="6459053" y="2723955"/>
            <a:ext cx="161555" cy="217207"/>
          </a:xfrm>
          <a:custGeom>
            <a:avLst/>
            <a:gdLst/>
            <a:ahLst/>
            <a:cxnLst/>
            <a:rect l="l" t="t" r="r" b="b"/>
            <a:pathLst>
              <a:path w="8999" h="12099" extrusionOk="0">
                <a:moveTo>
                  <a:pt x="6585" y="138"/>
                </a:moveTo>
                <a:cubicBezTo>
                  <a:pt x="6873" y="138"/>
                  <a:pt x="7161" y="227"/>
                  <a:pt x="7449" y="351"/>
                </a:cubicBezTo>
                <a:cubicBezTo>
                  <a:pt x="8299" y="800"/>
                  <a:pt x="8799" y="1800"/>
                  <a:pt x="8849" y="3200"/>
                </a:cubicBezTo>
                <a:cubicBezTo>
                  <a:pt x="8899" y="4750"/>
                  <a:pt x="8499" y="6299"/>
                  <a:pt x="7799" y="7699"/>
                </a:cubicBezTo>
                <a:cubicBezTo>
                  <a:pt x="7099" y="9149"/>
                  <a:pt x="5999" y="10349"/>
                  <a:pt x="4699" y="11249"/>
                </a:cubicBezTo>
                <a:cubicBezTo>
                  <a:pt x="3910" y="11709"/>
                  <a:pt x="3208" y="11975"/>
                  <a:pt x="2578" y="11975"/>
                </a:cubicBezTo>
                <a:cubicBezTo>
                  <a:pt x="2249" y="11975"/>
                  <a:pt x="1941" y="11903"/>
                  <a:pt x="1650" y="11749"/>
                </a:cubicBezTo>
                <a:cubicBezTo>
                  <a:pt x="800" y="11299"/>
                  <a:pt x="250" y="10299"/>
                  <a:pt x="200" y="8949"/>
                </a:cubicBezTo>
                <a:cubicBezTo>
                  <a:pt x="200" y="5750"/>
                  <a:pt x="1700" y="2750"/>
                  <a:pt x="4300" y="850"/>
                </a:cubicBezTo>
                <a:cubicBezTo>
                  <a:pt x="4899" y="401"/>
                  <a:pt x="5649" y="151"/>
                  <a:pt x="6399" y="151"/>
                </a:cubicBezTo>
                <a:cubicBezTo>
                  <a:pt x="6461" y="142"/>
                  <a:pt x="6523" y="138"/>
                  <a:pt x="6585" y="138"/>
                </a:cubicBezTo>
                <a:close/>
                <a:moveTo>
                  <a:pt x="6360" y="0"/>
                </a:moveTo>
                <a:cubicBezTo>
                  <a:pt x="5693" y="0"/>
                  <a:pt x="4956" y="246"/>
                  <a:pt x="4200" y="750"/>
                </a:cubicBezTo>
                <a:cubicBezTo>
                  <a:pt x="1600" y="2650"/>
                  <a:pt x="50" y="5700"/>
                  <a:pt x="0" y="8949"/>
                </a:cubicBezTo>
                <a:cubicBezTo>
                  <a:pt x="100" y="10349"/>
                  <a:pt x="650" y="11399"/>
                  <a:pt x="1550" y="11898"/>
                </a:cubicBezTo>
                <a:cubicBezTo>
                  <a:pt x="1850" y="12048"/>
                  <a:pt x="2200" y="12098"/>
                  <a:pt x="2550" y="12098"/>
                </a:cubicBezTo>
                <a:cubicBezTo>
                  <a:pt x="3350" y="12098"/>
                  <a:pt x="4100" y="11848"/>
                  <a:pt x="4749" y="11399"/>
                </a:cubicBezTo>
                <a:cubicBezTo>
                  <a:pt x="6099" y="10499"/>
                  <a:pt x="7199" y="9249"/>
                  <a:pt x="7899" y="7799"/>
                </a:cubicBezTo>
                <a:cubicBezTo>
                  <a:pt x="8649" y="6399"/>
                  <a:pt x="8999" y="4800"/>
                  <a:pt x="8999" y="3200"/>
                </a:cubicBezTo>
                <a:cubicBezTo>
                  <a:pt x="8949" y="1750"/>
                  <a:pt x="8399" y="750"/>
                  <a:pt x="7449" y="251"/>
                </a:cubicBezTo>
                <a:cubicBezTo>
                  <a:pt x="7117" y="84"/>
                  <a:pt x="6750" y="0"/>
                  <a:pt x="63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4" name="Google Shape;1004;p58"/>
          <p:cNvSpPr>
            <a:spLocks noGrp="1" noRot="1" noMove="1" noResize="1" noEditPoints="1" noAdjustHandles="1" noChangeArrowheads="1" noChangeShapeType="1"/>
          </p:cNvSpPr>
          <p:nvPr/>
        </p:nvSpPr>
        <p:spPr>
          <a:xfrm>
            <a:off x="6847653" y="2933963"/>
            <a:ext cx="146313" cy="234262"/>
          </a:xfrm>
          <a:custGeom>
            <a:avLst/>
            <a:gdLst/>
            <a:ahLst/>
            <a:cxnLst/>
            <a:rect l="l" t="t" r="r" b="b"/>
            <a:pathLst>
              <a:path w="8150" h="13049" extrusionOk="0">
                <a:moveTo>
                  <a:pt x="4550" y="200"/>
                </a:moveTo>
                <a:cubicBezTo>
                  <a:pt x="6549" y="350"/>
                  <a:pt x="7949" y="3350"/>
                  <a:pt x="7699" y="6849"/>
                </a:cubicBezTo>
                <a:cubicBezTo>
                  <a:pt x="7408" y="10490"/>
                  <a:pt x="5373" y="12905"/>
                  <a:pt x="3699" y="12905"/>
                </a:cubicBezTo>
                <a:cubicBezTo>
                  <a:pt x="3649" y="12905"/>
                  <a:pt x="3599" y="12903"/>
                  <a:pt x="3550" y="12898"/>
                </a:cubicBezTo>
                <a:cubicBezTo>
                  <a:pt x="1550" y="12748"/>
                  <a:pt x="150" y="9699"/>
                  <a:pt x="400" y="6249"/>
                </a:cubicBezTo>
                <a:cubicBezTo>
                  <a:pt x="700" y="2850"/>
                  <a:pt x="2450" y="200"/>
                  <a:pt x="4400" y="200"/>
                </a:cubicBezTo>
                <a:close/>
                <a:moveTo>
                  <a:pt x="4400" y="1"/>
                </a:moveTo>
                <a:cubicBezTo>
                  <a:pt x="2400" y="1"/>
                  <a:pt x="550" y="2750"/>
                  <a:pt x="300" y="6249"/>
                </a:cubicBezTo>
                <a:cubicBezTo>
                  <a:pt x="1" y="9849"/>
                  <a:pt x="1450" y="12898"/>
                  <a:pt x="3550" y="13048"/>
                </a:cubicBezTo>
                <a:lnTo>
                  <a:pt x="3700" y="13048"/>
                </a:lnTo>
                <a:cubicBezTo>
                  <a:pt x="5500" y="13048"/>
                  <a:pt x="7499" y="10649"/>
                  <a:pt x="7849" y="6799"/>
                </a:cubicBezTo>
                <a:cubicBezTo>
                  <a:pt x="8149" y="3250"/>
                  <a:pt x="6649" y="150"/>
                  <a:pt x="4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5" name="Google Shape;1005;p58"/>
          <p:cNvSpPr>
            <a:spLocks noGrp="1" noRot="1" noMove="1" noResize="1" noEditPoints="1" noAdjustHandles="1" noChangeArrowheads="1" noChangeShapeType="1"/>
          </p:cNvSpPr>
          <p:nvPr/>
        </p:nvSpPr>
        <p:spPr>
          <a:xfrm>
            <a:off x="7188696" y="1799635"/>
            <a:ext cx="277330" cy="296109"/>
          </a:xfrm>
          <a:custGeom>
            <a:avLst/>
            <a:gdLst/>
            <a:ahLst/>
            <a:cxnLst/>
            <a:rect l="l" t="t" r="r" b="b"/>
            <a:pathLst>
              <a:path w="15448" h="16494" extrusionOk="0">
                <a:moveTo>
                  <a:pt x="9467" y="187"/>
                </a:moveTo>
                <a:cubicBezTo>
                  <a:pt x="10088" y="187"/>
                  <a:pt x="10737" y="335"/>
                  <a:pt x="11348" y="597"/>
                </a:cubicBezTo>
                <a:cubicBezTo>
                  <a:pt x="13048" y="1346"/>
                  <a:pt x="14298" y="2846"/>
                  <a:pt x="14798" y="4646"/>
                </a:cubicBezTo>
                <a:cubicBezTo>
                  <a:pt x="15348" y="6696"/>
                  <a:pt x="15198" y="8895"/>
                  <a:pt x="14348" y="10845"/>
                </a:cubicBezTo>
                <a:cubicBezTo>
                  <a:pt x="13548" y="12794"/>
                  <a:pt x="12098" y="14444"/>
                  <a:pt x="10248" y="15494"/>
                </a:cubicBezTo>
                <a:cubicBezTo>
                  <a:pt x="9316" y="16048"/>
                  <a:pt x="8264" y="16330"/>
                  <a:pt x="7202" y="16330"/>
                </a:cubicBezTo>
                <a:cubicBezTo>
                  <a:pt x="6443" y="16330"/>
                  <a:pt x="5679" y="16186"/>
                  <a:pt x="4949" y="15894"/>
                </a:cubicBezTo>
                <a:cubicBezTo>
                  <a:pt x="1550" y="14494"/>
                  <a:pt x="200" y="9895"/>
                  <a:pt x="2000" y="5696"/>
                </a:cubicBezTo>
                <a:cubicBezTo>
                  <a:pt x="2750" y="3696"/>
                  <a:pt x="4199" y="2046"/>
                  <a:pt x="6049" y="1047"/>
                </a:cubicBezTo>
                <a:cubicBezTo>
                  <a:pt x="6999" y="497"/>
                  <a:pt x="8099" y="197"/>
                  <a:pt x="9199" y="197"/>
                </a:cubicBezTo>
                <a:cubicBezTo>
                  <a:pt x="9287" y="190"/>
                  <a:pt x="9377" y="187"/>
                  <a:pt x="9467" y="187"/>
                </a:cubicBezTo>
                <a:close/>
                <a:moveTo>
                  <a:pt x="9070" y="1"/>
                </a:moveTo>
                <a:cubicBezTo>
                  <a:pt x="8002" y="1"/>
                  <a:pt x="6921" y="289"/>
                  <a:pt x="5949" y="897"/>
                </a:cubicBezTo>
                <a:cubicBezTo>
                  <a:pt x="4049" y="1946"/>
                  <a:pt x="2600" y="3596"/>
                  <a:pt x="1800" y="5646"/>
                </a:cubicBezTo>
                <a:cubicBezTo>
                  <a:pt x="0" y="9945"/>
                  <a:pt x="1400" y="14594"/>
                  <a:pt x="4899" y="16044"/>
                </a:cubicBezTo>
                <a:cubicBezTo>
                  <a:pt x="5599" y="16344"/>
                  <a:pt x="6349" y="16494"/>
                  <a:pt x="7099" y="16494"/>
                </a:cubicBezTo>
                <a:cubicBezTo>
                  <a:pt x="8199" y="16494"/>
                  <a:pt x="9349" y="16194"/>
                  <a:pt x="10298" y="15644"/>
                </a:cubicBezTo>
                <a:cubicBezTo>
                  <a:pt x="12198" y="14544"/>
                  <a:pt x="13648" y="12894"/>
                  <a:pt x="14448" y="10895"/>
                </a:cubicBezTo>
                <a:cubicBezTo>
                  <a:pt x="15298" y="8895"/>
                  <a:pt x="15447" y="6696"/>
                  <a:pt x="14898" y="4646"/>
                </a:cubicBezTo>
                <a:cubicBezTo>
                  <a:pt x="14748" y="3996"/>
                  <a:pt x="14498" y="3396"/>
                  <a:pt x="14148" y="2846"/>
                </a:cubicBezTo>
                <a:cubicBezTo>
                  <a:pt x="13038" y="1019"/>
                  <a:pt x="11077" y="1"/>
                  <a:pt x="90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6" name="Google Shape;1006;p58"/>
          <p:cNvSpPr>
            <a:spLocks noGrp="1" noRot="1" noMove="1" noResize="1" noEditPoints="1" noAdjustHandles="1" noChangeArrowheads="1" noChangeShapeType="1"/>
          </p:cNvSpPr>
          <p:nvPr/>
        </p:nvSpPr>
        <p:spPr>
          <a:xfrm>
            <a:off x="6459053" y="1326550"/>
            <a:ext cx="220798" cy="223545"/>
          </a:xfrm>
          <a:custGeom>
            <a:avLst/>
            <a:gdLst/>
            <a:ahLst/>
            <a:cxnLst/>
            <a:rect l="l" t="t" r="r" b="b"/>
            <a:pathLst>
              <a:path w="12299" h="12452" extrusionOk="0">
                <a:moveTo>
                  <a:pt x="4767" y="0"/>
                </a:moveTo>
                <a:cubicBezTo>
                  <a:pt x="4595" y="0"/>
                  <a:pt x="4422" y="18"/>
                  <a:pt x="4250" y="53"/>
                </a:cubicBezTo>
                <a:cubicBezTo>
                  <a:pt x="0" y="903"/>
                  <a:pt x="1200" y="5102"/>
                  <a:pt x="5049" y="12451"/>
                </a:cubicBezTo>
                <a:lnTo>
                  <a:pt x="12298" y="8852"/>
                </a:lnTo>
                <a:cubicBezTo>
                  <a:pt x="12298" y="8852"/>
                  <a:pt x="8675" y="0"/>
                  <a:pt x="47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7" name="Google Shape;1007;p58"/>
          <p:cNvSpPr>
            <a:spLocks noGrp="1" noRot="1" noMove="1" noResize="1" noEditPoints="1" noAdjustHandles="1" noChangeArrowheads="1" noChangeShapeType="1"/>
          </p:cNvSpPr>
          <p:nvPr/>
        </p:nvSpPr>
        <p:spPr>
          <a:xfrm>
            <a:off x="6605832" y="1344000"/>
            <a:ext cx="68632" cy="128899"/>
          </a:xfrm>
          <a:custGeom>
            <a:avLst/>
            <a:gdLst/>
            <a:ahLst/>
            <a:cxnLst/>
            <a:rect l="l" t="t" r="r" b="b"/>
            <a:pathLst>
              <a:path w="3823" h="7180" extrusionOk="0">
                <a:moveTo>
                  <a:pt x="1906" y="0"/>
                </a:moveTo>
                <a:cubicBezTo>
                  <a:pt x="538" y="0"/>
                  <a:pt x="0" y="1881"/>
                  <a:pt x="373" y="5280"/>
                </a:cubicBezTo>
                <a:lnTo>
                  <a:pt x="3622" y="7180"/>
                </a:lnTo>
                <a:cubicBezTo>
                  <a:pt x="3622" y="7180"/>
                  <a:pt x="3822" y="381"/>
                  <a:pt x="2222" y="31"/>
                </a:cubicBezTo>
                <a:cubicBezTo>
                  <a:pt x="2113" y="11"/>
                  <a:pt x="2007" y="0"/>
                  <a:pt x="19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8" name="Google Shape;1008;p58"/>
          <p:cNvSpPr>
            <a:spLocks noGrp="1" noRot="1" noMove="1" noResize="1" noEditPoints="1" noAdjustHandles="1" noChangeArrowheads="1" noChangeShapeType="1"/>
          </p:cNvSpPr>
          <p:nvPr/>
        </p:nvSpPr>
        <p:spPr>
          <a:xfrm>
            <a:off x="7583579" y="2539978"/>
            <a:ext cx="225286" cy="229415"/>
          </a:xfrm>
          <a:custGeom>
            <a:avLst/>
            <a:gdLst/>
            <a:ahLst/>
            <a:cxnLst/>
            <a:rect l="l" t="t" r="r" b="b"/>
            <a:pathLst>
              <a:path w="12549" h="12779" extrusionOk="0">
                <a:moveTo>
                  <a:pt x="5299" y="0"/>
                </a:moveTo>
                <a:cubicBezTo>
                  <a:pt x="5299" y="0"/>
                  <a:pt x="0" y="9049"/>
                  <a:pt x="3200" y="11798"/>
                </a:cubicBezTo>
                <a:cubicBezTo>
                  <a:pt x="3969" y="12462"/>
                  <a:pt x="4697" y="12779"/>
                  <a:pt x="5406" y="12779"/>
                </a:cubicBezTo>
                <a:cubicBezTo>
                  <a:pt x="7739" y="12779"/>
                  <a:pt x="9864" y="9351"/>
                  <a:pt x="12548" y="3600"/>
                </a:cubicBezTo>
                <a:lnTo>
                  <a:pt x="52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9" name="Google Shape;1009;p58"/>
          <p:cNvSpPr>
            <a:spLocks noGrp="1" noRot="1" noMove="1" noResize="1" noEditPoints="1" noAdjustHandles="1" noChangeArrowheads="1" noChangeShapeType="1"/>
          </p:cNvSpPr>
          <p:nvPr/>
        </p:nvSpPr>
        <p:spPr>
          <a:xfrm>
            <a:off x="7575501" y="2555237"/>
            <a:ext cx="107715" cy="111503"/>
          </a:xfrm>
          <a:custGeom>
            <a:avLst/>
            <a:gdLst/>
            <a:ahLst/>
            <a:cxnLst/>
            <a:rect l="l" t="t" r="r" b="b"/>
            <a:pathLst>
              <a:path w="6000" h="6211" extrusionOk="0">
                <a:moveTo>
                  <a:pt x="5549" y="0"/>
                </a:moveTo>
                <a:cubicBezTo>
                  <a:pt x="5549" y="0"/>
                  <a:pt x="0" y="3950"/>
                  <a:pt x="700" y="5449"/>
                </a:cubicBezTo>
                <a:cubicBezTo>
                  <a:pt x="965" y="5961"/>
                  <a:pt x="1366" y="6211"/>
                  <a:pt x="1893" y="6211"/>
                </a:cubicBezTo>
                <a:cubicBezTo>
                  <a:pt x="2860" y="6211"/>
                  <a:pt x="4252" y="5368"/>
                  <a:pt x="5999" y="3750"/>
                </a:cubicBezTo>
                <a:lnTo>
                  <a:pt x="5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0" name="Google Shape;1010;p58"/>
          <p:cNvSpPr>
            <a:spLocks noGrp="1" noRot="1" noMove="1" noResize="1" noEditPoints="1" noAdjustHandles="1" noChangeArrowheads="1" noChangeShapeType="1"/>
          </p:cNvSpPr>
          <p:nvPr/>
        </p:nvSpPr>
        <p:spPr>
          <a:xfrm>
            <a:off x="7737935" y="2005981"/>
            <a:ext cx="132849" cy="114896"/>
          </a:xfrm>
          <a:custGeom>
            <a:avLst/>
            <a:gdLst/>
            <a:ahLst/>
            <a:cxnLst/>
            <a:rect l="l" t="t" r="r" b="b"/>
            <a:pathLst>
              <a:path w="7400" h="6400" extrusionOk="0">
                <a:moveTo>
                  <a:pt x="5600" y="1"/>
                </a:moveTo>
                <a:lnTo>
                  <a:pt x="1" y="2800"/>
                </a:lnTo>
                <a:lnTo>
                  <a:pt x="1851" y="6400"/>
                </a:lnTo>
                <a:lnTo>
                  <a:pt x="7400" y="3550"/>
                </a:lnTo>
                <a:lnTo>
                  <a:pt x="56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1" name="Google Shape;1011;p58"/>
          <p:cNvSpPr>
            <a:spLocks noGrp="1" noRot="1" noMove="1" noResize="1" noEditPoints="1" noAdjustHandles="1" noChangeArrowheads="1" noChangeShapeType="1"/>
          </p:cNvSpPr>
          <p:nvPr/>
        </p:nvSpPr>
        <p:spPr>
          <a:xfrm>
            <a:off x="7452221" y="2336091"/>
            <a:ext cx="17396" cy="14542"/>
          </a:xfrm>
          <a:custGeom>
            <a:avLst/>
            <a:gdLst/>
            <a:ahLst/>
            <a:cxnLst/>
            <a:rect l="l" t="t" r="r" b="b"/>
            <a:pathLst>
              <a:path w="969" h="810" extrusionOk="0">
                <a:moveTo>
                  <a:pt x="477" y="1"/>
                </a:moveTo>
                <a:cubicBezTo>
                  <a:pt x="15" y="1"/>
                  <a:pt x="1" y="715"/>
                  <a:pt x="519" y="809"/>
                </a:cubicBezTo>
                <a:cubicBezTo>
                  <a:pt x="669" y="809"/>
                  <a:pt x="868" y="709"/>
                  <a:pt x="918" y="509"/>
                </a:cubicBezTo>
                <a:lnTo>
                  <a:pt x="918" y="409"/>
                </a:lnTo>
                <a:cubicBezTo>
                  <a:pt x="968" y="209"/>
                  <a:pt x="818" y="9"/>
                  <a:pt x="569" y="9"/>
                </a:cubicBezTo>
                <a:cubicBezTo>
                  <a:pt x="536" y="4"/>
                  <a:pt x="506" y="1"/>
                  <a:pt x="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2" name="Google Shape;1012;p58"/>
          <p:cNvSpPr>
            <a:spLocks noGrp="1" noRot="1" noMove="1" noResize="1" noEditPoints="1" noAdjustHandles="1" noChangeArrowheads="1" noChangeShapeType="1"/>
          </p:cNvSpPr>
          <p:nvPr/>
        </p:nvSpPr>
        <p:spPr>
          <a:xfrm>
            <a:off x="7446261" y="2364725"/>
            <a:ext cx="13482" cy="13069"/>
          </a:xfrm>
          <a:custGeom>
            <a:avLst/>
            <a:gdLst/>
            <a:ahLst/>
            <a:cxnLst/>
            <a:rect l="l" t="t" r="r" b="b"/>
            <a:pathLst>
              <a:path w="751" h="728" extrusionOk="0">
                <a:moveTo>
                  <a:pt x="419" y="1"/>
                </a:moveTo>
                <a:cubicBezTo>
                  <a:pt x="299" y="1"/>
                  <a:pt x="191" y="82"/>
                  <a:pt x="151" y="164"/>
                </a:cubicBezTo>
                <a:cubicBezTo>
                  <a:pt x="1" y="364"/>
                  <a:pt x="51" y="614"/>
                  <a:pt x="251" y="714"/>
                </a:cubicBezTo>
                <a:cubicBezTo>
                  <a:pt x="278" y="723"/>
                  <a:pt x="306" y="727"/>
                  <a:pt x="333" y="727"/>
                </a:cubicBezTo>
                <a:cubicBezTo>
                  <a:pt x="454" y="727"/>
                  <a:pt x="569" y="646"/>
                  <a:pt x="651" y="564"/>
                </a:cubicBezTo>
                <a:cubicBezTo>
                  <a:pt x="751" y="364"/>
                  <a:pt x="701" y="114"/>
                  <a:pt x="501" y="14"/>
                </a:cubicBezTo>
                <a:cubicBezTo>
                  <a:pt x="473" y="5"/>
                  <a:pt x="446" y="1"/>
                  <a:pt x="4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3" name="Google Shape;1013;p58"/>
          <p:cNvSpPr>
            <a:spLocks noGrp="1" noRot="1" noMove="1" noResize="1" noEditPoints="1" noAdjustHandles="1" noChangeArrowheads="1" noChangeShapeType="1"/>
          </p:cNvSpPr>
          <p:nvPr/>
        </p:nvSpPr>
        <p:spPr>
          <a:xfrm>
            <a:off x="7431306" y="2390954"/>
            <a:ext cx="17665" cy="14649"/>
          </a:xfrm>
          <a:custGeom>
            <a:avLst/>
            <a:gdLst/>
            <a:ahLst/>
            <a:cxnLst/>
            <a:rect l="l" t="t" r="r" b="b"/>
            <a:pathLst>
              <a:path w="984" h="816" extrusionOk="0">
                <a:moveTo>
                  <a:pt x="539" y="1"/>
                </a:moveTo>
                <a:cubicBezTo>
                  <a:pt x="78" y="1"/>
                  <a:pt x="0" y="754"/>
                  <a:pt x="534" y="803"/>
                </a:cubicBezTo>
                <a:cubicBezTo>
                  <a:pt x="568" y="811"/>
                  <a:pt x="602" y="815"/>
                  <a:pt x="636" y="815"/>
                </a:cubicBezTo>
                <a:cubicBezTo>
                  <a:pt x="798" y="815"/>
                  <a:pt x="942" y="718"/>
                  <a:pt x="984" y="553"/>
                </a:cubicBezTo>
                <a:cubicBezTo>
                  <a:pt x="984" y="503"/>
                  <a:pt x="984" y="503"/>
                  <a:pt x="984" y="453"/>
                </a:cubicBezTo>
                <a:cubicBezTo>
                  <a:pt x="984" y="203"/>
                  <a:pt x="834" y="53"/>
                  <a:pt x="584" y="3"/>
                </a:cubicBezTo>
                <a:cubicBezTo>
                  <a:pt x="569" y="1"/>
                  <a:pt x="554" y="1"/>
                  <a:pt x="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4" name="Google Shape;1014;p58"/>
          <p:cNvSpPr>
            <a:spLocks noGrp="1" noRot="1" noMove="1" noResize="1" noEditPoints="1" noAdjustHandles="1" noChangeArrowheads="1" noChangeShapeType="1"/>
          </p:cNvSpPr>
          <p:nvPr/>
        </p:nvSpPr>
        <p:spPr>
          <a:xfrm>
            <a:off x="7461790" y="2355049"/>
            <a:ext cx="16804" cy="14649"/>
          </a:xfrm>
          <a:custGeom>
            <a:avLst/>
            <a:gdLst/>
            <a:ahLst/>
            <a:cxnLst/>
            <a:rect l="l" t="t" r="r" b="b"/>
            <a:pathLst>
              <a:path w="936" h="816" extrusionOk="0">
                <a:moveTo>
                  <a:pt x="537" y="1"/>
                </a:moveTo>
                <a:cubicBezTo>
                  <a:pt x="33" y="1"/>
                  <a:pt x="1" y="755"/>
                  <a:pt x="485" y="803"/>
                </a:cubicBezTo>
                <a:cubicBezTo>
                  <a:pt x="520" y="812"/>
                  <a:pt x="554" y="816"/>
                  <a:pt x="588" y="816"/>
                </a:cubicBezTo>
                <a:cubicBezTo>
                  <a:pt x="750" y="816"/>
                  <a:pt x="894" y="719"/>
                  <a:pt x="935" y="553"/>
                </a:cubicBezTo>
                <a:cubicBezTo>
                  <a:pt x="935" y="503"/>
                  <a:pt x="935" y="453"/>
                  <a:pt x="935" y="453"/>
                </a:cubicBezTo>
                <a:cubicBezTo>
                  <a:pt x="935" y="203"/>
                  <a:pt x="785" y="3"/>
                  <a:pt x="585" y="3"/>
                </a:cubicBezTo>
                <a:cubicBezTo>
                  <a:pt x="569" y="2"/>
                  <a:pt x="553" y="1"/>
                  <a:pt x="5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5" name="Google Shape;1015;p58"/>
          <p:cNvSpPr>
            <a:spLocks noGrp="1" noRot="1" noMove="1" noResize="1" noEditPoints="1" noAdjustHandles="1" noChangeArrowheads="1" noChangeShapeType="1"/>
          </p:cNvSpPr>
          <p:nvPr/>
        </p:nvSpPr>
        <p:spPr>
          <a:xfrm>
            <a:off x="7451952" y="2382875"/>
            <a:ext cx="16768" cy="14595"/>
          </a:xfrm>
          <a:custGeom>
            <a:avLst/>
            <a:gdLst/>
            <a:ahLst/>
            <a:cxnLst/>
            <a:rect l="l" t="t" r="r" b="b"/>
            <a:pathLst>
              <a:path w="934" h="813" extrusionOk="0">
                <a:moveTo>
                  <a:pt x="535" y="1"/>
                </a:moveTo>
                <a:cubicBezTo>
                  <a:pt x="31" y="1"/>
                  <a:pt x="0" y="754"/>
                  <a:pt x="534" y="803"/>
                </a:cubicBezTo>
                <a:cubicBezTo>
                  <a:pt x="554" y="810"/>
                  <a:pt x="575" y="813"/>
                  <a:pt x="596" y="813"/>
                </a:cubicBezTo>
                <a:cubicBezTo>
                  <a:pt x="734" y="813"/>
                  <a:pt x="890" y="683"/>
                  <a:pt x="933" y="553"/>
                </a:cubicBezTo>
                <a:cubicBezTo>
                  <a:pt x="933" y="503"/>
                  <a:pt x="933" y="453"/>
                  <a:pt x="933" y="453"/>
                </a:cubicBezTo>
                <a:cubicBezTo>
                  <a:pt x="933" y="203"/>
                  <a:pt x="783" y="3"/>
                  <a:pt x="584" y="3"/>
                </a:cubicBezTo>
                <a:cubicBezTo>
                  <a:pt x="567" y="1"/>
                  <a:pt x="551" y="1"/>
                  <a:pt x="5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6" name="Google Shape;1016;p58"/>
          <p:cNvSpPr>
            <a:spLocks noGrp="1" noRot="1" noMove="1" noResize="1" noEditPoints="1" noAdjustHandles="1" noChangeArrowheads="1" noChangeShapeType="1"/>
          </p:cNvSpPr>
          <p:nvPr/>
        </p:nvSpPr>
        <p:spPr>
          <a:xfrm>
            <a:off x="7446261" y="2411258"/>
            <a:ext cx="13482" cy="14039"/>
          </a:xfrm>
          <a:custGeom>
            <a:avLst/>
            <a:gdLst/>
            <a:ahLst/>
            <a:cxnLst/>
            <a:rect l="l" t="t" r="r" b="b"/>
            <a:pathLst>
              <a:path w="751" h="782" extrusionOk="0">
                <a:moveTo>
                  <a:pt x="403" y="0"/>
                </a:moveTo>
                <a:cubicBezTo>
                  <a:pt x="261" y="0"/>
                  <a:pt x="123" y="89"/>
                  <a:pt x="101" y="272"/>
                </a:cubicBezTo>
                <a:cubicBezTo>
                  <a:pt x="1" y="472"/>
                  <a:pt x="101" y="672"/>
                  <a:pt x="251" y="772"/>
                </a:cubicBezTo>
                <a:cubicBezTo>
                  <a:pt x="277" y="778"/>
                  <a:pt x="303" y="781"/>
                  <a:pt x="329" y="781"/>
                </a:cubicBezTo>
                <a:cubicBezTo>
                  <a:pt x="501" y="781"/>
                  <a:pt x="657" y="645"/>
                  <a:pt x="701" y="472"/>
                </a:cubicBezTo>
                <a:cubicBezTo>
                  <a:pt x="701" y="422"/>
                  <a:pt x="701" y="422"/>
                  <a:pt x="751" y="372"/>
                </a:cubicBezTo>
                <a:cubicBezTo>
                  <a:pt x="751" y="127"/>
                  <a:pt x="573" y="0"/>
                  <a:pt x="4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3265">
          <a:extLst>
            <a:ext uri="{FF2B5EF4-FFF2-40B4-BE49-F238E27FC236}">
              <a16:creationId xmlns:a16="http://schemas.microsoft.com/office/drawing/2014/main" id="{012A7751-611D-F996-E33D-19649D347E0D}"/>
            </a:ext>
          </a:extLst>
        </p:cNvPr>
        <p:cNvGrpSpPr/>
        <p:nvPr/>
      </p:nvGrpSpPr>
      <p:grpSpPr>
        <a:xfrm>
          <a:off x="0" y="0"/>
          <a:ext cx="0" cy="0"/>
          <a:chOff x="0" y="0"/>
          <a:chExt cx="0" cy="0"/>
        </a:xfrm>
      </p:grpSpPr>
      <p:grpSp>
        <p:nvGrpSpPr>
          <p:cNvPr id="30" name="Gruppieren 29">
            <a:extLst>
              <a:ext uri="{FF2B5EF4-FFF2-40B4-BE49-F238E27FC236}">
                <a16:creationId xmlns:a16="http://schemas.microsoft.com/office/drawing/2014/main" id="{40C4F286-35ED-F85B-553C-6FA2C30CC765}"/>
              </a:ext>
            </a:extLst>
          </p:cNvPr>
          <p:cNvGrpSpPr/>
          <p:nvPr/>
        </p:nvGrpSpPr>
        <p:grpSpPr>
          <a:xfrm>
            <a:off x="18336" y="195512"/>
            <a:ext cx="2032693" cy="1430562"/>
            <a:chOff x="226884" y="367179"/>
            <a:chExt cx="2032693" cy="1430562"/>
          </a:xfrm>
        </p:grpSpPr>
        <p:grpSp>
          <p:nvGrpSpPr>
            <p:cNvPr id="26" name="Google Shape;3266;p107">
              <a:extLst>
                <a:ext uri="{FF2B5EF4-FFF2-40B4-BE49-F238E27FC236}">
                  <a16:creationId xmlns:a16="http://schemas.microsoft.com/office/drawing/2014/main" id="{D3DA9C23-1AC1-220B-D50E-006F7A3E61DD}"/>
                </a:ext>
              </a:extLst>
            </p:cNvPr>
            <p:cNvGrpSpPr/>
            <p:nvPr/>
          </p:nvGrpSpPr>
          <p:grpSpPr>
            <a:xfrm>
              <a:off x="226884" y="367179"/>
              <a:ext cx="2032693" cy="1430562"/>
              <a:chOff x="3453125" y="762775"/>
              <a:chExt cx="4765800" cy="3646353"/>
            </a:xfrm>
          </p:grpSpPr>
          <p:sp>
            <p:nvSpPr>
              <p:cNvPr id="27" name="Google Shape;3267;p107">
                <a:extLst>
                  <a:ext uri="{FF2B5EF4-FFF2-40B4-BE49-F238E27FC236}">
                    <a16:creationId xmlns:a16="http://schemas.microsoft.com/office/drawing/2014/main" id="{B4022D59-153B-E587-BB84-9CEC01A92780}"/>
                  </a:ext>
                </a:extLst>
              </p:cNvPr>
              <p:cNvSpPr/>
              <p:nvPr/>
            </p:nvSpPr>
            <p:spPr>
              <a:xfrm>
                <a:off x="3586250" y="883825"/>
                <a:ext cx="4503600" cy="2746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8" name="Google Shape;3268;p107">
                <a:extLst>
                  <a:ext uri="{FF2B5EF4-FFF2-40B4-BE49-F238E27FC236}">
                    <a16:creationId xmlns:a16="http://schemas.microsoft.com/office/drawing/2014/main" id="{6B26E6C0-99EC-701F-E512-E6A3593E7E66}"/>
                  </a:ext>
                </a:extLst>
              </p:cNvPr>
              <p:cNvSpPr/>
              <p:nvPr/>
            </p:nvSpPr>
            <p:spPr>
              <a:xfrm>
                <a:off x="5009317" y="3734378"/>
                <a:ext cx="1649675" cy="674750"/>
              </a:xfrm>
              <a:custGeom>
                <a:avLst/>
                <a:gdLst/>
                <a:ahLst/>
                <a:cxnLst/>
                <a:rect l="l" t="t" r="r" b="b"/>
                <a:pathLst>
                  <a:path w="65987" h="26990" extrusionOk="0">
                    <a:moveTo>
                      <a:pt x="13400" y="0"/>
                    </a:moveTo>
                    <a:cubicBezTo>
                      <a:pt x="13072" y="2226"/>
                      <a:pt x="12648" y="9953"/>
                      <a:pt x="11434" y="13356"/>
                    </a:cubicBezTo>
                    <a:cubicBezTo>
                      <a:pt x="10220" y="16759"/>
                      <a:pt x="7872" y="18583"/>
                      <a:pt x="6114" y="20418"/>
                    </a:cubicBezTo>
                    <a:cubicBezTo>
                      <a:pt x="4356" y="22253"/>
                      <a:pt x="1863" y="23370"/>
                      <a:pt x="885" y="24364"/>
                    </a:cubicBezTo>
                    <a:cubicBezTo>
                      <a:pt x="-93" y="25358"/>
                      <a:pt x="-184" y="25968"/>
                      <a:pt x="244" y="26381"/>
                    </a:cubicBezTo>
                    <a:cubicBezTo>
                      <a:pt x="672" y="26794"/>
                      <a:pt x="794" y="26764"/>
                      <a:pt x="3454" y="26841"/>
                    </a:cubicBezTo>
                    <a:cubicBezTo>
                      <a:pt x="6114" y="26918"/>
                      <a:pt x="10914" y="26841"/>
                      <a:pt x="16204" y="26841"/>
                    </a:cubicBezTo>
                    <a:cubicBezTo>
                      <a:pt x="21494" y="26841"/>
                      <a:pt x="28619" y="26841"/>
                      <a:pt x="35193" y="26841"/>
                    </a:cubicBezTo>
                    <a:cubicBezTo>
                      <a:pt x="41767" y="26841"/>
                      <a:pt x="50772" y="26841"/>
                      <a:pt x="55649" y="26841"/>
                    </a:cubicBezTo>
                    <a:cubicBezTo>
                      <a:pt x="60526" y="26841"/>
                      <a:pt x="62744" y="27178"/>
                      <a:pt x="64456" y="26841"/>
                    </a:cubicBezTo>
                    <a:cubicBezTo>
                      <a:pt x="66168" y="26505"/>
                      <a:pt x="66046" y="25418"/>
                      <a:pt x="65923" y="24822"/>
                    </a:cubicBezTo>
                    <a:cubicBezTo>
                      <a:pt x="65801" y="24226"/>
                      <a:pt x="65342" y="24838"/>
                      <a:pt x="63721" y="23263"/>
                    </a:cubicBezTo>
                    <a:cubicBezTo>
                      <a:pt x="62100" y="21688"/>
                      <a:pt x="57988" y="18584"/>
                      <a:pt x="56199" y="15373"/>
                    </a:cubicBezTo>
                    <a:cubicBezTo>
                      <a:pt x="54410" y="12163"/>
                      <a:pt x="53489" y="6460"/>
                      <a:pt x="52989" y="4000"/>
                    </a:cubicBezTo>
                    <a:cubicBezTo>
                      <a:pt x="52489" y="1540"/>
                      <a:pt x="53164" y="1178"/>
                      <a:pt x="53199" y="614"/>
                    </a:cubicBezTo>
                  </a:path>
                </a:pathLst>
              </a:custGeom>
              <a:solidFill>
                <a:schemeClr val="accent5"/>
              </a:solidFill>
              <a:ln>
                <a:noFill/>
              </a:ln>
            </p:spPr>
            <p:txBody>
              <a:bodyPr/>
              <a:lstStyle/>
              <a:p>
                <a:endParaRPr lang="de-DE" noProof="1"/>
              </a:p>
            </p:txBody>
          </p:sp>
          <p:sp>
            <p:nvSpPr>
              <p:cNvPr id="29" name="Google Shape;3269;p107">
                <a:extLst>
                  <a:ext uri="{FF2B5EF4-FFF2-40B4-BE49-F238E27FC236}">
                    <a16:creationId xmlns:a16="http://schemas.microsoft.com/office/drawing/2014/main" id="{708F30E8-7225-AA13-2920-EA5C6B67E1A6}"/>
                  </a:ext>
                </a:extLst>
              </p:cNvPr>
              <p:cNvSpPr/>
              <p:nvPr/>
            </p:nvSpPr>
            <p:spPr>
              <a:xfrm>
                <a:off x="3453125" y="762775"/>
                <a:ext cx="4765800" cy="2990100"/>
              </a:xfrm>
              <a:prstGeom prst="roundRect">
                <a:avLst>
                  <a:gd name="adj" fmla="val 328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pic>
          <p:nvPicPr>
            <p:cNvPr id="15" name="Grafik 14" descr="Ein Bild, das Text, Screenshot, Raum enthält.&#10;&#10;KI-generierte Inhalte können fehlerhaft sein.">
              <a:extLst>
                <a:ext uri="{FF2B5EF4-FFF2-40B4-BE49-F238E27FC236}">
                  <a16:creationId xmlns:a16="http://schemas.microsoft.com/office/drawing/2014/main" id="{29E97569-85EE-89ED-2A23-897C273363FE}"/>
                </a:ext>
              </a:extLst>
            </p:cNvPr>
            <p:cNvPicPr>
              <a:picLocks noChangeAspect="1"/>
            </p:cNvPicPr>
            <p:nvPr/>
          </p:nvPicPr>
          <p:blipFill>
            <a:blip r:embed="rId3"/>
            <a:stretch>
              <a:fillRect/>
            </a:stretch>
          </p:blipFill>
          <p:spPr>
            <a:xfrm>
              <a:off x="264810" y="391007"/>
              <a:ext cx="1958569" cy="1114542"/>
            </a:xfrm>
            <a:prstGeom prst="rect">
              <a:avLst/>
            </a:prstGeom>
          </p:spPr>
        </p:pic>
      </p:grpSp>
      <p:sp>
        <p:nvSpPr>
          <p:cNvPr id="3270" name="Google Shape;3270;p107">
            <a:extLst>
              <a:ext uri="{FF2B5EF4-FFF2-40B4-BE49-F238E27FC236}">
                <a16:creationId xmlns:a16="http://schemas.microsoft.com/office/drawing/2014/main" id="{0E1611F9-67E7-5D48-0294-7A5C27A5289B}"/>
              </a:ext>
            </a:extLst>
          </p:cNvPr>
          <p:cNvSpPr txBox="1">
            <a:spLocks noGrp="1"/>
          </p:cNvSpPr>
          <p:nvPr>
            <p:ph type="title"/>
          </p:nvPr>
        </p:nvSpPr>
        <p:spPr>
          <a:xfrm>
            <a:off x="5355638" y="1517325"/>
            <a:ext cx="2944500" cy="986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DE" noProof="1"/>
              <a:t>Unser Produkt</a:t>
            </a:r>
          </a:p>
        </p:txBody>
      </p:sp>
      <p:sp>
        <p:nvSpPr>
          <p:cNvPr id="3271" name="Google Shape;3271;p107">
            <a:extLst>
              <a:ext uri="{FF2B5EF4-FFF2-40B4-BE49-F238E27FC236}">
                <a16:creationId xmlns:a16="http://schemas.microsoft.com/office/drawing/2014/main" id="{46DFF7ED-AFB2-75FE-478D-72B11861F7CE}"/>
              </a:ext>
            </a:extLst>
          </p:cNvPr>
          <p:cNvSpPr txBox="1">
            <a:spLocks noGrp="1"/>
          </p:cNvSpPr>
          <p:nvPr>
            <p:ph type="body" idx="1"/>
          </p:nvPr>
        </p:nvSpPr>
        <p:spPr>
          <a:xfrm>
            <a:off x="5363802" y="2501475"/>
            <a:ext cx="3091457" cy="1141028"/>
          </a:xfrm>
          <a:prstGeom prst="rect">
            <a:avLst/>
          </a:prstGeom>
        </p:spPr>
        <p:txBody>
          <a:bodyPr spcFirstLastPara="1" wrap="square" lIns="91425" tIns="91425" rIns="91425" bIns="91425" anchor="t" anchorCtr="0">
            <a:noAutofit/>
          </a:bodyPr>
          <a:lstStyle/>
          <a:p>
            <a:pPr marL="0" indent="0">
              <a:buClr>
                <a:schemeClr val="dk1"/>
              </a:buClr>
              <a:buSzPts val="1100"/>
              <a:buNone/>
            </a:pPr>
            <a:r>
              <a:rPr lang="de-DE" noProof="1"/>
              <a:t>Für ein besseres Verständnis zu dem Projekt, lassen Sie es uns einfach direkt demonstrieren, so verstehen Sie am schnellsten, wie es funktioniert!</a:t>
            </a:r>
          </a:p>
          <a:p>
            <a:pPr marL="0" lvl="0" indent="0" algn="l" rtl="0">
              <a:spcBef>
                <a:spcPts val="1600"/>
              </a:spcBef>
              <a:spcAft>
                <a:spcPts val="1600"/>
              </a:spcAft>
              <a:buNone/>
            </a:pPr>
            <a:endParaRPr lang="de-DE" noProof="1"/>
          </a:p>
        </p:txBody>
      </p:sp>
      <p:grpSp>
        <p:nvGrpSpPr>
          <p:cNvPr id="31" name="Gruppieren 30">
            <a:extLst>
              <a:ext uri="{FF2B5EF4-FFF2-40B4-BE49-F238E27FC236}">
                <a16:creationId xmlns:a16="http://schemas.microsoft.com/office/drawing/2014/main" id="{3DB0BCE6-2915-DBBF-6582-767055377532}"/>
              </a:ext>
            </a:extLst>
          </p:cNvPr>
          <p:cNvGrpSpPr/>
          <p:nvPr/>
        </p:nvGrpSpPr>
        <p:grpSpPr>
          <a:xfrm>
            <a:off x="683673" y="3573860"/>
            <a:ext cx="2032693" cy="1430562"/>
            <a:chOff x="587421" y="3557818"/>
            <a:chExt cx="2032693" cy="1430562"/>
          </a:xfrm>
        </p:grpSpPr>
        <p:grpSp>
          <p:nvGrpSpPr>
            <p:cNvPr id="3" name="Google Shape;3266;p107">
              <a:extLst>
                <a:ext uri="{FF2B5EF4-FFF2-40B4-BE49-F238E27FC236}">
                  <a16:creationId xmlns:a16="http://schemas.microsoft.com/office/drawing/2014/main" id="{3C6E3728-6F5A-C78B-5390-17EAC18D379A}"/>
                </a:ext>
              </a:extLst>
            </p:cNvPr>
            <p:cNvGrpSpPr/>
            <p:nvPr/>
          </p:nvGrpSpPr>
          <p:grpSpPr>
            <a:xfrm>
              <a:off x="587421" y="3557818"/>
              <a:ext cx="2032693" cy="1430562"/>
              <a:chOff x="3453125" y="762775"/>
              <a:chExt cx="4765800" cy="3646353"/>
            </a:xfrm>
          </p:grpSpPr>
          <p:sp>
            <p:nvSpPr>
              <p:cNvPr id="7" name="Google Shape;3267;p107">
                <a:extLst>
                  <a:ext uri="{FF2B5EF4-FFF2-40B4-BE49-F238E27FC236}">
                    <a16:creationId xmlns:a16="http://schemas.microsoft.com/office/drawing/2014/main" id="{CB01607D-00FC-95C3-1DBA-19F9614D41FD}"/>
                  </a:ext>
                </a:extLst>
              </p:cNvPr>
              <p:cNvSpPr/>
              <p:nvPr/>
            </p:nvSpPr>
            <p:spPr>
              <a:xfrm>
                <a:off x="3586250" y="883825"/>
                <a:ext cx="4503600" cy="2746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 name="Google Shape;3268;p107">
                <a:extLst>
                  <a:ext uri="{FF2B5EF4-FFF2-40B4-BE49-F238E27FC236}">
                    <a16:creationId xmlns:a16="http://schemas.microsoft.com/office/drawing/2014/main" id="{A1D9D6B5-D5ED-9549-C1A3-90723D930FFA}"/>
                  </a:ext>
                </a:extLst>
              </p:cNvPr>
              <p:cNvSpPr/>
              <p:nvPr/>
            </p:nvSpPr>
            <p:spPr>
              <a:xfrm>
                <a:off x="5009317" y="3734378"/>
                <a:ext cx="1649675" cy="674750"/>
              </a:xfrm>
              <a:custGeom>
                <a:avLst/>
                <a:gdLst/>
                <a:ahLst/>
                <a:cxnLst/>
                <a:rect l="l" t="t" r="r" b="b"/>
                <a:pathLst>
                  <a:path w="65987" h="26990" extrusionOk="0">
                    <a:moveTo>
                      <a:pt x="13400" y="0"/>
                    </a:moveTo>
                    <a:cubicBezTo>
                      <a:pt x="13072" y="2226"/>
                      <a:pt x="12648" y="9953"/>
                      <a:pt x="11434" y="13356"/>
                    </a:cubicBezTo>
                    <a:cubicBezTo>
                      <a:pt x="10220" y="16759"/>
                      <a:pt x="7872" y="18583"/>
                      <a:pt x="6114" y="20418"/>
                    </a:cubicBezTo>
                    <a:cubicBezTo>
                      <a:pt x="4356" y="22253"/>
                      <a:pt x="1863" y="23370"/>
                      <a:pt x="885" y="24364"/>
                    </a:cubicBezTo>
                    <a:cubicBezTo>
                      <a:pt x="-93" y="25358"/>
                      <a:pt x="-184" y="25968"/>
                      <a:pt x="244" y="26381"/>
                    </a:cubicBezTo>
                    <a:cubicBezTo>
                      <a:pt x="672" y="26794"/>
                      <a:pt x="794" y="26764"/>
                      <a:pt x="3454" y="26841"/>
                    </a:cubicBezTo>
                    <a:cubicBezTo>
                      <a:pt x="6114" y="26918"/>
                      <a:pt x="10914" y="26841"/>
                      <a:pt x="16204" y="26841"/>
                    </a:cubicBezTo>
                    <a:cubicBezTo>
                      <a:pt x="21494" y="26841"/>
                      <a:pt x="28619" y="26841"/>
                      <a:pt x="35193" y="26841"/>
                    </a:cubicBezTo>
                    <a:cubicBezTo>
                      <a:pt x="41767" y="26841"/>
                      <a:pt x="50772" y="26841"/>
                      <a:pt x="55649" y="26841"/>
                    </a:cubicBezTo>
                    <a:cubicBezTo>
                      <a:pt x="60526" y="26841"/>
                      <a:pt x="62744" y="27178"/>
                      <a:pt x="64456" y="26841"/>
                    </a:cubicBezTo>
                    <a:cubicBezTo>
                      <a:pt x="66168" y="26505"/>
                      <a:pt x="66046" y="25418"/>
                      <a:pt x="65923" y="24822"/>
                    </a:cubicBezTo>
                    <a:cubicBezTo>
                      <a:pt x="65801" y="24226"/>
                      <a:pt x="65342" y="24838"/>
                      <a:pt x="63721" y="23263"/>
                    </a:cubicBezTo>
                    <a:cubicBezTo>
                      <a:pt x="62100" y="21688"/>
                      <a:pt x="57988" y="18584"/>
                      <a:pt x="56199" y="15373"/>
                    </a:cubicBezTo>
                    <a:cubicBezTo>
                      <a:pt x="54410" y="12163"/>
                      <a:pt x="53489" y="6460"/>
                      <a:pt x="52989" y="4000"/>
                    </a:cubicBezTo>
                    <a:cubicBezTo>
                      <a:pt x="52489" y="1540"/>
                      <a:pt x="53164" y="1178"/>
                      <a:pt x="53199" y="614"/>
                    </a:cubicBezTo>
                  </a:path>
                </a:pathLst>
              </a:custGeom>
              <a:solidFill>
                <a:schemeClr val="accent5"/>
              </a:solidFill>
              <a:ln>
                <a:noFill/>
              </a:ln>
            </p:spPr>
            <p:txBody>
              <a:bodyPr/>
              <a:lstStyle/>
              <a:p>
                <a:endParaRPr lang="de-DE" noProof="1"/>
              </a:p>
            </p:txBody>
          </p:sp>
          <p:sp>
            <p:nvSpPr>
              <p:cNvPr id="9" name="Google Shape;3269;p107">
                <a:extLst>
                  <a:ext uri="{FF2B5EF4-FFF2-40B4-BE49-F238E27FC236}">
                    <a16:creationId xmlns:a16="http://schemas.microsoft.com/office/drawing/2014/main" id="{0FD4EF2B-FF6E-9795-44E6-5FE2FE338CC9}"/>
                  </a:ext>
                </a:extLst>
              </p:cNvPr>
              <p:cNvSpPr/>
              <p:nvPr/>
            </p:nvSpPr>
            <p:spPr>
              <a:xfrm>
                <a:off x="3453125" y="762775"/>
                <a:ext cx="4765800" cy="2990100"/>
              </a:xfrm>
              <a:prstGeom prst="roundRect">
                <a:avLst>
                  <a:gd name="adj" fmla="val 328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pic>
          <p:nvPicPr>
            <p:cNvPr id="17" name="Grafik 16" descr="Ein Bild, das Universum, Astronomie, Raum, Nebel enthält.&#10;&#10;KI-generierte Inhalte können fehlerhaft sein.">
              <a:extLst>
                <a:ext uri="{FF2B5EF4-FFF2-40B4-BE49-F238E27FC236}">
                  <a16:creationId xmlns:a16="http://schemas.microsoft.com/office/drawing/2014/main" id="{D0F673BF-26DB-FDA9-2A5F-02E5BC507142}"/>
                </a:ext>
              </a:extLst>
            </p:cNvPr>
            <p:cNvPicPr>
              <a:picLocks noChangeAspect="1"/>
            </p:cNvPicPr>
            <p:nvPr/>
          </p:nvPicPr>
          <p:blipFill>
            <a:blip r:embed="rId4"/>
            <a:stretch>
              <a:fillRect/>
            </a:stretch>
          </p:blipFill>
          <p:spPr>
            <a:xfrm>
              <a:off x="633810" y="3605309"/>
              <a:ext cx="1920860" cy="1097716"/>
            </a:xfrm>
            <a:prstGeom prst="rect">
              <a:avLst/>
            </a:prstGeom>
          </p:spPr>
        </p:pic>
      </p:grpSp>
      <p:grpSp>
        <p:nvGrpSpPr>
          <p:cNvPr id="18" name="Google Shape;3266;p107">
            <a:extLst>
              <a:ext uri="{FF2B5EF4-FFF2-40B4-BE49-F238E27FC236}">
                <a16:creationId xmlns:a16="http://schemas.microsoft.com/office/drawing/2014/main" id="{422A6EB8-0403-37C4-1E85-64B552E57E89}"/>
              </a:ext>
            </a:extLst>
          </p:cNvPr>
          <p:cNvGrpSpPr/>
          <p:nvPr/>
        </p:nvGrpSpPr>
        <p:grpSpPr>
          <a:xfrm>
            <a:off x="5339235" y="3649580"/>
            <a:ext cx="1975956" cy="1425010"/>
            <a:chOff x="3453125" y="762775"/>
            <a:chExt cx="4765800" cy="3646353"/>
          </a:xfrm>
        </p:grpSpPr>
        <p:sp>
          <p:nvSpPr>
            <p:cNvPr id="19" name="Google Shape;3267;p107">
              <a:extLst>
                <a:ext uri="{FF2B5EF4-FFF2-40B4-BE49-F238E27FC236}">
                  <a16:creationId xmlns:a16="http://schemas.microsoft.com/office/drawing/2014/main" id="{E67EB210-C53B-726B-2E4E-F07151BF02D0}"/>
                </a:ext>
              </a:extLst>
            </p:cNvPr>
            <p:cNvSpPr/>
            <p:nvPr/>
          </p:nvSpPr>
          <p:spPr>
            <a:xfrm>
              <a:off x="3586250" y="883825"/>
              <a:ext cx="4503600" cy="2746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 name="Google Shape;3268;p107">
              <a:extLst>
                <a:ext uri="{FF2B5EF4-FFF2-40B4-BE49-F238E27FC236}">
                  <a16:creationId xmlns:a16="http://schemas.microsoft.com/office/drawing/2014/main" id="{E0F78DA7-5CFB-B80A-6C63-BB91A635FBEC}"/>
                </a:ext>
              </a:extLst>
            </p:cNvPr>
            <p:cNvSpPr/>
            <p:nvPr/>
          </p:nvSpPr>
          <p:spPr>
            <a:xfrm>
              <a:off x="5009317" y="3734378"/>
              <a:ext cx="1649675" cy="674750"/>
            </a:xfrm>
            <a:custGeom>
              <a:avLst/>
              <a:gdLst/>
              <a:ahLst/>
              <a:cxnLst/>
              <a:rect l="l" t="t" r="r" b="b"/>
              <a:pathLst>
                <a:path w="65987" h="26990" extrusionOk="0">
                  <a:moveTo>
                    <a:pt x="13400" y="0"/>
                  </a:moveTo>
                  <a:cubicBezTo>
                    <a:pt x="13072" y="2226"/>
                    <a:pt x="12648" y="9953"/>
                    <a:pt x="11434" y="13356"/>
                  </a:cubicBezTo>
                  <a:cubicBezTo>
                    <a:pt x="10220" y="16759"/>
                    <a:pt x="7872" y="18583"/>
                    <a:pt x="6114" y="20418"/>
                  </a:cubicBezTo>
                  <a:cubicBezTo>
                    <a:pt x="4356" y="22253"/>
                    <a:pt x="1863" y="23370"/>
                    <a:pt x="885" y="24364"/>
                  </a:cubicBezTo>
                  <a:cubicBezTo>
                    <a:pt x="-93" y="25358"/>
                    <a:pt x="-184" y="25968"/>
                    <a:pt x="244" y="26381"/>
                  </a:cubicBezTo>
                  <a:cubicBezTo>
                    <a:pt x="672" y="26794"/>
                    <a:pt x="794" y="26764"/>
                    <a:pt x="3454" y="26841"/>
                  </a:cubicBezTo>
                  <a:cubicBezTo>
                    <a:pt x="6114" y="26918"/>
                    <a:pt x="10914" y="26841"/>
                    <a:pt x="16204" y="26841"/>
                  </a:cubicBezTo>
                  <a:cubicBezTo>
                    <a:pt x="21494" y="26841"/>
                    <a:pt x="28619" y="26841"/>
                    <a:pt x="35193" y="26841"/>
                  </a:cubicBezTo>
                  <a:cubicBezTo>
                    <a:pt x="41767" y="26841"/>
                    <a:pt x="50772" y="26841"/>
                    <a:pt x="55649" y="26841"/>
                  </a:cubicBezTo>
                  <a:cubicBezTo>
                    <a:pt x="60526" y="26841"/>
                    <a:pt x="62744" y="27178"/>
                    <a:pt x="64456" y="26841"/>
                  </a:cubicBezTo>
                  <a:cubicBezTo>
                    <a:pt x="66168" y="26505"/>
                    <a:pt x="66046" y="25418"/>
                    <a:pt x="65923" y="24822"/>
                  </a:cubicBezTo>
                  <a:cubicBezTo>
                    <a:pt x="65801" y="24226"/>
                    <a:pt x="65342" y="24838"/>
                    <a:pt x="63721" y="23263"/>
                  </a:cubicBezTo>
                  <a:cubicBezTo>
                    <a:pt x="62100" y="21688"/>
                    <a:pt x="57988" y="18584"/>
                    <a:pt x="56199" y="15373"/>
                  </a:cubicBezTo>
                  <a:cubicBezTo>
                    <a:pt x="54410" y="12163"/>
                    <a:pt x="53489" y="6460"/>
                    <a:pt x="52989" y="4000"/>
                  </a:cubicBezTo>
                  <a:cubicBezTo>
                    <a:pt x="52489" y="1540"/>
                    <a:pt x="53164" y="1178"/>
                    <a:pt x="53199" y="614"/>
                  </a:cubicBezTo>
                </a:path>
              </a:pathLst>
            </a:custGeom>
            <a:solidFill>
              <a:schemeClr val="accent5"/>
            </a:solidFill>
            <a:ln>
              <a:noFill/>
            </a:ln>
          </p:spPr>
          <p:txBody>
            <a:bodyPr/>
            <a:lstStyle/>
            <a:p>
              <a:endParaRPr lang="de-DE" noProof="1"/>
            </a:p>
          </p:txBody>
        </p:sp>
        <p:sp>
          <p:nvSpPr>
            <p:cNvPr id="21" name="Google Shape;3269;p107">
              <a:extLst>
                <a:ext uri="{FF2B5EF4-FFF2-40B4-BE49-F238E27FC236}">
                  <a16:creationId xmlns:a16="http://schemas.microsoft.com/office/drawing/2014/main" id="{2597FA85-5613-1D94-9669-4098A364E856}"/>
                </a:ext>
              </a:extLst>
            </p:cNvPr>
            <p:cNvSpPr/>
            <p:nvPr/>
          </p:nvSpPr>
          <p:spPr>
            <a:xfrm>
              <a:off x="3453125" y="762775"/>
              <a:ext cx="4765800" cy="2990100"/>
            </a:xfrm>
            <a:prstGeom prst="roundRect">
              <a:avLst>
                <a:gd name="adj" fmla="val 328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32" name="Gruppieren 31">
            <a:extLst>
              <a:ext uri="{FF2B5EF4-FFF2-40B4-BE49-F238E27FC236}">
                <a16:creationId xmlns:a16="http://schemas.microsoft.com/office/drawing/2014/main" id="{DA5D2648-C716-0C83-A239-184F6637AC89}"/>
              </a:ext>
            </a:extLst>
          </p:cNvPr>
          <p:cNvGrpSpPr/>
          <p:nvPr/>
        </p:nvGrpSpPr>
        <p:grpSpPr>
          <a:xfrm>
            <a:off x="6267445" y="85577"/>
            <a:ext cx="2032693" cy="1430562"/>
            <a:chOff x="4711993" y="68353"/>
            <a:chExt cx="2032693" cy="1430562"/>
          </a:xfrm>
        </p:grpSpPr>
        <p:grpSp>
          <p:nvGrpSpPr>
            <p:cNvPr id="22" name="Google Shape;3266;p107">
              <a:extLst>
                <a:ext uri="{FF2B5EF4-FFF2-40B4-BE49-F238E27FC236}">
                  <a16:creationId xmlns:a16="http://schemas.microsoft.com/office/drawing/2014/main" id="{6BA95AA7-E5BA-C9C9-7BA6-85BF1281781D}"/>
                </a:ext>
              </a:extLst>
            </p:cNvPr>
            <p:cNvGrpSpPr/>
            <p:nvPr/>
          </p:nvGrpSpPr>
          <p:grpSpPr>
            <a:xfrm>
              <a:off x="4711993" y="68353"/>
              <a:ext cx="2032693" cy="1430562"/>
              <a:chOff x="3453125" y="762775"/>
              <a:chExt cx="4765800" cy="3646353"/>
            </a:xfrm>
          </p:grpSpPr>
          <p:sp>
            <p:nvSpPr>
              <p:cNvPr id="23" name="Google Shape;3267;p107">
                <a:extLst>
                  <a:ext uri="{FF2B5EF4-FFF2-40B4-BE49-F238E27FC236}">
                    <a16:creationId xmlns:a16="http://schemas.microsoft.com/office/drawing/2014/main" id="{894AD9F8-74DA-F4F7-3EC1-67828B1982CB}"/>
                  </a:ext>
                </a:extLst>
              </p:cNvPr>
              <p:cNvSpPr/>
              <p:nvPr/>
            </p:nvSpPr>
            <p:spPr>
              <a:xfrm>
                <a:off x="3586250" y="883825"/>
                <a:ext cx="4503600" cy="2746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 name="Google Shape;3268;p107">
                <a:extLst>
                  <a:ext uri="{FF2B5EF4-FFF2-40B4-BE49-F238E27FC236}">
                    <a16:creationId xmlns:a16="http://schemas.microsoft.com/office/drawing/2014/main" id="{67ACC76E-CAE4-6B25-DF75-0B6C8CEFAA32}"/>
                  </a:ext>
                </a:extLst>
              </p:cNvPr>
              <p:cNvSpPr/>
              <p:nvPr/>
            </p:nvSpPr>
            <p:spPr>
              <a:xfrm>
                <a:off x="5009317" y="3734378"/>
                <a:ext cx="1649675" cy="674750"/>
              </a:xfrm>
              <a:custGeom>
                <a:avLst/>
                <a:gdLst/>
                <a:ahLst/>
                <a:cxnLst/>
                <a:rect l="l" t="t" r="r" b="b"/>
                <a:pathLst>
                  <a:path w="65987" h="26990" extrusionOk="0">
                    <a:moveTo>
                      <a:pt x="13400" y="0"/>
                    </a:moveTo>
                    <a:cubicBezTo>
                      <a:pt x="13072" y="2226"/>
                      <a:pt x="12648" y="9953"/>
                      <a:pt x="11434" y="13356"/>
                    </a:cubicBezTo>
                    <a:cubicBezTo>
                      <a:pt x="10220" y="16759"/>
                      <a:pt x="7872" y="18583"/>
                      <a:pt x="6114" y="20418"/>
                    </a:cubicBezTo>
                    <a:cubicBezTo>
                      <a:pt x="4356" y="22253"/>
                      <a:pt x="1863" y="23370"/>
                      <a:pt x="885" y="24364"/>
                    </a:cubicBezTo>
                    <a:cubicBezTo>
                      <a:pt x="-93" y="25358"/>
                      <a:pt x="-184" y="25968"/>
                      <a:pt x="244" y="26381"/>
                    </a:cubicBezTo>
                    <a:cubicBezTo>
                      <a:pt x="672" y="26794"/>
                      <a:pt x="794" y="26764"/>
                      <a:pt x="3454" y="26841"/>
                    </a:cubicBezTo>
                    <a:cubicBezTo>
                      <a:pt x="6114" y="26918"/>
                      <a:pt x="10914" y="26841"/>
                      <a:pt x="16204" y="26841"/>
                    </a:cubicBezTo>
                    <a:cubicBezTo>
                      <a:pt x="21494" y="26841"/>
                      <a:pt x="28619" y="26841"/>
                      <a:pt x="35193" y="26841"/>
                    </a:cubicBezTo>
                    <a:cubicBezTo>
                      <a:pt x="41767" y="26841"/>
                      <a:pt x="50772" y="26841"/>
                      <a:pt x="55649" y="26841"/>
                    </a:cubicBezTo>
                    <a:cubicBezTo>
                      <a:pt x="60526" y="26841"/>
                      <a:pt x="62744" y="27178"/>
                      <a:pt x="64456" y="26841"/>
                    </a:cubicBezTo>
                    <a:cubicBezTo>
                      <a:pt x="66168" y="26505"/>
                      <a:pt x="66046" y="25418"/>
                      <a:pt x="65923" y="24822"/>
                    </a:cubicBezTo>
                    <a:cubicBezTo>
                      <a:pt x="65801" y="24226"/>
                      <a:pt x="65342" y="24838"/>
                      <a:pt x="63721" y="23263"/>
                    </a:cubicBezTo>
                    <a:cubicBezTo>
                      <a:pt x="62100" y="21688"/>
                      <a:pt x="57988" y="18584"/>
                      <a:pt x="56199" y="15373"/>
                    </a:cubicBezTo>
                    <a:cubicBezTo>
                      <a:pt x="54410" y="12163"/>
                      <a:pt x="53489" y="6460"/>
                      <a:pt x="52989" y="4000"/>
                    </a:cubicBezTo>
                    <a:cubicBezTo>
                      <a:pt x="52489" y="1540"/>
                      <a:pt x="53164" y="1178"/>
                      <a:pt x="53199" y="614"/>
                    </a:cubicBezTo>
                  </a:path>
                </a:pathLst>
              </a:custGeom>
              <a:solidFill>
                <a:schemeClr val="accent5"/>
              </a:solidFill>
              <a:ln>
                <a:noFill/>
              </a:ln>
            </p:spPr>
            <p:txBody>
              <a:bodyPr/>
              <a:lstStyle/>
              <a:p>
                <a:endParaRPr lang="de-DE" noProof="1"/>
              </a:p>
            </p:txBody>
          </p:sp>
          <p:sp>
            <p:nvSpPr>
              <p:cNvPr id="25" name="Google Shape;3269;p107">
                <a:extLst>
                  <a:ext uri="{FF2B5EF4-FFF2-40B4-BE49-F238E27FC236}">
                    <a16:creationId xmlns:a16="http://schemas.microsoft.com/office/drawing/2014/main" id="{F95BA093-B9BB-D364-627D-F6CA32FF4395}"/>
                  </a:ext>
                </a:extLst>
              </p:cNvPr>
              <p:cNvSpPr/>
              <p:nvPr/>
            </p:nvSpPr>
            <p:spPr>
              <a:xfrm>
                <a:off x="3453125" y="762775"/>
                <a:ext cx="4765800" cy="2990100"/>
              </a:xfrm>
              <a:prstGeom prst="roundRect">
                <a:avLst>
                  <a:gd name="adj" fmla="val 328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pic>
          <p:nvPicPr>
            <p:cNvPr id="13" name="Grafik 12" descr="Ein Bild, das Text, Screenshot, Schrift enthält.&#10;&#10;KI-generierte Inhalte können fehlerhaft sein.">
              <a:extLst>
                <a:ext uri="{FF2B5EF4-FFF2-40B4-BE49-F238E27FC236}">
                  <a16:creationId xmlns:a16="http://schemas.microsoft.com/office/drawing/2014/main" id="{9A98D37E-C7FD-FBFE-C257-39918A01322E}"/>
                </a:ext>
              </a:extLst>
            </p:cNvPr>
            <p:cNvPicPr>
              <a:picLocks noChangeAspect="1"/>
            </p:cNvPicPr>
            <p:nvPr/>
          </p:nvPicPr>
          <p:blipFill>
            <a:blip r:embed="rId5"/>
            <a:stretch>
              <a:fillRect/>
            </a:stretch>
          </p:blipFill>
          <p:spPr>
            <a:xfrm>
              <a:off x="4734587" y="99314"/>
              <a:ext cx="1992972" cy="1068030"/>
            </a:xfrm>
            <a:prstGeom prst="rect">
              <a:avLst/>
            </a:prstGeom>
          </p:spPr>
        </p:pic>
      </p:grpSp>
      <p:pic>
        <p:nvPicPr>
          <p:cNvPr id="11" name="Grafik 10" descr="Ein Bild, das Text, Screenshot, Raum enthält.&#10;&#10;KI-generierte Inhalte können fehlerhaft sein.">
            <a:extLst>
              <a:ext uri="{FF2B5EF4-FFF2-40B4-BE49-F238E27FC236}">
                <a16:creationId xmlns:a16="http://schemas.microsoft.com/office/drawing/2014/main" id="{6153B0E9-E401-E670-62EB-F47CD60AA4C9}"/>
              </a:ext>
            </a:extLst>
          </p:cNvPr>
          <p:cNvPicPr>
            <a:picLocks noChangeAspect="1"/>
          </p:cNvPicPr>
          <p:nvPr/>
        </p:nvPicPr>
        <p:blipFill>
          <a:blip r:embed="rId6"/>
          <a:stretch>
            <a:fillRect/>
          </a:stretch>
        </p:blipFill>
        <p:spPr>
          <a:xfrm>
            <a:off x="5362844" y="3695701"/>
            <a:ext cx="1931285" cy="1073226"/>
          </a:xfrm>
          <a:prstGeom prst="rect">
            <a:avLst/>
          </a:prstGeom>
        </p:spPr>
      </p:pic>
      <p:grpSp>
        <p:nvGrpSpPr>
          <p:cNvPr id="5" name="Gruppieren 4">
            <a:extLst>
              <a:ext uri="{FF2B5EF4-FFF2-40B4-BE49-F238E27FC236}">
                <a16:creationId xmlns:a16="http://schemas.microsoft.com/office/drawing/2014/main" id="{FACFB6A7-C348-1DC6-5958-A99B1E214E67}"/>
              </a:ext>
            </a:extLst>
          </p:cNvPr>
          <p:cNvGrpSpPr/>
          <p:nvPr/>
        </p:nvGrpSpPr>
        <p:grpSpPr>
          <a:xfrm>
            <a:off x="1607255" y="1210476"/>
            <a:ext cx="3702073" cy="2832487"/>
            <a:chOff x="1121946" y="1168259"/>
            <a:chExt cx="3702073" cy="2832487"/>
          </a:xfrm>
        </p:grpSpPr>
        <p:grpSp>
          <p:nvGrpSpPr>
            <p:cNvPr id="3266" name="Google Shape;3266;p107">
              <a:extLst>
                <a:ext uri="{FF2B5EF4-FFF2-40B4-BE49-F238E27FC236}">
                  <a16:creationId xmlns:a16="http://schemas.microsoft.com/office/drawing/2014/main" id="{7DA92C54-0C82-80AD-B21A-369978EF67D1}"/>
                </a:ext>
              </a:extLst>
            </p:cNvPr>
            <p:cNvGrpSpPr/>
            <p:nvPr/>
          </p:nvGrpSpPr>
          <p:grpSpPr>
            <a:xfrm>
              <a:off x="1121946" y="1168259"/>
              <a:ext cx="3702073" cy="2832487"/>
              <a:chOff x="3453125" y="762775"/>
              <a:chExt cx="4765800" cy="3646353"/>
            </a:xfrm>
          </p:grpSpPr>
          <p:sp>
            <p:nvSpPr>
              <p:cNvPr id="3267" name="Google Shape;3267;p107">
                <a:extLst>
                  <a:ext uri="{FF2B5EF4-FFF2-40B4-BE49-F238E27FC236}">
                    <a16:creationId xmlns:a16="http://schemas.microsoft.com/office/drawing/2014/main" id="{D3C2D5C4-6930-C00D-AD89-FA6F0380AF3F}"/>
                  </a:ext>
                </a:extLst>
              </p:cNvPr>
              <p:cNvSpPr/>
              <p:nvPr/>
            </p:nvSpPr>
            <p:spPr>
              <a:xfrm>
                <a:off x="3586250" y="883825"/>
                <a:ext cx="4503600" cy="2746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268" name="Google Shape;3268;p107">
                <a:extLst>
                  <a:ext uri="{FF2B5EF4-FFF2-40B4-BE49-F238E27FC236}">
                    <a16:creationId xmlns:a16="http://schemas.microsoft.com/office/drawing/2014/main" id="{0B40A49D-D7C4-9762-8B68-E6163F9C4D94}"/>
                  </a:ext>
                </a:extLst>
              </p:cNvPr>
              <p:cNvSpPr/>
              <p:nvPr/>
            </p:nvSpPr>
            <p:spPr>
              <a:xfrm>
                <a:off x="5009317" y="3734378"/>
                <a:ext cx="1649675" cy="674750"/>
              </a:xfrm>
              <a:custGeom>
                <a:avLst/>
                <a:gdLst/>
                <a:ahLst/>
                <a:cxnLst/>
                <a:rect l="l" t="t" r="r" b="b"/>
                <a:pathLst>
                  <a:path w="65987" h="26990" extrusionOk="0">
                    <a:moveTo>
                      <a:pt x="13400" y="0"/>
                    </a:moveTo>
                    <a:cubicBezTo>
                      <a:pt x="13072" y="2226"/>
                      <a:pt x="12648" y="9953"/>
                      <a:pt x="11434" y="13356"/>
                    </a:cubicBezTo>
                    <a:cubicBezTo>
                      <a:pt x="10220" y="16759"/>
                      <a:pt x="7872" y="18583"/>
                      <a:pt x="6114" y="20418"/>
                    </a:cubicBezTo>
                    <a:cubicBezTo>
                      <a:pt x="4356" y="22253"/>
                      <a:pt x="1863" y="23370"/>
                      <a:pt x="885" y="24364"/>
                    </a:cubicBezTo>
                    <a:cubicBezTo>
                      <a:pt x="-93" y="25358"/>
                      <a:pt x="-184" y="25968"/>
                      <a:pt x="244" y="26381"/>
                    </a:cubicBezTo>
                    <a:cubicBezTo>
                      <a:pt x="672" y="26794"/>
                      <a:pt x="794" y="26764"/>
                      <a:pt x="3454" y="26841"/>
                    </a:cubicBezTo>
                    <a:cubicBezTo>
                      <a:pt x="6114" y="26918"/>
                      <a:pt x="10914" y="26841"/>
                      <a:pt x="16204" y="26841"/>
                    </a:cubicBezTo>
                    <a:cubicBezTo>
                      <a:pt x="21494" y="26841"/>
                      <a:pt x="28619" y="26841"/>
                      <a:pt x="35193" y="26841"/>
                    </a:cubicBezTo>
                    <a:cubicBezTo>
                      <a:pt x="41767" y="26841"/>
                      <a:pt x="50772" y="26841"/>
                      <a:pt x="55649" y="26841"/>
                    </a:cubicBezTo>
                    <a:cubicBezTo>
                      <a:pt x="60526" y="26841"/>
                      <a:pt x="62744" y="27178"/>
                      <a:pt x="64456" y="26841"/>
                    </a:cubicBezTo>
                    <a:cubicBezTo>
                      <a:pt x="66168" y="26505"/>
                      <a:pt x="66046" y="25418"/>
                      <a:pt x="65923" y="24822"/>
                    </a:cubicBezTo>
                    <a:cubicBezTo>
                      <a:pt x="65801" y="24226"/>
                      <a:pt x="65342" y="24838"/>
                      <a:pt x="63721" y="23263"/>
                    </a:cubicBezTo>
                    <a:cubicBezTo>
                      <a:pt x="62100" y="21688"/>
                      <a:pt x="57988" y="18584"/>
                      <a:pt x="56199" y="15373"/>
                    </a:cubicBezTo>
                    <a:cubicBezTo>
                      <a:pt x="54410" y="12163"/>
                      <a:pt x="53489" y="6460"/>
                      <a:pt x="52989" y="4000"/>
                    </a:cubicBezTo>
                    <a:cubicBezTo>
                      <a:pt x="52489" y="1540"/>
                      <a:pt x="53164" y="1178"/>
                      <a:pt x="53199" y="614"/>
                    </a:cubicBezTo>
                  </a:path>
                </a:pathLst>
              </a:custGeom>
              <a:solidFill>
                <a:schemeClr val="accent5"/>
              </a:solidFill>
              <a:ln>
                <a:noFill/>
              </a:ln>
            </p:spPr>
            <p:txBody>
              <a:bodyPr/>
              <a:lstStyle/>
              <a:p>
                <a:endParaRPr lang="de-DE" noProof="1"/>
              </a:p>
            </p:txBody>
          </p:sp>
          <p:sp>
            <p:nvSpPr>
              <p:cNvPr id="3269" name="Google Shape;3269;p107">
                <a:extLst>
                  <a:ext uri="{FF2B5EF4-FFF2-40B4-BE49-F238E27FC236}">
                    <a16:creationId xmlns:a16="http://schemas.microsoft.com/office/drawing/2014/main" id="{5D5F90A5-2A67-7356-F570-D2433CC60756}"/>
                  </a:ext>
                </a:extLst>
              </p:cNvPr>
              <p:cNvSpPr/>
              <p:nvPr/>
            </p:nvSpPr>
            <p:spPr>
              <a:xfrm>
                <a:off x="3453125" y="762775"/>
                <a:ext cx="4765800" cy="2990100"/>
              </a:xfrm>
              <a:prstGeom prst="roundRect">
                <a:avLst>
                  <a:gd name="adj" fmla="val 328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mc:AlternateContent xmlns:mc="http://schemas.openxmlformats.org/markup-compatibility/2006" xmlns:pslz="http://schemas.microsoft.com/office/powerpoint/2016/slidezoom">
          <mc:Choice Requires="pslz">
            <p:graphicFrame>
              <p:nvGraphicFramePr>
                <p:cNvPr id="4" name="Folienzoom 3">
                  <a:extLst>
                    <a:ext uri="{FF2B5EF4-FFF2-40B4-BE49-F238E27FC236}">
                      <a16:creationId xmlns:a16="http://schemas.microsoft.com/office/drawing/2014/main" id="{A9FD0642-B147-21B2-9295-949C0D79681B}"/>
                    </a:ext>
                  </a:extLst>
                </p:cNvPr>
                <p:cNvGraphicFramePr>
                  <a:graphicFrameLocks noChangeAspect="1"/>
                </p:cNvGraphicFramePr>
                <p:nvPr>
                  <p:extLst>
                    <p:ext uri="{D42A27DB-BD31-4B8C-83A1-F6EECF244321}">
                      <p14:modId xmlns:p14="http://schemas.microsoft.com/office/powerpoint/2010/main" val="337708634"/>
                    </p:ext>
                  </p:extLst>
                </p:nvPr>
              </p:nvGraphicFramePr>
              <p:xfrm>
                <a:off x="1251868" y="1235108"/>
                <a:ext cx="3453031" cy="2172497"/>
              </p:xfrm>
              <a:graphic>
                <a:graphicData uri="http://schemas.microsoft.com/office/powerpoint/2016/slidezoom">
                  <pslz:sldZm>
                    <pslz:sldZmObj sldId="535" cId="2575868684">
                      <pslz:zmPr id="{E0E074DD-5038-EB4F-B71C-EF66D81F37B8}" returnToParent="0" imageType="cover" transitionDur="500">
                        <p166:blipFill xmlns:p166="http://schemas.microsoft.com/office/powerpoint/2016/6/main">
                          <a:blip r:embed="rId7"/>
                          <a:stretch>
                            <a:fillRect/>
                          </a:stretch>
                        </p166:blipFill>
                        <p166:spPr xmlns:p166="http://schemas.microsoft.com/office/powerpoint/2016/6/main">
                          <a:xfrm>
                            <a:off x="0" y="0"/>
                            <a:ext cx="3453031" cy="2172497"/>
                          </a:xfrm>
                          <a:prstGeom prst="rect">
                            <a:avLst/>
                          </a:prstGeom>
                          <a:ln w="38100">
                            <a:solidFill>
                              <a:schemeClr val="bg1"/>
                            </a:solidFill>
                          </a:ln>
                        </p166:spPr>
                      </pslz:zmPr>
                    </pslz:sldZmObj>
                  </pslz:sldZm>
                </a:graphicData>
              </a:graphic>
            </p:graphicFrame>
          </mc:Choice>
          <mc:Fallback xmlns="">
            <p:pic>
              <p:nvPicPr>
                <p:cNvPr id="4" name="Folienzoom 3">
                  <a:hlinkClick r:id="rId8" action="ppaction://hlinksldjump"/>
                  <a:extLst>
                    <a:ext uri="{FF2B5EF4-FFF2-40B4-BE49-F238E27FC236}">
                      <a16:creationId xmlns:a16="http://schemas.microsoft.com/office/drawing/2014/main" id="{A9FD0642-B147-21B2-9295-949C0D79681B}"/>
                    </a:ext>
                  </a:extLst>
                </p:cNvPr>
                <p:cNvPicPr>
                  <a:picLocks noGrp="1" noRot="1" noChangeAspect="1" noMove="1" noResize="1" noEditPoints="1" noAdjustHandles="1" noChangeArrowheads="1" noChangeShapeType="1"/>
                </p:cNvPicPr>
                <p:nvPr/>
              </p:nvPicPr>
              <p:blipFill>
                <a:blip r:embed="rId9"/>
                <a:stretch>
                  <a:fillRect/>
                </a:stretch>
              </p:blipFill>
              <p:spPr>
                <a:xfrm>
                  <a:off x="1737177" y="1277325"/>
                  <a:ext cx="3453031" cy="2172497"/>
                </a:xfrm>
                <a:prstGeom prst="rect">
                  <a:avLst/>
                </a:prstGeom>
                <a:ln w="38100">
                  <a:solidFill>
                    <a:schemeClr val="bg1"/>
                  </a:solidFill>
                </a:ln>
              </p:spPr>
            </p:pic>
          </mc:Fallback>
        </mc:AlternateContent>
      </p:grpSp>
    </p:spTree>
    <p:extLst>
      <p:ext uri="{BB962C8B-B14F-4D97-AF65-F5344CB8AC3E}">
        <p14:creationId xmlns:p14="http://schemas.microsoft.com/office/powerpoint/2010/main" val="1353505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Grafik 10" descr="Ein Bild, das Text, Screenshot, Raum, Astronomie enthält.&#10;&#10;KI-generierte Inhalte können fehlerhaft sein.">
            <a:extLst>
              <a:ext uri="{FF2B5EF4-FFF2-40B4-BE49-F238E27FC236}">
                <a16:creationId xmlns:a16="http://schemas.microsoft.com/office/drawing/2014/main" id="{8EE7A27E-A23B-5A24-5EEE-996B5EF70839}"/>
              </a:ext>
            </a:extLst>
          </p:cNvPr>
          <p:cNvPicPr>
            <a:picLocks noChangeAspect="1"/>
          </p:cNvPicPr>
          <p:nvPr/>
        </p:nvPicPr>
        <p:blipFill>
          <a:blip r:embed="rId2"/>
          <a:stretch>
            <a:fillRect/>
          </a:stretch>
        </p:blipFill>
        <p:spPr>
          <a:xfrm>
            <a:off x="505426" y="188498"/>
            <a:ext cx="8133148" cy="4766503"/>
          </a:xfrm>
          <a:prstGeom prst="rect">
            <a:avLst/>
          </a:prstGeom>
          <a:ln w="76200">
            <a:solidFill>
              <a:schemeClr val="bg1">
                <a:lumMod val="50000"/>
                <a:lumOff val="50000"/>
              </a:schemeClr>
            </a:solidFill>
            <a:bevel/>
          </a:ln>
        </p:spPr>
      </p:pic>
      <mc:AlternateContent xmlns:mc="http://schemas.openxmlformats.org/markup-compatibility/2006" xmlns:pslz="http://schemas.microsoft.com/office/powerpoint/2016/slidezoom">
        <mc:Choice Requires="pslz">
          <p:graphicFrame>
            <p:nvGraphicFramePr>
              <p:cNvPr id="4" name="Folienzoom 3">
                <a:extLst>
                  <a:ext uri="{FF2B5EF4-FFF2-40B4-BE49-F238E27FC236}">
                    <a16:creationId xmlns:a16="http://schemas.microsoft.com/office/drawing/2014/main" id="{C1B34E1F-75AA-40AC-86DA-52F85F2F19C0}"/>
                  </a:ext>
                </a:extLst>
              </p:cNvPr>
              <p:cNvGraphicFramePr>
                <a:graphicFrameLocks noChangeAspect="1"/>
              </p:cNvGraphicFramePr>
              <p:nvPr>
                <p:extLst>
                  <p:ext uri="{D42A27DB-BD31-4B8C-83A1-F6EECF244321}">
                    <p14:modId xmlns:p14="http://schemas.microsoft.com/office/powerpoint/2010/main" val="500947129"/>
                  </p:ext>
                </p:extLst>
              </p:nvPr>
            </p:nvGraphicFramePr>
            <p:xfrm>
              <a:off x="1228349" y="1915095"/>
              <a:ext cx="1378895" cy="907199"/>
            </p:xfrm>
            <a:graphic>
              <a:graphicData uri="http://schemas.microsoft.com/office/powerpoint/2016/slidezoom">
                <pslz:sldZm>
                  <pslz:sldZmObj sldId="536" cId="3123697167">
                    <pslz:zmPr id="{FD1E6A8A-C513-8F40-8AA7-BEFB0BF0B97E}" imageType="cover" transitionDur="1000">
                      <p166:blipFill xmlns:p166="http://schemas.microsoft.com/office/powerpoint/2016/6/main">
                        <a:blip r:embed="rId3"/>
                        <a:stretch>
                          <a:fillRect/>
                        </a:stretch>
                      </p166:blipFill>
                      <p166:spPr xmlns:p166="http://schemas.microsoft.com/office/powerpoint/2016/6/main">
                        <a:xfrm>
                          <a:off x="0" y="0"/>
                          <a:ext cx="1378895" cy="907199"/>
                        </a:xfrm>
                        <a:prstGeom prst="rect">
                          <a:avLst/>
                        </a:prstGeom>
                        <a:ln w="3175">
                          <a:noFill/>
                        </a:ln>
                      </p166:spPr>
                    </pslz:zmPr>
                  </pslz:sldZmObj>
                </pslz:sldZm>
              </a:graphicData>
            </a:graphic>
          </p:graphicFrame>
        </mc:Choice>
        <mc:Fallback xmlns="">
          <p:pic>
            <p:nvPicPr>
              <p:cNvPr id="4" name="Folienzoom 3">
                <a:hlinkClick r:id="rId4" action="ppaction://hlinksldjump"/>
                <a:extLst>
                  <a:ext uri="{FF2B5EF4-FFF2-40B4-BE49-F238E27FC236}">
                    <a16:creationId xmlns:a16="http://schemas.microsoft.com/office/drawing/2014/main" id="{C1B34E1F-75AA-40AC-86DA-52F85F2F19C0}"/>
                  </a:ext>
                </a:extLst>
              </p:cNvPr>
              <p:cNvPicPr>
                <a:picLocks noGrp="1" noRot="1" noChangeAspect="1" noMove="1" noResize="1" noEditPoints="1" noAdjustHandles="1" noChangeArrowheads="1" noChangeShapeType="1"/>
              </p:cNvPicPr>
              <p:nvPr/>
            </p:nvPicPr>
            <p:blipFill>
              <a:blip r:embed="rId5"/>
              <a:stretch>
                <a:fillRect/>
              </a:stretch>
            </p:blipFill>
            <p:spPr>
              <a:xfrm>
                <a:off x="1228349" y="1915095"/>
                <a:ext cx="1378895" cy="907199"/>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7" name="Folienzoom 6">
                <a:extLst>
                  <a:ext uri="{FF2B5EF4-FFF2-40B4-BE49-F238E27FC236}">
                    <a16:creationId xmlns:a16="http://schemas.microsoft.com/office/drawing/2014/main" id="{3DCF2F8B-7A1D-18FB-0B7A-E54E7481762E}"/>
                  </a:ext>
                </a:extLst>
              </p:cNvPr>
              <p:cNvGraphicFramePr>
                <a:graphicFrameLocks noChangeAspect="1"/>
              </p:cNvGraphicFramePr>
              <p:nvPr>
                <p:extLst>
                  <p:ext uri="{D42A27DB-BD31-4B8C-83A1-F6EECF244321}">
                    <p14:modId xmlns:p14="http://schemas.microsoft.com/office/powerpoint/2010/main" val="2519343040"/>
                  </p:ext>
                </p:extLst>
              </p:nvPr>
            </p:nvGraphicFramePr>
            <p:xfrm>
              <a:off x="2987813" y="1930384"/>
              <a:ext cx="1378895" cy="878588"/>
            </p:xfrm>
            <a:graphic>
              <a:graphicData uri="http://schemas.microsoft.com/office/powerpoint/2016/slidezoom">
                <pslz:sldZm>
                  <pslz:sldZmObj sldId="538" cId="1508879500">
                    <pslz:zmPr id="{61B46E6C-ED43-494C-AA2B-1255DF81560D}" imageType="cover" transitionDur="1000">
                      <p166:blipFill xmlns:p166="http://schemas.microsoft.com/office/powerpoint/2016/6/main">
                        <a:blip r:embed="rId6"/>
                        <a:stretch>
                          <a:fillRect/>
                        </a:stretch>
                      </p166:blipFill>
                      <p166:spPr xmlns:p166="http://schemas.microsoft.com/office/powerpoint/2016/6/main">
                        <a:xfrm>
                          <a:off x="0" y="0"/>
                          <a:ext cx="1378895" cy="878588"/>
                        </a:xfrm>
                        <a:prstGeom prst="rect">
                          <a:avLst/>
                        </a:prstGeom>
                        <a:ln w="3175">
                          <a:noFill/>
                        </a:ln>
                      </p166:spPr>
                    </pslz:zmPr>
                  </pslz:sldZmObj>
                </pslz:sldZm>
              </a:graphicData>
            </a:graphic>
          </p:graphicFrame>
        </mc:Choice>
        <mc:Fallback xmlns="">
          <p:pic>
            <p:nvPicPr>
              <p:cNvPr id="7" name="Folienzoom 6">
                <a:hlinkClick r:id="rId7" action="ppaction://hlinksldjump"/>
                <a:extLst>
                  <a:ext uri="{FF2B5EF4-FFF2-40B4-BE49-F238E27FC236}">
                    <a16:creationId xmlns:a16="http://schemas.microsoft.com/office/drawing/2014/main" id="{3DCF2F8B-7A1D-18FB-0B7A-E54E7481762E}"/>
                  </a:ext>
                </a:extLst>
              </p:cNvPr>
              <p:cNvPicPr>
                <a:picLocks noGrp="1" noRot="1" noChangeAspect="1" noMove="1" noResize="1" noEditPoints="1" noAdjustHandles="1" noChangeArrowheads="1" noChangeShapeType="1"/>
              </p:cNvPicPr>
              <p:nvPr/>
            </p:nvPicPr>
            <p:blipFill>
              <a:blip r:embed="rId8"/>
              <a:stretch>
                <a:fillRect/>
              </a:stretch>
            </p:blipFill>
            <p:spPr>
              <a:xfrm>
                <a:off x="2987813" y="1930384"/>
                <a:ext cx="1378895" cy="878588"/>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0" name="Folienzoom 9">
                <a:extLst>
                  <a:ext uri="{FF2B5EF4-FFF2-40B4-BE49-F238E27FC236}">
                    <a16:creationId xmlns:a16="http://schemas.microsoft.com/office/drawing/2014/main" id="{C88864B7-3A8F-275E-4841-AD138336FE26}"/>
                  </a:ext>
                </a:extLst>
              </p:cNvPr>
              <p:cNvGraphicFramePr>
                <a:graphicFrameLocks noChangeAspect="1"/>
              </p:cNvGraphicFramePr>
              <p:nvPr>
                <p:extLst>
                  <p:ext uri="{D42A27DB-BD31-4B8C-83A1-F6EECF244321}">
                    <p14:modId xmlns:p14="http://schemas.microsoft.com/office/powerpoint/2010/main" val="1658794246"/>
                  </p:ext>
                </p:extLst>
              </p:nvPr>
            </p:nvGraphicFramePr>
            <p:xfrm>
              <a:off x="4753519" y="1915095"/>
              <a:ext cx="1377575" cy="877747"/>
            </p:xfrm>
            <a:graphic>
              <a:graphicData uri="http://schemas.microsoft.com/office/powerpoint/2016/slidezoom">
                <pslz:sldZm>
                  <pslz:sldZmObj sldId="541" cId="3948762429">
                    <pslz:zmPr id="{A0DE4980-48A1-1A4C-9528-0CB2588C1947}" imageType="cover" transitionDur="1000">
                      <p166:blipFill xmlns:p166="http://schemas.microsoft.com/office/powerpoint/2016/6/main">
                        <a:blip r:embed="rId9"/>
                        <a:stretch>
                          <a:fillRect/>
                        </a:stretch>
                      </p166:blipFill>
                      <p166:spPr xmlns:p166="http://schemas.microsoft.com/office/powerpoint/2016/6/main">
                        <a:xfrm>
                          <a:off x="0" y="0"/>
                          <a:ext cx="1377575" cy="877747"/>
                        </a:xfrm>
                        <a:prstGeom prst="rect">
                          <a:avLst/>
                        </a:prstGeom>
                        <a:ln w="3175">
                          <a:noFill/>
                        </a:ln>
                      </p166:spPr>
                    </pslz:zmPr>
                  </pslz:sldZmObj>
                </pslz:sldZm>
              </a:graphicData>
            </a:graphic>
          </p:graphicFrame>
        </mc:Choice>
        <mc:Fallback xmlns="">
          <p:pic>
            <p:nvPicPr>
              <p:cNvPr id="10" name="Folienzoom 9">
                <a:hlinkClick r:id="rId10" action="ppaction://hlinksldjump"/>
                <a:extLst>
                  <a:ext uri="{FF2B5EF4-FFF2-40B4-BE49-F238E27FC236}">
                    <a16:creationId xmlns:a16="http://schemas.microsoft.com/office/drawing/2014/main" id="{C88864B7-3A8F-275E-4841-AD138336FE26}"/>
                  </a:ext>
                </a:extLst>
              </p:cNvPr>
              <p:cNvPicPr>
                <a:picLocks noGrp="1" noRot="1" noChangeAspect="1" noMove="1" noResize="1" noEditPoints="1" noAdjustHandles="1" noChangeArrowheads="1" noChangeShapeType="1"/>
              </p:cNvPicPr>
              <p:nvPr/>
            </p:nvPicPr>
            <p:blipFill>
              <a:blip r:embed="rId11"/>
              <a:stretch>
                <a:fillRect/>
              </a:stretch>
            </p:blipFill>
            <p:spPr>
              <a:xfrm>
                <a:off x="4753519" y="1915095"/>
                <a:ext cx="1377575" cy="877747"/>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3" name="Folienzoom 12">
                <a:extLst>
                  <a:ext uri="{FF2B5EF4-FFF2-40B4-BE49-F238E27FC236}">
                    <a16:creationId xmlns:a16="http://schemas.microsoft.com/office/drawing/2014/main" id="{3B043DC7-442A-5556-7506-4BBCA1649022}"/>
                  </a:ext>
                </a:extLst>
              </p:cNvPr>
              <p:cNvGraphicFramePr>
                <a:graphicFrameLocks noChangeAspect="1"/>
              </p:cNvGraphicFramePr>
              <p:nvPr>
                <p:extLst>
                  <p:ext uri="{D42A27DB-BD31-4B8C-83A1-F6EECF244321}">
                    <p14:modId xmlns:p14="http://schemas.microsoft.com/office/powerpoint/2010/main" val="1844423846"/>
                  </p:ext>
                </p:extLst>
              </p:nvPr>
            </p:nvGraphicFramePr>
            <p:xfrm>
              <a:off x="6536723" y="1910285"/>
              <a:ext cx="1377575" cy="870047"/>
            </p:xfrm>
            <a:graphic>
              <a:graphicData uri="http://schemas.microsoft.com/office/powerpoint/2016/slidezoom">
                <pslz:sldZm>
                  <pslz:sldZmObj sldId="540" cId="669863129">
                    <pslz:zmPr id="{23A441A4-4276-8A43-94DD-1BF67028E57E}" imageType="cover" transitionDur="1000">
                      <p166:blipFill xmlns:p166="http://schemas.microsoft.com/office/powerpoint/2016/6/main">
                        <a:blip r:embed="rId12"/>
                        <a:stretch>
                          <a:fillRect/>
                        </a:stretch>
                      </p166:blipFill>
                      <p166:spPr xmlns:p166="http://schemas.microsoft.com/office/powerpoint/2016/6/main">
                        <a:xfrm>
                          <a:off x="0" y="0"/>
                          <a:ext cx="1377575" cy="870047"/>
                        </a:xfrm>
                        <a:prstGeom prst="rect">
                          <a:avLst/>
                        </a:prstGeom>
                        <a:ln w="3175">
                          <a:noFill/>
                        </a:ln>
                      </p166:spPr>
                    </pslz:zmPr>
                  </pslz:sldZmObj>
                </pslz:sldZm>
              </a:graphicData>
            </a:graphic>
          </p:graphicFrame>
        </mc:Choice>
        <mc:Fallback xmlns="">
          <p:pic>
            <p:nvPicPr>
              <p:cNvPr id="13" name="Folienzoom 12">
                <a:hlinkClick r:id="rId13" action="ppaction://hlinksldjump"/>
                <a:extLst>
                  <a:ext uri="{FF2B5EF4-FFF2-40B4-BE49-F238E27FC236}">
                    <a16:creationId xmlns:a16="http://schemas.microsoft.com/office/drawing/2014/main" id="{3B043DC7-442A-5556-7506-4BBCA1649022}"/>
                  </a:ext>
                </a:extLst>
              </p:cNvPr>
              <p:cNvPicPr>
                <a:picLocks noGrp="1" noRot="1" noChangeAspect="1" noMove="1" noResize="1" noEditPoints="1" noAdjustHandles="1" noChangeArrowheads="1" noChangeShapeType="1"/>
              </p:cNvPicPr>
              <p:nvPr/>
            </p:nvPicPr>
            <p:blipFill>
              <a:blip r:embed="rId14"/>
              <a:stretch>
                <a:fillRect/>
              </a:stretch>
            </p:blipFill>
            <p:spPr>
              <a:xfrm>
                <a:off x="6536723" y="1910285"/>
                <a:ext cx="1377575" cy="870047"/>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5" name="Folienzoom 14">
                <a:extLst>
                  <a:ext uri="{FF2B5EF4-FFF2-40B4-BE49-F238E27FC236}">
                    <a16:creationId xmlns:a16="http://schemas.microsoft.com/office/drawing/2014/main" id="{6DBEF6C7-D9EC-F9D7-DE5F-E619D0839A00}"/>
                  </a:ext>
                </a:extLst>
              </p:cNvPr>
              <p:cNvGraphicFramePr>
                <a:graphicFrameLocks noChangeAspect="1"/>
              </p:cNvGraphicFramePr>
              <p:nvPr>
                <p:extLst>
                  <p:ext uri="{D42A27DB-BD31-4B8C-83A1-F6EECF244321}">
                    <p14:modId xmlns:p14="http://schemas.microsoft.com/office/powerpoint/2010/main" val="476332669"/>
                  </p:ext>
                </p:extLst>
              </p:nvPr>
            </p:nvGraphicFramePr>
            <p:xfrm>
              <a:off x="2088784" y="3137681"/>
              <a:ext cx="1482619" cy="878589"/>
            </p:xfrm>
            <a:graphic>
              <a:graphicData uri="http://schemas.microsoft.com/office/powerpoint/2016/slidezoom">
                <pslz:sldZm>
                  <pslz:sldZmObj sldId="539" cId="227606716">
                    <pslz:zmPr id="{0378226F-86B1-4342-B920-99A384C47524}" imageType="cover" transitionDur="1000">
                      <p166:blipFill xmlns:p166="http://schemas.microsoft.com/office/powerpoint/2016/6/main">
                        <a:blip r:embed="rId15"/>
                        <a:stretch>
                          <a:fillRect/>
                        </a:stretch>
                      </p166:blipFill>
                      <p166:spPr xmlns:p166="http://schemas.microsoft.com/office/powerpoint/2016/6/main">
                        <a:xfrm>
                          <a:off x="0" y="0"/>
                          <a:ext cx="1482619" cy="878589"/>
                        </a:xfrm>
                        <a:prstGeom prst="rect">
                          <a:avLst/>
                        </a:prstGeom>
                        <a:ln w="3175">
                          <a:noFill/>
                        </a:ln>
                      </p166:spPr>
                    </pslz:zmPr>
                  </pslz:sldZmObj>
                </pslz:sldZm>
              </a:graphicData>
            </a:graphic>
          </p:graphicFrame>
        </mc:Choice>
        <mc:Fallback xmlns="">
          <p:pic>
            <p:nvPicPr>
              <p:cNvPr id="15" name="Folienzoom 14">
                <a:hlinkClick r:id="rId16" action="ppaction://hlinksldjump"/>
                <a:extLst>
                  <a:ext uri="{FF2B5EF4-FFF2-40B4-BE49-F238E27FC236}">
                    <a16:creationId xmlns:a16="http://schemas.microsoft.com/office/drawing/2014/main" id="{6DBEF6C7-D9EC-F9D7-DE5F-E619D0839A00}"/>
                  </a:ext>
                </a:extLst>
              </p:cNvPr>
              <p:cNvPicPr>
                <a:picLocks noGrp="1" noRot="1" noChangeAspect="1" noMove="1" noResize="1" noEditPoints="1" noAdjustHandles="1" noChangeArrowheads="1" noChangeShapeType="1"/>
              </p:cNvPicPr>
              <p:nvPr/>
            </p:nvPicPr>
            <p:blipFill>
              <a:blip r:embed="rId17"/>
              <a:stretch>
                <a:fillRect/>
              </a:stretch>
            </p:blipFill>
            <p:spPr>
              <a:xfrm>
                <a:off x="2088784" y="3137681"/>
                <a:ext cx="1482619" cy="878589"/>
              </a:xfrm>
              <a:prstGeom prst="rect">
                <a:avLst/>
              </a:prstGeom>
              <a:ln w="3175">
                <a:noFill/>
              </a:ln>
            </p:spPr>
          </p:pic>
        </mc:Fallback>
      </mc:AlternateContent>
      <p:sp>
        <p:nvSpPr>
          <p:cNvPr id="16" name="Rechteck 15">
            <a:extLst>
              <a:ext uri="{FF2B5EF4-FFF2-40B4-BE49-F238E27FC236}">
                <a16:creationId xmlns:a16="http://schemas.microsoft.com/office/drawing/2014/main" id="{8194E8A2-028A-0FFE-CC17-520FED948272}"/>
              </a:ext>
            </a:extLst>
          </p:cNvPr>
          <p:cNvSpPr/>
          <p:nvPr/>
        </p:nvSpPr>
        <p:spPr>
          <a:xfrm>
            <a:off x="5675867" y="3137681"/>
            <a:ext cx="1363851" cy="878589"/>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a:t>Space Walk</a:t>
            </a:r>
          </a:p>
        </p:txBody>
      </p:sp>
      <p:sp>
        <p:nvSpPr>
          <p:cNvPr id="17" name="Rechteck 16">
            <a:extLst>
              <a:ext uri="{FF2B5EF4-FFF2-40B4-BE49-F238E27FC236}">
                <a16:creationId xmlns:a16="http://schemas.microsoft.com/office/drawing/2014/main" id="{C4717495-553E-32F7-08B0-86589802EB07}"/>
              </a:ext>
            </a:extLst>
          </p:cNvPr>
          <p:cNvSpPr/>
          <p:nvPr/>
        </p:nvSpPr>
        <p:spPr>
          <a:xfrm>
            <a:off x="3874576" y="3137681"/>
            <a:ext cx="1363851" cy="878589"/>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a:t>NovaCredits</a:t>
            </a:r>
          </a:p>
        </p:txBody>
      </p:sp>
    </p:spTree>
    <p:extLst>
      <p:ext uri="{BB962C8B-B14F-4D97-AF65-F5344CB8AC3E}">
        <p14:creationId xmlns:p14="http://schemas.microsoft.com/office/powerpoint/2010/main" val="2575868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92DE98-7363-CB0C-FF5A-1786EDF2090C}"/>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CAB0AB32-790E-33C9-4FA1-CB61252579C7}"/>
              </a:ext>
            </a:extLst>
          </p:cNvPr>
          <p:cNvPicPr>
            <a:picLocks noChangeAspect="1"/>
          </p:cNvPicPr>
          <p:nvPr/>
        </p:nvPicPr>
        <p:blipFill>
          <a:blip r:embed="rId2"/>
          <a:stretch>
            <a:fillRect/>
          </a:stretch>
        </p:blipFill>
        <p:spPr>
          <a:xfrm>
            <a:off x="505426" y="188498"/>
            <a:ext cx="8133147" cy="4766503"/>
          </a:xfrm>
          <a:prstGeom prst="rect">
            <a:avLst/>
          </a:prstGeom>
          <a:ln w="57150">
            <a:solidFill>
              <a:schemeClr val="bg1">
                <a:lumMod val="50000"/>
                <a:lumOff val="50000"/>
              </a:schemeClr>
            </a:solidFill>
          </a:ln>
        </p:spPr>
      </p:pic>
      <p:sp>
        <p:nvSpPr>
          <p:cNvPr id="7" name="Textfeld 6">
            <a:extLst>
              <a:ext uri="{FF2B5EF4-FFF2-40B4-BE49-F238E27FC236}">
                <a16:creationId xmlns:a16="http://schemas.microsoft.com/office/drawing/2014/main" id="{61CE9D5A-C289-A575-7533-08C687FA866B}"/>
              </a:ext>
            </a:extLst>
          </p:cNvPr>
          <p:cNvSpPr txBox="1"/>
          <p:nvPr/>
        </p:nvSpPr>
        <p:spPr>
          <a:xfrm>
            <a:off x="2588122" y="1475106"/>
            <a:ext cx="3967753" cy="1287468"/>
          </a:xfrm>
          <a:prstGeom prst="rect">
            <a:avLst/>
          </a:prstGeom>
          <a:noFill/>
        </p:spPr>
        <p:txBody>
          <a:bodyPr wrap="none" rtlCol="0">
            <a:spAutoFit/>
          </a:bodyPr>
          <a:lstStyle/>
          <a:p>
            <a:pPr>
              <a:lnSpc>
                <a:spcPct val="150000"/>
              </a:lnSpc>
            </a:pPr>
            <a:r>
              <a:rPr lang="de-DE" sz="1800" err="1">
                <a:ln w="0"/>
                <a:solidFill>
                  <a:schemeClr val="tx1"/>
                </a:solidFill>
                <a:effectLst>
                  <a:outerShdw blurRad="38100" dist="19050" dir="2700000" algn="tl" rotWithShape="0">
                    <a:schemeClr val="dk1">
                      <a:alpha val="40000"/>
                    </a:schemeClr>
                  </a:outerShdw>
                </a:effectLst>
              </a:rPr>
              <a:t>Thank</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you</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for</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contacting</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our</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service</a:t>
            </a:r>
            <a:r>
              <a:rPr lang="de-DE" sz="1800">
                <a:ln w="0"/>
                <a:solidFill>
                  <a:schemeClr val="tx1"/>
                </a:solidFill>
                <a:effectLst>
                  <a:outerShdw blurRad="38100" dist="19050" dir="2700000" algn="tl" rotWithShape="0">
                    <a:schemeClr val="dk1">
                      <a:alpha val="40000"/>
                    </a:schemeClr>
                  </a:outerShdw>
                </a:effectLst>
              </a:rPr>
              <a:t>.</a:t>
            </a:r>
          </a:p>
          <a:p>
            <a:pPr algn="ctr">
              <a:lnSpc>
                <a:spcPct val="150000"/>
              </a:lnSpc>
            </a:pPr>
            <a:r>
              <a:rPr lang="de-DE" sz="1800" err="1">
                <a:ln w="0"/>
                <a:solidFill>
                  <a:schemeClr val="tx1"/>
                </a:solidFill>
                <a:effectLst>
                  <a:outerShdw blurRad="38100" dist="19050" dir="2700000" algn="tl" rotWithShape="0">
                    <a:schemeClr val="dk1">
                      <a:alpha val="40000"/>
                    </a:schemeClr>
                  </a:outerShdw>
                </a:effectLst>
              </a:rPr>
              <a:t>We’ll</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be</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with</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you</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shortly</a:t>
            </a:r>
            <a:r>
              <a:rPr lang="de-DE" sz="1800">
                <a:ln w="0"/>
                <a:solidFill>
                  <a:schemeClr val="tx1"/>
                </a:solidFill>
                <a:effectLst>
                  <a:outerShdw blurRad="38100" dist="19050" dir="2700000" algn="tl" rotWithShape="0">
                    <a:schemeClr val="dk1">
                      <a:alpha val="40000"/>
                    </a:schemeClr>
                  </a:outerShdw>
                </a:effectLst>
              </a:rPr>
              <a:t>.</a:t>
            </a:r>
          </a:p>
          <a:p>
            <a:pPr>
              <a:lnSpc>
                <a:spcPct val="150000"/>
              </a:lnSpc>
            </a:pPr>
            <a:endParaRPr lang="de-DE" sz="1800" b="1">
              <a:ln w="22225">
                <a:solidFill>
                  <a:schemeClr val="accent2"/>
                </a:solidFill>
                <a:prstDash val="solid"/>
              </a:ln>
              <a:solidFill>
                <a:schemeClr val="accent2">
                  <a:lumMod val="40000"/>
                  <a:lumOff val="60000"/>
                </a:schemeClr>
              </a:solidFill>
            </a:endParaRPr>
          </a:p>
        </p:txBody>
      </p:sp>
      <p:grpSp>
        <p:nvGrpSpPr>
          <p:cNvPr id="2" name="Gruppieren 1">
            <a:extLst>
              <a:ext uri="{FF2B5EF4-FFF2-40B4-BE49-F238E27FC236}">
                <a16:creationId xmlns:a16="http://schemas.microsoft.com/office/drawing/2014/main" id="{A2D30B96-7A97-201D-68B3-6C3CE94EACAA}"/>
              </a:ext>
            </a:extLst>
          </p:cNvPr>
          <p:cNvGrpSpPr/>
          <p:nvPr/>
        </p:nvGrpSpPr>
        <p:grpSpPr>
          <a:xfrm>
            <a:off x="810358" y="721523"/>
            <a:ext cx="721559" cy="516360"/>
            <a:chOff x="799898" y="1817225"/>
            <a:chExt cx="868101" cy="601884"/>
          </a:xfrm>
        </p:grpSpPr>
        <p:sp>
          <p:nvSpPr>
            <p:cNvPr id="4" name="Rechteck 3">
              <a:extLst>
                <a:ext uri="{FF2B5EF4-FFF2-40B4-BE49-F238E27FC236}">
                  <a16:creationId xmlns:a16="http://schemas.microsoft.com/office/drawing/2014/main" id="{0C943054-088E-8424-0C83-A6445FEAB051}"/>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 name="Textfeld 4">
              <a:extLst>
                <a:ext uri="{FF2B5EF4-FFF2-40B4-BE49-F238E27FC236}">
                  <a16:creationId xmlns:a16="http://schemas.microsoft.com/office/drawing/2014/main" id="{821F8255-8144-C918-D65D-9A04255147F6}"/>
                </a:ext>
              </a:extLst>
            </p:cNvPr>
            <p:cNvSpPr txBox="1"/>
            <p:nvPr/>
          </p:nvSpPr>
          <p:spPr>
            <a:xfrm>
              <a:off x="894427" y="2053528"/>
              <a:ext cx="702381" cy="358754"/>
            </a:xfrm>
            <a:prstGeom prst="rect">
              <a:avLst/>
            </a:prstGeom>
            <a:noFill/>
          </p:spPr>
          <p:txBody>
            <a:bodyPr wrap="none" lIns="91440" tIns="45720" rIns="91440" bIns="45720" rtlCol="0" anchor="t">
              <a:spAutoFit/>
            </a:bodyPr>
            <a:lstStyle/>
            <a:p>
              <a:r>
                <a:rPr lang="de-DE">
                  <a:solidFill>
                    <a:schemeClr val="tx1"/>
                  </a:solidFill>
                </a:rPr>
                <a:t>Back</a:t>
              </a:r>
            </a:p>
          </p:txBody>
        </p:sp>
        <p:cxnSp>
          <p:nvCxnSpPr>
            <p:cNvPr id="6" name="Gerade Verbindung mit Pfeil 5">
              <a:extLst>
                <a:ext uri="{FF2B5EF4-FFF2-40B4-BE49-F238E27FC236}">
                  <a16:creationId xmlns:a16="http://schemas.microsoft.com/office/drawing/2014/main" id="{8C1E0DD5-E795-9B7C-F11F-B35F54E8AFEC}"/>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14" name="Grafik 13" descr="Rakete Silhouette">
            <a:extLst>
              <a:ext uri="{FF2B5EF4-FFF2-40B4-BE49-F238E27FC236}">
                <a16:creationId xmlns:a16="http://schemas.microsoft.com/office/drawing/2014/main" id="{BD7B5872-E75F-D68F-00C2-27AC97DBA7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673770">
            <a:off x="1920067" y="2584304"/>
            <a:ext cx="1217220" cy="1217220"/>
          </a:xfrm>
          <a:prstGeom prst="rect">
            <a:avLst/>
          </a:prstGeom>
        </p:spPr>
      </p:pic>
      <p:cxnSp>
        <p:nvCxnSpPr>
          <p:cNvPr id="17" name="Gerade Verbindung 16">
            <a:extLst>
              <a:ext uri="{FF2B5EF4-FFF2-40B4-BE49-F238E27FC236}">
                <a16:creationId xmlns:a16="http://schemas.microsoft.com/office/drawing/2014/main" id="{F25FC6DB-F20D-4C6D-EE22-54B76358AFB3}"/>
              </a:ext>
            </a:extLst>
          </p:cNvPr>
          <p:cNvCxnSpPr>
            <a:cxnSpLocks/>
          </p:cNvCxnSpPr>
          <p:nvPr/>
        </p:nvCxnSpPr>
        <p:spPr>
          <a:xfrm>
            <a:off x="3277590" y="3192914"/>
            <a:ext cx="3360716" cy="0"/>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26" name="Grafik 25" descr="Schließen mit einfarbiger Füllung">
            <a:extLst>
              <a:ext uri="{FF2B5EF4-FFF2-40B4-BE49-F238E27FC236}">
                <a16:creationId xmlns:a16="http://schemas.microsoft.com/office/drawing/2014/main" id="{969C4F15-4E24-6FB9-CFF6-D682FA7683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9948" y="2844556"/>
            <a:ext cx="696716" cy="696716"/>
          </a:xfrm>
          <a:prstGeom prst="rect">
            <a:avLst/>
          </a:prstGeom>
        </p:spPr>
      </p:pic>
    </p:spTree>
    <p:extLst>
      <p:ext uri="{BB962C8B-B14F-4D97-AF65-F5344CB8AC3E}">
        <p14:creationId xmlns:p14="http://schemas.microsoft.com/office/powerpoint/2010/main" val="31236971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A4B329-57EC-B5BC-4CB7-2E53AAAEDB14}"/>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66B5EF2C-E63D-94E0-8F2E-C002DAFB0D08}"/>
              </a:ext>
            </a:extLst>
          </p:cNvPr>
          <p:cNvPicPr>
            <a:picLocks noChangeAspect="1"/>
          </p:cNvPicPr>
          <p:nvPr/>
        </p:nvPicPr>
        <p:blipFill>
          <a:blip r:embed="rId2"/>
          <a:stretch>
            <a:fillRect/>
          </a:stretch>
        </p:blipFill>
        <p:spPr>
          <a:xfrm>
            <a:off x="505426" y="188498"/>
            <a:ext cx="8132400" cy="4766065"/>
          </a:xfrm>
          <a:prstGeom prst="rect">
            <a:avLst/>
          </a:prstGeom>
          <a:ln w="57150">
            <a:solidFill>
              <a:schemeClr val="bg1">
                <a:lumMod val="50000"/>
                <a:lumOff val="50000"/>
              </a:schemeClr>
            </a:solidFill>
          </a:ln>
        </p:spPr>
      </p:pic>
      <p:grpSp>
        <p:nvGrpSpPr>
          <p:cNvPr id="2" name="Gruppieren 1">
            <a:extLst>
              <a:ext uri="{FF2B5EF4-FFF2-40B4-BE49-F238E27FC236}">
                <a16:creationId xmlns:a16="http://schemas.microsoft.com/office/drawing/2014/main" id="{3C01C87B-ED73-D2B3-E632-70D6DBBB1776}"/>
              </a:ext>
            </a:extLst>
          </p:cNvPr>
          <p:cNvGrpSpPr/>
          <p:nvPr/>
        </p:nvGrpSpPr>
        <p:grpSpPr>
          <a:xfrm>
            <a:off x="810358" y="721523"/>
            <a:ext cx="721559" cy="516360"/>
            <a:chOff x="799898" y="1817225"/>
            <a:chExt cx="868101" cy="601884"/>
          </a:xfrm>
        </p:grpSpPr>
        <p:sp>
          <p:nvSpPr>
            <p:cNvPr id="4" name="Rechteck 3">
              <a:extLst>
                <a:ext uri="{FF2B5EF4-FFF2-40B4-BE49-F238E27FC236}">
                  <a16:creationId xmlns:a16="http://schemas.microsoft.com/office/drawing/2014/main" id="{5A0E8CB6-39AB-6119-00AC-39F4343DA168}"/>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 name="Textfeld 4">
              <a:extLst>
                <a:ext uri="{FF2B5EF4-FFF2-40B4-BE49-F238E27FC236}">
                  <a16:creationId xmlns:a16="http://schemas.microsoft.com/office/drawing/2014/main" id="{0DA79798-BED7-3423-6D56-04649BBE5C81}"/>
                </a:ext>
              </a:extLst>
            </p:cNvPr>
            <p:cNvSpPr txBox="1"/>
            <p:nvPr/>
          </p:nvSpPr>
          <p:spPr>
            <a:xfrm>
              <a:off x="894427" y="2053528"/>
              <a:ext cx="702381" cy="358754"/>
            </a:xfrm>
            <a:prstGeom prst="rect">
              <a:avLst/>
            </a:prstGeom>
            <a:noFill/>
          </p:spPr>
          <p:txBody>
            <a:bodyPr wrap="none" lIns="91440" tIns="45720" rIns="91440" bIns="45720" rtlCol="0" anchor="t">
              <a:spAutoFit/>
            </a:bodyPr>
            <a:lstStyle/>
            <a:p>
              <a:r>
                <a:rPr lang="de-DE">
                  <a:solidFill>
                    <a:schemeClr val="tx1"/>
                  </a:solidFill>
                </a:rPr>
                <a:t>Back</a:t>
              </a:r>
            </a:p>
          </p:txBody>
        </p:sp>
        <p:cxnSp>
          <p:nvCxnSpPr>
            <p:cNvPr id="6" name="Gerade Verbindung mit Pfeil 5">
              <a:extLst>
                <a:ext uri="{FF2B5EF4-FFF2-40B4-BE49-F238E27FC236}">
                  <a16:creationId xmlns:a16="http://schemas.microsoft.com/office/drawing/2014/main" id="{F815D7B0-F351-BEB1-2B9C-DDE525284F71}"/>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Grafik 7" descr="Mann mit einfarbiger Füllung">
            <a:extLst>
              <a:ext uri="{FF2B5EF4-FFF2-40B4-BE49-F238E27FC236}">
                <a16:creationId xmlns:a16="http://schemas.microsoft.com/office/drawing/2014/main" id="{E28105F6-DDC3-6824-E85C-EA5E38B51A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820" y="725135"/>
            <a:ext cx="3801512" cy="3693227"/>
          </a:xfrm>
          <a:prstGeom prst="rect">
            <a:avLst/>
          </a:prstGeom>
        </p:spPr>
      </p:pic>
      <p:pic>
        <p:nvPicPr>
          <p:cNvPr id="13" name="Grafik 12" descr="Herz, pulsierend Silhouette">
            <a:extLst>
              <a:ext uri="{FF2B5EF4-FFF2-40B4-BE49-F238E27FC236}">
                <a16:creationId xmlns:a16="http://schemas.microsoft.com/office/drawing/2014/main" id="{562CC530-64F8-13B5-4414-4360C5A6A8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34440" y="1819896"/>
            <a:ext cx="303312" cy="303312"/>
          </a:xfrm>
          <a:prstGeom prst="rect">
            <a:avLst/>
          </a:prstGeom>
        </p:spPr>
      </p:pic>
      <p:cxnSp>
        <p:nvCxnSpPr>
          <p:cNvPr id="15" name="Gerade Verbindung 14">
            <a:extLst>
              <a:ext uri="{FF2B5EF4-FFF2-40B4-BE49-F238E27FC236}">
                <a16:creationId xmlns:a16="http://schemas.microsoft.com/office/drawing/2014/main" id="{A6A186AB-76E9-C4CF-5EBE-FC83458639C0}"/>
              </a:ext>
            </a:extLst>
          </p:cNvPr>
          <p:cNvCxnSpPr>
            <a:cxnSpLocks/>
          </p:cNvCxnSpPr>
          <p:nvPr/>
        </p:nvCxnSpPr>
        <p:spPr>
          <a:xfrm flipH="1">
            <a:off x="3137752" y="1923803"/>
            <a:ext cx="2419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121EE1BE-DC28-F92C-0034-FD25BAF9A894}"/>
              </a:ext>
            </a:extLst>
          </p:cNvPr>
          <p:cNvSpPr txBox="1"/>
          <p:nvPr/>
        </p:nvSpPr>
        <p:spPr>
          <a:xfrm>
            <a:off x="5557652" y="1769914"/>
            <a:ext cx="780983" cy="307777"/>
          </a:xfrm>
          <a:prstGeom prst="rect">
            <a:avLst/>
          </a:prstGeom>
          <a:noFill/>
        </p:spPr>
        <p:txBody>
          <a:bodyPr wrap="none" rtlCol="0">
            <a:spAutoFit/>
          </a:bodyPr>
          <a:lstStyle/>
          <a:p>
            <a:r>
              <a:rPr lang="de-DE" b="0" i="0" u="none" strike="noStrike">
                <a:solidFill>
                  <a:srgbClr val="000000"/>
                </a:solidFill>
                <a:effectLst/>
                <a:latin typeface="+mj-lt"/>
              </a:rPr>
              <a:t>72 bpm</a:t>
            </a:r>
            <a:endParaRPr lang="de-DE">
              <a:latin typeface="+mj-lt"/>
            </a:endParaRPr>
          </a:p>
        </p:txBody>
      </p:sp>
      <p:cxnSp>
        <p:nvCxnSpPr>
          <p:cNvPr id="21" name="Gerade Verbindung 20">
            <a:extLst>
              <a:ext uri="{FF2B5EF4-FFF2-40B4-BE49-F238E27FC236}">
                <a16:creationId xmlns:a16="http://schemas.microsoft.com/office/drawing/2014/main" id="{6693D376-9854-D2F8-2F08-13F3B2BE022C}"/>
              </a:ext>
            </a:extLst>
          </p:cNvPr>
          <p:cNvCxnSpPr>
            <a:cxnSpLocks/>
          </p:cNvCxnSpPr>
          <p:nvPr/>
        </p:nvCxnSpPr>
        <p:spPr>
          <a:xfrm flipH="1">
            <a:off x="3447491" y="2534143"/>
            <a:ext cx="15401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D6528C69-6E07-34BE-B68B-8B4AD95E3DDD}"/>
              </a:ext>
            </a:extLst>
          </p:cNvPr>
          <p:cNvSpPr txBox="1"/>
          <p:nvPr/>
        </p:nvSpPr>
        <p:spPr>
          <a:xfrm>
            <a:off x="4943492" y="2380254"/>
            <a:ext cx="1407758" cy="307777"/>
          </a:xfrm>
          <a:prstGeom prst="rect">
            <a:avLst/>
          </a:prstGeom>
          <a:noFill/>
        </p:spPr>
        <p:txBody>
          <a:bodyPr wrap="none" rtlCol="0">
            <a:spAutoFit/>
          </a:bodyPr>
          <a:lstStyle/>
          <a:p>
            <a:r>
              <a:rPr lang="de-DE" b="0" i="0" u="none" strike="noStrike">
                <a:solidFill>
                  <a:srgbClr val="000000"/>
                </a:solidFill>
                <a:effectLst/>
                <a:latin typeface="+mj-lt"/>
              </a:rPr>
              <a:t>118 / 76 </a:t>
            </a:r>
            <a:r>
              <a:rPr lang="de-DE" b="0" i="0" u="none" strike="noStrike" err="1">
                <a:solidFill>
                  <a:srgbClr val="000000"/>
                </a:solidFill>
                <a:effectLst/>
                <a:latin typeface="+mj-lt"/>
              </a:rPr>
              <a:t>mmHg</a:t>
            </a:r>
            <a:endParaRPr lang="de-DE">
              <a:latin typeface="+mj-lt"/>
            </a:endParaRPr>
          </a:p>
        </p:txBody>
      </p:sp>
      <p:sp>
        <p:nvSpPr>
          <p:cNvPr id="24" name="Rechteck 23">
            <a:extLst>
              <a:ext uri="{FF2B5EF4-FFF2-40B4-BE49-F238E27FC236}">
                <a16:creationId xmlns:a16="http://schemas.microsoft.com/office/drawing/2014/main" id="{4D2BB713-888B-D7B3-FB3D-59A7EF96F7CB}"/>
              </a:ext>
            </a:extLst>
          </p:cNvPr>
          <p:cNvSpPr/>
          <p:nvPr/>
        </p:nvSpPr>
        <p:spPr>
          <a:xfrm>
            <a:off x="3687942" y="1971552"/>
            <a:ext cx="1560951" cy="153297"/>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0" i="0" u="none" strike="noStrike">
                <a:solidFill>
                  <a:srgbClr val="000000"/>
                </a:solidFill>
                <a:effectLst/>
              </a:rPr>
              <a:t>Heart Rate</a:t>
            </a:r>
            <a:endParaRPr lang="de-DE" sz="1050"/>
          </a:p>
        </p:txBody>
      </p:sp>
      <p:sp>
        <p:nvSpPr>
          <p:cNvPr id="25" name="Rechteck 24">
            <a:extLst>
              <a:ext uri="{FF2B5EF4-FFF2-40B4-BE49-F238E27FC236}">
                <a16:creationId xmlns:a16="http://schemas.microsoft.com/office/drawing/2014/main" id="{6B5E8EEC-EFE9-9D46-FF52-12DB18515C0F}"/>
              </a:ext>
            </a:extLst>
          </p:cNvPr>
          <p:cNvSpPr/>
          <p:nvPr/>
        </p:nvSpPr>
        <p:spPr>
          <a:xfrm>
            <a:off x="3736656" y="2585606"/>
            <a:ext cx="1224000" cy="154800"/>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Blood </a:t>
            </a:r>
            <a:r>
              <a:rPr lang="de-DE" sz="1200" err="1"/>
              <a:t>Pressure</a:t>
            </a:r>
            <a:endParaRPr lang="de-DE" sz="1200"/>
          </a:p>
        </p:txBody>
      </p:sp>
      <p:cxnSp>
        <p:nvCxnSpPr>
          <p:cNvPr id="26" name="Gerade Verbindung 25">
            <a:extLst>
              <a:ext uri="{FF2B5EF4-FFF2-40B4-BE49-F238E27FC236}">
                <a16:creationId xmlns:a16="http://schemas.microsoft.com/office/drawing/2014/main" id="{7399194C-35B4-B202-28BB-3105A49F1DB2}"/>
              </a:ext>
            </a:extLst>
          </p:cNvPr>
          <p:cNvCxnSpPr>
            <a:cxnSpLocks/>
          </p:cNvCxnSpPr>
          <p:nvPr/>
        </p:nvCxnSpPr>
        <p:spPr>
          <a:xfrm flipH="1">
            <a:off x="2898266" y="1022466"/>
            <a:ext cx="2419900" cy="0"/>
          </a:xfrm>
          <a:prstGeom prst="line">
            <a:avLst/>
          </a:prstGeom>
          <a:ln>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27" name="Textfeld 26">
            <a:extLst>
              <a:ext uri="{FF2B5EF4-FFF2-40B4-BE49-F238E27FC236}">
                <a16:creationId xmlns:a16="http://schemas.microsoft.com/office/drawing/2014/main" id="{68F484B1-F81B-50CC-3503-89ACE249AEC1}"/>
              </a:ext>
            </a:extLst>
          </p:cNvPr>
          <p:cNvSpPr txBox="1"/>
          <p:nvPr/>
        </p:nvSpPr>
        <p:spPr>
          <a:xfrm>
            <a:off x="5318166" y="868577"/>
            <a:ext cx="769763" cy="307777"/>
          </a:xfrm>
          <a:prstGeom prst="rect">
            <a:avLst/>
          </a:prstGeom>
          <a:noFill/>
          <a:ln>
            <a:noFill/>
          </a:ln>
        </p:spPr>
        <p:txBody>
          <a:bodyPr wrap="none" rtlCol="0">
            <a:spAutoFit/>
          </a:bodyPr>
          <a:lstStyle/>
          <a:p>
            <a:r>
              <a:rPr lang="de-DE" b="0" i="0" u="none" strike="noStrike">
                <a:solidFill>
                  <a:schemeClr val="tx1">
                    <a:lumMod val="85000"/>
                  </a:schemeClr>
                </a:solidFill>
                <a:effectLst/>
                <a:latin typeface="+mj-lt"/>
              </a:rPr>
              <a:t>36.8 °C</a:t>
            </a:r>
            <a:endParaRPr lang="de-DE">
              <a:solidFill>
                <a:schemeClr val="tx1">
                  <a:lumMod val="85000"/>
                </a:schemeClr>
              </a:solidFill>
              <a:latin typeface="+mj-lt"/>
            </a:endParaRPr>
          </a:p>
        </p:txBody>
      </p:sp>
      <p:sp>
        <p:nvSpPr>
          <p:cNvPr id="29" name="Rechteck 28">
            <a:extLst>
              <a:ext uri="{FF2B5EF4-FFF2-40B4-BE49-F238E27FC236}">
                <a16:creationId xmlns:a16="http://schemas.microsoft.com/office/drawing/2014/main" id="{F67359BC-4632-A80D-E5CD-99CBF302FC03}"/>
              </a:ext>
            </a:extLst>
          </p:cNvPr>
          <p:cNvSpPr/>
          <p:nvPr/>
        </p:nvSpPr>
        <p:spPr>
          <a:xfrm>
            <a:off x="3260803" y="1084585"/>
            <a:ext cx="1908000" cy="153297"/>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Body </a:t>
            </a:r>
            <a:r>
              <a:rPr lang="de-DE" sz="1200" err="1"/>
              <a:t>Temperature</a:t>
            </a:r>
            <a:endParaRPr lang="de-DE" sz="1200"/>
          </a:p>
        </p:txBody>
      </p:sp>
      <p:sp>
        <p:nvSpPr>
          <p:cNvPr id="30" name="Rechteck 29">
            <a:extLst>
              <a:ext uri="{FF2B5EF4-FFF2-40B4-BE49-F238E27FC236}">
                <a16:creationId xmlns:a16="http://schemas.microsoft.com/office/drawing/2014/main" id="{DB87DB36-1B84-6815-2B5D-AE840D20BFBA}"/>
              </a:ext>
            </a:extLst>
          </p:cNvPr>
          <p:cNvSpPr/>
          <p:nvPr/>
        </p:nvSpPr>
        <p:spPr>
          <a:xfrm>
            <a:off x="3819780" y="3368521"/>
            <a:ext cx="1548000" cy="157208"/>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Oxygen Saturation</a:t>
            </a:r>
          </a:p>
        </p:txBody>
      </p:sp>
      <p:cxnSp>
        <p:nvCxnSpPr>
          <p:cNvPr id="32" name="Gerade Verbindung 31">
            <a:extLst>
              <a:ext uri="{FF2B5EF4-FFF2-40B4-BE49-F238E27FC236}">
                <a16:creationId xmlns:a16="http://schemas.microsoft.com/office/drawing/2014/main" id="{52388A14-2803-8EEA-87F1-A26F749D9FE9}"/>
              </a:ext>
            </a:extLst>
          </p:cNvPr>
          <p:cNvCxnSpPr>
            <a:cxnSpLocks/>
          </p:cNvCxnSpPr>
          <p:nvPr/>
        </p:nvCxnSpPr>
        <p:spPr>
          <a:xfrm flipH="1">
            <a:off x="3843531" y="3315936"/>
            <a:ext cx="15401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Gerade Verbindung 32">
            <a:extLst>
              <a:ext uri="{FF2B5EF4-FFF2-40B4-BE49-F238E27FC236}">
                <a16:creationId xmlns:a16="http://schemas.microsoft.com/office/drawing/2014/main" id="{AEC4B045-D92A-2E03-A670-3EC48DE99C9C}"/>
              </a:ext>
            </a:extLst>
          </p:cNvPr>
          <p:cNvCxnSpPr>
            <a:cxnSpLocks/>
          </p:cNvCxnSpPr>
          <p:nvPr/>
        </p:nvCxnSpPr>
        <p:spPr>
          <a:xfrm flipH="1" flipV="1">
            <a:off x="3510350" y="2850820"/>
            <a:ext cx="333181" cy="465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89CB5087-8F1D-E513-D9B5-FAE8C250CB68}"/>
              </a:ext>
            </a:extLst>
          </p:cNvPr>
          <p:cNvSpPr txBox="1"/>
          <p:nvPr/>
        </p:nvSpPr>
        <p:spPr>
          <a:xfrm>
            <a:off x="5383676" y="3139348"/>
            <a:ext cx="579005" cy="307777"/>
          </a:xfrm>
          <a:prstGeom prst="rect">
            <a:avLst/>
          </a:prstGeom>
          <a:noFill/>
        </p:spPr>
        <p:txBody>
          <a:bodyPr wrap="none" rtlCol="0">
            <a:spAutoFit/>
          </a:bodyPr>
          <a:lstStyle/>
          <a:p>
            <a:r>
              <a:rPr lang="de-DE" b="0" i="0" u="none" strike="noStrike">
                <a:solidFill>
                  <a:srgbClr val="000000"/>
                </a:solidFill>
                <a:effectLst/>
                <a:latin typeface="+mj-lt"/>
              </a:rPr>
              <a:t>98 %</a:t>
            </a:r>
            <a:endParaRPr lang="de-DE">
              <a:latin typeface="+mj-lt"/>
            </a:endParaRPr>
          </a:p>
        </p:txBody>
      </p:sp>
      <p:sp>
        <p:nvSpPr>
          <p:cNvPr id="36" name="Abgerundetes Rechteck 35">
            <a:extLst>
              <a:ext uri="{FF2B5EF4-FFF2-40B4-BE49-F238E27FC236}">
                <a16:creationId xmlns:a16="http://schemas.microsoft.com/office/drawing/2014/main" id="{D4978443-D137-1115-3C00-44D9B41E3DEC}"/>
              </a:ext>
            </a:extLst>
          </p:cNvPr>
          <p:cNvSpPr/>
          <p:nvPr/>
        </p:nvSpPr>
        <p:spPr>
          <a:xfrm>
            <a:off x="6298573" y="4205582"/>
            <a:ext cx="1540003" cy="307778"/>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err="1"/>
              <a:t>low</a:t>
            </a:r>
            <a:endParaRPr lang="de-DE" sz="1200"/>
          </a:p>
        </p:txBody>
      </p:sp>
      <p:sp>
        <p:nvSpPr>
          <p:cNvPr id="37" name="Rechteck 36">
            <a:extLst>
              <a:ext uri="{FF2B5EF4-FFF2-40B4-BE49-F238E27FC236}">
                <a16:creationId xmlns:a16="http://schemas.microsoft.com/office/drawing/2014/main" id="{BE11C7CA-9226-C7BA-776E-B9AD9D1C0C53}"/>
              </a:ext>
            </a:extLst>
          </p:cNvPr>
          <p:cNvSpPr/>
          <p:nvPr/>
        </p:nvSpPr>
        <p:spPr>
          <a:xfrm>
            <a:off x="6274823" y="3803456"/>
            <a:ext cx="1603814" cy="307777"/>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Stresslevel</a:t>
            </a:r>
          </a:p>
        </p:txBody>
      </p:sp>
    </p:spTree>
    <p:extLst>
      <p:ext uri="{BB962C8B-B14F-4D97-AF65-F5344CB8AC3E}">
        <p14:creationId xmlns:p14="http://schemas.microsoft.com/office/powerpoint/2010/main" val="1508879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5813C6-90CC-D8D2-7730-2EFE78C75C52}"/>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42D136A1-D8F1-FC0C-69AE-13C33E97CDF8}"/>
              </a:ext>
            </a:extLst>
          </p:cNvPr>
          <p:cNvPicPr>
            <a:picLocks noChangeAspect="1"/>
          </p:cNvPicPr>
          <p:nvPr/>
        </p:nvPicPr>
        <p:blipFill>
          <a:blip r:embed="rId2"/>
          <a:stretch>
            <a:fillRect/>
          </a:stretch>
        </p:blipFill>
        <p:spPr>
          <a:xfrm>
            <a:off x="505426" y="188498"/>
            <a:ext cx="8133147" cy="4766503"/>
          </a:xfrm>
          <a:prstGeom prst="rect">
            <a:avLst/>
          </a:prstGeom>
          <a:ln w="57150">
            <a:solidFill>
              <a:schemeClr val="bg1">
                <a:lumMod val="50000"/>
                <a:lumOff val="50000"/>
              </a:schemeClr>
            </a:solidFill>
          </a:ln>
        </p:spPr>
      </p:pic>
      <p:sp>
        <p:nvSpPr>
          <p:cNvPr id="8" name="Textfeld 7">
            <a:extLst>
              <a:ext uri="{FF2B5EF4-FFF2-40B4-BE49-F238E27FC236}">
                <a16:creationId xmlns:a16="http://schemas.microsoft.com/office/drawing/2014/main" id="{93F7FE61-8AE0-9D74-0313-2D064D64630F}"/>
              </a:ext>
            </a:extLst>
          </p:cNvPr>
          <p:cNvSpPr txBox="1"/>
          <p:nvPr/>
        </p:nvSpPr>
        <p:spPr>
          <a:xfrm>
            <a:off x="648393" y="-665018"/>
            <a:ext cx="184731" cy="307777"/>
          </a:xfrm>
          <a:prstGeom prst="rect">
            <a:avLst/>
          </a:prstGeom>
          <a:noFill/>
        </p:spPr>
        <p:txBody>
          <a:bodyPr wrap="none" rtlCol="0">
            <a:spAutoFit/>
          </a:bodyPr>
          <a:lstStyle/>
          <a:p>
            <a:endParaRPr lang="de-DE"/>
          </a:p>
        </p:txBody>
      </p:sp>
      <p:graphicFrame>
        <p:nvGraphicFramePr>
          <p:cNvPr id="9" name="Tabelle 8">
            <a:extLst>
              <a:ext uri="{FF2B5EF4-FFF2-40B4-BE49-F238E27FC236}">
                <a16:creationId xmlns:a16="http://schemas.microsoft.com/office/drawing/2014/main" id="{A5A810B3-0238-6386-0CB8-1C6076809A0E}"/>
              </a:ext>
            </a:extLst>
          </p:cNvPr>
          <p:cNvGraphicFramePr>
            <a:graphicFrameLocks noGrp="1"/>
          </p:cNvGraphicFramePr>
          <p:nvPr>
            <p:extLst>
              <p:ext uri="{D42A27DB-BD31-4B8C-83A1-F6EECF244321}">
                <p14:modId xmlns:p14="http://schemas.microsoft.com/office/powerpoint/2010/main" val="1033767021"/>
              </p:ext>
            </p:extLst>
          </p:nvPr>
        </p:nvGraphicFramePr>
        <p:xfrm>
          <a:off x="4256340" y="2188725"/>
          <a:ext cx="4220247" cy="2559056"/>
        </p:xfrm>
        <a:graphic>
          <a:graphicData uri="http://schemas.openxmlformats.org/drawingml/2006/table">
            <a:tbl>
              <a:tblPr/>
              <a:tblGrid>
                <a:gridCol w="1406749">
                  <a:extLst>
                    <a:ext uri="{9D8B030D-6E8A-4147-A177-3AD203B41FA5}">
                      <a16:colId xmlns:a16="http://schemas.microsoft.com/office/drawing/2014/main" val="2713317448"/>
                    </a:ext>
                  </a:extLst>
                </a:gridCol>
                <a:gridCol w="1406749">
                  <a:extLst>
                    <a:ext uri="{9D8B030D-6E8A-4147-A177-3AD203B41FA5}">
                      <a16:colId xmlns:a16="http://schemas.microsoft.com/office/drawing/2014/main" val="836522127"/>
                    </a:ext>
                  </a:extLst>
                </a:gridCol>
                <a:gridCol w="1406749">
                  <a:extLst>
                    <a:ext uri="{9D8B030D-6E8A-4147-A177-3AD203B41FA5}">
                      <a16:colId xmlns:a16="http://schemas.microsoft.com/office/drawing/2014/main" val="331345970"/>
                    </a:ext>
                  </a:extLst>
                </a:gridCol>
              </a:tblGrid>
              <a:tr h="490032">
                <a:tc>
                  <a:txBody>
                    <a:bodyPr/>
                    <a:lstStyle/>
                    <a:p>
                      <a:r>
                        <a:rPr lang="de-DE" sz="1200" b="1" err="1"/>
                        <a:t>Cabin</a:t>
                      </a:r>
                      <a:r>
                        <a:rPr lang="de-DE" sz="1200" b="1"/>
                        <a:t> </a:t>
                      </a:r>
                      <a:r>
                        <a:rPr lang="de-DE" sz="1200" b="1" err="1"/>
                        <a:t>Pressure</a:t>
                      </a:r>
                      <a:endParaRPr lang="de-DE" sz="1200"/>
                    </a:p>
                  </a:txBody>
                  <a:tcPr anchor="ctr">
                    <a:lnL>
                      <a:noFill/>
                    </a:lnL>
                    <a:lnR>
                      <a:noFill/>
                    </a:lnR>
                    <a:lnT>
                      <a:noFill/>
                    </a:lnT>
                    <a:lnB>
                      <a:noFill/>
                    </a:lnB>
                    <a:noFill/>
                  </a:tcPr>
                </a:tc>
                <a:tc>
                  <a:txBody>
                    <a:bodyPr/>
                    <a:lstStyle/>
                    <a:p>
                      <a:r>
                        <a:rPr lang="de-DE" sz="1200"/>
                        <a:t>101.3 kPa</a:t>
                      </a:r>
                    </a:p>
                  </a:txBody>
                  <a:tcPr anchor="ctr">
                    <a:lnL>
                      <a:noFill/>
                    </a:lnL>
                    <a:lnR>
                      <a:noFill/>
                    </a:lnR>
                    <a:lnT>
                      <a:noFill/>
                    </a:lnT>
                    <a:lnB>
                      <a:noFill/>
                    </a:lnB>
                    <a:noFill/>
                  </a:tcPr>
                </a:tc>
                <a:tc>
                  <a:txBody>
                    <a:bodyPr/>
                    <a:lstStyle/>
                    <a:p>
                      <a:r>
                        <a:rPr lang="de-DE" sz="1050" err="1"/>
                        <a:t>For</a:t>
                      </a:r>
                      <a:r>
                        <a:rPr lang="de-DE" sz="1050"/>
                        <a:t> </a:t>
                      </a:r>
                      <a:r>
                        <a:rPr lang="de-DE" sz="1050" err="1"/>
                        <a:t>safety</a:t>
                      </a:r>
                      <a:r>
                        <a:rPr lang="de-DE" sz="1050"/>
                        <a:t> </a:t>
                      </a:r>
                      <a:r>
                        <a:rPr lang="de-DE" sz="1050" err="1"/>
                        <a:t>monitoring</a:t>
                      </a:r>
                      <a:endParaRPr lang="de-DE" sz="1050"/>
                    </a:p>
                  </a:txBody>
                  <a:tcPr anchor="ctr">
                    <a:lnL>
                      <a:noFill/>
                    </a:lnL>
                    <a:lnR>
                      <a:noFill/>
                    </a:lnR>
                    <a:lnT>
                      <a:noFill/>
                    </a:lnT>
                    <a:lnB>
                      <a:noFill/>
                    </a:lnB>
                    <a:noFill/>
                  </a:tcPr>
                </a:tc>
                <a:extLst>
                  <a:ext uri="{0D108BD9-81ED-4DB2-BD59-A6C34878D82A}">
                    <a16:rowId xmlns:a16="http://schemas.microsoft.com/office/drawing/2014/main" val="193652530"/>
                  </a:ext>
                </a:extLst>
              </a:tr>
              <a:tr h="490032">
                <a:tc>
                  <a:txBody>
                    <a:bodyPr/>
                    <a:lstStyle/>
                    <a:p>
                      <a:r>
                        <a:rPr lang="de-DE" sz="1200" b="1" err="1"/>
                        <a:t>Cabin</a:t>
                      </a:r>
                      <a:r>
                        <a:rPr lang="de-DE" sz="1200" b="1"/>
                        <a:t> </a:t>
                      </a:r>
                      <a:r>
                        <a:rPr lang="de-DE" sz="1200" b="1" err="1"/>
                        <a:t>Temp</a:t>
                      </a:r>
                      <a:endParaRPr lang="de-DE" sz="1200"/>
                    </a:p>
                  </a:txBody>
                  <a:tcPr anchor="ctr">
                    <a:lnL>
                      <a:noFill/>
                    </a:lnL>
                    <a:lnR>
                      <a:noFill/>
                    </a:lnR>
                    <a:lnT>
                      <a:noFill/>
                    </a:lnT>
                    <a:lnB>
                      <a:noFill/>
                    </a:lnB>
                    <a:noFill/>
                  </a:tcPr>
                </a:tc>
                <a:tc>
                  <a:txBody>
                    <a:bodyPr/>
                    <a:lstStyle/>
                    <a:p>
                      <a:r>
                        <a:rPr lang="de-DE" sz="1200"/>
                        <a:t>22.0 °C</a:t>
                      </a:r>
                    </a:p>
                  </a:txBody>
                  <a:tcPr anchor="ctr">
                    <a:lnL>
                      <a:noFill/>
                    </a:lnL>
                    <a:lnR>
                      <a:noFill/>
                    </a:lnR>
                    <a:lnT>
                      <a:noFill/>
                    </a:lnT>
                    <a:lnB>
                      <a:noFill/>
                    </a:lnB>
                    <a:noFill/>
                  </a:tcPr>
                </a:tc>
                <a:tc>
                  <a:txBody>
                    <a:bodyPr/>
                    <a:lstStyle/>
                    <a:p>
                      <a:r>
                        <a:rPr lang="de-DE" sz="1050"/>
                        <a:t>Comfortable conditions</a:t>
                      </a:r>
                    </a:p>
                  </a:txBody>
                  <a:tcPr anchor="ctr">
                    <a:lnL>
                      <a:noFill/>
                    </a:lnL>
                    <a:lnR>
                      <a:noFill/>
                    </a:lnR>
                    <a:lnT>
                      <a:noFill/>
                    </a:lnT>
                    <a:lnB>
                      <a:noFill/>
                    </a:lnB>
                    <a:noFill/>
                  </a:tcPr>
                </a:tc>
                <a:extLst>
                  <a:ext uri="{0D108BD9-81ED-4DB2-BD59-A6C34878D82A}">
                    <a16:rowId xmlns:a16="http://schemas.microsoft.com/office/drawing/2014/main" val="9477389"/>
                  </a:ext>
                </a:extLst>
              </a:tr>
              <a:tr h="490032">
                <a:tc>
                  <a:txBody>
                    <a:bodyPr/>
                    <a:lstStyle/>
                    <a:p>
                      <a:r>
                        <a:rPr lang="de-DE" sz="1200" b="1"/>
                        <a:t>Outside Temp</a:t>
                      </a:r>
                      <a:endParaRPr lang="de-DE" sz="1200"/>
                    </a:p>
                  </a:txBody>
                  <a:tcPr anchor="ctr">
                    <a:lnL>
                      <a:noFill/>
                    </a:lnL>
                    <a:lnR>
                      <a:noFill/>
                    </a:lnR>
                    <a:lnT>
                      <a:noFill/>
                    </a:lnT>
                    <a:lnB>
                      <a:noFill/>
                    </a:lnB>
                    <a:noFill/>
                  </a:tcPr>
                </a:tc>
                <a:tc>
                  <a:txBody>
                    <a:bodyPr/>
                    <a:lstStyle/>
                    <a:p>
                      <a:r>
                        <a:rPr lang="de-DE" sz="1200"/>
                        <a:t>-270 °C</a:t>
                      </a:r>
                    </a:p>
                  </a:txBody>
                  <a:tcPr anchor="ctr">
                    <a:lnL>
                      <a:noFill/>
                    </a:lnL>
                    <a:lnR>
                      <a:noFill/>
                    </a:lnR>
                    <a:lnT>
                      <a:noFill/>
                    </a:lnT>
                    <a:lnB>
                      <a:noFill/>
                    </a:lnB>
                    <a:noFill/>
                  </a:tcPr>
                </a:tc>
                <a:tc>
                  <a:txBody>
                    <a:bodyPr/>
                    <a:lstStyle/>
                    <a:p>
                      <a:r>
                        <a:rPr lang="de-DE" sz="1050"/>
                        <a:t>Deep space environment</a:t>
                      </a:r>
                    </a:p>
                  </a:txBody>
                  <a:tcPr anchor="ctr">
                    <a:lnL>
                      <a:noFill/>
                    </a:lnL>
                    <a:lnR>
                      <a:noFill/>
                    </a:lnR>
                    <a:lnT>
                      <a:noFill/>
                    </a:lnT>
                    <a:lnB>
                      <a:noFill/>
                    </a:lnB>
                    <a:noFill/>
                  </a:tcPr>
                </a:tc>
                <a:extLst>
                  <a:ext uri="{0D108BD9-81ED-4DB2-BD59-A6C34878D82A}">
                    <a16:rowId xmlns:a16="http://schemas.microsoft.com/office/drawing/2014/main" val="1465871222"/>
                  </a:ext>
                </a:extLst>
              </a:tr>
              <a:tr h="544480">
                <a:tc>
                  <a:txBody>
                    <a:bodyPr/>
                    <a:lstStyle/>
                    <a:p>
                      <a:r>
                        <a:rPr lang="de-DE" sz="1200" b="1"/>
                        <a:t>Destination</a:t>
                      </a:r>
                      <a:endParaRPr lang="de-DE" sz="1200"/>
                    </a:p>
                  </a:txBody>
                  <a:tcPr anchor="ctr">
                    <a:lnL>
                      <a:noFill/>
                    </a:lnL>
                    <a:lnR>
                      <a:noFill/>
                    </a:lnR>
                    <a:lnT>
                      <a:noFill/>
                    </a:lnT>
                    <a:lnB>
                      <a:noFill/>
                    </a:lnB>
                    <a:noFill/>
                  </a:tcPr>
                </a:tc>
                <a:tc>
                  <a:txBody>
                    <a:bodyPr/>
                    <a:lstStyle/>
                    <a:p>
                      <a:r>
                        <a:rPr lang="de-DE" sz="1200"/>
                        <a:t>Earth – Spaceport NYC</a:t>
                      </a:r>
                    </a:p>
                  </a:txBody>
                  <a:tcPr anchor="ctr">
                    <a:lnL>
                      <a:noFill/>
                    </a:lnL>
                    <a:lnR>
                      <a:noFill/>
                    </a:lnR>
                    <a:lnT>
                      <a:noFill/>
                    </a:lnT>
                    <a:lnB>
                      <a:noFill/>
                    </a:lnB>
                    <a:noFill/>
                  </a:tcPr>
                </a:tc>
                <a:tc>
                  <a:txBody>
                    <a:bodyPr/>
                    <a:lstStyle/>
                    <a:p>
                      <a:r>
                        <a:rPr lang="de-DE" sz="1050"/>
                        <a:t>Future landing site</a:t>
                      </a:r>
                    </a:p>
                  </a:txBody>
                  <a:tcPr anchor="ctr">
                    <a:lnL>
                      <a:noFill/>
                    </a:lnL>
                    <a:lnR>
                      <a:noFill/>
                    </a:lnR>
                    <a:lnT>
                      <a:noFill/>
                    </a:lnT>
                    <a:lnB>
                      <a:noFill/>
                    </a:lnB>
                    <a:noFill/>
                  </a:tcPr>
                </a:tc>
                <a:extLst>
                  <a:ext uri="{0D108BD9-81ED-4DB2-BD59-A6C34878D82A}">
                    <a16:rowId xmlns:a16="http://schemas.microsoft.com/office/drawing/2014/main" val="3794175159"/>
                  </a:ext>
                </a:extLst>
              </a:tr>
              <a:tr h="544480">
                <a:tc>
                  <a:txBody>
                    <a:bodyPr/>
                    <a:lstStyle/>
                    <a:p>
                      <a:r>
                        <a:rPr lang="de-DE" sz="1200" b="1"/>
                        <a:t>ETA (Earth Time)</a:t>
                      </a:r>
                      <a:endParaRPr lang="de-DE" sz="1200"/>
                    </a:p>
                  </a:txBody>
                  <a:tcPr anchor="ctr">
                    <a:lnL>
                      <a:noFill/>
                    </a:lnL>
                    <a:lnR>
                      <a:noFill/>
                    </a:lnR>
                    <a:lnT>
                      <a:noFill/>
                    </a:lnT>
                    <a:lnB>
                      <a:noFill/>
                    </a:lnB>
                    <a:noFill/>
                  </a:tcPr>
                </a:tc>
                <a:tc>
                  <a:txBody>
                    <a:bodyPr/>
                    <a:lstStyle/>
                    <a:p>
                      <a:r>
                        <a:rPr lang="de-DE" sz="1200"/>
                        <a:t>06:00 UTC</a:t>
                      </a:r>
                    </a:p>
                  </a:txBody>
                  <a:tcPr anchor="ctr">
                    <a:lnL>
                      <a:noFill/>
                    </a:lnL>
                    <a:lnR>
                      <a:noFill/>
                    </a:lnR>
                    <a:lnT>
                      <a:noFill/>
                    </a:lnT>
                    <a:lnB>
                      <a:noFill/>
                    </a:lnB>
                    <a:noFill/>
                  </a:tcPr>
                </a:tc>
                <a:tc>
                  <a:txBody>
                    <a:bodyPr/>
                    <a:lstStyle/>
                    <a:p>
                      <a:r>
                        <a:rPr lang="de-DE" sz="1050" err="1"/>
                        <a:t>Projected</a:t>
                      </a:r>
                      <a:r>
                        <a:rPr lang="de-DE" sz="1050"/>
                        <a:t> </a:t>
                      </a:r>
                      <a:r>
                        <a:rPr lang="de-DE" sz="1050" err="1"/>
                        <a:t>landing</a:t>
                      </a:r>
                      <a:r>
                        <a:rPr lang="de-DE" sz="1050"/>
                        <a:t> time</a:t>
                      </a:r>
                    </a:p>
                  </a:txBody>
                  <a:tcPr anchor="ctr">
                    <a:lnL>
                      <a:noFill/>
                    </a:lnL>
                    <a:lnR>
                      <a:noFill/>
                    </a:lnR>
                    <a:lnT>
                      <a:noFill/>
                    </a:lnT>
                    <a:lnB>
                      <a:noFill/>
                    </a:lnB>
                    <a:noFill/>
                  </a:tcPr>
                </a:tc>
                <a:extLst>
                  <a:ext uri="{0D108BD9-81ED-4DB2-BD59-A6C34878D82A}">
                    <a16:rowId xmlns:a16="http://schemas.microsoft.com/office/drawing/2014/main" val="790847240"/>
                  </a:ext>
                </a:extLst>
              </a:tr>
            </a:tbl>
          </a:graphicData>
        </a:graphic>
      </p:graphicFrame>
      <p:graphicFrame>
        <p:nvGraphicFramePr>
          <p:cNvPr id="15" name="Diagramm 14">
            <a:extLst>
              <a:ext uri="{FF2B5EF4-FFF2-40B4-BE49-F238E27FC236}">
                <a16:creationId xmlns:a16="http://schemas.microsoft.com/office/drawing/2014/main" id="{8D7C1658-DE70-BA39-14A2-81BB4F76093F}"/>
              </a:ext>
            </a:extLst>
          </p:cNvPr>
          <p:cNvGraphicFramePr/>
          <p:nvPr>
            <p:extLst>
              <p:ext uri="{D42A27DB-BD31-4B8C-83A1-F6EECF244321}">
                <p14:modId xmlns:p14="http://schemas.microsoft.com/office/powerpoint/2010/main" val="2726970486"/>
              </p:ext>
            </p:extLst>
          </p:nvPr>
        </p:nvGraphicFramePr>
        <p:xfrm>
          <a:off x="1245522" y="2165667"/>
          <a:ext cx="2939566" cy="2559056"/>
        </p:xfrm>
        <a:graphic>
          <a:graphicData uri="http://schemas.openxmlformats.org/drawingml/2006/chart">
            <c:chart xmlns:c="http://schemas.openxmlformats.org/drawingml/2006/chart" xmlns:r="http://schemas.openxmlformats.org/officeDocument/2006/relationships" r:id="rId3"/>
          </a:graphicData>
        </a:graphic>
      </p:graphicFrame>
      <p:cxnSp>
        <p:nvCxnSpPr>
          <p:cNvPr id="17" name="Gerade Verbindung 16">
            <a:extLst>
              <a:ext uri="{FF2B5EF4-FFF2-40B4-BE49-F238E27FC236}">
                <a16:creationId xmlns:a16="http://schemas.microsoft.com/office/drawing/2014/main" id="{8AFC936D-434D-C52B-C82B-0969A1071145}"/>
              </a:ext>
            </a:extLst>
          </p:cNvPr>
          <p:cNvCxnSpPr>
            <a:cxnSpLocks/>
          </p:cNvCxnSpPr>
          <p:nvPr/>
        </p:nvCxnSpPr>
        <p:spPr>
          <a:xfrm>
            <a:off x="4113838" y="2212475"/>
            <a:ext cx="0" cy="25115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Grafik 19" descr="Markierung Silhouette">
            <a:extLst>
              <a:ext uri="{FF2B5EF4-FFF2-40B4-BE49-F238E27FC236}">
                <a16:creationId xmlns:a16="http://schemas.microsoft.com/office/drawing/2014/main" id="{904B8111-A114-A7AA-C368-BA9F4059E66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63002" y="732586"/>
            <a:ext cx="687003" cy="687003"/>
          </a:xfrm>
          <a:prstGeom prst="rect">
            <a:avLst/>
          </a:prstGeom>
        </p:spPr>
      </p:pic>
      <p:sp>
        <p:nvSpPr>
          <p:cNvPr id="21" name="Textfeld 20">
            <a:extLst>
              <a:ext uri="{FF2B5EF4-FFF2-40B4-BE49-F238E27FC236}">
                <a16:creationId xmlns:a16="http://schemas.microsoft.com/office/drawing/2014/main" id="{E3FB8304-FB75-B67C-FE87-5F7204ECAD0D}"/>
              </a:ext>
            </a:extLst>
          </p:cNvPr>
          <p:cNvSpPr txBox="1"/>
          <p:nvPr/>
        </p:nvSpPr>
        <p:spPr>
          <a:xfrm>
            <a:off x="2351817" y="891421"/>
            <a:ext cx="1762021" cy="369332"/>
          </a:xfrm>
          <a:prstGeom prst="rect">
            <a:avLst/>
          </a:prstGeom>
          <a:noFill/>
        </p:spPr>
        <p:txBody>
          <a:bodyPr wrap="none" rtlCol="0">
            <a:spAutoFit/>
          </a:bodyPr>
          <a:lstStyle/>
          <a:p>
            <a:r>
              <a:rPr lang="de-DE" sz="1800" b="1">
                <a:solidFill>
                  <a:schemeClr val="tx1"/>
                </a:solidFill>
              </a:rPr>
              <a:t>Over Australia</a:t>
            </a:r>
          </a:p>
        </p:txBody>
      </p:sp>
      <p:sp>
        <p:nvSpPr>
          <p:cNvPr id="22" name="Textfeld 21">
            <a:extLst>
              <a:ext uri="{FF2B5EF4-FFF2-40B4-BE49-F238E27FC236}">
                <a16:creationId xmlns:a16="http://schemas.microsoft.com/office/drawing/2014/main" id="{48AF0F14-C926-A9B0-BF4C-7DBE8525B77E}"/>
              </a:ext>
            </a:extLst>
          </p:cNvPr>
          <p:cNvSpPr txBox="1"/>
          <p:nvPr/>
        </p:nvSpPr>
        <p:spPr>
          <a:xfrm>
            <a:off x="6127433" y="891421"/>
            <a:ext cx="1685077" cy="369332"/>
          </a:xfrm>
          <a:prstGeom prst="rect">
            <a:avLst/>
          </a:prstGeom>
          <a:noFill/>
        </p:spPr>
        <p:txBody>
          <a:bodyPr wrap="none" rtlCol="0">
            <a:spAutoFit/>
          </a:bodyPr>
          <a:lstStyle/>
          <a:p>
            <a:r>
              <a:rPr lang="de-DE" sz="1800" b="1">
                <a:solidFill>
                  <a:schemeClr val="tx1"/>
                </a:solidFill>
              </a:rPr>
              <a:t>Orbital Speed</a:t>
            </a:r>
          </a:p>
        </p:txBody>
      </p:sp>
      <p:sp>
        <p:nvSpPr>
          <p:cNvPr id="23" name="Textfeld 22">
            <a:extLst>
              <a:ext uri="{FF2B5EF4-FFF2-40B4-BE49-F238E27FC236}">
                <a16:creationId xmlns:a16="http://schemas.microsoft.com/office/drawing/2014/main" id="{28CA24A4-DAF7-3610-3A7A-CAC95A08F752}"/>
              </a:ext>
            </a:extLst>
          </p:cNvPr>
          <p:cNvSpPr txBox="1"/>
          <p:nvPr/>
        </p:nvSpPr>
        <p:spPr>
          <a:xfrm>
            <a:off x="4928066" y="917140"/>
            <a:ext cx="1199367" cy="307777"/>
          </a:xfrm>
          <a:prstGeom prst="rect">
            <a:avLst/>
          </a:prstGeom>
          <a:noFill/>
        </p:spPr>
        <p:txBody>
          <a:bodyPr wrap="none" rtlCol="0">
            <a:spAutoFit/>
          </a:bodyPr>
          <a:lstStyle/>
          <a:p>
            <a:r>
              <a:rPr lang="de-DE" b="1" i="0" u="none" strike="noStrike">
                <a:solidFill>
                  <a:schemeClr val="tx1"/>
                </a:solidFill>
                <a:effectLst/>
                <a:latin typeface="+mj-lt"/>
              </a:rPr>
              <a:t>27,500 km/h</a:t>
            </a:r>
            <a:endParaRPr lang="de-DE" b="1">
              <a:solidFill>
                <a:schemeClr val="tx1"/>
              </a:solidFill>
              <a:latin typeface="+mj-lt"/>
            </a:endParaRPr>
          </a:p>
        </p:txBody>
      </p:sp>
      <p:grpSp>
        <p:nvGrpSpPr>
          <p:cNvPr id="24" name="Gruppieren 23">
            <a:extLst>
              <a:ext uri="{FF2B5EF4-FFF2-40B4-BE49-F238E27FC236}">
                <a16:creationId xmlns:a16="http://schemas.microsoft.com/office/drawing/2014/main" id="{D6BFA4FD-36B3-2580-F3E4-6664EBA1E554}"/>
              </a:ext>
            </a:extLst>
          </p:cNvPr>
          <p:cNvGrpSpPr/>
          <p:nvPr/>
        </p:nvGrpSpPr>
        <p:grpSpPr>
          <a:xfrm>
            <a:off x="810358" y="721523"/>
            <a:ext cx="721559" cy="516360"/>
            <a:chOff x="799898" y="1817225"/>
            <a:chExt cx="868101" cy="601884"/>
          </a:xfrm>
        </p:grpSpPr>
        <p:sp>
          <p:nvSpPr>
            <p:cNvPr id="25" name="Rechteck 24">
              <a:extLst>
                <a:ext uri="{FF2B5EF4-FFF2-40B4-BE49-F238E27FC236}">
                  <a16:creationId xmlns:a16="http://schemas.microsoft.com/office/drawing/2014/main" id="{846FA80D-9BF4-BC2C-0514-DB6F72664318}"/>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6" name="Textfeld 25">
              <a:extLst>
                <a:ext uri="{FF2B5EF4-FFF2-40B4-BE49-F238E27FC236}">
                  <a16:creationId xmlns:a16="http://schemas.microsoft.com/office/drawing/2014/main" id="{CC7D296E-8EAA-C1A9-23D3-C1C50E718643}"/>
                </a:ext>
              </a:extLst>
            </p:cNvPr>
            <p:cNvSpPr txBox="1"/>
            <p:nvPr/>
          </p:nvSpPr>
          <p:spPr>
            <a:xfrm>
              <a:off x="894427" y="2053528"/>
              <a:ext cx="702381" cy="358754"/>
            </a:xfrm>
            <a:prstGeom prst="rect">
              <a:avLst/>
            </a:prstGeom>
            <a:noFill/>
          </p:spPr>
          <p:txBody>
            <a:bodyPr wrap="none" lIns="91440" tIns="45720" rIns="91440" bIns="45720" rtlCol="0" anchor="t">
              <a:spAutoFit/>
            </a:bodyPr>
            <a:lstStyle/>
            <a:p>
              <a:r>
                <a:rPr lang="de-DE">
                  <a:solidFill>
                    <a:schemeClr val="tx1"/>
                  </a:solidFill>
                </a:rPr>
                <a:t>Back</a:t>
              </a:r>
            </a:p>
          </p:txBody>
        </p:sp>
        <p:cxnSp>
          <p:nvCxnSpPr>
            <p:cNvPr id="27" name="Gerade Verbindung mit Pfeil 26">
              <a:extLst>
                <a:ext uri="{FF2B5EF4-FFF2-40B4-BE49-F238E27FC236}">
                  <a16:creationId xmlns:a16="http://schemas.microsoft.com/office/drawing/2014/main" id="{DE5AE30A-F97E-3629-01C7-F96FF77B7F11}"/>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8762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AF1590-BE89-E0C5-7E88-45A10A40FFB3}"/>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E9D7FC2A-CCEB-0AD2-9EE9-7B3D28332F05}"/>
              </a:ext>
            </a:extLst>
          </p:cNvPr>
          <p:cNvPicPr>
            <a:picLocks noChangeAspect="1"/>
          </p:cNvPicPr>
          <p:nvPr/>
        </p:nvPicPr>
        <p:blipFill>
          <a:blip r:embed="rId2"/>
          <a:stretch>
            <a:fillRect/>
          </a:stretch>
        </p:blipFill>
        <p:spPr>
          <a:xfrm>
            <a:off x="505426" y="188498"/>
            <a:ext cx="8133147" cy="4766503"/>
          </a:xfrm>
          <a:prstGeom prst="rect">
            <a:avLst/>
          </a:prstGeom>
          <a:ln w="57150">
            <a:solidFill>
              <a:schemeClr val="bg1">
                <a:lumMod val="50000"/>
                <a:lumOff val="50000"/>
              </a:schemeClr>
            </a:solidFill>
          </a:ln>
        </p:spPr>
      </p:pic>
      <p:pic>
        <p:nvPicPr>
          <p:cNvPr id="2053" name="Picture 5" descr="Blick auf den Planeten Erde aus dem Weltraum. Original von der NASA. von  Dina Dankers">
            <a:extLst>
              <a:ext uri="{FF2B5EF4-FFF2-40B4-BE49-F238E27FC236}">
                <a16:creationId xmlns:a16="http://schemas.microsoft.com/office/drawing/2014/main" id="{D7788A73-1AAC-2E8D-AE2A-F786A1E24B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9712" y="2226388"/>
            <a:ext cx="2285326" cy="2212608"/>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pic>
        <p:nvPicPr>
          <p:cNvPr id="2055" name="Picture 7" descr="So fantastisch schön ist unsere Erde von der ISS aus">
            <a:extLst>
              <a:ext uri="{FF2B5EF4-FFF2-40B4-BE49-F238E27FC236}">
                <a16:creationId xmlns:a16="http://schemas.microsoft.com/office/drawing/2014/main" id="{20A45AD8-25B7-6807-7CEF-1D3F17DE8E1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499" r="25921"/>
          <a:stretch/>
        </p:blipFill>
        <p:spPr bwMode="auto">
          <a:xfrm>
            <a:off x="5355892" y="2176512"/>
            <a:ext cx="2298752" cy="2342351"/>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FFD81CD1-B72F-8251-6702-4306BF5F0A84}"/>
              </a:ext>
            </a:extLst>
          </p:cNvPr>
          <p:cNvSpPr txBox="1"/>
          <p:nvPr/>
        </p:nvSpPr>
        <p:spPr>
          <a:xfrm>
            <a:off x="2876696" y="4189747"/>
            <a:ext cx="1606530" cy="276999"/>
          </a:xfrm>
          <a:prstGeom prst="rect">
            <a:avLst/>
          </a:prstGeom>
          <a:noFill/>
        </p:spPr>
        <p:txBody>
          <a:bodyPr wrap="none" rtlCol="0">
            <a:spAutoFit/>
          </a:bodyPr>
          <a:lstStyle/>
          <a:p>
            <a:r>
              <a:rPr lang="de-DE" sz="1200">
                <a:solidFill>
                  <a:schemeClr val="tx1"/>
                </a:solidFill>
              </a:rPr>
              <a:t>05-12-2025 11:34:22</a:t>
            </a:r>
          </a:p>
        </p:txBody>
      </p:sp>
      <p:sp>
        <p:nvSpPr>
          <p:cNvPr id="14" name="Rechteck 13">
            <a:extLst>
              <a:ext uri="{FF2B5EF4-FFF2-40B4-BE49-F238E27FC236}">
                <a16:creationId xmlns:a16="http://schemas.microsoft.com/office/drawing/2014/main" id="{48ABD755-1651-5190-CA8B-30FC8FB83BB5}"/>
              </a:ext>
            </a:extLst>
          </p:cNvPr>
          <p:cNvSpPr/>
          <p:nvPr/>
        </p:nvSpPr>
        <p:spPr>
          <a:xfrm>
            <a:off x="2854271" y="1311680"/>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3" name="Textfeld 12">
            <a:extLst>
              <a:ext uri="{FF2B5EF4-FFF2-40B4-BE49-F238E27FC236}">
                <a16:creationId xmlns:a16="http://schemas.microsoft.com/office/drawing/2014/main" id="{8DC6D377-9A84-BA87-C27E-7575FF257E52}"/>
              </a:ext>
            </a:extLst>
          </p:cNvPr>
          <p:cNvSpPr txBox="1"/>
          <p:nvPr/>
        </p:nvSpPr>
        <p:spPr>
          <a:xfrm>
            <a:off x="6097989" y="4278372"/>
            <a:ext cx="1606530" cy="276999"/>
          </a:xfrm>
          <a:prstGeom prst="rect">
            <a:avLst/>
          </a:prstGeom>
          <a:noFill/>
        </p:spPr>
        <p:txBody>
          <a:bodyPr wrap="none" rtlCol="0">
            <a:spAutoFit/>
          </a:bodyPr>
          <a:lstStyle/>
          <a:p>
            <a:r>
              <a:rPr lang="de-DE" sz="1200">
                <a:solidFill>
                  <a:schemeClr val="tx1"/>
                </a:solidFill>
              </a:rPr>
              <a:t>05-12-2025 11:34:22</a:t>
            </a:r>
          </a:p>
        </p:txBody>
      </p:sp>
      <p:sp>
        <p:nvSpPr>
          <p:cNvPr id="15" name="Rechteck 14">
            <a:extLst>
              <a:ext uri="{FF2B5EF4-FFF2-40B4-BE49-F238E27FC236}">
                <a16:creationId xmlns:a16="http://schemas.microsoft.com/office/drawing/2014/main" id="{C2F0ABAB-2F24-E394-07B2-E8A1C101FF72}"/>
              </a:ext>
            </a:extLst>
          </p:cNvPr>
          <p:cNvSpPr/>
          <p:nvPr/>
        </p:nvSpPr>
        <p:spPr>
          <a:xfrm>
            <a:off x="6083028" y="1333356"/>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7" name="Textfeld 6">
            <a:extLst>
              <a:ext uri="{FF2B5EF4-FFF2-40B4-BE49-F238E27FC236}">
                <a16:creationId xmlns:a16="http://schemas.microsoft.com/office/drawing/2014/main" id="{C4B20418-3F75-4160-1704-730707C186AD}"/>
              </a:ext>
            </a:extLst>
          </p:cNvPr>
          <p:cNvSpPr txBox="1"/>
          <p:nvPr/>
        </p:nvSpPr>
        <p:spPr>
          <a:xfrm>
            <a:off x="2884093" y="1443345"/>
            <a:ext cx="800219" cy="338554"/>
          </a:xfrm>
          <a:prstGeom prst="rect">
            <a:avLst/>
          </a:prstGeom>
          <a:noFill/>
        </p:spPr>
        <p:txBody>
          <a:bodyPr wrap="none" rtlCol="0">
            <a:spAutoFit/>
          </a:bodyPr>
          <a:lstStyle/>
          <a:p>
            <a:r>
              <a:rPr lang="de-DE" sz="1600" b="1">
                <a:ln w="0"/>
                <a:solidFill>
                  <a:schemeClr val="tx1"/>
                </a:solidFill>
                <a:effectLst>
                  <a:outerShdw blurRad="38100" dist="19050" dir="2700000" algn="tl" rotWithShape="0">
                    <a:schemeClr val="dk1">
                      <a:alpha val="40000"/>
                    </a:schemeClr>
                  </a:outerShdw>
                </a:effectLst>
              </a:rPr>
              <a:t>Cam 1</a:t>
            </a:r>
            <a:endParaRPr lang="de-DE" sz="1600" b="1">
              <a:ln w="22225">
                <a:solidFill>
                  <a:schemeClr val="accent2"/>
                </a:solidFill>
                <a:prstDash val="solid"/>
              </a:ln>
              <a:solidFill>
                <a:schemeClr val="accent2">
                  <a:lumMod val="40000"/>
                  <a:lumOff val="60000"/>
                </a:schemeClr>
              </a:solidFill>
            </a:endParaRPr>
          </a:p>
        </p:txBody>
      </p:sp>
      <p:sp>
        <p:nvSpPr>
          <p:cNvPr id="8" name="Textfeld 7">
            <a:extLst>
              <a:ext uri="{FF2B5EF4-FFF2-40B4-BE49-F238E27FC236}">
                <a16:creationId xmlns:a16="http://schemas.microsoft.com/office/drawing/2014/main" id="{3BEA1F0B-C9E0-4BBC-7803-F7DA3BC6A2EF}"/>
              </a:ext>
            </a:extLst>
          </p:cNvPr>
          <p:cNvSpPr txBox="1"/>
          <p:nvPr/>
        </p:nvSpPr>
        <p:spPr>
          <a:xfrm>
            <a:off x="6105159" y="1465021"/>
            <a:ext cx="800219" cy="338554"/>
          </a:xfrm>
          <a:prstGeom prst="rect">
            <a:avLst/>
          </a:prstGeom>
          <a:noFill/>
        </p:spPr>
        <p:txBody>
          <a:bodyPr wrap="none" rtlCol="0">
            <a:spAutoFit/>
          </a:bodyPr>
          <a:lstStyle/>
          <a:p>
            <a:r>
              <a:rPr lang="de-DE" sz="1600" b="1">
                <a:ln w="0"/>
                <a:solidFill>
                  <a:schemeClr val="tx1"/>
                </a:solidFill>
                <a:effectLst>
                  <a:outerShdw blurRad="38100" dist="19050" dir="2700000" algn="tl" rotWithShape="0">
                    <a:schemeClr val="dk1">
                      <a:alpha val="40000"/>
                    </a:schemeClr>
                  </a:outerShdw>
                </a:effectLst>
              </a:rPr>
              <a:t>Cam 2</a:t>
            </a:r>
            <a:endParaRPr lang="de-DE" sz="1600" b="1">
              <a:ln w="22225">
                <a:solidFill>
                  <a:schemeClr val="accent2"/>
                </a:solidFill>
                <a:prstDash val="solid"/>
              </a:ln>
              <a:solidFill>
                <a:schemeClr val="accent2">
                  <a:lumMod val="40000"/>
                  <a:lumOff val="60000"/>
                </a:schemeClr>
              </a:solidFill>
            </a:endParaRPr>
          </a:p>
        </p:txBody>
      </p:sp>
      <p:grpSp>
        <p:nvGrpSpPr>
          <p:cNvPr id="16" name="Gruppieren 15">
            <a:extLst>
              <a:ext uri="{FF2B5EF4-FFF2-40B4-BE49-F238E27FC236}">
                <a16:creationId xmlns:a16="http://schemas.microsoft.com/office/drawing/2014/main" id="{B0DFF2F7-2ADF-F171-BD41-9D2783DC4BDC}"/>
              </a:ext>
            </a:extLst>
          </p:cNvPr>
          <p:cNvGrpSpPr/>
          <p:nvPr/>
        </p:nvGrpSpPr>
        <p:grpSpPr>
          <a:xfrm>
            <a:off x="810358" y="721523"/>
            <a:ext cx="721559" cy="516360"/>
            <a:chOff x="799898" y="1817225"/>
            <a:chExt cx="868101" cy="601884"/>
          </a:xfrm>
        </p:grpSpPr>
        <p:sp>
          <p:nvSpPr>
            <p:cNvPr id="17" name="Rechteck 16">
              <a:extLst>
                <a:ext uri="{FF2B5EF4-FFF2-40B4-BE49-F238E27FC236}">
                  <a16:creationId xmlns:a16="http://schemas.microsoft.com/office/drawing/2014/main" id="{FBDDB985-FB76-178F-F3AB-1472478BA60C}"/>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8" name="Textfeld 17">
              <a:extLst>
                <a:ext uri="{FF2B5EF4-FFF2-40B4-BE49-F238E27FC236}">
                  <a16:creationId xmlns:a16="http://schemas.microsoft.com/office/drawing/2014/main" id="{DFE71187-A2AE-5EA6-8F5F-01BAA89A0088}"/>
                </a:ext>
              </a:extLst>
            </p:cNvPr>
            <p:cNvSpPr txBox="1"/>
            <p:nvPr/>
          </p:nvSpPr>
          <p:spPr>
            <a:xfrm>
              <a:off x="894427" y="2053528"/>
              <a:ext cx="583814" cy="307777"/>
            </a:xfrm>
            <a:prstGeom prst="rect">
              <a:avLst/>
            </a:prstGeom>
            <a:noFill/>
          </p:spPr>
          <p:txBody>
            <a:bodyPr wrap="none" rtlCol="0">
              <a:spAutoFit/>
            </a:bodyPr>
            <a:lstStyle/>
            <a:p>
              <a:r>
                <a:rPr lang="de-DE">
                  <a:solidFill>
                    <a:schemeClr val="tx1"/>
                  </a:solidFill>
                </a:rPr>
                <a:t>Back</a:t>
              </a:r>
            </a:p>
          </p:txBody>
        </p:sp>
        <p:cxnSp>
          <p:nvCxnSpPr>
            <p:cNvPr id="19" name="Gerade Verbindung mit Pfeil 18">
              <a:extLst>
                <a:ext uri="{FF2B5EF4-FFF2-40B4-BE49-F238E27FC236}">
                  <a16:creationId xmlns:a16="http://schemas.microsoft.com/office/drawing/2014/main" id="{38A1B9A8-E4A1-B7CA-A729-20C040E9A112}"/>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698631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DBBC64A-7AF8-B3B8-87E3-3AC20901D9F1}"/>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24F43602-E4CA-B017-FDFB-B2E7D8345CEA}"/>
              </a:ext>
            </a:extLst>
          </p:cNvPr>
          <p:cNvPicPr>
            <a:picLocks noChangeAspect="1"/>
          </p:cNvPicPr>
          <p:nvPr/>
        </p:nvPicPr>
        <p:blipFill>
          <a:blip r:embed="rId2"/>
          <a:stretch>
            <a:fillRect/>
          </a:stretch>
        </p:blipFill>
        <p:spPr>
          <a:xfrm>
            <a:off x="505426" y="188498"/>
            <a:ext cx="8133147" cy="4766503"/>
          </a:xfrm>
          <a:prstGeom prst="rect">
            <a:avLst/>
          </a:prstGeom>
          <a:ln w="57150">
            <a:solidFill>
              <a:schemeClr val="bg1">
                <a:lumMod val="50000"/>
                <a:lumOff val="50000"/>
              </a:schemeClr>
            </a:solidFill>
          </a:ln>
        </p:spPr>
      </p:pic>
      <p:pic>
        <p:nvPicPr>
          <p:cNvPr id="1026" name="Picture 2">
            <a:extLst>
              <a:ext uri="{FF2B5EF4-FFF2-40B4-BE49-F238E27FC236}">
                <a16:creationId xmlns:a16="http://schemas.microsoft.com/office/drawing/2014/main" id="{E656036E-65D6-4545-4BFE-2E066E0D6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6129" y="926632"/>
            <a:ext cx="1093404" cy="1093404"/>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a:extLst>
              <a:ext uri="{FF2B5EF4-FFF2-40B4-BE49-F238E27FC236}">
                <a16:creationId xmlns:a16="http://schemas.microsoft.com/office/drawing/2014/main" id="{0DC2B0F8-04D0-E4DF-EC90-EC703F2FF656}"/>
              </a:ext>
            </a:extLst>
          </p:cNvPr>
          <p:cNvSpPr txBox="1"/>
          <p:nvPr/>
        </p:nvSpPr>
        <p:spPr>
          <a:xfrm>
            <a:off x="2281310" y="2233195"/>
            <a:ext cx="880369" cy="338554"/>
          </a:xfrm>
          <a:prstGeom prst="rect">
            <a:avLst/>
          </a:prstGeom>
          <a:noFill/>
        </p:spPr>
        <p:txBody>
          <a:bodyPr wrap="none" rtlCol="0">
            <a:spAutoFit/>
          </a:bodyPr>
          <a:lstStyle/>
          <a:p>
            <a:r>
              <a:rPr lang="de-DE" sz="1600" b="1">
                <a:solidFill>
                  <a:schemeClr val="tx1"/>
                </a:solidFill>
              </a:rPr>
              <a:t>Spotify</a:t>
            </a:r>
          </a:p>
        </p:txBody>
      </p:sp>
      <p:pic>
        <p:nvPicPr>
          <p:cNvPr id="1028" name="Picture 4">
            <a:extLst>
              <a:ext uri="{FF2B5EF4-FFF2-40B4-BE49-F238E27FC236}">
                <a16:creationId xmlns:a16="http://schemas.microsoft.com/office/drawing/2014/main" id="{598F83F5-0D6B-71AA-C97A-1062C4012B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0396" y="996743"/>
            <a:ext cx="1093405" cy="1093405"/>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a:extLst>
              <a:ext uri="{FF2B5EF4-FFF2-40B4-BE49-F238E27FC236}">
                <a16:creationId xmlns:a16="http://schemas.microsoft.com/office/drawing/2014/main" id="{40FF8497-D5FC-E258-3C1D-3BB58432ED22}"/>
              </a:ext>
            </a:extLst>
          </p:cNvPr>
          <p:cNvSpPr txBox="1"/>
          <p:nvPr/>
        </p:nvSpPr>
        <p:spPr>
          <a:xfrm>
            <a:off x="4062115" y="2259425"/>
            <a:ext cx="1335622" cy="338554"/>
          </a:xfrm>
          <a:prstGeom prst="rect">
            <a:avLst/>
          </a:prstGeom>
          <a:noFill/>
        </p:spPr>
        <p:txBody>
          <a:bodyPr wrap="none" rtlCol="0">
            <a:spAutoFit/>
          </a:bodyPr>
          <a:lstStyle/>
          <a:p>
            <a:r>
              <a:rPr lang="de-DE" sz="1600" b="1" err="1">
                <a:solidFill>
                  <a:schemeClr val="tx1"/>
                </a:solidFill>
              </a:rPr>
              <a:t>AppleMusic</a:t>
            </a:r>
            <a:endParaRPr lang="de-DE" sz="1600" b="1">
              <a:solidFill>
                <a:schemeClr val="tx1"/>
              </a:solidFill>
            </a:endParaRPr>
          </a:p>
        </p:txBody>
      </p:sp>
      <p:pic>
        <p:nvPicPr>
          <p:cNvPr id="1030" name="Picture 6" descr="Amazon music Icons, Logos, Symbole – Kostenloser Download PNG, SVG">
            <a:extLst>
              <a:ext uri="{FF2B5EF4-FFF2-40B4-BE49-F238E27FC236}">
                <a16:creationId xmlns:a16="http://schemas.microsoft.com/office/drawing/2014/main" id="{BA759462-C6AD-2DDE-F797-302BDFAE80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8682" y="864930"/>
            <a:ext cx="1394495" cy="1394495"/>
          </a:xfrm>
          <a:prstGeom prst="rect">
            <a:avLst/>
          </a:prstGeom>
          <a:noFill/>
          <a:extLst>
            <a:ext uri="{909E8E84-426E-40DD-AFC4-6F175D3DCCD1}">
              <a14:hiddenFill xmlns:a14="http://schemas.microsoft.com/office/drawing/2010/main">
                <a:solidFill>
                  <a:srgbClr val="FFFFFF"/>
                </a:solidFill>
              </a14:hiddenFill>
            </a:ext>
          </a:extLst>
        </p:spPr>
      </p:pic>
      <p:sp>
        <p:nvSpPr>
          <p:cNvPr id="10" name="Textfeld 9">
            <a:extLst>
              <a:ext uri="{FF2B5EF4-FFF2-40B4-BE49-F238E27FC236}">
                <a16:creationId xmlns:a16="http://schemas.microsoft.com/office/drawing/2014/main" id="{BE5915B6-34A4-A010-75DE-6F9082C08968}"/>
              </a:ext>
            </a:extLst>
          </p:cNvPr>
          <p:cNvSpPr txBox="1"/>
          <p:nvPr/>
        </p:nvSpPr>
        <p:spPr>
          <a:xfrm>
            <a:off x="6094454" y="2236590"/>
            <a:ext cx="1563248" cy="338554"/>
          </a:xfrm>
          <a:prstGeom prst="rect">
            <a:avLst/>
          </a:prstGeom>
          <a:noFill/>
        </p:spPr>
        <p:txBody>
          <a:bodyPr wrap="none" rtlCol="0">
            <a:spAutoFit/>
          </a:bodyPr>
          <a:lstStyle/>
          <a:p>
            <a:r>
              <a:rPr lang="de-DE" sz="1600" b="1" err="1">
                <a:solidFill>
                  <a:schemeClr val="tx1"/>
                </a:solidFill>
              </a:rPr>
              <a:t>AmazonMusic</a:t>
            </a:r>
            <a:endParaRPr lang="de-DE" sz="1600" b="1">
              <a:solidFill>
                <a:schemeClr val="tx1"/>
              </a:solidFill>
            </a:endParaRPr>
          </a:p>
        </p:txBody>
      </p:sp>
      <p:pic>
        <p:nvPicPr>
          <p:cNvPr id="11" name="Picture 4" descr="Netflix-Logo für mobile Anwendungen 17396804 PNG">
            <a:extLst>
              <a:ext uri="{FF2B5EF4-FFF2-40B4-BE49-F238E27FC236}">
                <a16:creationId xmlns:a16="http://schemas.microsoft.com/office/drawing/2014/main" id="{9584422D-6B9C-2643-1168-04F45E8F37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6128" y="2964349"/>
            <a:ext cx="1093405" cy="109340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C9EC16F3-58A8-95A2-F90E-D3B390BC3E90}"/>
              </a:ext>
            </a:extLst>
          </p:cNvPr>
          <p:cNvSpPr txBox="1"/>
          <p:nvPr/>
        </p:nvSpPr>
        <p:spPr>
          <a:xfrm>
            <a:off x="2302645" y="4167823"/>
            <a:ext cx="813043" cy="338554"/>
          </a:xfrm>
          <a:prstGeom prst="rect">
            <a:avLst/>
          </a:prstGeom>
          <a:noFill/>
        </p:spPr>
        <p:txBody>
          <a:bodyPr wrap="none" rtlCol="0">
            <a:spAutoFit/>
          </a:bodyPr>
          <a:lstStyle/>
          <a:p>
            <a:r>
              <a:rPr lang="de-DE" sz="1600" b="1">
                <a:solidFill>
                  <a:schemeClr val="tx1"/>
                </a:solidFill>
              </a:rPr>
              <a:t>Netflix</a:t>
            </a:r>
          </a:p>
        </p:txBody>
      </p:sp>
      <p:pic>
        <p:nvPicPr>
          <p:cNvPr id="13" name="Picture 6" descr="Darum hat Disney+ jetzt eine ganz neue Farbe">
            <a:extLst>
              <a:ext uri="{FF2B5EF4-FFF2-40B4-BE49-F238E27FC236}">
                <a16:creationId xmlns:a16="http://schemas.microsoft.com/office/drawing/2014/main" id="{54C64AD9-5A1D-0017-5588-A6ACB774F6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2115" y="3047735"/>
            <a:ext cx="1347906" cy="926632"/>
          </a:xfrm>
          <a:prstGeom prst="rect">
            <a:avLst/>
          </a:prstGeom>
          <a:noFill/>
          <a:extLst>
            <a:ext uri="{909E8E84-426E-40DD-AFC4-6F175D3DCCD1}">
              <a14:hiddenFill xmlns:a14="http://schemas.microsoft.com/office/drawing/2010/main">
                <a:solidFill>
                  <a:srgbClr val="FFFFFF"/>
                </a:solidFill>
              </a14:hiddenFill>
            </a:ext>
          </a:extLst>
        </p:spPr>
      </p:pic>
      <p:sp>
        <p:nvSpPr>
          <p:cNvPr id="14" name="Textfeld 13">
            <a:extLst>
              <a:ext uri="{FF2B5EF4-FFF2-40B4-BE49-F238E27FC236}">
                <a16:creationId xmlns:a16="http://schemas.microsoft.com/office/drawing/2014/main" id="{52149A10-1BB2-66BC-B689-AD5DF617C3F8}"/>
              </a:ext>
            </a:extLst>
          </p:cNvPr>
          <p:cNvSpPr txBox="1"/>
          <p:nvPr/>
        </p:nvSpPr>
        <p:spPr>
          <a:xfrm>
            <a:off x="4241651" y="4146757"/>
            <a:ext cx="976549" cy="338554"/>
          </a:xfrm>
          <a:prstGeom prst="rect">
            <a:avLst/>
          </a:prstGeom>
          <a:noFill/>
        </p:spPr>
        <p:txBody>
          <a:bodyPr wrap="none" rtlCol="0">
            <a:spAutoFit/>
          </a:bodyPr>
          <a:lstStyle/>
          <a:p>
            <a:r>
              <a:rPr lang="de-DE" sz="1600" b="1">
                <a:solidFill>
                  <a:schemeClr val="tx1"/>
                </a:solidFill>
              </a:rPr>
              <a:t>Disney+</a:t>
            </a:r>
          </a:p>
        </p:txBody>
      </p:sp>
      <p:pic>
        <p:nvPicPr>
          <p:cNvPr id="1032" name="Picture 8" descr="Amazon prime Icons, Logos, Symbole – Kostenloser Download PNG, SVG">
            <a:extLst>
              <a:ext uri="{FF2B5EF4-FFF2-40B4-BE49-F238E27FC236}">
                <a16:creationId xmlns:a16="http://schemas.microsoft.com/office/drawing/2014/main" id="{78EA7B5D-FB04-C525-5309-6A42273A4B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87228" y="2769058"/>
            <a:ext cx="1377699" cy="1377699"/>
          </a:xfrm>
          <a:prstGeom prst="rect">
            <a:avLst/>
          </a:prstGeom>
          <a:noFill/>
          <a:extLst>
            <a:ext uri="{909E8E84-426E-40DD-AFC4-6F175D3DCCD1}">
              <a14:hiddenFill xmlns:a14="http://schemas.microsoft.com/office/drawing/2010/main">
                <a:solidFill>
                  <a:srgbClr val="FFFFFF"/>
                </a:solidFill>
              </a14:hiddenFill>
            </a:ext>
          </a:extLst>
        </p:spPr>
      </p:pic>
      <p:sp>
        <p:nvSpPr>
          <p:cNvPr id="15" name="Textfeld 14">
            <a:extLst>
              <a:ext uri="{FF2B5EF4-FFF2-40B4-BE49-F238E27FC236}">
                <a16:creationId xmlns:a16="http://schemas.microsoft.com/office/drawing/2014/main" id="{C45EB708-934B-5E14-24C0-9E3A07294047}"/>
              </a:ext>
            </a:extLst>
          </p:cNvPr>
          <p:cNvSpPr txBox="1"/>
          <p:nvPr/>
        </p:nvSpPr>
        <p:spPr>
          <a:xfrm>
            <a:off x="6198682" y="4146757"/>
            <a:ext cx="1370888" cy="338554"/>
          </a:xfrm>
          <a:prstGeom prst="rect">
            <a:avLst/>
          </a:prstGeom>
          <a:noFill/>
        </p:spPr>
        <p:txBody>
          <a:bodyPr wrap="none" rtlCol="0">
            <a:spAutoFit/>
          </a:bodyPr>
          <a:lstStyle/>
          <a:p>
            <a:r>
              <a:rPr lang="de-DE" sz="1600" b="1">
                <a:solidFill>
                  <a:schemeClr val="tx1"/>
                </a:solidFill>
              </a:rPr>
              <a:t>Prime Video</a:t>
            </a:r>
          </a:p>
        </p:txBody>
      </p:sp>
      <p:grpSp>
        <p:nvGrpSpPr>
          <p:cNvPr id="16" name="Gruppieren 15">
            <a:extLst>
              <a:ext uri="{FF2B5EF4-FFF2-40B4-BE49-F238E27FC236}">
                <a16:creationId xmlns:a16="http://schemas.microsoft.com/office/drawing/2014/main" id="{9C8BD537-78D6-73C7-C2EE-2D7D61CA6F8C}"/>
              </a:ext>
            </a:extLst>
          </p:cNvPr>
          <p:cNvGrpSpPr/>
          <p:nvPr/>
        </p:nvGrpSpPr>
        <p:grpSpPr>
          <a:xfrm>
            <a:off x="810358" y="721523"/>
            <a:ext cx="721559" cy="516360"/>
            <a:chOff x="799898" y="1817225"/>
            <a:chExt cx="868101" cy="601884"/>
          </a:xfrm>
        </p:grpSpPr>
        <p:sp>
          <p:nvSpPr>
            <p:cNvPr id="17" name="Rechteck 16">
              <a:extLst>
                <a:ext uri="{FF2B5EF4-FFF2-40B4-BE49-F238E27FC236}">
                  <a16:creationId xmlns:a16="http://schemas.microsoft.com/office/drawing/2014/main" id="{29BEA001-5818-7CB1-2FF2-DFD1814CFC1C}"/>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8" name="Textfeld 17">
              <a:extLst>
                <a:ext uri="{FF2B5EF4-FFF2-40B4-BE49-F238E27FC236}">
                  <a16:creationId xmlns:a16="http://schemas.microsoft.com/office/drawing/2014/main" id="{A2E0060D-A34B-D02A-1801-8F640F99C7B6}"/>
                </a:ext>
              </a:extLst>
            </p:cNvPr>
            <p:cNvSpPr txBox="1"/>
            <p:nvPr/>
          </p:nvSpPr>
          <p:spPr>
            <a:xfrm>
              <a:off x="894427" y="2053528"/>
              <a:ext cx="583814" cy="307777"/>
            </a:xfrm>
            <a:prstGeom prst="rect">
              <a:avLst/>
            </a:prstGeom>
            <a:noFill/>
          </p:spPr>
          <p:txBody>
            <a:bodyPr wrap="none" rtlCol="0">
              <a:spAutoFit/>
            </a:bodyPr>
            <a:lstStyle/>
            <a:p>
              <a:r>
                <a:rPr lang="de-DE">
                  <a:solidFill>
                    <a:schemeClr val="tx1"/>
                  </a:solidFill>
                </a:rPr>
                <a:t>Back</a:t>
              </a:r>
            </a:p>
          </p:txBody>
        </p:sp>
        <p:cxnSp>
          <p:nvCxnSpPr>
            <p:cNvPr id="19" name="Gerade Verbindung mit Pfeil 18">
              <a:extLst>
                <a:ext uri="{FF2B5EF4-FFF2-40B4-BE49-F238E27FC236}">
                  <a16:creationId xmlns:a16="http://schemas.microsoft.com/office/drawing/2014/main" id="{EEB7FE69-90A3-8AE2-7597-C16266C50C42}"/>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7606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2479">
          <a:extLst>
            <a:ext uri="{FF2B5EF4-FFF2-40B4-BE49-F238E27FC236}">
              <a16:creationId xmlns:a16="http://schemas.microsoft.com/office/drawing/2014/main" id="{3A3FE09B-B1BB-AEE3-1B12-CCAFBA69D3AC}"/>
            </a:ext>
          </a:extLst>
        </p:cNvPr>
        <p:cNvGrpSpPr/>
        <p:nvPr/>
      </p:nvGrpSpPr>
      <p:grpSpPr>
        <a:xfrm>
          <a:off x="0" y="0"/>
          <a:ext cx="0" cy="0"/>
          <a:chOff x="0" y="0"/>
          <a:chExt cx="0" cy="0"/>
        </a:xfrm>
      </p:grpSpPr>
      <p:sp>
        <p:nvSpPr>
          <p:cNvPr id="2480" name="Google Shape;2480;p97">
            <a:extLst>
              <a:ext uri="{FF2B5EF4-FFF2-40B4-BE49-F238E27FC236}">
                <a16:creationId xmlns:a16="http://schemas.microsoft.com/office/drawing/2014/main" id="{922780B3-08CD-524C-F81F-B85AC3F81A16}"/>
              </a:ext>
            </a:extLst>
          </p:cNvPr>
          <p:cNvSpPr txBox="1">
            <a:spLocks noGrp="1"/>
          </p:cNvSpPr>
          <p:nvPr>
            <p:ph type="title"/>
          </p:nvPr>
        </p:nvSpPr>
        <p:spPr>
          <a:xfrm>
            <a:off x="1371600" y="244388"/>
            <a:ext cx="6400800" cy="89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noProof="1"/>
              <a:t>Der Prozess unseres Produktes</a:t>
            </a:r>
          </a:p>
        </p:txBody>
      </p:sp>
      <p:sp>
        <p:nvSpPr>
          <p:cNvPr id="2481" name="Google Shape;2481;p97">
            <a:extLst>
              <a:ext uri="{FF2B5EF4-FFF2-40B4-BE49-F238E27FC236}">
                <a16:creationId xmlns:a16="http://schemas.microsoft.com/office/drawing/2014/main" id="{689184E8-7E5C-E799-032A-16102707045D}"/>
              </a:ext>
            </a:extLst>
          </p:cNvPr>
          <p:cNvSpPr/>
          <p:nvPr/>
        </p:nvSpPr>
        <p:spPr>
          <a:xfrm>
            <a:off x="3111636" y="3373621"/>
            <a:ext cx="420424" cy="420424"/>
          </a:xfrm>
          <a:custGeom>
            <a:avLst/>
            <a:gdLst/>
            <a:ahLst/>
            <a:cxnLst/>
            <a:rect l="l" t="t" r="r" b="b"/>
            <a:pathLst>
              <a:path w="1653" h="1653" extrusionOk="0">
                <a:moveTo>
                  <a:pt x="826" y="0"/>
                </a:moveTo>
                <a:cubicBezTo>
                  <a:pt x="369" y="0"/>
                  <a:pt x="0" y="369"/>
                  <a:pt x="0" y="826"/>
                </a:cubicBezTo>
                <a:cubicBezTo>
                  <a:pt x="0" y="1283"/>
                  <a:pt x="369" y="1652"/>
                  <a:pt x="826" y="1652"/>
                </a:cubicBezTo>
                <a:cubicBezTo>
                  <a:pt x="1283" y="1652"/>
                  <a:pt x="1652" y="1283"/>
                  <a:pt x="1652" y="826"/>
                </a:cubicBezTo>
                <a:cubicBezTo>
                  <a:pt x="1652" y="369"/>
                  <a:pt x="1283" y="0"/>
                  <a:pt x="8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82" name="Google Shape;2482;p97">
            <a:extLst>
              <a:ext uri="{FF2B5EF4-FFF2-40B4-BE49-F238E27FC236}">
                <a16:creationId xmlns:a16="http://schemas.microsoft.com/office/drawing/2014/main" id="{B25E514F-3782-30BD-94A7-F6402452A6CB}"/>
              </a:ext>
            </a:extLst>
          </p:cNvPr>
          <p:cNvSpPr/>
          <p:nvPr/>
        </p:nvSpPr>
        <p:spPr>
          <a:xfrm>
            <a:off x="4368851" y="1046019"/>
            <a:ext cx="420170" cy="420424"/>
          </a:xfrm>
          <a:custGeom>
            <a:avLst/>
            <a:gdLst/>
            <a:ahLst/>
            <a:cxnLst/>
            <a:rect l="l" t="t" r="r" b="b"/>
            <a:pathLst>
              <a:path w="1652" h="1653" extrusionOk="0">
                <a:moveTo>
                  <a:pt x="826" y="1"/>
                </a:moveTo>
                <a:cubicBezTo>
                  <a:pt x="369" y="1"/>
                  <a:pt x="0" y="370"/>
                  <a:pt x="0" y="827"/>
                </a:cubicBezTo>
                <a:cubicBezTo>
                  <a:pt x="0" y="1284"/>
                  <a:pt x="369" y="1652"/>
                  <a:pt x="826" y="1652"/>
                </a:cubicBezTo>
                <a:cubicBezTo>
                  <a:pt x="1283" y="1652"/>
                  <a:pt x="1652" y="1284"/>
                  <a:pt x="1652" y="827"/>
                </a:cubicBezTo>
                <a:cubicBezTo>
                  <a:pt x="1652" y="370"/>
                  <a:pt x="1283" y="1"/>
                  <a:pt x="8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83" name="Google Shape;2483;p97">
            <a:extLst>
              <a:ext uri="{FF2B5EF4-FFF2-40B4-BE49-F238E27FC236}">
                <a16:creationId xmlns:a16="http://schemas.microsoft.com/office/drawing/2014/main" id="{ED03ADB4-9FAB-114C-0267-94DE18318BC4}"/>
              </a:ext>
            </a:extLst>
          </p:cNvPr>
          <p:cNvSpPr/>
          <p:nvPr/>
        </p:nvSpPr>
        <p:spPr>
          <a:xfrm>
            <a:off x="2031327" y="1814080"/>
            <a:ext cx="420424" cy="420424"/>
          </a:xfrm>
          <a:custGeom>
            <a:avLst/>
            <a:gdLst/>
            <a:ahLst/>
            <a:cxnLst/>
            <a:rect l="l" t="t" r="r" b="b"/>
            <a:pathLst>
              <a:path w="1653" h="1653" extrusionOk="0">
                <a:moveTo>
                  <a:pt x="827" y="1"/>
                </a:moveTo>
                <a:cubicBezTo>
                  <a:pt x="370" y="1"/>
                  <a:pt x="1" y="370"/>
                  <a:pt x="1" y="827"/>
                </a:cubicBezTo>
                <a:cubicBezTo>
                  <a:pt x="1" y="1284"/>
                  <a:pt x="370" y="1652"/>
                  <a:pt x="827" y="1652"/>
                </a:cubicBezTo>
                <a:cubicBezTo>
                  <a:pt x="1284" y="1652"/>
                  <a:pt x="1653" y="1284"/>
                  <a:pt x="1653" y="827"/>
                </a:cubicBezTo>
                <a:cubicBezTo>
                  <a:pt x="1653" y="370"/>
                  <a:pt x="1284" y="1"/>
                  <a:pt x="8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84" name="Google Shape;2484;p97">
            <a:extLst>
              <a:ext uri="{FF2B5EF4-FFF2-40B4-BE49-F238E27FC236}">
                <a16:creationId xmlns:a16="http://schemas.microsoft.com/office/drawing/2014/main" id="{864B2FCF-3DF5-2034-466A-C685FBEBF5C4}"/>
              </a:ext>
            </a:extLst>
          </p:cNvPr>
          <p:cNvSpPr/>
          <p:nvPr/>
        </p:nvSpPr>
        <p:spPr>
          <a:xfrm>
            <a:off x="713225" y="1840817"/>
            <a:ext cx="280283" cy="280537"/>
          </a:xfrm>
          <a:custGeom>
            <a:avLst/>
            <a:gdLst/>
            <a:ahLst/>
            <a:cxnLst/>
            <a:rect l="l" t="t" r="r" b="b"/>
            <a:pathLst>
              <a:path w="1102" h="1103" extrusionOk="0">
                <a:moveTo>
                  <a:pt x="551" y="1"/>
                </a:moveTo>
                <a:cubicBezTo>
                  <a:pt x="248" y="1"/>
                  <a:pt x="0" y="249"/>
                  <a:pt x="0" y="552"/>
                </a:cubicBezTo>
                <a:cubicBezTo>
                  <a:pt x="0" y="854"/>
                  <a:pt x="248" y="1102"/>
                  <a:pt x="551" y="1102"/>
                </a:cubicBezTo>
                <a:cubicBezTo>
                  <a:pt x="854" y="1102"/>
                  <a:pt x="1102" y="854"/>
                  <a:pt x="1102" y="552"/>
                </a:cubicBezTo>
                <a:cubicBezTo>
                  <a:pt x="1102" y="249"/>
                  <a:pt x="854" y="1"/>
                  <a:pt x="5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85" name="Google Shape;2485;p97">
            <a:extLst>
              <a:ext uri="{FF2B5EF4-FFF2-40B4-BE49-F238E27FC236}">
                <a16:creationId xmlns:a16="http://schemas.microsoft.com/office/drawing/2014/main" id="{23E7E8E6-9ADD-A459-911C-73EA02323A2C}"/>
              </a:ext>
            </a:extLst>
          </p:cNvPr>
          <p:cNvSpPr/>
          <p:nvPr/>
        </p:nvSpPr>
        <p:spPr>
          <a:xfrm>
            <a:off x="4898839" y="3117946"/>
            <a:ext cx="280283" cy="280283"/>
          </a:xfrm>
          <a:custGeom>
            <a:avLst/>
            <a:gdLst/>
            <a:ahLst/>
            <a:cxnLst/>
            <a:rect l="l" t="t" r="r" b="b"/>
            <a:pathLst>
              <a:path w="1102" h="1102" extrusionOk="0">
                <a:moveTo>
                  <a:pt x="551" y="1"/>
                </a:moveTo>
                <a:cubicBezTo>
                  <a:pt x="249" y="1"/>
                  <a:pt x="1" y="249"/>
                  <a:pt x="1" y="551"/>
                </a:cubicBezTo>
                <a:cubicBezTo>
                  <a:pt x="1" y="854"/>
                  <a:pt x="249" y="1102"/>
                  <a:pt x="551" y="1102"/>
                </a:cubicBezTo>
                <a:cubicBezTo>
                  <a:pt x="854" y="1102"/>
                  <a:pt x="1102" y="854"/>
                  <a:pt x="1102" y="551"/>
                </a:cubicBezTo>
                <a:cubicBezTo>
                  <a:pt x="1102" y="249"/>
                  <a:pt x="854" y="1"/>
                  <a:pt x="5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86" name="Google Shape;2486;p97">
            <a:extLst>
              <a:ext uri="{FF2B5EF4-FFF2-40B4-BE49-F238E27FC236}">
                <a16:creationId xmlns:a16="http://schemas.microsoft.com/office/drawing/2014/main" id="{AF418D87-40DF-D73F-1DCD-4377C7E98F0A}"/>
              </a:ext>
            </a:extLst>
          </p:cNvPr>
          <p:cNvSpPr/>
          <p:nvPr/>
        </p:nvSpPr>
        <p:spPr>
          <a:xfrm>
            <a:off x="3623242" y="2114986"/>
            <a:ext cx="280537" cy="280283"/>
          </a:xfrm>
          <a:custGeom>
            <a:avLst/>
            <a:gdLst/>
            <a:ahLst/>
            <a:cxnLst/>
            <a:rect l="l" t="t" r="r" b="b"/>
            <a:pathLst>
              <a:path w="1103" h="1102" extrusionOk="0">
                <a:moveTo>
                  <a:pt x="552" y="0"/>
                </a:moveTo>
                <a:cubicBezTo>
                  <a:pt x="249" y="0"/>
                  <a:pt x="1" y="248"/>
                  <a:pt x="1" y="551"/>
                </a:cubicBezTo>
                <a:cubicBezTo>
                  <a:pt x="1" y="854"/>
                  <a:pt x="249" y="1102"/>
                  <a:pt x="552" y="1102"/>
                </a:cubicBezTo>
                <a:cubicBezTo>
                  <a:pt x="854" y="1102"/>
                  <a:pt x="1102" y="854"/>
                  <a:pt x="1102" y="551"/>
                </a:cubicBezTo>
                <a:cubicBezTo>
                  <a:pt x="1102" y="248"/>
                  <a:pt x="854" y="0"/>
                  <a:pt x="5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88" name="Google Shape;2488;p97">
            <a:extLst>
              <a:ext uri="{FF2B5EF4-FFF2-40B4-BE49-F238E27FC236}">
                <a16:creationId xmlns:a16="http://schemas.microsoft.com/office/drawing/2014/main" id="{B54B2DE2-3F90-0771-1036-9AA78554EF5E}"/>
              </a:ext>
            </a:extLst>
          </p:cNvPr>
          <p:cNvSpPr/>
          <p:nvPr/>
        </p:nvSpPr>
        <p:spPr>
          <a:xfrm>
            <a:off x="1770629" y="1926287"/>
            <a:ext cx="159217" cy="140396"/>
          </a:xfrm>
          <a:custGeom>
            <a:avLst/>
            <a:gdLst/>
            <a:ahLst/>
            <a:cxnLst/>
            <a:rect l="l" t="t" r="r" b="b"/>
            <a:pathLst>
              <a:path w="626" h="552" extrusionOk="0">
                <a:moveTo>
                  <a:pt x="313" y="1"/>
                </a:moveTo>
                <a:cubicBezTo>
                  <a:pt x="263" y="1"/>
                  <a:pt x="213" y="14"/>
                  <a:pt x="169" y="42"/>
                </a:cubicBezTo>
                <a:cubicBezTo>
                  <a:pt x="37" y="122"/>
                  <a:pt x="1" y="293"/>
                  <a:pt x="81" y="422"/>
                </a:cubicBezTo>
                <a:cubicBezTo>
                  <a:pt x="130" y="505"/>
                  <a:pt x="224" y="552"/>
                  <a:pt x="315" y="552"/>
                </a:cubicBezTo>
                <a:cubicBezTo>
                  <a:pt x="364" y="552"/>
                  <a:pt x="417" y="538"/>
                  <a:pt x="458" y="510"/>
                </a:cubicBezTo>
                <a:cubicBezTo>
                  <a:pt x="590" y="428"/>
                  <a:pt x="626" y="260"/>
                  <a:pt x="549" y="133"/>
                </a:cubicBezTo>
                <a:cubicBezTo>
                  <a:pt x="497" y="47"/>
                  <a:pt x="405"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89" name="Google Shape;2489;p97">
            <a:extLst>
              <a:ext uri="{FF2B5EF4-FFF2-40B4-BE49-F238E27FC236}">
                <a16:creationId xmlns:a16="http://schemas.microsoft.com/office/drawing/2014/main" id="{035E52AA-B810-27D4-C8C7-315C6927F684}"/>
              </a:ext>
            </a:extLst>
          </p:cNvPr>
          <p:cNvSpPr/>
          <p:nvPr/>
        </p:nvSpPr>
        <p:spPr>
          <a:xfrm>
            <a:off x="1452460" y="1918351"/>
            <a:ext cx="159217" cy="140141"/>
          </a:xfrm>
          <a:custGeom>
            <a:avLst/>
            <a:gdLst/>
            <a:ahLst/>
            <a:cxnLst/>
            <a:rect l="l" t="t" r="r" b="b"/>
            <a:pathLst>
              <a:path w="626" h="551" extrusionOk="0">
                <a:moveTo>
                  <a:pt x="317" y="0"/>
                </a:moveTo>
                <a:cubicBezTo>
                  <a:pt x="267" y="0"/>
                  <a:pt x="215" y="14"/>
                  <a:pt x="169" y="42"/>
                </a:cubicBezTo>
                <a:cubicBezTo>
                  <a:pt x="39" y="119"/>
                  <a:pt x="1" y="292"/>
                  <a:pt x="81" y="419"/>
                </a:cubicBezTo>
                <a:cubicBezTo>
                  <a:pt x="130" y="501"/>
                  <a:pt x="224" y="551"/>
                  <a:pt x="315" y="551"/>
                </a:cubicBezTo>
                <a:cubicBezTo>
                  <a:pt x="362" y="551"/>
                  <a:pt x="417" y="537"/>
                  <a:pt x="458" y="510"/>
                </a:cubicBezTo>
                <a:cubicBezTo>
                  <a:pt x="590" y="430"/>
                  <a:pt x="626" y="256"/>
                  <a:pt x="549" y="130"/>
                </a:cubicBezTo>
                <a:cubicBezTo>
                  <a:pt x="499" y="46"/>
                  <a:pt x="409" y="0"/>
                  <a:pt x="3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0" name="Google Shape;2490;p97">
            <a:extLst>
              <a:ext uri="{FF2B5EF4-FFF2-40B4-BE49-F238E27FC236}">
                <a16:creationId xmlns:a16="http://schemas.microsoft.com/office/drawing/2014/main" id="{E2B3690D-C9CA-330B-321B-CBBD420D5037}"/>
              </a:ext>
            </a:extLst>
          </p:cNvPr>
          <p:cNvSpPr/>
          <p:nvPr/>
        </p:nvSpPr>
        <p:spPr>
          <a:xfrm>
            <a:off x="1137801" y="1900080"/>
            <a:ext cx="159980" cy="140650"/>
          </a:xfrm>
          <a:custGeom>
            <a:avLst/>
            <a:gdLst/>
            <a:ahLst/>
            <a:cxnLst/>
            <a:rect l="l" t="t" r="r" b="b"/>
            <a:pathLst>
              <a:path w="629" h="553" extrusionOk="0">
                <a:moveTo>
                  <a:pt x="315" y="1"/>
                </a:moveTo>
                <a:cubicBezTo>
                  <a:pt x="265" y="1"/>
                  <a:pt x="215" y="14"/>
                  <a:pt x="169" y="43"/>
                </a:cubicBezTo>
                <a:cubicBezTo>
                  <a:pt x="39" y="123"/>
                  <a:pt x="1" y="294"/>
                  <a:pt x="80" y="423"/>
                </a:cubicBezTo>
                <a:cubicBezTo>
                  <a:pt x="133" y="506"/>
                  <a:pt x="224" y="553"/>
                  <a:pt x="314" y="553"/>
                </a:cubicBezTo>
                <a:cubicBezTo>
                  <a:pt x="361" y="553"/>
                  <a:pt x="414" y="539"/>
                  <a:pt x="458" y="511"/>
                </a:cubicBezTo>
                <a:cubicBezTo>
                  <a:pt x="590" y="429"/>
                  <a:pt x="628" y="261"/>
                  <a:pt x="548" y="134"/>
                </a:cubicBezTo>
                <a:cubicBezTo>
                  <a:pt x="497" y="48"/>
                  <a:pt x="407" y="1"/>
                  <a:pt x="3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1" name="Google Shape;2491;p97">
            <a:extLst>
              <a:ext uri="{FF2B5EF4-FFF2-40B4-BE49-F238E27FC236}">
                <a16:creationId xmlns:a16="http://schemas.microsoft.com/office/drawing/2014/main" id="{E84F46EC-CFEC-98A6-C039-0ECF537BC443}"/>
              </a:ext>
            </a:extLst>
          </p:cNvPr>
          <p:cNvSpPr/>
          <p:nvPr/>
        </p:nvSpPr>
        <p:spPr>
          <a:xfrm>
            <a:off x="2850747" y="1980756"/>
            <a:ext cx="158454" cy="140396"/>
          </a:xfrm>
          <a:custGeom>
            <a:avLst/>
            <a:gdLst/>
            <a:ahLst/>
            <a:cxnLst/>
            <a:rect l="l" t="t" r="r" b="b"/>
            <a:pathLst>
              <a:path w="623" h="552" extrusionOk="0">
                <a:moveTo>
                  <a:pt x="314" y="1"/>
                </a:moveTo>
                <a:cubicBezTo>
                  <a:pt x="198" y="1"/>
                  <a:pt x="89" y="73"/>
                  <a:pt x="50" y="191"/>
                </a:cubicBezTo>
                <a:cubicBezTo>
                  <a:pt x="0" y="334"/>
                  <a:pt x="80" y="491"/>
                  <a:pt x="223" y="537"/>
                </a:cubicBezTo>
                <a:cubicBezTo>
                  <a:pt x="251" y="548"/>
                  <a:pt x="284" y="551"/>
                  <a:pt x="311" y="551"/>
                </a:cubicBezTo>
                <a:cubicBezTo>
                  <a:pt x="427" y="551"/>
                  <a:pt x="534" y="480"/>
                  <a:pt x="573" y="367"/>
                </a:cubicBezTo>
                <a:cubicBezTo>
                  <a:pt x="622" y="221"/>
                  <a:pt x="545" y="67"/>
                  <a:pt x="399" y="14"/>
                </a:cubicBezTo>
                <a:cubicBezTo>
                  <a:pt x="371" y="5"/>
                  <a:pt x="342" y="1"/>
                  <a:pt x="3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2" name="Google Shape;2492;p97">
            <a:extLst>
              <a:ext uri="{FF2B5EF4-FFF2-40B4-BE49-F238E27FC236}">
                <a16:creationId xmlns:a16="http://schemas.microsoft.com/office/drawing/2014/main" id="{5D97189B-38F7-238B-BC0E-A8D904B6F0D3}"/>
              </a:ext>
            </a:extLst>
          </p:cNvPr>
          <p:cNvSpPr/>
          <p:nvPr/>
        </p:nvSpPr>
        <p:spPr>
          <a:xfrm>
            <a:off x="2570523" y="1954094"/>
            <a:ext cx="157945" cy="140396"/>
          </a:xfrm>
          <a:custGeom>
            <a:avLst/>
            <a:gdLst/>
            <a:ahLst/>
            <a:cxnLst/>
            <a:rect l="l" t="t" r="r" b="b"/>
            <a:pathLst>
              <a:path w="621" h="552" extrusionOk="0">
                <a:moveTo>
                  <a:pt x="312" y="1"/>
                </a:moveTo>
                <a:cubicBezTo>
                  <a:pt x="198" y="1"/>
                  <a:pt x="92" y="73"/>
                  <a:pt x="50" y="188"/>
                </a:cubicBezTo>
                <a:cubicBezTo>
                  <a:pt x="1" y="331"/>
                  <a:pt x="81" y="485"/>
                  <a:pt x="221" y="537"/>
                </a:cubicBezTo>
                <a:cubicBezTo>
                  <a:pt x="254" y="546"/>
                  <a:pt x="281" y="551"/>
                  <a:pt x="312" y="551"/>
                </a:cubicBezTo>
                <a:cubicBezTo>
                  <a:pt x="427" y="551"/>
                  <a:pt x="535" y="480"/>
                  <a:pt x="573" y="361"/>
                </a:cubicBezTo>
                <a:cubicBezTo>
                  <a:pt x="620" y="218"/>
                  <a:pt x="546" y="64"/>
                  <a:pt x="397" y="14"/>
                </a:cubicBezTo>
                <a:cubicBezTo>
                  <a:pt x="369" y="5"/>
                  <a:pt x="340" y="1"/>
                  <a:pt x="3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3" name="Google Shape;2493;p97">
            <a:extLst>
              <a:ext uri="{FF2B5EF4-FFF2-40B4-BE49-F238E27FC236}">
                <a16:creationId xmlns:a16="http://schemas.microsoft.com/office/drawing/2014/main" id="{8699FA1A-8ABA-227A-9A2A-06E246DD1BF6}"/>
              </a:ext>
            </a:extLst>
          </p:cNvPr>
          <p:cNvSpPr/>
          <p:nvPr/>
        </p:nvSpPr>
        <p:spPr>
          <a:xfrm>
            <a:off x="4749556" y="2195600"/>
            <a:ext cx="147771" cy="140650"/>
          </a:xfrm>
          <a:custGeom>
            <a:avLst/>
            <a:gdLst/>
            <a:ahLst/>
            <a:cxnLst/>
            <a:rect l="l" t="t" r="r" b="b"/>
            <a:pathLst>
              <a:path w="581" h="553" extrusionOk="0">
                <a:moveTo>
                  <a:pt x="294" y="0"/>
                </a:moveTo>
                <a:cubicBezTo>
                  <a:pt x="282" y="0"/>
                  <a:pt x="271" y="1"/>
                  <a:pt x="259" y="2"/>
                </a:cubicBezTo>
                <a:cubicBezTo>
                  <a:pt x="107" y="19"/>
                  <a:pt x="0" y="156"/>
                  <a:pt x="17" y="308"/>
                </a:cubicBezTo>
                <a:cubicBezTo>
                  <a:pt x="30" y="448"/>
                  <a:pt x="151" y="547"/>
                  <a:pt x="289" y="553"/>
                </a:cubicBezTo>
                <a:cubicBezTo>
                  <a:pt x="300" y="553"/>
                  <a:pt x="311" y="547"/>
                  <a:pt x="319" y="547"/>
                </a:cubicBezTo>
                <a:cubicBezTo>
                  <a:pt x="471" y="531"/>
                  <a:pt x="581" y="393"/>
                  <a:pt x="564" y="242"/>
                </a:cubicBezTo>
                <a:cubicBezTo>
                  <a:pt x="549" y="102"/>
                  <a:pt x="431" y="0"/>
                  <a:pt x="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4" name="Google Shape;2494;p97">
            <a:extLst>
              <a:ext uri="{FF2B5EF4-FFF2-40B4-BE49-F238E27FC236}">
                <a16:creationId xmlns:a16="http://schemas.microsoft.com/office/drawing/2014/main" id="{FFF1F4F1-B928-C6DB-7B9A-61F1136C5C58}"/>
              </a:ext>
            </a:extLst>
          </p:cNvPr>
          <p:cNvSpPr/>
          <p:nvPr/>
        </p:nvSpPr>
        <p:spPr>
          <a:xfrm>
            <a:off x="4688221" y="1871452"/>
            <a:ext cx="148789" cy="140141"/>
          </a:xfrm>
          <a:custGeom>
            <a:avLst/>
            <a:gdLst/>
            <a:ahLst/>
            <a:cxnLst/>
            <a:rect l="l" t="t" r="r" b="b"/>
            <a:pathLst>
              <a:path w="585" h="551" extrusionOk="0">
                <a:moveTo>
                  <a:pt x="296" y="0"/>
                </a:moveTo>
                <a:cubicBezTo>
                  <a:pt x="285" y="0"/>
                  <a:pt x="274" y="1"/>
                  <a:pt x="262" y="2"/>
                </a:cubicBezTo>
                <a:cubicBezTo>
                  <a:pt x="111" y="22"/>
                  <a:pt x="0" y="154"/>
                  <a:pt x="20" y="305"/>
                </a:cubicBezTo>
                <a:cubicBezTo>
                  <a:pt x="33" y="448"/>
                  <a:pt x="152" y="550"/>
                  <a:pt x="292" y="550"/>
                </a:cubicBezTo>
                <a:cubicBezTo>
                  <a:pt x="303" y="550"/>
                  <a:pt x="314" y="550"/>
                  <a:pt x="323" y="547"/>
                </a:cubicBezTo>
                <a:cubicBezTo>
                  <a:pt x="474" y="531"/>
                  <a:pt x="584" y="396"/>
                  <a:pt x="565" y="245"/>
                </a:cubicBezTo>
                <a:cubicBezTo>
                  <a:pt x="550" y="105"/>
                  <a:pt x="433" y="0"/>
                  <a:pt x="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5" name="Google Shape;2495;p97">
            <a:extLst>
              <a:ext uri="{FF2B5EF4-FFF2-40B4-BE49-F238E27FC236}">
                <a16:creationId xmlns:a16="http://schemas.microsoft.com/office/drawing/2014/main" id="{B5B2F57D-D8E2-D4CE-3363-D31591CD3069}"/>
              </a:ext>
            </a:extLst>
          </p:cNvPr>
          <p:cNvSpPr/>
          <p:nvPr/>
        </p:nvSpPr>
        <p:spPr>
          <a:xfrm>
            <a:off x="4017563" y="1752688"/>
            <a:ext cx="152095" cy="139887"/>
          </a:xfrm>
          <a:custGeom>
            <a:avLst/>
            <a:gdLst/>
            <a:ahLst/>
            <a:cxnLst/>
            <a:rect l="l" t="t" r="r" b="b"/>
            <a:pathLst>
              <a:path w="598" h="550" extrusionOk="0">
                <a:moveTo>
                  <a:pt x="304" y="1"/>
                </a:moveTo>
                <a:cubicBezTo>
                  <a:pt x="285" y="1"/>
                  <a:pt x="265" y="3"/>
                  <a:pt x="245" y="7"/>
                </a:cubicBezTo>
                <a:cubicBezTo>
                  <a:pt x="97" y="38"/>
                  <a:pt x="0" y="184"/>
                  <a:pt x="31" y="329"/>
                </a:cubicBezTo>
                <a:cubicBezTo>
                  <a:pt x="55" y="462"/>
                  <a:pt x="171" y="550"/>
                  <a:pt x="300" y="550"/>
                </a:cubicBezTo>
                <a:cubicBezTo>
                  <a:pt x="317" y="550"/>
                  <a:pt x="333" y="550"/>
                  <a:pt x="350" y="544"/>
                </a:cubicBezTo>
                <a:cubicBezTo>
                  <a:pt x="501" y="517"/>
                  <a:pt x="598" y="371"/>
                  <a:pt x="567" y="219"/>
                </a:cubicBezTo>
                <a:cubicBezTo>
                  <a:pt x="543" y="92"/>
                  <a:pt x="43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6" name="Google Shape;2496;p97">
            <a:extLst>
              <a:ext uri="{FF2B5EF4-FFF2-40B4-BE49-F238E27FC236}">
                <a16:creationId xmlns:a16="http://schemas.microsoft.com/office/drawing/2014/main" id="{F340ABBC-30B9-8DD0-A953-F8FE43AAD0F0}"/>
              </a:ext>
            </a:extLst>
          </p:cNvPr>
          <p:cNvSpPr/>
          <p:nvPr/>
        </p:nvSpPr>
        <p:spPr>
          <a:xfrm>
            <a:off x="3827350" y="1941395"/>
            <a:ext cx="152858" cy="140396"/>
          </a:xfrm>
          <a:custGeom>
            <a:avLst/>
            <a:gdLst/>
            <a:ahLst/>
            <a:cxnLst/>
            <a:rect l="l" t="t" r="r" b="b"/>
            <a:pathLst>
              <a:path w="601" h="552" extrusionOk="0">
                <a:moveTo>
                  <a:pt x="305" y="0"/>
                </a:moveTo>
                <a:cubicBezTo>
                  <a:pt x="285" y="0"/>
                  <a:pt x="265" y="2"/>
                  <a:pt x="245" y="7"/>
                </a:cubicBezTo>
                <a:cubicBezTo>
                  <a:pt x="97" y="37"/>
                  <a:pt x="0" y="178"/>
                  <a:pt x="33" y="329"/>
                </a:cubicBezTo>
                <a:cubicBezTo>
                  <a:pt x="55" y="461"/>
                  <a:pt x="174" y="552"/>
                  <a:pt x="300" y="552"/>
                </a:cubicBezTo>
                <a:cubicBezTo>
                  <a:pt x="317" y="552"/>
                  <a:pt x="336" y="549"/>
                  <a:pt x="353" y="546"/>
                </a:cubicBezTo>
                <a:cubicBezTo>
                  <a:pt x="504" y="516"/>
                  <a:pt x="600" y="370"/>
                  <a:pt x="570" y="222"/>
                </a:cubicBezTo>
                <a:cubicBezTo>
                  <a:pt x="546" y="90"/>
                  <a:pt x="433" y="0"/>
                  <a:pt x="3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7" name="Google Shape;2497;p97">
            <a:extLst>
              <a:ext uri="{FF2B5EF4-FFF2-40B4-BE49-F238E27FC236}">
                <a16:creationId xmlns:a16="http://schemas.microsoft.com/office/drawing/2014/main" id="{BFA5CB1A-1BC2-89B4-225B-6765B121C770}"/>
              </a:ext>
            </a:extLst>
          </p:cNvPr>
          <p:cNvSpPr/>
          <p:nvPr/>
        </p:nvSpPr>
        <p:spPr>
          <a:xfrm>
            <a:off x="4169658" y="1558360"/>
            <a:ext cx="152858" cy="139378"/>
          </a:xfrm>
          <a:custGeom>
            <a:avLst/>
            <a:gdLst/>
            <a:ahLst/>
            <a:cxnLst/>
            <a:rect l="l" t="t" r="r" b="b"/>
            <a:pathLst>
              <a:path w="601" h="548" extrusionOk="0">
                <a:moveTo>
                  <a:pt x="300" y="0"/>
                </a:moveTo>
                <a:cubicBezTo>
                  <a:pt x="283" y="0"/>
                  <a:pt x="266" y="2"/>
                  <a:pt x="248" y="5"/>
                </a:cubicBezTo>
                <a:cubicBezTo>
                  <a:pt x="97" y="35"/>
                  <a:pt x="1" y="178"/>
                  <a:pt x="31" y="327"/>
                </a:cubicBezTo>
                <a:cubicBezTo>
                  <a:pt x="58" y="459"/>
                  <a:pt x="174" y="547"/>
                  <a:pt x="301" y="547"/>
                </a:cubicBezTo>
                <a:cubicBezTo>
                  <a:pt x="317" y="547"/>
                  <a:pt x="334" y="544"/>
                  <a:pt x="356" y="542"/>
                </a:cubicBezTo>
                <a:cubicBezTo>
                  <a:pt x="504" y="511"/>
                  <a:pt x="601" y="366"/>
                  <a:pt x="568" y="220"/>
                </a:cubicBezTo>
                <a:cubicBezTo>
                  <a:pt x="543" y="91"/>
                  <a:pt x="431" y="0"/>
                  <a:pt x="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8" name="Google Shape;2498;p97">
            <a:extLst>
              <a:ext uri="{FF2B5EF4-FFF2-40B4-BE49-F238E27FC236}">
                <a16:creationId xmlns:a16="http://schemas.microsoft.com/office/drawing/2014/main" id="{B1499476-1B5F-D0F9-BE77-CF0E126BAB88}"/>
              </a:ext>
            </a:extLst>
          </p:cNvPr>
          <p:cNvSpPr/>
          <p:nvPr/>
        </p:nvSpPr>
        <p:spPr>
          <a:xfrm>
            <a:off x="4626990" y="1575916"/>
            <a:ext cx="152095" cy="140396"/>
          </a:xfrm>
          <a:custGeom>
            <a:avLst/>
            <a:gdLst/>
            <a:ahLst/>
            <a:cxnLst/>
            <a:rect l="l" t="t" r="r" b="b"/>
            <a:pathLst>
              <a:path w="598" h="552" extrusionOk="0">
                <a:moveTo>
                  <a:pt x="301" y="1"/>
                </a:moveTo>
                <a:cubicBezTo>
                  <a:pt x="284" y="1"/>
                  <a:pt x="266" y="3"/>
                  <a:pt x="248" y="6"/>
                </a:cubicBezTo>
                <a:cubicBezTo>
                  <a:pt x="100" y="37"/>
                  <a:pt x="1" y="183"/>
                  <a:pt x="31" y="331"/>
                </a:cubicBezTo>
                <a:cubicBezTo>
                  <a:pt x="58" y="461"/>
                  <a:pt x="174" y="551"/>
                  <a:pt x="298" y="551"/>
                </a:cubicBezTo>
                <a:cubicBezTo>
                  <a:pt x="320" y="551"/>
                  <a:pt x="334" y="551"/>
                  <a:pt x="353" y="546"/>
                </a:cubicBezTo>
                <a:cubicBezTo>
                  <a:pt x="502" y="516"/>
                  <a:pt x="598" y="373"/>
                  <a:pt x="570" y="224"/>
                </a:cubicBezTo>
                <a:cubicBezTo>
                  <a:pt x="546" y="93"/>
                  <a:pt x="429" y="1"/>
                  <a:pt x="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99" name="Google Shape;2499;p97">
            <a:extLst>
              <a:ext uri="{FF2B5EF4-FFF2-40B4-BE49-F238E27FC236}">
                <a16:creationId xmlns:a16="http://schemas.microsoft.com/office/drawing/2014/main" id="{AB1384E3-AB81-B9AB-DE50-CBC88C659CD6}"/>
              </a:ext>
            </a:extLst>
          </p:cNvPr>
          <p:cNvSpPr/>
          <p:nvPr/>
        </p:nvSpPr>
        <p:spPr>
          <a:xfrm>
            <a:off x="3655957" y="3477819"/>
            <a:ext cx="146754" cy="139887"/>
          </a:xfrm>
          <a:custGeom>
            <a:avLst/>
            <a:gdLst/>
            <a:ahLst/>
            <a:cxnLst/>
            <a:rect l="l" t="t" r="r" b="b"/>
            <a:pathLst>
              <a:path w="577" h="550" extrusionOk="0">
                <a:moveTo>
                  <a:pt x="290" y="0"/>
                </a:moveTo>
                <a:cubicBezTo>
                  <a:pt x="149" y="0"/>
                  <a:pt x="28" y="109"/>
                  <a:pt x="15" y="252"/>
                </a:cubicBezTo>
                <a:cubicBezTo>
                  <a:pt x="1" y="403"/>
                  <a:pt x="117" y="535"/>
                  <a:pt x="268" y="549"/>
                </a:cubicBezTo>
                <a:lnTo>
                  <a:pt x="290" y="549"/>
                </a:lnTo>
                <a:cubicBezTo>
                  <a:pt x="433" y="549"/>
                  <a:pt x="551" y="442"/>
                  <a:pt x="563" y="296"/>
                </a:cubicBezTo>
                <a:cubicBezTo>
                  <a:pt x="576" y="144"/>
                  <a:pt x="466" y="15"/>
                  <a:pt x="315" y="1"/>
                </a:cubicBezTo>
                <a:cubicBezTo>
                  <a:pt x="306" y="1"/>
                  <a:pt x="298" y="0"/>
                  <a:pt x="2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00" name="Google Shape;2500;p97">
            <a:extLst>
              <a:ext uri="{FF2B5EF4-FFF2-40B4-BE49-F238E27FC236}">
                <a16:creationId xmlns:a16="http://schemas.microsoft.com/office/drawing/2014/main" id="{94AEA22A-9791-C7F5-B296-0AA2820B3272}"/>
              </a:ext>
            </a:extLst>
          </p:cNvPr>
          <p:cNvSpPr/>
          <p:nvPr/>
        </p:nvSpPr>
        <p:spPr>
          <a:xfrm>
            <a:off x="3939185" y="3459351"/>
            <a:ext cx="146500" cy="140396"/>
          </a:xfrm>
          <a:custGeom>
            <a:avLst/>
            <a:gdLst/>
            <a:ahLst/>
            <a:cxnLst/>
            <a:rect l="l" t="t" r="r" b="b"/>
            <a:pathLst>
              <a:path w="576" h="552" extrusionOk="0">
                <a:moveTo>
                  <a:pt x="296" y="1"/>
                </a:moveTo>
                <a:cubicBezTo>
                  <a:pt x="151" y="1"/>
                  <a:pt x="25" y="108"/>
                  <a:pt x="14" y="254"/>
                </a:cubicBezTo>
                <a:cubicBezTo>
                  <a:pt x="1" y="406"/>
                  <a:pt x="111" y="538"/>
                  <a:pt x="268" y="552"/>
                </a:cubicBezTo>
                <a:lnTo>
                  <a:pt x="287" y="552"/>
                </a:lnTo>
                <a:cubicBezTo>
                  <a:pt x="430" y="552"/>
                  <a:pt x="548" y="447"/>
                  <a:pt x="562" y="299"/>
                </a:cubicBezTo>
                <a:cubicBezTo>
                  <a:pt x="576" y="150"/>
                  <a:pt x="463" y="15"/>
                  <a:pt x="312" y="1"/>
                </a:cubicBezTo>
                <a:cubicBezTo>
                  <a:pt x="306" y="1"/>
                  <a:pt x="301" y="1"/>
                  <a:pt x="2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01" name="Google Shape;2501;p97">
            <a:extLst>
              <a:ext uri="{FF2B5EF4-FFF2-40B4-BE49-F238E27FC236}">
                <a16:creationId xmlns:a16="http://schemas.microsoft.com/office/drawing/2014/main" id="{A9932FFE-DF13-BB9E-7B30-E3ADFFBC9F60}"/>
              </a:ext>
            </a:extLst>
          </p:cNvPr>
          <p:cNvSpPr/>
          <p:nvPr/>
        </p:nvSpPr>
        <p:spPr>
          <a:xfrm>
            <a:off x="4267820" y="3384352"/>
            <a:ext cx="146500" cy="139887"/>
          </a:xfrm>
          <a:custGeom>
            <a:avLst/>
            <a:gdLst/>
            <a:ahLst/>
            <a:cxnLst/>
            <a:rect l="l" t="t" r="r" b="b"/>
            <a:pathLst>
              <a:path w="576" h="550" extrusionOk="0">
                <a:moveTo>
                  <a:pt x="287" y="0"/>
                </a:moveTo>
                <a:cubicBezTo>
                  <a:pt x="148" y="0"/>
                  <a:pt x="27" y="109"/>
                  <a:pt x="14" y="252"/>
                </a:cubicBezTo>
                <a:cubicBezTo>
                  <a:pt x="0" y="404"/>
                  <a:pt x="116" y="536"/>
                  <a:pt x="267" y="549"/>
                </a:cubicBezTo>
                <a:lnTo>
                  <a:pt x="289" y="549"/>
                </a:lnTo>
                <a:cubicBezTo>
                  <a:pt x="432" y="549"/>
                  <a:pt x="551" y="442"/>
                  <a:pt x="562" y="299"/>
                </a:cubicBezTo>
                <a:cubicBezTo>
                  <a:pt x="576" y="148"/>
                  <a:pt x="463" y="15"/>
                  <a:pt x="311" y="2"/>
                </a:cubicBezTo>
                <a:cubicBezTo>
                  <a:pt x="303" y="1"/>
                  <a:pt x="295" y="0"/>
                  <a:pt x="2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02" name="Google Shape;2502;p97">
            <a:extLst>
              <a:ext uri="{FF2B5EF4-FFF2-40B4-BE49-F238E27FC236}">
                <a16:creationId xmlns:a16="http://schemas.microsoft.com/office/drawing/2014/main" id="{4817EDCD-105C-C3B8-5B6A-ABBDE4EB5325}"/>
              </a:ext>
            </a:extLst>
          </p:cNvPr>
          <p:cNvSpPr/>
          <p:nvPr/>
        </p:nvSpPr>
        <p:spPr>
          <a:xfrm>
            <a:off x="3560010" y="3901558"/>
            <a:ext cx="146500" cy="140650"/>
          </a:xfrm>
          <a:custGeom>
            <a:avLst/>
            <a:gdLst/>
            <a:ahLst/>
            <a:cxnLst/>
            <a:rect l="l" t="t" r="r" b="b"/>
            <a:pathLst>
              <a:path w="576" h="553" extrusionOk="0">
                <a:moveTo>
                  <a:pt x="286" y="1"/>
                </a:moveTo>
                <a:cubicBezTo>
                  <a:pt x="146" y="1"/>
                  <a:pt x="27" y="109"/>
                  <a:pt x="14" y="252"/>
                </a:cubicBezTo>
                <a:cubicBezTo>
                  <a:pt x="0" y="404"/>
                  <a:pt x="116" y="539"/>
                  <a:pt x="267" y="552"/>
                </a:cubicBezTo>
                <a:lnTo>
                  <a:pt x="289" y="552"/>
                </a:lnTo>
                <a:cubicBezTo>
                  <a:pt x="432" y="552"/>
                  <a:pt x="551" y="445"/>
                  <a:pt x="562" y="302"/>
                </a:cubicBezTo>
                <a:cubicBezTo>
                  <a:pt x="576" y="150"/>
                  <a:pt x="463" y="16"/>
                  <a:pt x="311" y="2"/>
                </a:cubicBezTo>
                <a:cubicBezTo>
                  <a:pt x="303" y="1"/>
                  <a:pt x="295" y="1"/>
                  <a:pt x="2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03" name="Google Shape;2503;p97">
            <a:extLst>
              <a:ext uri="{FF2B5EF4-FFF2-40B4-BE49-F238E27FC236}">
                <a16:creationId xmlns:a16="http://schemas.microsoft.com/office/drawing/2014/main" id="{F6FA04B0-DCF8-915C-4D02-DEE4E02BF7FA}"/>
              </a:ext>
            </a:extLst>
          </p:cNvPr>
          <p:cNvSpPr/>
          <p:nvPr/>
        </p:nvSpPr>
        <p:spPr>
          <a:xfrm>
            <a:off x="4893511" y="2817595"/>
            <a:ext cx="140141" cy="140141"/>
          </a:xfrm>
          <a:custGeom>
            <a:avLst/>
            <a:gdLst/>
            <a:ahLst/>
            <a:cxnLst/>
            <a:rect l="l" t="t" r="r" b="b"/>
            <a:pathLst>
              <a:path w="551" h="551" extrusionOk="0">
                <a:moveTo>
                  <a:pt x="276" y="0"/>
                </a:moveTo>
                <a:cubicBezTo>
                  <a:pt x="122" y="0"/>
                  <a:pt x="0" y="124"/>
                  <a:pt x="0" y="275"/>
                </a:cubicBezTo>
                <a:cubicBezTo>
                  <a:pt x="0" y="427"/>
                  <a:pt x="122" y="551"/>
                  <a:pt x="276" y="551"/>
                </a:cubicBezTo>
                <a:cubicBezTo>
                  <a:pt x="427" y="551"/>
                  <a:pt x="551" y="427"/>
                  <a:pt x="551" y="275"/>
                </a:cubicBezTo>
                <a:cubicBezTo>
                  <a:pt x="551"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04" name="Google Shape;2504;p97">
            <a:extLst>
              <a:ext uri="{FF2B5EF4-FFF2-40B4-BE49-F238E27FC236}">
                <a16:creationId xmlns:a16="http://schemas.microsoft.com/office/drawing/2014/main" id="{03485D31-4EE7-D7CD-56D5-914DF92253B3}"/>
              </a:ext>
            </a:extLst>
          </p:cNvPr>
          <p:cNvSpPr/>
          <p:nvPr/>
        </p:nvSpPr>
        <p:spPr>
          <a:xfrm>
            <a:off x="4626990" y="3328158"/>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05" name="Google Shape;2505;p97">
            <a:extLst>
              <a:ext uri="{FF2B5EF4-FFF2-40B4-BE49-F238E27FC236}">
                <a16:creationId xmlns:a16="http://schemas.microsoft.com/office/drawing/2014/main" id="{D2655EDD-6552-5748-2931-691F84298B5E}"/>
              </a:ext>
            </a:extLst>
          </p:cNvPr>
          <p:cNvSpPr/>
          <p:nvPr/>
        </p:nvSpPr>
        <p:spPr>
          <a:xfrm>
            <a:off x="4823441" y="2501679"/>
            <a:ext cx="140141" cy="140141"/>
          </a:xfrm>
          <a:custGeom>
            <a:avLst/>
            <a:gdLst/>
            <a:ahLst/>
            <a:cxnLst/>
            <a:rect l="l" t="t" r="r" b="b"/>
            <a:pathLst>
              <a:path w="551" h="551" extrusionOk="0">
                <a:moveTo>
                  <a:pt x="276" y="0"/>
                </a:moveTo>
                <a:cubicBezTo>
                  <a:pt x="121" y="0"/>
                  <a:pt x="0" y="124"/>
                  <a:pt x="0" y="275"/>
                </a:cubicBezTo>
                <a:cubicBezTo>
                  <a:pt x="0" y="427"/>
                  <a:pt x="121" y="551"/>
                  <a:pt x="276" y="551"/>
                </a:cubicBezTo>
                <a:cubicBezTo>
                  <a:pt x="427" y="551"/>
                  <a:pt x="551" y="427"/>
                  <a:pt x="551" y="275"/>
                </a:cubicBezTo>
                <a:cubicBezTo>
                  <a:pt x="551"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08" name="Google Shape;2508;p97">
            <a:extLst>
              <a:ext uri="{FF2B5EF4-FFF2-40B4-BE49-F238E27FC236}">
                <a16:creationId xmlns:a16="http://schemas.microsoft.com/office/drawing/2014/main" id="{495B532D-8EE2-E009-56C0-52FBF4F2F02F}"/>
              </a:ext>
            </a:extLst>
          </p:cNvPr>
          <p:cNvSpPr txBox="1">
            <a:spLocks noGrp="1"/>
          </p:cNvSpPr>
          <p:nvPr>
            <p:ph type="body" idx="4294967295"/>
          </p:nvPr>
        </p:nvSpPr>
        <p:spPr>
          <a:xfrm>
            <a:off x="-19837" y="2156622"/>
            <a:ext cx="1674000" cy="627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de-DE" noProof="1"/>
              <a:t>Login des Passagiers</a:t>
            </a:r>
          </a:p>
        </p:txBody>
      </p:sp>
      <p:sp>
        <p:nvSpPr>
          <p:cNvPr id="2510" name="Google Shape;2510;p97">
            <a:extLst>
              <a:ext uri="{FF2B5EF4-FFF2-40B4-BE49-F238E27FC236}">
                <a16:creationId xmlns:a16="http://schemas.microsoft.com/office/drawing/2014/main" id="{0B95AB2D-2C2E-059A-F30C-94DB17BABA2A}"/>
              </a:ext>
            </a:extLst>
          </p:cNvPr>
          <p:cNvSpPr txBox="1">
            <a:spLocks noGrp="1"/>
          </p:cNvSpPr>
          <p:nvPr>
            <p:ph type="body" idx="4294967295"/>
          </p:nvPr>
        </p:nvSpPr>
        <p:spPr>
          <a:xfrm>
            <a:off x="4893511" y="907335"/>
            <a:ext cx="1742681" cy="86207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DE" noProof="1"/>
              <a:t>Pilot &amp; Fluglotse geben Space Walk frei</a:t>
            </a:r>
          </a:p>
        </p:txBody>
      </p:sp>
      <p:sp>
        <p:nvSpPr>
          <p:cNvPr id="2512" name="Google Shape;2512;p97">
            <a:extLst>
              <a:ext uri="{FF2B5EF4-FFF2-40B4-BE49-F238E27FC236}">
                <a16:creationId xmlns:a16="http://schemas.microsoft.com/office/drawing/2014/main" id="{0A045125-BBB9-3F21-7895-72FD8101053E}"/>
              </a:ext>
            </a:extLst>
          </p:cNvPr>
          <p:cNvSpPr txBox="1">
            <a:spLocks noGrp="1"/>
          </p:cNvSpPr>
          <p:nvPr>
            <p:ph type="body" idx="4294967295"/>
          </p:nvPr>
        </p:nvSpPr>
        <p:spPr>
          <a:xfrm>
            <a:off x="1457839" y="1133146"/>
            <a:ext cx="1674000" cy="627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de-DE" noProof="1"/>
              <a:t>Passagier bucht Paket und Zeitslot</a:t>
            </a:r>
          </a:p>
        </p:txBody>
      </p:sp>
      <p:sp>
        <p:nvSpPr>
          <p:cNvPr id="2514" name="Google Shape;2514;p97">
            <a:extLst>
              <a:ext uri="{FF2B5EF4-FFF2-40B4-BE49-F238E27FC236}">
                <a16:creationId xmlns:a16="http://schemas.microsoft.com/office/drawing/2014/main" id="{AB5CD86C-8C62-A403-5667-988E8256310B}"/>
              </a:ext>
            </a:extLst>
          </p:cNvPr>
          <p:cNvSpPr txBox="1">
            <a:spLocks noGrp="1"/>
          </p:cNvSpPr>
          <p:nvPr>
            <p:ph type="body" idx="4294967295"/>
          </p:nvPr>
        </p:nvSpPr>
        <p:spPr>
          <a:xfrm>
            <a:off x="919847" y="3273958"/>
            <a:ext cx="2375608" cy="627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DE" noProof="1"/>
              <a:t>Photograph checkt sich aus &amp; entnimmt Equipment</a:t>
            </a:r>
          </a:p>
        </p:txBody>
      </p:sp>
      <p:sp>
        <p:nvSpPr>
          <p:cNvPr id="2516" name="Google Shape;2516;p97">
            <a:extLst>
              <a:ext uri="{FF2B5EF4-FFF2-40B4-BE49-F238E27FC236}">
                <a16:creationId xmlns:a16="http://schemas.microsoft.com/office/drawing/2014/main" id="{E234EF66-32F4-CC07-62EB-ABB801D43288}"/>
              </a:ext>
            </a:extLst>
          </p:cNvPr>
          <p:cNvSpPr txBox="1">
            <a:spLocks noGrp="1"/>
          </p:cNvSpPr>
          <p:nvPr>
            <p:ph type="body" idx="4294967295"/>
          </p:nvPr>
        </p:nvSpPr>
        <p:spPr>
          <a:xfrm>
            <a:off x="5140551" y="2487113"/>
            <a:ext cx="1674000" cy="627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DE" noProof="1"/>
              <a:t>Flugbegleiter checkt Passagier aus &amp; entnimmt Equipment</a:t>
            </a:r>
          </a:p>
        </p:txBody>
      </p:sp>
      <p:sp>
        <p:nvSpPr>
          <p:cNvPr id="2" name="Google Shape;2508;p97">
            <a:extLst>
              <a:ext uri="{FF2B5EF4-FFF2-40B4-BE49-F238E27FC236}">
                <a16:creationId xmlns:a16="http://schemas.microsoft.com/office/drawing/2014/main" id="{6631C089-3579-9E6E-A125-DDF8169E85BB}"/>
              </a:ext>
            </a:extLst>
          </p:cNvPr>
          <p:cNvSpPr txBox="1">
            <a:spLocks/>
          </p:cNvSpPr>
          <p:nvPr/>
        </p:nvSpPr>
        <p:spPr>
          <a:xfrm>
            <a:off x="2935703" y="2405363"/>
            <a:ext cx="1674000" cy="627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1pPr>
            <a:lvl2pPr marL="914400" marR="0" lvl="1" indent="-317500" algn="l" rtl="0">
              <a:lnSpc>
                <a:spcPct val="107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2pPr>
            <a:lvl3pPr marL="1371600" marR="0" lvl="2"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3pPr>
            <a:lvl4pPr marL="1828800" marR="0" lvl="3"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4pPr>
            <a:lvl5pPr marL="2286000" marR="0" lvl="4"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5pPr>
            <a:lvl6pPr marL="2743200" marR="0" lvl="5"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6pPr>
            <a:lvl7pPr marL="3200400" marR="0" lvl="6"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7pPr>
            <a:lvl8pPr marL="3657600" marR="0" lvl="7"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8pPr>
            <a:lvl9pPr marL="4114800" marR="0" lvl="8" indent="-317500" algn="l" rtl="0">
              <a:lnSpc>
                <a:spcPct val="115000"/>
              </a:lnSpc>
              <a:spcBef>
                <a:spcPts val="1600"/>
              </a:spcBef>
              <a:spcAft>
                <a:spcPts val="160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9pPr>
          </a:lstStyle>
          <a:p>
            <a:pPr marL="0" indent="0" algn="ctr">
              <a:spcAft>
                <a:spcPts val="1600"/>
              </a:spcAft>
              <a:buFont typeface="Titillium Web"/>
              <a:buNone/>
            </a:pPr>
            <a:r>
              <a:rPr lang="de-DE" noProof="1"/>
              <a:t>Pilot bestätigt Buchung</a:t>
            </a:r>
          </a:p>
        </p:txBody>
      </p:sp>
      <p:sp>
        <p:nvSpPr>
          <p:cNvPr id="3" name="Google Shape;2491;p97">
            <a:extLst>
              <a:ext uri="{FF2B5EF4-FFF2-40B4-BE49-F238E27FC236}">
                <a16:creationId xmlns:a16="http://schemas.microsoft.com/office/drawing/2014/main" id="{A3B22F82-29A1-ADFC-DC9E-01C4FBEA2614}"/>
              </a:ext>
            </a:extLst>
          </p:cNvPr>
          <p:cNvSpPr/>
          <p:nvPr/>
        </p:nvSpPr>
        <p:spPr>
          <a:xfrm>
            <a:off x="3134539" y="2030065"/>
            <a:ext cx="158454" cy="140396"/>
          </a:xfrm>
          <a:custGeom>
            <a:avLst/>
            <a:gdLst/>
            <a:ahLst/>
            <a:cxnLst/>
            <a:rect l="l" t="t" r="r" b="b"/>
            <a:pathLst>
              <a:path w="623" h="552" extrusionOk="0">
                <a:moveTo>
                  <a:pt x="314" y="1"/>
                </a:moveTo>
                <a:cubicBezTo>
                  <a:pt x="198" y="1"/>
                  <a:pt x="89" y="73"/>
                  <a:pt x="50" y="191"/>
                </a:cubicBezTo>
                <a:cubicBezTo>
                  <a:pt x="0" y="334"/>
                  <a:pt x="80" y="491"/>
                  <a:pt x="223" y="537"/>
                </a:cubicBezTo>
                <a:cubicBezTo>
                  <a:pt x="251" y="548"/>
                  <a:pt x="284" y="551"/>
                  <a:pt x="311" y="551"/>
                </a:cubicBezTo>
                <a:cubicBezTo>
                  <a:pt x="427" y="551"/>
                  <a:pt x="534" y="480"/>
                  <a:pt x="573" y="367"/>
                </a:cubicBezTo>
                <a:cubicBezTo>
                  <a:pt x="622" y="221"/>
                  <a:pt x="545" y="67"/>
                  <a:pt x="399" y="14"/>
                </a:cubicBezTo>
                <a:cubicBezTo>
                  <a:pt x="371" y="5"/>
                  <a:pt x="342" y="1"/>
                  <a:pt x="3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4" name="Google Shape;2491;p97">
            <a:extLst>
              <a:ext uri="{FF2B5EF4-FFF2-40B4-BE49-F238E27FC236}">
                <a16:creationId xmlns:a16="http://schemas.microsoft.com/office/drawing/2014/main" id="{C645B6B2-4A18-2B61-D516-8443C2B452F6}"/>
              </a:ext>
            </a:extLst>
          </p:cNvPr>
          <p:cNvSpPr/>
          <p:nvPr/>
        </p:nvSpPr>
        <p:spPr>
          <a:xfrm>
            <a:off x="3391609" y="2063552"/>
            <a:ext cx="158454" cy="140396"/>
          </a:xfrm>
          <a:custGeom>
            <a:avLst/>
            <a:gdLst/>
            <a:ahLst/>
            <a:cxnLst/>
            <a:rect l="l" t="t" r="r" b="b"/>
            <a:pathLst>
              <a:path w="623" h="552" extrusionOk="0">
                <a:moveTo>
                  <a:pt x="314" y="1"/>
                </a:moveTo>
                <a:cubicBezTo>
                  <a:pt x="198" y="1"/>
                  <a:pt x="89" y="73"/>
                  <a:pt x="50" y="191"/>
                </a:cubicBezTo>
                <a:cubicBezTo>
                  <a:pt x="0" y="334"/>
                  <a:pt x="80" y="491"/>
                  <a:pt x="223" y="537"/>
                </a:cubicBezTo>
                <a:cubicBezTo>
                  <a:pt x="251" y="548"/>
                  <a:pt x="284" y="551"/>
                  <a:pt x="311" y="551"/>
                </a:cubicBezTo>
                <a:cubicBezTo>
                  <a:pt x="427" y="551"/>
                  <a:pt x="534" y="480"/>
                  <a:pt x="573" y="367"/>
                </a:cubicBezTo>
                <a:cubicBezTo>
                  <a:pt x="622" y="221"/>
                  <a:pt x="545" y="67"/>
                  <a:pt x="399" y="14"/>
                </a:cubicBezTo>
                <a:cubicBezTo>
                  <a:pt x="371" y="5"/>
                  <a:pt x="342" y="1"/>
                  <a:pt x="3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6" name="Google Shape;2500;p97">
            <a:extLst>
              <a:ext uri="{FF2B5EF4-FFF2-40B4-BE49-F238E27FC236}">
                <a16:creationId xmlns:a16="http://schemas.microsoft.com/office/drawing/2014/main" id="{CF87D53E-1B01-92BC-FB68-73EA2E6E0B78}"/>
              </a:ext>
            </a:extLst>
          </p:cNvPr>
          <p:cNvSpPr/>
          <p:nvPr/>
        </p:nvSpPr>
        <p:spPr>
          <a:xfrm>
            <a:off x="3792685" y="4065614"/>
            <a:ext cx="146500" cy="140396"/>
          </a:xfrm>
          <a:custGeom>
            <a:avLst/>
            <a:gdLst/>
            <a:ahLst/>
            <a:cxnLst/>
            <a:rect l="l" t="t" r="r" b="b"/>
            <a:pathLst>
              <a:path w="576" h="552" extrusionOk="0">
                <a:moveTo>
                  <a:pt x="296" y="1"/>
                </a:moveTo>
                <a:cubicBezTo>
                  <a:pt x="151" y="1"/>
                  <a:pt x="25" y="108"/>
                  <a:pt x="14" y="254"/>
                </a:cubicBezTo>
                <a:cubicBezTo>
                  <a:pt x="1" y="406"/>
                  <a:pt x="111" y="538"/>
                  <a:pt x="268" y="552"/>
                </a:cubicBezTo>
                <a:lnTo>
                  <a:pt x="287" y="552"/>
                </a:lnTo>
                <a:cubicBezTo>
                  <a:pt x="430" y="552"/>
                  <a:pt x="548" y="447"/>
                  <a:pt x="562" y="299"/>
                </a:cubicBezTo>
                <a:cubicBezTo>
                  <a:pt x="576" y="150"/>
                  <a:pt x="463" y="15"/>
                  <a:pt x="312" y="1"/>
                </a:cubicBezTo>
                <a:cubicBezTo>
                  <a:pt x="306" y="1"/>
                  <a:pt x="301" y="1"/>
                  <a:pt x="2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7" name="Google Shape;2501;p97">
            <a:extLst>
              <a:ext uri="{FF2B5EF4-FFF2-40B4-BE49-F238E27FC236}">
                <a16:creationId xmlns:a16="http://schemas.microsoft.com/office/drawing/2014/main" id="{57E4E1F9-980D-B525-C919-3D960DD0D050}"/>
              </a:ext>
            </a:extLst>
          </p:cNvPr>
          <p:cNvSpPr/>
          <p:nvPr/>
        </p:nvSpPr>
        <p:spPr>
          <a:xfrm>
            <a:off x="4459434" y="4325678"/>
            <a:ext cx="146500" cy="139887"/>
          </a:xfrm>
          <a:custGeom>
            <a:avLst/>
            <a:gdLst/>
            <a:ahLst/>
            <a:cxnLst/>
            <a:rect l="l" t="t" r="r" b="b"/>
            <a:pathLst>
              <a:path w="576" h="550" extrusionOk="0">
                <a:moveTo>
                  <a:pt x="287" y="0"/>
                </a:moveTo>
                <a:cubicBezTo>
                  <a:pt x="148" y="0"/>
                  <a:pt x="27" y="109"/>
                  <a:pt x="14" y="252"/>
                </a:cubicBezTo>
                <a:cubicBezTo>
                  <a:pt x="0" y="404"/>
                  <a:pt x="116" y="536"/>
                  <a:pt x="267" y="549"/>
                </a:cubicBezTo>
                <a:lnTo>
                  <a:pt x="289" y="549"/>
                </a:lnTo>
                <a:cubicBezTo>
                  <a:pt x="432" y="549"/>
                  <a:pt x="551" y="442"/>
                  <a:pt x="562" y="299"/>
                </a:cubicBezTo>
                <a:cubicBezTo>
                  <a:pt x="576" y="148"/>
                  <a:pt x="463" y="15"/>
                  <a:pt x="311" y="2"/>
                </a:cubicBezTo>
                <a:cubicBezTo>
                  <a:pt x="303" y="1"/>
                  <a:pt x="295" y="0"/>
                  <a:pt x="2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8" name="Google Shape;2504;p97">
            <a:extLst>
              <a:ext uri="{FF2B5EF4-FFF2-40B4-BE49-F238E27FC236}">
                <a16:creationId xmlns:a16="http://schemas.microsoft.com/office/drawing/2014/main" id="{2833D8EA-1E07-BEE4-ED7F-C783EE9F4BAC}"/>
              </a:ext>
            </a:extLst>
          </p:cNvPr>
          <p:cNvSpPr/>
          <p:nvPr/>
        </p:nvSpPr>
        <p:spPr>
          <a:xfrm>
            <a:off x="4779085" y="4332507"/>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 name="Google Shape;2485;p97">
            <a:extLst>
              <a:ext uri="{FF2B5EF4-FFF2-40B4-BE49-F238E27FC236}">
                <a16:creationId xmlns:a16="http://schemas.microsoft.com/office/drawing/2014/main" id="{FC8F1095-0BDD-7978-DC44-AE453B1D87BB}"/>
              </a:ext>
            </a:extLst>
          </p:cNvPr>
          <p:cNvSpPr/>
          <p:nvPr/>
        </p:nvSpPr>
        <p:spPr>
          <a:xfrm>
            <a:off x="4066653" y="4154096"/>
            <a:ext cx="280283" cy="280283"/>
          </a:xfrm>
          <a:custGeom>
            <a:avLst/>
            <a:gdLst/>
            <a:ahLst/>
            <a:cxnLst/>
            <a:rect l="l" t="t" r="r" b="b"/>
            <a:pathLst>
              <a:path w="1102" h="1102" extrusionOk="0">
                <a:moveTo>
                  <a:pt x="551" y="1"/>
                </a:moveTo>
                <a:cubicBezTo>
                  <a:pt x="249" y="1"/>
                  <a:pt x="1" y="249"/>
                  <a:pt x="1" y="551"/>
                </a:cubicBezTo>
                <a:cubicBezTo>
                  <a:pt x="1" y="854"/>
                  <a:pt x="249" y="1102"/>
                  <a:pt x="551" y="1102"/>
                </a:cubicBezTo>
                <a:cubicBezTo>
                  <a:pt x="854" y="1102"/>
                  <a:pt x="1102" y="854"/>
                  <a:pt x="1102" y="551"/>
                </a:cubicBezTo>
                <a:cubicBezTo>
                  <a:pt x="1102" y="249"/>
                  <a:pt x="854" y="1"/>
                  <a:pt x="5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 name="Google Shape;2516;p97">
            <a:extLst>
              <a:ext uri="{FF2B5EF4-FFF2-40B4-BE49-F238E27FC236}">
                <a16:creationId xmlns:a16="http://schemas.microsoft.com/office/drawing/2014/main" id="{C3F75B7D-53C7-A823-6616-BD02DAD6F93A}"/>
              </a:ext>
            </a:extLst>
          </p:cNvPr>
          <p:cNvSpPr txBox="1">
            <a:spLocks/>
          </p:cNvSpPr>
          <p:nvPr/>
        </p:nvSpPr>
        <p:spPr>
          <a:xfrm>
            <a:off x="3284352" y="4427441"/>
            <a:ext cx="2431517" cy="627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1pPr>
            <a:lvl2pPr marL="914400" marR="0" lvl="1" indent="-317500" algn="l" rtl="0">
              <a:lnSpc>
                <a:spcPct val="107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2pPr>
            <a:lvl3pPr marL="1371600" marR="0" lvl="2"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3pPr>
            <a:lvl4pPr marL="1828800" marR="0" lvl="3"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4pPr>
            <a:lvl5pPr marL="2286000" marR="0" lvl="4"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5pPr>
            <a:lvl6pPr marL="2743200" marR="0" lvl="5"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6pPr>
            <a:lvl7pPr marL="3200400" marR="0" lvl="6"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7pPr>
            <a:lvl8pPr marL="3657600" marR="0" lvl="7"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8pPr>
            <a:lvl9pPr marL="4114800" marR="0" lvl="8" indent="-317500" algn="l" rtl="0">
              <a:lnSpc>
                <a:spcPct val="115000"/>
              </a:lnSpc>
              <a:spcBef>
                <a:spcPts val="1600"/>
              </a:spcBef>
              <a:spcAft>
                <a:spcPts val="160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9pPr>
          </a:lstStyle>
          <a:p>
            <a:pPr marL="0" indent="0">
              <a:spcAft>
                <a:spcPts val="1600"/>
              </a:spcAft>
              <a:buFont typeface="Titillium Web"/>
              <a:buNone/>
            </a:pPr>
            <a:r>
              <a:rPr lang="de-DE" noProof="1"/>
              <a:t>Flugbegleiter updatet Pilot über Space Walk</a:t>
            </a:r>
          </a:p>
        </p:txBody>
      </p:sp>
      <p:sp>
        <p:nvSpPr>
          <p:cNvPr id="11" name="Google Shape;2504;p97">
            <a:extLst>
              <a:ext uri="{FF2B5EF4-FFF2-40B4-BE49-F238E27FC236}">
                <a16:creationId xmlns:a16="http://schemas.microsoft.com/office/drawing/2014/main" id="{D82CE28D-3DCC-EBDD-39D6-810491C615F2}"/>
              </a:ext>
            </a:extLst>
          </p:cNvPr>
          <p:cNvSpPr/>
          <p:nvPr/>
        </p:nvSpPr>
        <p:spPr>
          <a:xfrm>
            <a:off x="5055470" y="4345425"/>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 name="Google Shape;2504;p97">
            <a:extLst>
              <a:ext uri="{FF2B5EF4-FFF2-40B4-BE49-F238E27FC236}">
                <a16:creationId xmlns:a16="http://schemas.microsoft.com/office/drawing/2014/main" id="{4ED15C56-2500-E481-6D40-A5B4B79F1F60}"/>
              </a:ext>
            </a:extLst>
          </p:cNvPr>
          <p:cNvSpPr/>
          <p:nvPr/>
        </p:nvSpPr>
        <p:spPr>
          <a:xfrm>
            <a:off x="5703815" y="4311849"/>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 name="Google Shape;2504;p97">
            <a:extLst>
              <a:ext uri="{FF2B5EF4-FFF2-40B4-BE49-F238E27FC236}">
                <a16:creationId xmlns:a16="http://schemas.microsoft.com/office/drawing/2014/main" id="{5630CE57-0CEF-516B-CEEB-AA875277914C}"/>
              </a:ext>
            </a:extLst>
          </p:cNvPr>
          <p:cNvSpPr/>
          <p:nvPr/>
        </p:nvSpPr>
        <p:spPr>
          <a:xfrm>
            <a:off x="5360270" y="4324760"/>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 name="Google Shape;2504;p97">
            <a:extLst>
              <a:ext uri="{FF2B5EF4-FFF2-40B4-BE49-F238E27FC236}">
                <a16:creationId xmlns:a16="http://schemas.microsoft.com/office/drawing/2014/main" id="{AF348D4D-1C7F-1F96-E165-810AAE51DB44}"/>
              </a:ext>
            </a:extLst>
          </p:cNvPr>
          <p:cNvSpPr/>
          <p:nvPr/>
        </p:nvSpPr>
        <p:spPr>
          <a:xfrm>
            <a:off x="6057693" y="4216281"/>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 name="Google Shape;2481;p97">
            <a:extLst>
              <a:ext uri="{FF2B5EF4-FFF2-40B4-BE49-F238E27FC236}">
                <a16:creationId xmlns:a16="http://schemas.microsoft.com/office/drawing/2014/main" id="{0D2CBA71-360A-F71A-7F75-7C57D6D3C636}"/>
              </a:ext>
            </a:extLst>
          </p:cNvPr>
          <p:cNvSpPr/>
          <p:nvPr/>
        </p:nvSpPr>
        <p:spPr>
          <a:xfrm>
            <a:off x="6219057" y="3732922"/>
            <a:ext cx="420424" cy="420424"/>
          </a:xfrm>
          <a:custGeom>
            <a:avLst/>
            <a:gdLst/>
            <a:ahLst/>
            <a:cxnLst/>
            <a:rect l="l" t="t" r="r" b="b"/>
            <a:pathLst>
              <a:path w="1653" h="1653" extrusionOk="0">
                <a:moveTo>
                  <a:pt x="826" y="0"/>
                </a:moveTo>
                <a:cubicBezTo>
                  <a:pt x="369" y="0"/>
                  <a:pt x="0" y="369"/>
                  <a:pt x="0" y="826"/>
                </a:cubicBezTo>
                <a:cubicBezTo>
                  <a:pt x="0" y="1283"/>
                  <a:pt x="369" y="1652"/>
                  <a:pt x="826" y="1652"/>
                </a:cubicBezTo>
                <a:cubicBezTo>
                  <a:pt x="1283" y="1652"/>
                  <a:pt x="1652" y="1283"/>
                  <a:pt x="1652" y="826"/>
                </a:cubicBezTo>
                <a:cubicBezTo>
                  <a:pt x="1652" y="369"/>
                  <a:pt x="1283" y="0"/>
                  <a:pt x="8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 name="Google Shape;2516;p97">
            <a:extLst>
              <a:ext uri="{FF2B5EF4-FFF2-40B4-BE49-F238E27FC236}">
                <a16:creationId xmlns:a16="http://schemas.microsoft.com/office/drawing/2014/main" id="{7121A1E8-9A2B-CA6C-C119-CD6F25A55AA7}"/>
              </a:ext>
            </a:extLst>
          </p:cNvPr>
          <p:cNvSpPr txBox="1">
            <a:spLocks/>
          </p:cNvSpPr>
          <p:nvPr/>
        </p:nvSpPr>
        <p:spPr>
          <a:xfrm>
            <a:off x="6389956" y="4113641"/>
            <a:ext cx="2431517" cy="627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1pPr>
            <a:lvl2pPr marL="914400" marR="0" lvl="1" indent="-317500" algn="l" rtl="0">
              <a:lnSpc>
                <a:spcPct val="107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2pPr>
            <a:lvl3pPr marL="1371600" marR="0" lvl="2"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3pPr>
            <a:lvl4pPr marL="1828800" marR="0" lvl="3"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4pPr>
            <a:lvl5pPr marL="2286000" marR="0" lvl="4"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5pPr>
            <a:lvl6pPr marL="2743200" marR="0" lvl="5"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6pPr>
            <a:lvl7pPr marL="3200400" marR="0" lvl="6"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7pPr>
            <a:lvl8pPr marL="3657600" marR="0" lvl="7"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8pPr>
            <a:lvl9pPr marL="4114800" marR="0" lvl="8" indent="-317500" algn="l" rtl="0">
              <a:lnSpc>
                <a:spcPct val="115000"/>
              </a:lnSpc>
              <a:spcBef>
                <a:spcPts val="1600"/>
              </a:spcBef>
              <a:spcAft>
                <a:spcPts val="160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9pPr>
          </a:lstStyle>
          <a:p>
            <a:pPr marL="0" indent="0">
              <a:spcAft>
                <a:spcPts val="1600"/>
              </a:spcAft>
              <a:buFont typeface="Titillium Web"/>
              <a:buNone/>
            </a:pPr>
            <a:r>
              <a:rPr lang="de-DE" noProof="1"/>
              <a:t>Flugbegleiter checkt Passagier &amp; Equipment ein</a:t>
            </a:r>
          </a:p>
        </p:txBody>
      </p:sp>
      <p:sp>
        <p:nvSpPr>
          <p:cNvPr id="17" name="Google Shape;2504;p97">
            <a:extLst>
              <a:ext uri="{FF2B5EF4-FFF2-40B4-BE49-F238E27FC236}">
                <a16:creationId xmlns:a16="http://schemas.microsoft.com/office/drawing/2014/main" id="{205006B1-CC39-F392-0A54-8DBF2EF2D32D}"/>
              </a:ext>
            </a:extLst>
          </p:cNvPr>
          <p:cNvSpPr/>
          <p:nvPr/>
        </p:nvSpPr>
        <p:spPr>
          <a:xfrm>
            <a:off x="6644290" y="3534731"/>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 name="Google Shape;2504;p97">
            <a:extLst>
              <a:ext uri="{FF2B5EF4-FFF2-40B4-BE49-F238E27FC236}">
                <a16:creationId xmlns:a16="http://schemas.microsoft.com/office/drawing/2014/main" id="{0AEC24D6-5522-B72D-BC86-72C52081574C}"/>
              </a:ext>
            </a:extLst>
          </p:cNvPr>
          <p:cNvSpPr/>
          <p:nvPr/>
        </p:nvSpPr>
        <p:spPr>
          <a:xfrm>
            <a:off x="6799476" y="3249919"/>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 name="Google Shape;2504;p97">
            <a:extLst>
              <a:ext uri="{FF2B5EF4-FFF2-40B4-BE49-F238E27FC236}">
                <a16:creationId xmlns:a16="http://schemas.microsoft.com/office/drawing/2014/main" id="{1E7DDCB0-4CF7-A146-C073-41ADB3C7AE35}"/>
              </a:ext>
            </a:extLst>
          </p:cNvPr>
          <p:cNvSpPr/>
          <p:nvPr/>
        </p:nvSpPr>
        <p:spPr>
          <a:xfrm>
            <a:off x="6986446" y="2892822"/>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0" name="Google Shape;2504;p97">
            <a:extLst>
              <a:ext uri="{FF2B5EF4-FFF2-40B4-BE49-F238E27FC236}">
                <a16:creationId xmlns:a16="http://schemas.microsoft.com/office/drawing/2014/main" id="{31EF1FF7-19FF-6077-22D6-36BA2C6AAE0E}"/>
              </a:ext>
            </a:extLst>
          </p:cNvPr>
          <p:cNvSpPr/>
          <p:nvPr/>
        </p:nvSpPr>
        <p:spPr>
          <a:xfrm>
            <a:off x="7080445" y="2591671"/>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1" name="Google Shape;2485;p97">
            <a:extLst>
              <a:ext uri="{FF2B5EF4-FFF2-40B4-BE49-F238E27FC236}">
                <a16:creationId xmlns:a16="http://schemas.microsoft.com/office/drawing/2014/main" id="{5C04E9CD-5902-C9B0-2E50-40459173C703}"/>
              </a:ext>
            </a:extLst>
          </p:cNvPr>
          <p:cNvSpPr/>
          <p:nvPr/>
        </p:nvSpPr>
        <p:spPr>
          <a:xfrm>
            <a:off x="7080445" y="2221396"/>
            <a:ext cx="280283" cy="280283"/>
          </a:xfrm>
          <a:custGeom>
            <a:avLst/>
            <a:gdLst/>
            <a:ahLst/>
            <a:cxnLst/>
            <a:rect l="l" t="t" r="r" b="b"/>
            <a:pathLst>
              <a:path w="1102" h="1102" extrusionOk="0">
                <a:moveTo>
                  <a:pt x="551" y="1"/>
                </a:moveTo>
                <a:cubicBezTo>
                  <a:pt x="249" y="1"/>
                  <a:pt x="1" y="249"/>
                  <a:pt x="1" y="551"/>
                </a:cubicBezTo>
                <a:cubicBezTo>
                  <a:pt x="1" y="854"/>
                  <a:pt x="249" y="1102"/>
                  <a:pt x="551" y="1102"/>
                </a:cubicBezTo>
                <a:cubicBezTo>
                  <a:pt x="854" y="1102"/>
                  <a:pt x="1102" y="854"/>
                  <a:pt x="1102" y="551"/>
                </a:cubicBezTo>
                <a:cubicBezTo>
                  <a:pt x="1102" y="249"/>
                  <a:pt x="854" y="1"/>
                  <a:pt x="5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2" name="Google Shape;2516;p97">
            <a:extLst>
              <a:ext uri="{FF2B5EF4-FFF2-40B4-BE49-F238E27FC236}">
                <a16:creationId xmlns:a16="http://schemas.microsoft.com/office/drawing/2014/main" id="{0405B49B-3E4E-6996-758E-A59991C3EE01}"/>
              </a:ext>
            </a:extLst>
          </p:cNvPr>
          <p:cNvSpPr txBox="1">
            <a:spLocks/>
          </p:cNvSpPr>
          <p:nvPr/>
        </p:nvSpPr>
        <p:spPr>
          <a:xfrm>
            <a:off x="7216770" y="2442250"/>
            <a:ext cx="1780899" cy="627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1pPr>
            <a:lvl2pPr marL="914400" marR="0" lvl="1" indent="-317500" algn="l" rtl="0">
              <a:lnSpc>
                <a:spcPct val="107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2pPr>
            <a:lvl3pPr marL="1371600" marR="0" lvl="2"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3pPr>
            <a:lvl4pPr marL="1828800" marR="0" lvl="3"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4pPr>
            <a:lvl5pPr marL="2286000" marR="0" lvl="4"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5pPr>
            <a:lvl6pPr marL="2743200" marR="0" lvl="5"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6pPr>
            <a:lvl7pPr marL="3200400" marR="0" lvl="6"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7pPr>
            <a:lvl8pPr marL="3657600" marR="0" lvl="7"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8pPr>
            <a:lvl9pPr marL="4114800" marR="0" lvl="8" indent="-317500" algn="l" rtl="0">
              <a:lnSpc>
                <a:spcPct val="115000"/>
              </a:lnSpc>
              <a:spcBef>
                <a:spcPts val="1600"/>
              </a:spcBef>
              <a:spcAft>
                <a:spcPts val="160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9pPr>
          </a:lstStyle>
          <a:p>
            <a:pPr marL="0" indent="0">
              <a:spcAft>
                <a:spcPts val="1600"/>
              </a:spcAft>
              <a:buFont typeface="Titillium Web"/>
              <a:buNone/>
            </a:pPr>
            <a:r>
              <a:rPr lang="de-DE" noProof="1"/>
              <a:t>Photograph checkt sich &amp; Equipment ein</a:t>
            </a:r>
          </a:p>
        </p:txBody>
      </p:sp>
      <p:sp>
        <p:nvSpPr>
          <p:cNvPr id="23" name="Google Shape;2504;p97">
            <a:extLst>
              <a:ext uri="{FF2B5EF4-FFF2-40B4-BE49-F238E27FC236}">
                <a16:creationId xmlns:a16="http://schemas.microsoft.com/office/drawing/2014/main" id="{97A52963-65AD-6AA4-6D4E-E71FE169D5C7}"/>
              </a:ext>
            </a:extLst>
          </p:cNvPr>
          <p:cNvSpPr/>
          <p:nvPr/>
        </p:nvSpPr>
        <p:spPr>
          <a:xfrm>
            <a:off x="7216770" y="1991263"/>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4" name="Google Shape;2504;p97">
            <a:extLst>
              <a:ext uri="{FF2B5EF4-FFF2-40B4-BE49-F238E27FC236}">
                <a16:creationId xmlns:a16="http://schemas.microsoft.com/office/drawing/2014/main" id="{8E5B67D1-B1C6-2ADA-A7BD-625BF255200C}"/>
              </a:ext>
            </a:extLst>
          </p:cNvPr>
          <p:cNvSpPr/>
          <p:nvPr/>
        </p:nvSpPr>
        <p:spPr>
          <a:xfrm>
            <a:off x="7314219" y="1725197"/>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5" name="Google Shape;2504;p97">
            <a:extLst>
              <a:ext uri="{FF2B5EF4-FFF2-40B4-BE49-F238E27FC236}">
                <a16:creationId xmlns:a16="http://schemas.microsoft.com/office/drawing/2014/main" id="{1873E0BC-CAF5-F438-12D4-F2648BE74047}"/>
              </a:ext>
            </a:extLst>
          </p:cNvPr>
          <p:cNvSpPr/>
          <p:nvPr/>
        </p:nvSpPr>
        <p:spPr>
          <a:xfrm>
            <a:off x="7406539" y="1440274"/>
            <a:ext cx="139633" cy="140141"/>
          </a:xfrm>
          <a:custGeom>
            <a:avLst/>
            <a:gdLst/>
            <a:ahLst/>
            <a:cxnLst/>
            <a:rect l="l" t="t" r="r" b="b"/>
            <a:pathLst>
              <a:path w="549" h="551" extrusionOk="0">
                <a:moveTo>
                  <a:pt x="276" y="0"/>
                </a:moveTo>
                <a:cubicBezTo>
                  <a:pt x="122" y="0"/>
                  <a:pt x="1" y="124"/>
                  <a:pt x="1" y="275"/>
                </a:cubicBezTo>
                <a:cubicBezTo>
                  <a:pt x="1" y="427"/>
                  <a:pt x="122" y="551"/>
                  <a:pt x="276" y="551"/>
                </a:cubicBezTo>
                <a:cubicBezTo>
                  <a:pt x="427" y="551"/>
                  <a:pt x="548" y="427"/>
                  <a:pt x="548" y="275"/>
                </a:cubicBezTo>
                <a:cubicBezTo>
                  <a:pt x="548" y="124"/>
                  <a:pt x="427" y="0"/>
                  <a:pt x="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6" name="Google Shape;2481;p97">
            <a:extLst>
              <a:ext uri="{FF2B5EF4-FFF2-40B4-BE49-F238E27FC236}">
                <a16:creationId xmlns:a16="http://schemas.microsoft.com/office/drawing/2014/main" id="{89D4D0D1-4233-0860-F6E1-B86D2C616760}"/>
              </a:ext>
            </a:extLst>
          </p:cNvPr>
          <p:cNvSpPr/>
          <p:nvPr/>
        </p:nvSpPr>
        <p:spPr>
          <a:xfrm>
            <a:off x="7472129" y="956440"/>
            <a:ext cx="420424" cy="420424"/>
          </a:xfrm>
          <a:custGeom>
            <a:avLst/>
            <a:gdLst/>
            <a:ahLst/>
            <a:cxnLst/>
            <a:rect l="l" t="t" r="r" b="b"/>
            <a:pathLst>
              <a:path w="1653" h="1653" extrusionOk="0">
                <a:moveTo>
                  <a:pt x="826" y="0"/>
                </a:moveTo>
                <a:cubicBezTo>
                  <a:pt x="369" y="0"/>
                  <a:pt x="0" y="369"/>
                  <a:pt x="0" y="826"/>
                </a:cubicBezTo>
                <a:cubicBezTo>
                  <a:pt x="0" y="1283"/>
                  <a:pt x="369" y="1652"/>
                  <a:pt x="826" y="1652"/>
                </a:cubicBezTo>
                <a:cubicBezTo>
                  <a:pt x="1283" y="1652"/>
                  <a:pt x="1652" y="1283"/>
                  <a:pt x="1652" y="826"/>
                </a:cubicBezTo>
                <a:cubicBezTo>
                  <a:pt x="1652" y="369"/>
                  <a:pt x="1283" y="0"/>
                  <a:pt x="8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27" name="Google Shape;2516;p97">
            <a:extLst>
              <a:ext uri="{FF2B5EF4-FFF2-40B4-BE49-F238E27FC236}">
                <a16:creationId xmlns:a16="http://schemas.microsoft.com/office/drawing/2014/main" id="{4D880831-733B-41BB-8644-CB98B2671EE6}"/>
              </a:ext>
            </a:extLst>
          </p:cNvPr>
          <p:cNvSpPr txBox="1">
            <a:spLocks/>
          </p:cNvSpPr>
          <p:nvPr/>
        </p:nvSpPr>
        <p:spPr>
          <a:xfrm>
            <a:off x="7560863" y="1286179"/>
            <a:ext cx="1674001" cy="627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1pPr>
            <a:lvl2pPr marL="914400" marR="0" lvl="1" indent="-317500" algn="l" rtl="0">
              <a:lnSpc>
                <a:spcPct val="107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2pPr>
            <a:lvl3pPr marL="1371600" marR="0" lvl="2"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3pPr>
            <a:lvl4pPr marL="1828800" marR="0" lvl="3"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4pPr>
            <a:lvl5pPr marL="2286000" marR="0" lvl="4"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5pPr>
            <a:lvl6pPr marL="2743200" marR="0" lvl="5"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6pPr>
            <a:lvl7pPr marL="3200400" marR="0" lvl="6"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7pPr>
            <a:lvl8pPr marL="3657600" marR="0" lvl="7" indent="-317500" algn="l" rtl="0">
              <a:lnSpc>
                <a:spcPct val="115000"/>
              </a:lnSpc>
              <a:spcBef>
                <a:spcPts val="1600"/>
              </a:spcBef>
              <a:spcAft>
                <a:spcPts val="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8pPr>
            <a:lvl9pPr marL="4114800" marR="0" lvl="8" indent="-317500" algn="l" rtl="0">
              <a:lnSpc>
                <a:spcPct val="115000"/>
              </a:lnSpc>
              <a:spcBef>
                <a:spcPts val="1600"/>
              </a:spcBef>
              <a:spcAft>
                <a:spcPts val="1600"/>
              </a:spcAft>
              <a:buClr>
                <a:schemeClr val="dk2"/>
              </a:buClr>
              <a:buSzPts val="1400"/>
              <a:buFont typeface="Titillium Web"/>
              <a:buChar char="■"/>
              <a:defRPr sz="1400" b="0" i="0" u="none" strike="noStrike" cap="none">
                <a:solidFill>
                  <a:schemeClr val="dk2"/>
                </a:solidFill>
                <a:latin typeface="Titillium Web"/>
                <a:ea typeface="Titillium Web"/>
                <a:cs typeface="Titillium Web"/>
                <a:sym typeface="Titillium Web"/>
              </a:defRPr>
            </a:lvl9pPr>
          </a:lstStyle>
          <a:p>
            <a:pPr marL="0" indent="0">
              <a:spcAft>
                <a:spcPts val="1600"/>
              </a:spcAft>
              <a:buFont typeface="Titillium Web"/>
              <a:buNone/>
            </a:pPr>
            <a:r>
              <a:rPr lang="de-DE" noProof="1"/>
              <a:t>Passagier füllt Umfrage aus</a:t>
            </a:r>
          </a:p>
        </p:txBody>
      </p:sp>
    </p:spTree>
    <p:extLst>
      <p:ext uri="{BB962C8B-B14F-4D97-AF65-F5344CB8AC3E}">
        <p14:creationId xmlns:p14="http://schemas.microsoft.com/office/powerpoint/2010/main" val="81865696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1797">
          <a:extLst>
            <a:ext uri="{FF2B5EF4-FFF2-40B4-BE49-F238E27FC236}">
              <a16:creationId xmlns:a16="http://schemas.microsoft.com/office/drawing/2014/main" id="{5431739E-296D-4B3E-8DF4-7A1860D54C4D}"/>
            </a:ext>
          </a:extLst>
        </p:cNvPr>
        <p:cNvGrpSpPr/>
        <p:nvPr/>
      </p:nvGrpSpPr>
      <p:grpSpPr>
        <a:xfrm>
          <a:off x="0" y="0"/>
          <a:ext cx="0" cy="0"/>
          <a:chOff x="0" y="0"/>
          <a:chExt cx="0" cy="0"/>
        </a:xfrm>
      </p:grpSpPr>
      <p:grpSp>
        <p:nvGrpSpPr>
          <p:cNvPr id="1798" name="Google Shape;1798;p83">
            <a:extLst>
              <a:ext uri="{FF2B5EF4-FFF2-40B4-BE49-F238E27FC236}">
                <a16:creationId xmlns:a16="http://schemas.microsoft.com/office/drawing/2014/main" id="{6EA1BEE2-C5DA-C580-50EF-CA225C876F1E}"/>
              </a:ext>
            </a:extLst>
          </p:cNvPr>
          <p:cNvGrpSpPr/>
          <p:nvPr/>
        </p:nvGrpSpPr>
        <p:grpSpPr>
          <a:xfrm>
            <a:off x="5625993" y="1244713"/>
            <a:ext cx="3247800" cy="3247800"/>
            <a:chOff x="2948100" y="1244713"/>
            <a:chExt cx="3247800" cy="3247800"/>
          </a:xfrm>
        </p:grpSpPr>
        <p:sp>
          <p:nvSpPr>
            <p:cNvPr id="1799" name="Google Shape;1799;p83">
              <a:extLst>
                <a:ext uri="{FF2B5EF4-FFF2-40B4-BE49-F238E27FC236}">
                  <a16:creationId xmlns:a16="http://schemas.microsoft.com/office/drawing/2014/main" id="{055FD217-E20E-1DBB-CB1D-D02118473300}"/>
                </a:ext>
              </a:extLst>
            </p:cNvPr>
            <p:cNvSpPr/>
            <p:nvPr/>
          </p:nvSpPr>
          <p:spPr>
            <a:xfrm>
              <a:off x="3138600" y="1435225"/>
              <a:ext cx="2866800" cy="2866800"/>
            </a:xfrm>
            <a:prstGeom prst="ellipse">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0" name="Google Shape;1800;p83">
              <a:extLst>
                <a:ext uri="{FF2B5EF4-FFF2-40B4-BE49-F238E27FC236}">
                  <a16:creationId xmlns:a16="http://schemas.microsoft.com/office/drawing/2014/main" id="{379ACAF3-63DB-788B-EDE0-F33BE8B9CF5B}"/>
                </a:ext>
              </a:extLst>
            </p:cNvPr>
            <p:cNvSpPr/>
            <p:nvPr/>
          </p:nvSpPr>
          <p:spPr>
            <a:xfrm>
              <a:off x="3024300" y="1320925"/>
              <a:ext cx="3095400" cy="3095400"/>
            </a:xfrm>
            <a:prstGeom prst="ellipse">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1" name="Google Shape;1801;p83">
              <a:extLst>
                <a:ext uri="{FF2B5EF4-FFF2-40B4-BE49-F238E27FC236}">
                  <a16:creationId xmlns:a16="http://schemas.microsoft.com/office/drawing/2014/main" id="{F26EF389-96D5-A503-7443-866AADAC0648}"/>
                </a:ext>
              </a:extLst>
            </p:cNvPr>
            <p:cNvSpPr/>
            <p:nvPr/>
          </p:nvSpPr>
          <p:spPr>
            <a:xfrm>
              <a:off x="2948100" y="1244713"/>
              <a:ext cx="3247800" cy="3247800"/>
            </a:xfrm>
            <a:prstGeom prst="ellipse">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1803" name="Google Shape;1803;p83">
            <a:extLst>
              <a:ext uri="{FF2B5EF4-FFF2-40B4-BE49-F238E27FC236}">
                <a16:creationId xmlns:a16="http://schemas.microsoft.com/office/drawing/2014/main" id="{8ED0EF4E-91C7-FBDA-10F6-041AD1D11B38}"/>
              </a:ext>
            </a:extLst>
          </p:cNvPr>
          <p:cNvSpPr/>
          <p:nvPr/>
        </p:nvSpPr>
        <p:spPr>
          <a:xfrm>
            <a:off x="7352560" y="2783420"/>
            <a:ext cx="437513" cy="544643"/>
          </a:xfrm>
          <a:custGeom>
            <a:avLst/>
            <a:gdLst/>
            <a:ahLst/>
            <a:cxnLst/>
            <a:rect l="l" t="t" r="r" b="b"/>
            <a:pathLst>
              <a:path w="19615" h="24418" extrusionOk="0">
                <a:moveTo>
                  <a:pt x="7672" y="1"/>
                </a:moveTo>
                <a:lnTo>
                  <a:pt x="0" y="6639"/>
                </a:lnTo>
                <a:cubicBezTo>
                  <a:pt x="0" y="6639"/>
                  <a:pt x="10741" y="14511"/>
                  <a:pt x="10174" y="16012"/>
                </a:cubicBezTo>
                <a:cubicBezTo>
                  <a:pt x="9607" y="17480"/>
                  <a:pt x="67" y="20849"/>
                  <a:pt x="67" y="20849"/>
                </a:cubicBezTo>
                <a:lnTo>
                  <a:pt x="1668" y="24418"/>
                </a:lnTo>
                <a:cubicBezTo>
                  <a:pt x="1668" y="24418"/>
                  <a:pt x="14711" y="22483"/>
                  <a:pt x="16779" y="18314"/>
                </a:cubicBezTo>
                <a:cubicBezTo>
                  <a:pt x="19614" y="12643"/>
                  <a:pt x="9040" y="734"/>
                  <a:pt x="7672"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4" name="Google Shape;1804;p83">
            <a:extLst>
              <a:ext uri="{FF2B5EF4-FFF2-40B4-BE49-F238E27FC236}">
                <a16:creationId xmlns:a16="http://schemas.microsoft.com/office/drawing/2014/main" id="{EB59453C-83D9-1592-AFB8-F0D751CE8020}"/>
              </a:ext>
            </a:extLst>
          </p:cNvPr>
          <p:cNvSpPr/>
          <p:nvPr/>
        </p:nvSpPr>
        <p:spPr>
          <a:xfrm>
            <a:off x="7352560" y="2783420"/>
            <a:ext cx="437513" cy="544643"/>
          </a:xfrm>
          <a:custGeom>
            <a:avLst/>
            <a:gdLst/>
            <a:ahLst/>
            <a:cxnLst/>
            <a:rect l="l" t="t" r="r" b="b"/>
            <a:pathLst>
              <a:path w="19615" h="24418" extrusionOk="0">
                <a:moveTo>
                  <a:pt x="7672" y="1"/>
                </a:moveTo>
                <a:lnTo>
                  <a:pt x="0" y="6639"/>
                </a:lnTo>
                <a:cubicBezTo>
                  <a:pt x="0" y="6639"/>
                  <a:pt x="10741" y="14511"/>
                  <a:pt x="10174" y="16012"/>
                </a:cubicBezTo>
                <a:cubicBezTo>
                  <a:pt x="9607" y="17480"/>
                  <a:pt x="67" y="20849"/>
                  <a:pt x="67" y="20849"/>
                </a:cubicBezTo>
                <a:lnTo>
                  <a:pt x="1668" y="24418"/>
                </a:lnTo>
                <a:cubicBezTo>
                  <a:pt x="1668" y="24418"/>
                  <a:pt x="14711" y="22483"/>
                  <a:pt x="16779" y="18314"/>
                </a:cubicBezTo>
                <a:cubicBezTo>
                  <a:pt x="19614" y="12643"/>
                  <a:pt x="9040" y="734"/>
                  <a:pt x="76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5" name="Google Shape;1805;p83">
            <a:extLst>
              <a:ext uri="{FF2B5EF4-FFF2-40B4-BE49-F238E27FC236}">
                <a16:creationId xmlns:a16="http://schemas.microsoft.com/office/drawing/2014/main" id="{BB0D3C9C-81C9-7502-6B17-03DA5B879976}"/>
              </a:ext>
            </a:extLst>
          </p:cNvPr>
          <p:cNvSpPr/>
          <p:nvPr/>
        </p:nvSpPr>
        <p:spPr>
          <a:xfrm>
            <a:off x="7394226" y="3194122"/>
            <a:ext cx="97473" cy="125020"/>
          </a:xfrm>
          <a:custGeom>
            <a:avLst/>
            <a:gdLst/>
            <a:ahLst/>
            <a:cxnLst/>
            <a:rect l="l" t="t" r="r" b="b"/>
            <a:pathLst>
              <a:path w="4370" h="5605" extrusionOk="0">
                <a:moveTo>
                  <a:pt x="4370" y="1"/>
                </a:moveTo>
                <a:lnTo>
                  <a:pt x="0" y="1769"/>
                </a:lnTo>
                <a:lnTo>
                  <a:pt x="2001" y="5605"/>
                </a:lnTo>
                <a:lnTo>
                  <a:pt x="2235" y="5538"/>
                </a:lnTo>
                <a:lnTo>
                  <a:pt x="1001" y="3036"/>
                </a:lnTo>
                <a:cubicBezTo>
                  <a:pt x="3036" y="2436"/>
                  <a:pt x="4003" y="1368"/>
                  <a:pt x="437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6" name="Google Shape;1806;p83">
            <a:extLst>
              <a:ext uri="{FF2B5EF4-FFF2-40B4-BE49-F238E27FC236}">
                <a16:creationId xmlns:a16="http://schemas.microsoft.com/office/drawing/2014/main" id="{496E782A-6CEE-E2F9-545A-88E878BE9098}"/>
              </a:ext>
            </a:extLst>
          </p:cNvPr>
          <p:cNvSpPr/>
          <p:nvPr/>
        </p:nvSpPr>
        <p:spPr>
          <a:xfrm>
            <a:off x="7194061" y="3216449"/>
            <a:ext cx="253742" cy="234180"/>
          </a:xfrm>
          <a:custGeom>
            <a:avLst/>
            <a:gdLst/>
            <a:ahLst/>
            <a:cxnLst/>
            <a:rect l="l" t="t" r="r" b="b"/>
            <a:pathLst>
              <a:path w="11376" h="10499" extrusionOk="0">
                <a:moveTo>
                  <a:pt x="8607" y="0"/>
                </a:moveTo>
                <a:lnTo>
                  <a:pt x="301" y="2802"/>
                </a:lnTo>
                <a:cubicBezTo>
                  <a:pt x="101" y="2869"/>
                  <a:pt x="1" y="3136"/>
                  <a:pt x="134" y="3303"/>
                </a:cubicBezTo>
                <a:lnTo>
                  <a:pt x="4704" y="10241"/>
                </a:lnTo>
                <a:cubicBezTo>
                  <a:pt x="4810" y="10410"/>
                  <a:pt x="4996" y="10499"/>
                  <a:pt x="5177" y="10499"/>
                </a:cubicBezTo>
                <a:cubicBezTo>
                  <a:pt x="5282" y="10499"/>
                  <a:pt x="5386" y="10469"/>
                  <a:pt x="5472" y="10408"/>
                </a:cubicBezTo>
                <a:lnTo>
                  <a:pt x="5905" y="10174"/>
                </a:lnTo>
                <a:cubicBezTo>
                  <a:pt x="6205" y="9974"/>
                  <a:pt x="6372" y="9574"/>
                  <a:pt x="6239" y="9207"/>
                </a:cubicBezTo>
                <a:lnTo>
                  <a:pt x="5638" y="7272"/>
                </a:lnTo>
                <a:cubicBezTo>
                  <a:pt x="5538" y="6939"/>
                  <a:pt x="5705" y="6638"/>
                  <a:pt x="6039" y="6572"/>
                </a:cubicBezTo>
                <a:lnTo>
                  <a:pt x="11376" y="5371"/>
                </a:lnTo>
                <a:lnTo>
                  <a:pt x="8607"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7" name="Google Shape;1807;p83">
            <a:extLst>
              <a:ext uri="{FF2B5EF4-FFF2-40B4-BE49-F238E27FC236}">
                <a16:creationId xmlns:a16="http://schemas.microsoft.com/office/drawing/2014/main" id="{C57CFBE8-51E4-88EC-37D8-BFCA4C602C50}"/>
              </a:ext>
            </a:extLst>
          </p:cNvPr>
          <p:cNvSpPr/>
          <p:nvPr/>
        </p:nvSpPr>
        <p:spPr>
          <a:xfrm>
            <a:off x="7194061" y="3216449"/>
            <a:ext cx="253742" cy="234180"/>
          </a:xfrm>
          <a:custGeom>
            <a:avLst/>
            <a:gdLst/>
            <a:ahLst/>
            <a:cxnLst/>
            <a:rect l="l" t="t" r="r" b="b"/>
            <a:pathLst>
              <a:path w="11376" h="10499" extrusionOk="0">
                <a:moveTo>
                  <a:pt x="8607" y="0"/>
                </a:moveTo>
                <a:lnTo>
                  <a:pt x="301" y="2802"/>
                </a:lnTo>
                <a:cubicBezTo>
                  <a:pt x="101" y="2869"/>
                  <a:pt x="1" y="3136"/>
                  <a:pt x="134" y="3303"/>
                </a:cubicBezTo>
                <a:lnTo>
                  <a:pt x="4704" y="10241"/>
                </a:lnTo>
                <a:cubicBezTo>
                  <a:pt x="4810" y="10410"/>
                  <a:pt x="4996" y="10499"/>
                  <a:pt x="5177" y="10499"/>
                </a:cubicBezTo>
                <a:cubicBezTo>
                  <a:pt x="5282" y="10499"/>
                  <a:pt x="5386" y="10469"/>
                  <a:pt x="5472" y="10408"/>
                </a:cubicBezTo>
                <a:lnTo>
                  <a:pt x="5905" y="10174"/>
                </a:lnTo>
                <a:cubicBezTo>
                  <a:pt x="6205" y="9974"/>
                  <a:pt x="6372" y="9574"/>
                  <a:pt x="6239" y="9207"/>
                </a:cubicBezTo>
                <a:lnTo>
                  <a:pt x="5638" y="7272"/>
                </a:lnTo>
                <a:cubicBezTo>
                  <a:pt x="5538" y="6939"/>
                  <a:pt x="5705" y="6638"/>
                  <a:pt x="6039" y="6572"/>
                </a:cubicBezTo>
                <a:lnTo>
                  <a:pt x="11376" y="5371"/>
                </a:lnTo>
                <a:lnTo>
                  <a:pt x="86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8" name="Google Shape;1808;p83">
            <a:extLst>
              <a:ext uri="{FF2B5EF4-FFF2-40B4-BE49-F238E27FC236}">
                <a16:creationId xmlns:a16="http://schemas.microsoft.com/office/drawing/2014/main" id="{0ADDAF68-EE42-7822-B5B8-AE16AC8CBF07}"/>
              </a:ext>
            </a:extLst>
          </p:cNvPr>
          <p:cNvSpPr/>
          <p:nvPr/>
        </p:nvSpPr>
        <p:spPr>
          <a:xfrm>
            <a:off x="7276656" y="3215713"/>
            <a:ext cx="133205" cy="49227"/>
          </a:xfrm>
          <a:custGeom>
            <a:avLst/>
            <a:gdLst/>
            <a:ahLst/>
            <a:cxnLst/>
            <a:rect l="l" t="t" r="r" b="b"/>
            <a:pathLst>
              <a:path w="5972" h="2207" extrusionOk="0">
                <a:moveTo>
                  <a:pt x="4904" y="0"/>
                </a:moveTo>
                <a:lnTo>
                  <a:pt x="1" y="1701"/>
                </a:lnTo>
                <a:cubicBezTo>
                  <a:pt x="1349" y="2027"/>
                  <a:pt x="2746" y="2206"/>
                  <a:pt x="4146" y="2206"/>
                </a:cubicBezTo>
                <a:cubicBezTo>
                  <a:pt x="4755" y="2206"/>
                  <a:pt x="5365" y="2172"/>
                  <a:pt x="5972" y="2102"/>
                </a:cubicBezTo>
                <a:lnTo>
                  <a:pt x="490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9" name="Google Shape;1809;p83">
            <a:extLst>
              <a:ext uri="{FF2B5EF4-FFF2-40B4-BE49-F238E27FC236}">
                <a16:creationId xmlns:a16="http://schemas.microsoft.com/office/drawing/2014/main" id="{7522EAEF-DA31-4FEF-9B7F-A2C118E5E97C}"/>
              </a:ext>
            </a:extLst>
          </p:cNvPr>
          <p:cNvSpPr/>
          <p:nvPr/>
        </p:nvSpPr>
        <p:spPr>
          <a:xfrm>
            <a:off x="7486479" y="2844424"/>
            <a:ext cx="64751" cy="232173"/>
          </a:xfrm>
          <a:custGeom>
            <a:avLst/>
            <a:gdLst/>
            <a:ahLst/>
            <a:cxnLst/>
            <a:rect l="l" t="t" r="r" b="b"/>
            <a:pathLst>
              <a:path w="2903" h="10409" extrusionOk="0">
                <a:moveTo>
                  <a:pt x="768" y="1"/>
                </a:moveTo>
                <a:lnTo>
                  <a:pt x="0" y="201"/>
                </a:lnTo>
                <a:cubicBezTo>
                  <a:pt x="734" y="3270"/>
                  <a:pt x="1101" y="6439"/>
                  <a:pt x="1134" y="9608"/>
                </a:cubicBezTo>
                <a:lnTo>
                  <a:pt x="2035" y="10408"/>
                </a:lnTo>
                <a:cubicBezTo>
                  <a:pt x="2902" y="7173"/>
                  <a:pt x="1301" y="4104"/>
                  <a:pt x="7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0" name="Google Shape;1810;p83">
            <a:extLst>
              <a:ext uri="{FF2B5EF4-FFF2-40B4-BE49-F238E27FC236}">
                <a16:creationId xmlns:a16="http://schemas.microsoft.com/office/drawing/2014/main" id="{F6FC05ED-842B-99DE-A007-FD4CBF07F37A}"/>
              </a:ext>
            </a:extLst>
          </p:cNvPr>
          <p:cNvSpPr/>
          <p:nvPr/>
        </p:nvSpPr>
        <p:spPr>
          <a:xfrm>
            <a:off x="6789314" y="3302747"/>
            <a:ext cx="200165" cy="315504"/>
          </a:xfrm>
          <a:custGeom>
            <a:avLst/>
            <a:gdLst/>
            <a:ahLst/>
            <a:cxnLst/>
            <a:rect l="l" t="t" r="r" b="b"/>
            <a:pathLst>
              <a:path w="8974" h="14145" extrusionOk="0">
                <a:moveTo>
                  <a:pt x="7473" y="1"/>
                </a:moveTo>
                <a:lnTo>
                  <a:pt x="1" y="3003"/>
                </a:lnTo>
                <a:lnTo>
                  <a:pt x="1402" y="14144"/>
                </a:lnTo>
                <a:lnTo>
                  <a:pt x="8974" y="11242"/>
                </a:lnTo>
                <a:lnTo>
                  <a:pt x="7473"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1" name="Google Shape;1811;p83">
            <a:extLst>
              <a:ext uri="{FF2B5EF4-FFF2-40B4-BE49-F238E27FC236}">
                <a16:creationId xmlns:a16="http://schemas.microsoft.com/office/drawing/2014/main" id="{6FCCEB20-3763-CABE-F242-31908853C899}"/>
              </a:ext>
            </a:extLst>
          </p:cNvPr>
          <p:cNvSpPr/>
          <p:nvPr/>
        </p:nvSpPr>
        <p:spPr>
          <a:xfrm>
            <a:off x="6789314" y="3302747"/>
            <a:ext cx="200165" cy="315504"/>
          </a:xfrm>
          <a:custGeom>
            <a:avLst/>
            <a:gdLst/>
            <a:ahLst/>
            <a:cxnLst/>
            <a:rect l="l" t="t" r="r" b="b"/>
            <a:pathLst>
              <a:path w="8974" h="14145" extrusionOk="0">
                <a:moveTo>
                  <a:pt x="7473" y="1"/>
                </a:moveTo>
                <a:lnTo>
                  <a:pt x="1" y="3003"/>
                </a:lnTo>
                <a:lnTo>
                  <a:pt x="1402" y="14144"/>
                </a:lnTo>
                <a:lnTo>
                  <a:pt x="8974" y="11242"/>
                </a:lnTo>
                <a:lnTo>
                  <a:pt x="74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2" name="Google Shape;1812;p83">
            <a:extLst>
              <a:ext uri="{FF2B5EF4-FFF2-40B4-BE49-F238E27FC236}">
                <a16:creationId xmlns:a16="http://schemas.microsoft.com/office/drawing/2014/main" id="{504C6CC2-FD48-789F-AE9E-E21352CB6409}"/>
              </a:ext>
            </a:extLst>
          </p:cNvPr>
          <p:cNvSpPr/>
          <p:nvPr/>
        </p:nvSpPr>
        <p:spPr>
          <a:xfrm>
            <a:off x="6883062" y="2707003"/>
            <a:ext cx="1570673" cy="798385"/>
          </a:xfrm>
          <a:custGeom>
            <a:avLst/>
            <a:gdLst/>
            <a:ahLst/>
            <a:cxnLst/>
            <a:rect l="l" t="t" r="r" b="b"/>
            <a:pathLst>
              <a:path w="70418" h="35794" extrusionOk="0">
                <a:moveTo>
                  <a:pt x="52221" y="0"/>
                </a:moveTo>
                <a:cubicBezTo>
                  <a:pt x="50860" y="0"/>
                  <a:pt x="49476" y="109"/>
                  <a:pt x="48068" y="324"/>
                </a:cubicBezTo>
                <a:lnTo>
                  <a:pt x="13577" y="10231"/>
                </a:lnTo>
                <a:cubicBezTo>
                  <a:pt x="9040" y="11132"/>
                  <a:pt x="4504" y="17770"/>
                  <a:pt x="1" y="27010"/>
                </a:cubicBezTo>
                <a:cubicBezTo>
                  <a:pt x="9995" y="33124"/>
                  <a:pt x="16363" y="35793"/>
                  <a:pt x="19971" y="35793"/>
                </a:cubicBezTo>
                <a:cubicBezTo>
                  <a:pt x="20458" y="35793"/>
                  <a:pt x="20894" y="35745"/>
                  <a:pt x="21283" y="35650"/>
                </a:cubicBezTo>
                <a:lnTo>
                  <a:pt x="56941" y="26276"/>
                </a:lnTo>
                <a:cubicBezTo>
                  <a:pt x="64146" y="23708"/>
                  <a:pt x="69183" y="18270"/>
                  <a:pt x="70418" y="7896"/>
                </a:cubicBezTo>
                <a:cubicBezTo>
                  <a:pt x="64937" y="2581"/>
                  <a:pt x="58858" y="0"/>
                  <a:pt x="52221"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3" name="Google Shape;1813;p83">
            <a:extLst>
              <a:ext uri="{FF2B5EF4-FFF2-40B4-BE49-F238E27FC236}">
                <a16:creationId xmlns:a16="http://schemas.microsoft.com/office/drawing/2014/main" id="{EFEE18F6-21BC-1DDF-A925-DEC320894946}"/>
              </a:ext>
            </a:extLst>
          </p:cNvPr>
          <p:cNvSpPr/>
          <p:nvPr/>
        </p:nvSpPr>
        <p:spPr>
          <a:xfrm>
            <a:off x="6650175" y="3206769"/>
            <a:ext cx="367586" cy="261192"/>
          </a:xfrm>
          <a:custGeom>
            <a:avLst/>
            <a:gdLst/>
            <a:ahLst/>
            <a:cxnLst/>
            <a:rect l="l" t="t" r="r" b="b"/>
            <a:pathLst>
              <a:path w="16480" h="11710" extrusionOk="0">
                <a:moveTo>
                  <a:pt x="12977" y="1"/>
                </a:moveTo>
                <a:lnTo>
                  <a:pt x="835" y="5705"/>
                </a:lnTo>
                <a:cubicBezTo>
                  <a:pt x="1" y="8407"/>
                  <a:pt x="535" y="10141"/>
                  <a:pt x="3170" y="11709"/>
                </a:cubicBezTo>
                <a:lnTo>
                  <a:pt x="15512" y="7640"/>
                </a:lnTo>
                <a:cubicBezTo>
                  <a:pt x="16479" y="5204"/>
                  <a:pt x="16146" y="2102"/>
                  <a:pt x="12977"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4" name="Google Shape;1814;p83">
            <a:extLst>
              <a:ext uri="{FF2B5EF4-FFF2-40B4-BE49-F238E27FC236}">
                <a16:creationId xmlns:a16="http://schemas.microsoft.com/office/drawing/2014/main" id="{A0D0E818-F692-0C79-84B9-606FEB8D3A5E}"/>
              </a:ext>
            </a:extLst>
          </p:cNvPr>
          <p:cNvSpPr/>
          <p:nvPr/>
        </p:nvSpPr>
        <p:spPr>
          <a:xfrm>
            <a:off x="5933672" y="3272390"/>
            <a:ext cx="729173" cy="400062"/>
          </a:xfrm>
          <a:custGeom>
            <a:avLst/>
            <a:gdLst/>
            <a:ahLst/>
            <a:cxnLst/>
            <a:rect l="l" t="t" r="r" b="b"/>
            <a:pathLst>
              <a:path w="32691" h="17936" extrusionOk="0">
                <a:moveTo>
                  <a:pt x="25051" y="0"/>
                </a:moveTo>
                <a:cubicBezTo>
                  <a:pt x="24841" y="0"/>
                  <a:pt x="24630" y="9"/>
                  <a:pt x="24418" y="28"/>
                </a:cubicBezTo>
                <a:lnTo>
                  <a:pt x="19482" y="461"/>
                </a:lnTo>
                <a:cubicBezTo>
                  <a:pt x="17947" y="595"/>
                  <a:pt x="16479" y="1228"/>
                  <a:pt x="15345" y="2262"/>
                </a:cubicBezTo>
                <a:lnTo>
                  <a:pt x="1" y="16139"/>
                </a:lnTo>
                <a:lnTo>
                  <a:pt x="20782" y="17907"/>
                </a:lnTo>
                <a:cubicBezTo>
                  <a:pt x="20989" y="17926"/>
                  <a:pt x="21196" y="17935"/>
                  <a:pt x="21404" y="17935"/>
                </a:cubicBezTo>
                <a:cubicBezTo>
                  <a:pt x="22305" y="17935"/>
                  <a:pt x="23211" y="17759"/>
                  <a:pt x="24051" y="17407"/>
                </a:cubicBezTo>
                <a:lnTo>
                  <a:pt x="28021" y="15772"/>
                </a:lnTo>
                <a:cubicBezTo>
                  <a:pt x="30223" y="14905"/>
                  <a:pt x="31824" y="12970"/>
                  <a:pt x="32291" y="10635"/>
                </a:cubicBezTo>
                <a:lnTo>
                  <a:pt x="32457" y="9868"/>
                </a:lnTo>
                <a:cubicBezTo>
                  <a:pt x="32691" y="8667"/>
                  <a:pt x="32624" y="7466"/>
                  <a:pt x="32257" y="6299"/>
                </a:cubicBezTo>
                <a:lnTo>
                  <a:pt x="31790" y="4898"/>
                </a:lnTo>
                <a:cubicBezTo>
                  <a:pt x="31523" y="3997"/>
                  <a:pt x="31056" y="3196"/>
                  <a:pt x="30456" y="2463"/>
                </a:cubicBezTo>
                <a:cubicBezTo>
                  <a:pt x="29093" y="888"/>
                  <a:pt x="27125" y="0"/>
                  <a:pt x="25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5" name="Google Shape;1815;p83">
            <a:extLst>
              <a:ext uri="{FF2B5EF4-FFF2-40B4-BE49-F238E27FC236}">
                <a16:creationId xmlns:a16="http://schemas.microsoft.com/office/drawing/2014/main" id="{95165026-D70F-75B3-0DD2-49E842473FB2}"/>
              </a:ext>
            </a:extLst>
          </p:cNvPr>
          <p:cNvSpPr/>
          <p:nvPr/>
        </p:nvSpPr>
        <p:spPr>
          <a:xfrm>
            <a:off x="6270723" y="3351350"/>
            <a:ext cx="371289" cy="204113"/>
          </a:xfrm>
          <a:custGeom>
            <a:avLst/>
            <a:gdLst/>
            <a:ahLst/>
            <a:cxnLst/>
            <a:rect l="l" t="t" r="r" b="b"/>
            <a:pathLst>
              <a:path w="16646" h="9151" extrusionOk="0">
                <a:moveTo>
                  <a:pt x="12804" y="1"/>
                </a:moveTo>
                <a:cubicBezTo>
                  <a:pt x="12673" y="1"/>
                  <a:pt x="12541" y="8"/>
                  <a:pt x="12410" y="23"/>
                </a:cubicBezTo>
                <a:lnTo>
                  <a:pt x="9874" y="257"/>
                </a:lnTo>
                <a:cubicBezTo>
                  <a:pt x="9107" y="324"/>
                  <a:pt x="8373" y="624"/>
                  <a:pt x="7806" y="1158"/>
                </a:cubicBezTo>
                <a:lnTo>
                  <a:pt x="1" y="8229"/>
                </a:lnTo>
                <a:lnTo>
                  <a:pt x="10575" y="9130"/>
                </a:lnTo>
                <a:cubicBezTo>
                  <a:pt x="10693" y="9144"/>
                  <a:pt x="10812" y="9151"/>
                  <a:pt x="10930" y="9151"/>
                </a:cubicBezTo>
                <a:cubicBezTo>
                  <a:pt x="11377" y="9151"/>
                  <a:pt x="11820" y="9055"/>
                  <a:pt x="12243" y="8896"/>
                </a:cubicBezTo>
                <a:lnTo>
                  <a:pt x="14244" y="8063"/>
                </a:lnTo>
                <a:cubicBezTo>
                  <a:pt x="15378" y="7596"/>
                  <a:pt x="16179" y="6595"/>
                  <a:pt x="16446" y="5427"/>
                </a:cubicBezTo>
                <a:lnTo>
                  <a:pt x="16513" y="5027"/>
                </a:lnTo>
                <a:cubicBezTo>
                  <a:pt x="16646" y="4427"/>
                  <a:pt x="16613" y="3793"/>
                  <a:pt x="16412" y="3226"/>
                </a:cubicBezTo>
                <a:lnTo>
                  <a:pt x="16179" y="2492"/>
                </a:lnTo>
                <a:cubicBezTo>
                  <a:pt x="16046" y="2058"/>
                  <a:pt x="15812" y="1625"/>
                  <a:pt x="15512" y="1258"/>
                </a:cubicBezTo>
                <a:cubicBezTo>
                  <a:pt x="14831" y="459"/>
                  <a:pt x="13836" y="1"/>
                  <a:pt x="128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6" name="Google Shape;1816;p83">
            <a:extLst>
              <a:ext uri="{FF2B5EF4-FFF2-40B4-BE49-F238E27FC236}">
                <a16:creationId xmlns:a16="http://schemas.microsoft.com/office/drawing/2014/main" id="{60B94879-A79B-A2C8-3C4E-1801B5167DD8}"/>
              </a:ext>
            </a:extLst>
          </p:cNvPr>
          <p:cNvSpPr/>
          <p:nvPr/>
        </p:nvSpPr>
        <p:spPr>
          <a:xfrm>
            <a:off x="6395720" y="3385142"/>
            <a:ext cx="232173" cy="127652"/>
          </a:xfrm>
          <a:custGeom>
            <a:avLst/>
            <a:gdLst/>
            <a:ahLst/>
            <a:cxnLst/>
            <a:rect l="l" t="t" r="r" b="b"/>
            <a:pathLst>
              <a:path w="10409" h="5723" extrusionOk="0">
                <a:moveTo>
                  <a:pt x="8000" y="0"/>
                </a:moveTo>
                <a:cubicBezTo>
                  <a:pt x="7936" y="0"/>
                  <a:pt x="7871" y="3"/>
                  <a:pt x="7806" y="9"/>
                </a:cubicBezTo>
                <a:lnTo>
                  <a:pt x="6205" y="176"/>
                </a:lnTo>
                <a:cubicBezTo>
                  <a:pt x="5705" y="210"/>
                  <a:pt x="5271" y="410"/>
                  <a:pt x="4904" y="743"/>
                </a:cubicBezTo>
                <a:lnTo>
                  <a:pt x="1" y="5146"/>
                </a:lnTo>
                <a:lnTo>
                  <a:pt x="6639" y="5714"/>
                </a:lnTo>
                <a:cubicBezTo>
                  <a:pt x="6698" y="5719"/>
                  <a:pt x="6758" y="5722"/>
                  <a:pt x="6819" y="5722"/>
                </a:cubicBezTo>
                <a:cubicBezTo>
                  <a:pt x="7101" y="5722"/>
                  <a:pt x="7398" y="5662"/>
                  <a:pt x="7673" y="5580"/>
                </a:cubicBezTo>
                <a:lnTo>
                  <a:pt x="8907" y="5046"/>
                </a:lnTo>
                <a:cubicBezTo>
                  <a:pt x="9608" y="4746"/>
                  <a:pt x="10141" y="4146"/>
                  <a:pt x="10275" y="3412"/>
                </a:cubicBezTo>
                <a:lnTo>
                  <a:pt x="10341" y="3145"/>
                </a:lnTo>
                <a:cubicBezTo>
                  <a:pt x="10408" y="2778"/>
                  <a:pt x="10375" y="2378"/>
                  <a:pt x="10275" y="2044"/>
                </a:cubicBezTo>
                <a:lnTo>
                  <a:pt x="10108" y="1577"/>
                </a:lnTo>
                <a:cubicBezTo>
                  <a:pt x="10041" y="1310"/>
                  <a:pt x="9908" y="1044"/>
                  <a:pt x="9708" y="810"/>
                </a:cubicBezTo>
                <a:cubicBezTo>
                  <a:pt x="9284" y="295"/>
                  <a:pt x="8640" y="0"/>
                  <a:pt x="80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7" name="Google Shape;1817;p83">
            <a:extLst>
              <a:ext uri="{FF2B5EF4-FFF2-40B4-BE49-F238E27FC236}">
                <a16:creationId xmlns:a16="http://schemas.microsoft.com/office/drawing/2014/main" id="{62A4F378-77AF-8D16-46B5-136887E7DD22}"/>
              </a:ext>
            </a:extLst>
          </p:cNvPr>
          <p:cNvSpPr/>
          <p:nvPr/>
        </p:nvSpPr>
        <p:spPr>
          <a:xfrm>
            <a:off x="6883062" y="2706178"/>
            <a:ext cx="1569937" cy="799210"/>
          </a:xfrm>
          <a:custGeom>
            <a:avLst/>
            <a:gdLst/>
            <a:ahLst/>
            <a:cxnLst/>
            <a:rect l="l" t="t" r="r" b="b"/>
            <a:pathLst>
              <a:path w="70385" h="35831" extrusionOk="0">
                <a:moveTo>
                  <a:pt x="52187" y="1"/>
                </a:moveTo>
                <a:cubicBezTo>
                  <a:pt x="50918" y="1"/>
                  <a:pt x="49633" y="99"/>
                  <a:pt x="48335" y="295"/>
                </a:cubicBezTo>
                <a:lnTo>
                  <a:pt x="13844" y="10202"/>
                </a:lnTo>
                <a:cubicBezTo>
                  <a:pt x="9040" y="11169"/>
                  <a:pt x="4504" y="17807"/>
                  <a:pt x="1" y="27047"/>
                </a:cubicBezTo>
                <a:cubicBezTo>
                  <a:pt x="9995" y="33161"/>
                  <a:pt x="16363" y="35830"/>
                  <a:pt x="19949" y="35830"/>
                </a:cubicBezTo>
                <a:cubicBezTo>
                  <a:pt x="20432" y="35830"/>
                  <a:pt x="20865" y="35782"/>
                  <a:pt x="21249" y="35687"/>
                </a:cubicBezTo>
                <a:lnTo>
                  <a:pt x="56908" y="26313"/>
                </a:lnTo>
                <a:cubicBezTo>
                  <a:pt x="64146" y="23745"/>
                  <a:pt x="69183" y="18307"/>
                  <a:pt x="70384" y="7933"/>
                </a:cubicBezTo>
                <a:cubicBezTo>
                  <a:pt x="64855" y="2599"/>
                  <a:pt x="58717" y="1"/>
                  <a:pt x="521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8" name="Google Shape;1818;p83">
            <a:extLst>
              <a:ext uri="{FF2B5EF4-FFF2-40B4-BE49-F238E27FC236}">
                <a16:creationId xmlns:a16="http://schemas.microsoft.com/office/drawing/2014/main" id="{C76BF995-E973-2B43-8011-9833BF68A92F}"/>
              </a:ext>
            </a:extLst>
          </p:cNvPr>
          <p:cNvSpPr/>
          <p:nvPr/>
        </p:nvSpPr>
        <p:spPr>
          <a:xfrm>
            <a:off x="6650175" y="3206769"/>
            <a:ext cx="345995" cy="261192"/>
          </a:xfrm>
          <a:custGeom>
            <a:avLst/>
            <a:gdLst/>
            <a:ahLst/>
            <a:cxnLst/>
            <a:rect l="l" t="t" r="r" b="b"/>
            <a:pathLst>
              <a:path w="15512" h="11710" extrusionOk="0">
                <a:moveTo>
                  <a:pt x="12977" y="1"/>
                </a:moveTo>
                <a:lnTo>
                  <a:pt x="835" y="5705"/>
                </a:lnTo>
                <a:cubicBezTo>
                  <a:pt x="1" y="8407"/>
                  <a:pt x="535" y="10141"/>
                  <a:pt x="3170" y="11709"/>
                </a:cubicBezTo>
                <a:lnTo>
                  <a:pt x="15512" y="7640"/>
                </a:lnTo>
                <a:cubicBezTo>
                  <a:pt x="13877" y="6038"/>
                  <a:pt x="12210" y="3370"/>
                  <a:pt x="129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9" name="Google Shape;1819;p83">
            <a:extLst>
              <a:ext uri="{FF2B5EF4-FFF2-40B4-BE49-F238E27FC236}">
                <a16:creationId xmlns:a16="http://schemas.microsoft.com/office/drawing/2014/main" id="{885537E6-F361-D71F-D022-958C87827B47}"/>
              </a:ext>
            </a:extLst>
          </p:cNvPr>
          <p:cNvSpPr/>
          <p:nvPr/>
        </p:nvSpPr>
        <p:spPr>
          <a:xfrm>
            <a:off x="6626376" y="3338458"/>
            <a:ext cx="305824" cy="410747"/>
          </a:xfrm>
          <a:custGeom>
            <a:avLst/>
            <a:gdLst/>
            <a:ahLst/>
            <a:cxnLst/>
            <a:rect l="l" t="t" r="r" b="b"/>
            <a:pathLst>
              <a:path w="13711" h="18415" extrusionOk="0">
                <a:moveTo>
                  <a:pt x="13710" y="1"/>
                </a:moveTo>
                <a:lnTo>
                  <a:pt x="5037" y="3337"/>
                </a:lnTo>
                <a:lnTo>
                  <a:pt x="0" y="18414"/>
                </a:lnTo>
                <a:lnTo>
                  <a:pt x="11609" y="13978"/>
                </a:lnTo>
                <a:lnTo>
                  <a:pt x="137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0" name="Google Shape;1820;p83">
            <a:extLst>
              <a:ext uri="{FF2B5EF4-FFF2-40B4-BE49-F238E27FC236}">
                <a16:creationId xmlns:a16="http://schemas.microsoft.com/office/drawing/2014/main" id="{9BC4EE40-A8A6-2389-D4F8-B9018D492DED}"/>
              </a:ext>
            </a:extLst>
          </p:cNvPr>
          <p:cNvSpPr/>
          <p:nvPr/>
        </p:nvSpPr>
        <p:spPr>
          <a:xfrm>
            <a:off x="6401675" y="3044567"/>
            <a:ext cx="512658" cy="294671"/>
          </a:xfrm>
          <a:custGeom>
            <a:avLst/>
            <a:gdLst/>
            <a:ahLst/>
            <a:cxnLst/>
            <a:rect l="l" t="t" r="r" b="b"/>
            <a:pathLst>
              <a:path w="22984" h="13211" extrusionOk="0">
                <a:moveTo>
                  <a:pt x="12643" y="1"/>
                </a:moveTo>
                <a:lnTo>
                  <a:pt x="1" y="3837"/>
                </a:lnTo>
                <a:lnTo>
                  <a:pt x="12977" y="13210"/>
                </a:lnTo>
                <a:lnTo>
                  <a:pt x="22984" y="9107"/>
                </a:lnTo>
                <a:lnTo>
                  <a:pt x="1264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1" name="Google Shape;1821;p83">
            <a:extLst>
              <a:ext uri="{FF2B5EF4-FFF2-40B4-BE49-F238E27FC236}">
                <a16:creationId xmlns:a16="http://schemas.microsoft.com/office/drawing/2014/main" id="{9AF31EA2-BADE-1F64-AFE5-92C285C2FD8B}"/>
              </a:ext>
            </a:extLst>
          </p:cNvPr>
          <p:cNvSpPr/>
          <p:nvPr/>
        </p:nvSpPr>
        <p:spPr>
          <a:xfrm>
            <a:off x="7756548" y="2736535"/>
            <a:ext cx="270114" cy="599246"/>
          </a:xfrm>
          <a:custGeom>
            <a:avLst/>
            <a:gdLst/>
            <a:ahLst/>
            <a:cxnLst/>
            <a:rect l="l" t="t" r="r" b="b"/>
            <a:pathLst>
              <a:path w="12110" h="26866" extrusionOk="0">
                <a:moveTo>
                  <a:pt x="5371" y="1"/>
                </a:moveTo>
                <a:lnTo>
                  <a:pt x="3637" y="501"/>
                </a:lnTo>
                <a:cubicBezTo>
                  <a:pt x="2903" y="735"/>
                  <a:pt x="2102" y="2069"/>
                  <a:pt x="1802" y="3737"/>
                </a:cubicBezTo>
                <a:cubicBezTo>
                  <a:pt x="1" y="10875"/>
                  <a:pt x="2269" y="20682"/>
                  <a:pt x="7406" y="25586"/>
                </a:cubicBezTo>
                <a:cubicBezTo>
                  <a:pt x="8234" y="26353"/>
                  <a:pt x="8921" y="26866"/>
                  <a:pt x="10271" y="26866"/>
                </a:cubicBezTo>
                <a:cubicBezTo>
                  <a:pt x="10389" y="26866"/>
                  <a:pt x="10513" y="26862"/>
                  <a:pt x="10642" y="26854"/>
                </a:cubicBezTo>
                <a:lnTo>
                  <a:pt x="12110" y="26453"/>
                </a:lnTo>
                <a:lnTo>
                  <a:pt x="12110" y="26453"/>
                </a:lnTo>
                <a:cubicBezTo>
                  <a:pt x="11975" y="26461"/>
                  <a:pt x="11839" y="26465"/>
                  <a:pt x="11701" y="26465"/>
                </a:cubicBezTo>
                <a:cubicBezTo>
                  <a:pt x="10642" y="26465"/>
                  <a:pt x="9512" y="26220"/>
                  <a:pt x="8774" y="25453"/>
                </a:cubicBezTo>
                <a:cubicBezTo>
                  <a:pt x="3670" y="19048"/>
                  <a:pt x="1669" y="11676"/>
                  <a:pt x="3170" y="3637"/>
                </a:cubicBezTo>
                <a:cubicBezTo>
                  <a:pt x="3337" y="2169"/>
                  <a:pt x="4137" y="835"/>
                  <a:pt x="53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2" name="Google Shape;1822;p83">
            <a:extLst>
              <a:ext uri="{FF2B5EF4-FFF2-40B4-BE49-F238E27FC236}">
                <a16:creationId xmlns:a16="http://schemas.microsoft.com/office/drawing/2014/main" id="{B117C9D0-56E1-B9AC-BEA7-5B51B732F294}"/>
              </a:ext>
            </a:extLst>
          </p:cNvPr>
          <p:cNvSpPr/>
          <p:nvPr/>
        </p:nvSpPr>
        <p:spPr>
          <a:xfrm>
            <a:off x="7666525" y="2762587"/>
            <a:ext cx="269377" cy="597083"/>
          </a:xfrm>
          <a:custGeom>
            <a:avLst/>
            <a:gdLst/>
            <a:ahLst/>
            <a:cxnLst/>
            <a:rect l="l" t="t" r="r" b="b"/>
            <a:pathLst>
              <a:path w="12077" h="26769" extrusionOk="0">
                <a:moveTo>
                  <a:pt x="5371" y="0"/>
                </a:moveTo>
                <a:lnTo>
                  <a:pt x="3703" y="501"/>
                </a:lnTo>
                <a:cubicBezTo>
                  <a:pt x="3203" y="634"/>
                  <a:pt x="2036" y="2069"/>
                  <a:pt x="1769" y="3737"/>
                </a:cubicBezTo>
                <a:cubicBezTo>
                  <a:pt x="1" y="10842"/>
                  <a:pt x="2269" y="20649"/>
                  <a:pt x="7406" y="25585"/>
                </a:cubicBezTo>
                <a:cubicBezTo>
                  <a:pt x="8181" y="26390"/>
                  <a:pt x="8796" y="26769"/>
                  <a:pt x="10037" y="26769"/>
                </a:cubicBezTo>
                <a:cubicBezTo>
                  <a:pt x="10185" y="26769"/>
                  <a:pt x="10342" y="26764"/>
                  <a:pt x="10508" y="26753"/>
                </a:cubicBezTo>
                <a:lnTo>
                  <a:pt x="12076" y="26353"/>
                </a:lnTo>
                <a:lnTo>
                  <a:pt x="12076" y="26353"/>
                </a:lnTo>
                <a:cubicBezTo>
                  <a:pt x="11940" y="26360"/>
                  <a:pt x="11800" y="26365"/>
                  <a:pt x="11659" y="26365"/>
                </a:cubicBezTo>
                <a:cubicBezTo>
                  <a:pt x="10584" y="26365"/>
                  <a:pt x="9389" y="26126"/>
                  <a:pt x="8740" y="25419"/>
                </a:cubicBezTo>
                <a:cubicBezTo>
                  <a:pt x="3670" y="18947"/>
                  <a:pt x="1635" y="11676"/>
                  <a:pt x="3170" y="3603"/>
                </a:cubicBezTo>
                <a:cubicBezTo>
                  <a:pt x="3403" y="2169"/>
                  <a:pt x="4304" y="468"/>
                  <a:pt x="53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3" name="Google Shape;1823;p83">
            <a:extLst>
              <a:ext uri="{FF2B5EF4-FFF2-40B4-BE49-F238E27FC236}">
                <a16:creationId xmlns:a16="http://schemas.microsoft.com/office/drawing/2014/main" id="{7FD87ECB-82E9-CE1D-EBB9-FC57F7077AE1}"/>
              </a:ext>
            </a:extLst>
          </p:cNvPr>
          <p:cNvSpPr/>
          <p:nvPr/>
        </p:nvSpPr>
        <p:spPr>
          <a:xfrm>
            <a:off x="8420233" y="2821026"/>
            <a:ext cx="302947" cy="91874"/>
          </a:xfrm>
          <a:custGeom>
            <a:avLst/>
            <a:gdLst/>
            <a:ahLst/>
            <a:cxnLst/>
            <a:rect l="l" t="t" r="r" b="b"/>
            <a:pathLst>
              <a:path w="13582" h="4119" extrusionOk="0">
                <a:moveTo>
                  <a:pt x="12741" y="1"/>
                </a:moveTo>
                <a:cubicBezTo>
                  <a:pt x="12480" y="1"/>
                  <a:pt x="12078" y="37"/>
                  <a:pt x="11509" y="116"/>
                </a:cubicBezTo>
                <a:lnTo>
                  <a:pt x="301" y="2251"/>
                </a:lnTo>
                <a:cubicBezTo>
                  <a:pt x="1" y="3118"/>
                  <a:pt x="134" y="3785"/>
                  <a:pt x="968" y="4119"/>
                </a:cubicBezTo>
                <a:lnTo>
                  <a:pt x="11709" y="883"/>
                </a:lnTo>
                <a:cubicBezTo>
                  <a:pt x="12956" y="374"/>
                  <a:pt x="13582" y="1"/>
                  <a:pt x="12741"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4" name="Google Shape;1824;p83">
            <a:extLst>
              <a:ext uri="{FF2B5EF4-FFF2-40B4-BE49-F238E27FC236}">
                <a16:creationId xmlns:a16="http://schemas.microsoft.com/office/drawing/2014/main" id="{22868538-B2B1-0766-57A5-BA4B2B1528DF}"/>
              </a:ext>
            </a:extLst>
          </p:cNvPr>
          <p:cNvSpPr/>
          <p:nvPr/>
        </p:nvSpPr>
        <p:spPr>
          <a:xfrm>
            <a:off x="8420233" y="2821026"/>
            <a:ext cx="302947" cy="91874"/>
          </a:xfrm>
          <a:custGeom>
            <a:avLst/>
            <a:gdLst/>
            <a:ahLst/>
            <a:cxnLst/>
            <a:rect l="l" t="t" r="r" b="b"/>
            <a:pathLst>
              <a:path w="13582" h="4119" extrusionOk="0">
                <a:moveTo>
                  <a:pt x="12741" y="1"/>
                </a:moveTo>
                <a:cubicBezTo>
                  <a:pt x="12480" y="1"/>
                  <a:pt x="12078" y="37"/>
                  <a:pt x="11509" y="116"/>
                </a:cubicBezTo>
                <a:lnTo>
                  <a:pt x="301" y="2251"/>
                </a:lnTo>
                <a:cubicBezTo>
                  <a:pt x="1" y="3118"/>
                  <a:pt x="134" y="3785"/>
                  <a:pt x="968" y="4119"/>
                </a:cubicBezTo>
                <a:lnTo>
                  <a:pt x="11709" y="883"/>
                </a:lnTo>
                <a:cubicBezTo>
                  <a:pt x="12956" y="374"/>
                  <a:pt x="13582" y="1"/>
                  <a:pt x="127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5" name="Google Shape;1825;p83">
            <a:extLst>
              <a:ext uri="{FF2B5EF4-FFF2-40B4-BE49-F238E27FC236}">
                <a16:creationId xmlns:a16="http://schemas.microsoft.com/office/drawing/2014/main" id="{0C53DFFF-1FE5-2D7E-AFB8-05EF8C2AC6D0}"/>
              </a:ext>
            </a:extLst>
          </p:cNvPr>
          <p:cNvSpPr/>
          <p:nvPr/>
        </p:nvSpPr>
        <p:spPr>
          <a:xfrm>
            <a:off x="6973843" y="2905451"/>
            <a:ext cx="1456829" cy="559097"/>
          </a:xfrm>
          <a:custGeom>
            <a:avLst/>
            <a:gdLst/>
            <a:ahLst/>
            <a:cxnLst/>
            <a:rect l="l" t="t" r="r" b="b"/>
            <a:pathLst>
              <a:path w="65314" h="25066" extrusionOk="0">
                <a:moveTo>
                  <a:pt x="65314" y="0"/>
                </a:moveTo>
                <a:lnTo>
                  <a:pt x="65314" y="0"/>
                </a:lnTo>
                <a:cubicBezTo>
                  <a:pt x="61544" y="5337"/>
                  <a:pt x="57741" y="13210"/>
                  <a:pt x="52238" y="14310"/>
                </a:cubicBezTo>
                <a:lnTo>
                  <a:pt x="17980" y="23517"/>
                </a:lnTo>
                <a:cubicBezTo>
                  <a:pt x="17313" y="23739"/>
                  <a:pt x="16545" y="23837"/>
                  <a:pt x="15701" y="23837"/>
                </a:cubicBezTo>
                <a:cubicBezTo>
                  <a:pt x="11476" y="23837"/>
                  <a:pt x="5310" y="21404"/>
                  <a:pt x="0" y="20014"/>
                </a:cubicBezTo>
                <a:lnTo>
                  <a:pt x="0" y="20014"/>
                </a:lnTo>
                <a:cubicBezTo>
                  <a:pt x="6051" y="22207"/>
                  <a:pt x="12768" y="25065"/>
                  <a:pt x="16560" y="25065"/>
                </a:cubicBezTo>
                <a:cubicBezTo>
                  <a:pt x="17095" y="25065"/>
                  <a:pt x="17571" y="25008"/>
                  <a:pt x="17980" y="24885"/>
                </a:cubicBezTo>
                <a:lnTo>
                  <a:pt x="53172" y="15511"/>
                </a:lnTo>
                <a:cubicBezTo>
                  <a:pt x="57808" y="14844"/>
                  <a:pt x="62078" y="5804"/>
                  <a:pt x="653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6" name="Google Shape;1826;p83">
            <a:extLst>
              <a:ext uri="{FF2B5EF4-FFF2-40B4-BE49-F238E27FC236}">
                <a16:creationId xmlns:a16="http://schemas.microsoft.com/office/drawing/2014/main" id="{7EE4BC6D-FAA3-8C88-AEB1-05C3A1EDEFFE}"/>
              </a:ext>
            </a:extLst>
          </p:cNvPr>
          <p:cNvSpPr/>
          <p:nvPr/>
        </p:nvSpPr>
        <p:spPr>
          <a:xfrm>
            <a:off x="7847329" y="2727412"/>
            <a:ext cx="576651" cy="159458"/>
          </a:xfrm>
          <a:custGeom>
            <a:avLst/>
            <a:gdLst/>
            <a:ahLst/>
            <a:cxnLst/>
            <a:rect l="l" t="t" r="r" b="b"/>
            <a:pathLst>
              <a:path w="25853" h="7149" extrusionOk="0">
                <a:moveTo>
                  <a:pt x="8227" y="1"/>
                </a:moveTo>
                <a:cubicBezTo>
                  <a:pt x="7517" y="1"/>
                  <a:pt x="6859" y="67"/>
                  <a:pt x="6272" y="210"/>
                </a:cubicBezTo>
                <a:lnTo>
                  <a:pt x="1301" y="1311"/>
                </a:lnTo>
                <a:cubicBezTo>
                  <a:pt x="634" y="1778"/>
                  <a:pt x="167" y="2545"/>
                  <a:pt x="1" y="3345"/>
                </a:cubicBezTo>
                <a:lnTo>
                  <a:pt x="5838" y="1744"/>
                </a:lnTo>
                <a:cubicBezTo>
                  <a:pt x="6578" y="1583"/>
                  <a:pt x="7394" y="1509"/>
                  <a:pt x="8263" y="1509"/>
                </a:cubicBezTo>
                <a:cubicBezTo>
                  <a:pt x="13863" y="1509"/>
                  <a:pt x="21695" y="4578"/>
                  <a:pt x="25852" y="7148"/>
                </a:cubicBezTo>
                <a:cubicBezTo>
                  <a:pt x="22166" y="3874"/>
                  <a:pt x="13654" y="1"/>
                  <a:pt x="8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7" name="Google Shape;1827;p83">
            <a:extLst>
              <a:ext uri="{FF2B5EF4-FFF2-40B4-BE49-F238E27FC236}">
                <a16:creationId xmlns:a16="http://schemas.microsoft.com/office/drawing/2014/main" id="{D94C4FD2-AEF7-3875-6B16-442B8300FB2C}"/>
              </a:ext>
            </a:extLst>
          </p:cNvPr>
          <p:cNvSpPr/>
          <p:nvPr/>
        </p:nvSpPr>
        <p:spPr>
          <a:xfrm>
            <a:off x="8426189" y="2826580"/>
            <a:ext cx="284233" cy="84090"/>
          </a:xfrm>
          <a:custGeom>
            <a:avLst/>
            <a:gdLst/>
            <a:ahLst/>
            <a:cxnLst/>
            <a:rect l="l" t="t" r="r" b="b"/>
            <a:pathLst>
              <a:path w="12743" h="3770" extrusionOk="0">
                <a:moveTo>
                  <a:pt x="12743" y="0"/>
                </a:moveTo>
                <a:lnTo>
                  <a:pt x="0" y="3303"/>
                </a:lnTo>
                <a:lnTo>
                  <a:pt x="467" y="3770"/>
                </a:lnTo>
                <a:lnTo>
                  <a:pt x="127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8" name="Google Shape;1828;p83">
            <a:extLst>
              <a:ext uri="{FF2B5EF4-FFF2-40B4-BE49-F238E27FC236}">
                <a16:creationId xmlns:a16="http://schemas.microsoft.com/office/drawing/2014/main" id="{E47BF447-AA19-5D53-44E8-0FA98AC5C9D5}"/>
              </a:ext>
            </a:extLst>
          </p:cNvPr>
          <p:cNvSpPr/>
          <p:nvPr/>
        </p:nvSpPr>
        <p:spPr>
          <a:xfrm>
            <a:off x="7185139" y="2841458"/>
            <a:ext cx="369059" cy="437423"/>
          </a:xfrm>
          <a:custGeom>
            <a:avLst/>
            <a:gdLst/>
            <a:ahLst/>
            <a:cxnLst/>
            <a:rect l="l" t="t" r="r" b="b"/>
            <a:pathLst>
              <a:path w="16546" h="19611" extrusionOk="0">
                <a:moveTo>
                  <a:pt x="14644" y="0"/>
                </a:moveTo>
                <a:lnTo>
                  <a:pt x="12043" y="768"/>
                </a:lnTo>
                <a:lnTo>
                  <a:pt x="11742" y="17379"/>
                </a:lnTo>
                <a:lnTo>
                  <a:pt x="1" y="17446"/>
                </a:lnTo>
                <a:cubicBezTo>
                  <a:pt x="3495" y="18802"/>
                  <a:pt x="6989" y="19611"/>
                  <a:pt x="9638" y="19611"/>
                </a:cubicBezTo>
                <a:cubicBezTo>
                  <a:pt x="11618" y="19611"/>
                  <a:pt x="13126" y="19159"/>
                  <a:pt x="13811" y="18147"/>
                </a:cubicBezTo>
                <a:cubicBezTo>
                  <a:pt x="16546" y="13543"/>
                  <a:pt x="16446" y="7239"/>
                  <a:pt x="146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9" name="Google Shape;1829;p83">
            <a:extLst>
              <a:ext uri="{FF2B5EF4-FFF2-40B4-BE49-F238E27FC236}">
                <a16:creationId xmlns:a16="http://schemas.microsoft.com/office/drawing/2014/main" id="{1EF019C3-7C6C-8F69-9F14-4BCBD3094EB0}"/>
              </a:ext>
            </a:extLst>
          </p:cNvPr>
          <p:cNvSpPr/>
          <p:nvPr/>
        </p:nvSpPr>
        <p:spPr>
          <a:xfrm>
            <a:off x="7516234" y="2799792"/>
            <a:ext cx="207615" cy="87815"/>
          </a:xfrm>
          <a:custGeom>
            <a:avLst/>
            <a:gdLst/>
            <a:ahLst/>
            <a:cxnLst/>
            <a:rect l="l" t="t" r="r" b="b"/>
            <a:pathLst>
              <a:path w="9308" h="3937" extrusionOk="0">
                <a:moveTo>
                  <a:pt x="9307" y="0"/>
                </a:moveTo>
                <a:lnTo>
                  <a:pt x="1" y="2602"/>
                </a:lnTo>
                <a:lnTo>
                  <a:pt x="267" y="3937"/>
                </a:lnTo>
                <a:lnTo>
                  <a:pt x="8607" y="1568"/>
                </a:lnTo>
                <a:cubicBezTo>
                  <a:pt x="8707" y="1001"/>
                  <a:pt x="8940" y="467"/>
                  <a:pt x="93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0" name="Google Shape;1830;p83">
            <a:extLst>
              <a:ext uri="{FF2B5EF4-FFF2-40B4-BE49-F238E27FC236}">
                <a16:creationId xmlns:a16="http://schemas.microsoft.com/office/drawing/2014/main" id="{1F4CE214-A60D-8E5E-8F4E-43FDFE99C07A}"/>
              </a:ext>
            </a:extLst>
          </p:cNvPr>
          <p:cNvSpPr/>
          <p:nvPr/>
        </p:nvSpPr>
        <p:spPr>
          <a:xfrm>
            <a:off x="7054186" y="2934470"/>
            <a:ext cx="238864" cy="155510"/>
          </a:xfrm>
          <a:custGeom>
            <a:avLst/>
            <a:gdLst/>
            <a:ahLst/>
            <a:cxnLst/>
            <a:rect l="l" t="t" r="r" b="b"/>
            <a:pathLst>
              <a:path w="10709" h="6972" extrusionOk="0">
                <a:moveTo>
                  <a:pt x="10208" y="0"/>
                </a:moveTo>
                <a:lnTo>
                  <a:pt x="5471" y="1501"/>
                </a:lnTo>
                <a:cubicBezTo>
                  <a:pt x="4371" y="2001"/>
                  <a:pt x="3403" y="2735"/>
                  <a:pt x="2569" y="3636"/>
                </a:cubicBezTo>
                <a:lnTo>
                  <a:pt x="1" y="6605"/>
                </a:lnTo>
                <a:lnTo>
                  <a:pt x="1769" y="6972"/>
                </a:lnTo>
                <a:lnTo>
                  <a:pt x="3870" y="4503"/>
                </a:lnTo>
                <a:cubicBezTo>
                  <a:pt x="4537" y="3769"/>
                  <a:pt x="5305" y="3169"/>
                  <a:pt x="6205" y="2735"/>
                </a:cubicBezTo>
                <a:lnTo>
                  <a:pt x="10708" y="1134"/>
                </a:lnTo>
                <a:lnTo>
                  <a:pt x="102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1" name="Google Shape;1831;p83">
            <a:extLst>
              <a:ext uri="{FF2B5EF4-FFF2-40B4-BE49-F238E27FC236}">
                <a16:creationId xmlns:a16="http://schemas.microsoft.com/office/drawing/2014/main" id="{F31204B1-9F77-9553-751A-BD501E3AAD5B}"/>
              </a:ext>
            </a:extLst>
          </p:cNvPr>
          <p:cNvSpPr/>
          <p:nvPr/>
        </p:nvSpPr>
        <p:spPr>
          <a:xfrm>
            <a:off x="7080238" y="2046820"/>
            <a:ext cx="509669" cy="525327"/>
          </a:xfrm>
          <a:custGeom>
            <a:avLst/>
            <a:gdLst/>
            <a:ahLst/>
            <a:cxnLst/>
            <a:rect l="l" t="t" r="r" b="b"/>
            <a:pathLst>
              <a:path w="22850" h="23552" extrusionOk="0">
                <a:moveTo>
                  <a:pt x="6305" y="1"/>
                </a:moveTo>
                <a:cubicBezTo>
                  <a:pt x="2902" y="4838"/>
                  <a:pt x="1335" y="10875"/>
                  <a:pt x="0" y="17413"/>
                </a:cubicBezTo>
                <a:lnTo>
                  <a:pt x="6305" y="22250"/>
                </a:lnTo>
                <a:lnTo>
                  <a:pt x="16512" y="23551"/>
                </a:lnTo>
                <a:lnTo>
                  <a:pt x="22850" y="8941"/>
                </a:lnTo>
                <a:lnTo>
                  <a:pt x="19881" y="4838"/>
                </a:lnTo>
                <a:lnTo>
                  <a:pt x="63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2" name="Google Shape;1832;p83">
            <a:extLst>
              <a:ext uri="{FF2B5EF4-FFF2-40B4-BE49-F238E27FC236}">
                <a16:creationId xmlns:a16="http://schemas.microsoft.com/office/drawing/2014/main" id="{A7306039-0899-834F-260C-B44FAC863896}"/>
              </a:ext>
            </a:extLst>
          </p:cNvPr>
          <p:cNvSpPr/>
          <p:nvPr/>
        </p:nvSpPr>
        <p:spPr>
          <a:xfrm>
            <a:off x="7080238" y="2046820"/>
            <a:ext cx="287221" cy="496309"/>
          </a:xfrm>
          <a:custGeom>
            <a:avLst/>
            <a:gdLst/>
            <a:ahLst/>
            <a:cxnLst/>
            <a:rect l="l" t="t" r="r" b="b"/>
            <a:pathLst>
              <a:path w="12877" h="22251" extrusionOk="0">
                <a:moveTo>
                  <a:pt x="6305" y="1"/>
                </a:moveTo>
                <a:cubicBezTo>
                  <a:pt x="3670" y="3470"/>
                  <a:pt x="1601" y="9408"/>
                  <a:pt x="0" y="17413"/>
                </a:cubicBezTo>
                <a:lnTo>
                  <a:pt x="6305" y="22250"/>
                </a:lnTo>
                <a:lnTo>
                  <a:pt x="12876" y="6072"/>
                </a:lnTo>
                <a:cubicBezTo>
                  <a:pt x="10741" y="4871"/>
                  <a:pt x="8573" y="2870"/>
                  <a:pt x="630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3" name="Google Shape;1833;p83">
            <a:extLst>
              <a:ext uri="{FF2B5EF4-FFF2-40B4-BE49-F238E27FC236}">
                <a16:creationId xmlns:a16="http://schemas.microsoft.com/office/drawing/2014/main" id="{D4A6B5B5-0DF8-13B2-FFB4-4A2962BFD444}"/>
              </a:ext>
            </a:extLst>
          </p:cNvPr>
          <p:cNvSpPr/>
          <p:nvPr/>
        </p:nvSpPr>
        <p:spPr>
          <a:xfrm>
            <a:off x="7089896" y="2783911"/>
            <a:ext cx="476948" cy="475721"/>
          </a:xfrm>
          <a:custGeom>
            <a:avLst/>
            <a:gdLst/>
            <a:ahLst/>
            <a:cxnLst/>
            <a:rect l="l" t="t" r="r" b="b"/>
            <a:pathLst>
              <a:path w="21383" h="21328" extrusionOk="0">
                <a:moveTo>
                  <a:pt x="15902" y="1"/>
                </a:moveTo>
                <a:cubicBezTo>
                  <a:pt x="13355" y="1"/>
                  <a:pt x="6724" y="197"/>
                  <a:pt x="6939" y="2247"/>
                </a:cubicBezTo>
                <a:cubicBezTo>
                  <a:pt x="7239" y="4815"/>
                  <a:pt x="12677" y="14289"/>
                  <a:pt x="11476" y="15323"/>
                </a:cubicBezTo>
                <a:cubicBezTo>
                  <a:pt x="11173" y="15583"/>
                  <a:pt x="10311" y="15681"/>
                  <a:pt x="9191" y="15681"/>
                </a:cubicBezTo>
                <a:cubicBezTo>
                  <a:pt x="5866" y="15681"/>
                  <a:pt x="268" y="14822"/>
                  <a:pt x="268" y="14822"/>
                </a:cubicBezTo>
                <a:lnTo>
                  <a:pt x="1" y="18692"/>
                </a:lnTo>
                <a:cubicBezTo>
                  <a:pt x="1" y="18692"/>
                  <a:pt x="7318" y="21328"/>
                  <a:pt x="12437" y="21328"/>
                </a:cubicBezTo>
                <a:cubicBezTo>
                  <a:pt x="13984" y="21328"/>
                  <a:pt x="15330" y="21087"/>
                  <a:pt x="16213" y="20460"/>
                </a:cubicBezTo>
                <a:cubicBezTo>
                  <a:pt x="21383" y="16824"/>
                  <a:pt x="17714" y="1246"/>
                  <a:pt x="16880" y="12"/>
                </a:cubicBezTo>
                <a:cubicBezTo>
                  <a:pt x="16880" y="12"/>
                  <a:pt x="16505" y="1"/>
                  <a:pt x="15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4" name="Google Shape;1834;p83">
            <a:extLst>
              <a:ext uri="{FF2B5EF4-FFF2-40B4-BE49-F238E27FC236}">
                <a16:creationId xmlns:a16="http://schemas.microsoft.com/office/drawing/2014/main" id="{29C6D620-052D-C9A6-EAF0-399014B0912A}"/>
              </a:ext>
            </a:extLst>
          </p:cNvPr>
          <p:cNvSpPr/>
          <p:nvPr/>
        </p:nvSpPr>
        <p:spPr>
          <a:xfrm>
            <a:off x="6992513" y="3070530"/>
            <a:ext cx="200834" cy="205451"/>
          </a:xfrm>
          <a:custGeom>
            <a:avLst/>
            <a:gdLst/>
            <a:ahLst/>
            <a:cxnLst/>
            <a:rect l="l" t="t" r="r" b="b"/>
            <a:pathLst>
              <a:path w="9004" h="9211" extrusionOk="0">
                <a:moveTo>
                  <a:pt x="379" y="0"/>
                </a:moveTo>
                <a:cubicBezTo>
                  <a:pt x="193" y="0"/>
                  <a:pt x="0" y="158"/>
                  <a:pt x="31" y="371"/>
                </a:cubicBezTo>
                <a:lnTo>
                  <a:pt x="397" y="8677"/>
                </a:lnTo>
                <a:cubicBezTo>
                  <a:pt x="431" y="8977"/>
                  <a:pt x="664" y="9211"/>
                  <a:pt x="965" y="9211"/>
                </a:cubicBezTo>
                <a:lnTo>
                  <a:pt x="1465" y="9211"/>
                </a:lnTo>
                <a:cubicBezTo>
                  <a:pt x="1832" y="9211"/>
                  <a:pt x="2165" y="8944"/>
                  <a:pt x="2265" y="8577"/>
                </a:cubicBezTo>
                <a:lnTo>
                  <a:pt x="2699" y="6576"/>
                </a:lnTo>
                <a:cubicBezTo>
                  <a:pt x="2753" y="6307"/>
                  <a:pt x="2980" y="6147"/>
                  <a:pt x="3240" y="6147"/>
                </a:cubicBezTo>
                <a:cubicBezTo>
                  <a:pt x="3303" y="6147"/>
                  <a:pt x="3368" y="6156"/>
                  <a:pt x="3433" y="6175"/>
                </a:cubicBezTo>
                <a:lnTo>
                  <a:pt x="8603" y="7877"/>
                </a:lnTo>
                <a:lnTo>
                  <a:pt x="9004" y="1839"/>
                </a:lnTo>
                <a:lnTo>
                  <a:pt x="431" y="4"/>
                </a:lnTo>
                <a:cubicBezTo>
                  <a:pt x="414" y="2"/>
                  <a:pt x="396"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5" name="Google Shape;1835;p83">
            <a:extLst>
              <a:ext uri="{FF2B5EF4-FFF2-40B4-BE49-F238E27FC236}">
                <a16:creationId xmlns:a16="http://schemas.microsoft.com/office/drawing/2014/main" id="{AC3758B0-641E-FCC6-4AC9-30F5BEF0C78C}"/>
              </a:ext>
            </a:extLst>
          </p:cNvPr>
          <p:cNvSpPr/>
          <p:nvPr/>
        </p:nvSpPr>
        <p:spPr>
          <a:xfrm>
            <a:off x="7545989" y="2255149"/>
            <a:ext cx="369817" cy="472487"/>
          </a:xfrm>
          <a:custGeom>
            <a:avLst/>
            <a:gdLst/>
            <a:ahLst/>
            <a:cxnLst/>
            <a:rect l="l" t="t" r="r" b="b"/>
            <a:pathLst>
              <a:path w="16580" h="21183" extrusionOk="0">
                <a:moveTo>
                  <a:pt x="5471" y="1"/>
                </a:moveTo>
                <a:lnTo>
                  <a:pt x="1" y="4304"/>
                </a:lnTo>
                <a:cubicBezTo>
                  <a:pt x="1" y="4304"/>
                  <a:pt x="4638" y="13010"/>
                  <a:pt x="5338" y="13911"/>
                </a:cubicBezTo>
                <a:cubicBezTo>
                  <a:pt x="6005" y="14811"/>
                  <a:pt x="15946" y="21183"/>
                  <a:pt x="15946" y="21183"/>
                </a:cubicBezTo>
                <a:lnTo>
                  <a:pt x="16579" y="19248"/>
                </a:lnTo>
                <a:cubicBezTo>
                  <a:pt x="16579" y="19248"/>
                  <a:pt x="9975" y="13010"/>
                  <a:pt x="8674" y="11142"/>
                </a:cubicBezTo>
                <a:cubicBezTo>
                  <a:pt x="7373" y="9274"/>
                  <a:pt x="5471" y="1"/>
                  <a:pt x="54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6" name="Google Shape;1836;p83">
            <a:extLst>
              <a:ext uri="{FF2B5EF4-FFF2-40B4-BE49-F238E27FC236}">
                <a16:creationId xmlns:a16="http://schemas.microsoft.com/office/drawing/2014/main" id="{6EFB14E5-1BD5-7445-81F2-893C1C419132}"/>
              </a:ext>
            </a:extLst>
          </p:cNvPr>
          <p:cNvSpPr/>
          <p:nvPr/>
        </p:nvSpPr>
        <p:spPr>
          <a:xfrm>
            <a:off x="7640339" y="1971674"/>
            <a:ext cx="99123" cy="124440"/>
          </a:xfrm>
          <a:custGeom>
            <a:avLst/>
            <a:gdLst/>
            <a:ahLst/>
            <a:cxnLst/>
            <a:rect l="l" t="t" r="r" b="b"/>
            <a:pathLst>
              <a:path w="4444" h="5579" extrusionOk="0">
                <a:moveTo>
                  <a:pt x="3743" y="1"/>
                </a:moveTo>
                <a:lnTo>
                  <a:pt x="1875" y="468"/>
                </a:lnTo>
                <a:cubicBezTo>
                  <a:pt x="1875" y="468"/>
                  <a:pt x="0" y="5578"/>
                  <a:pt x="1577" y="5578"/>
                </a:cubicBezTo>
                <a:cubicBezTo>
                  <a:pt x="1656" y="5578"/>
                  <a:pt x="1744" y="5565"/>
                  <a:pt x="1842" y="5538"/>
                </a:cubicBezTo>
                <a:cubicBezTo>
                  <a:pt x="3877" y="4971"/>
                  <a:pt x="4444" y="2336"/>
                  <a:pt x="4444" y="2336"/>
                </a:cubicBezTo>
                <a:lnTo>
                  <a:pt x="374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7" name="Google Shape;1837;p83">
            <a:extLst>
              <a:ext uri="{FF2B5EF4-FFF2-40B4-BE49-F238E27FC236}">
                <a16:creationId xmlns:a16="http://schemas.microsoft.com/office/drawing/2014/main" id="{EF284ACB-7EA5-E9C7-EA93-6548C03CC9E2}"/>
              </a:ext>
            </a:extLst>
          </p:cNvPr>
          <p:cNvSpPr/>
          <p:nvPr/>
        </p:nvSpPr>
        <p:spPr>
          <a:xfrm>
            <a:off x="7435133" y="1883703"/>
            <a:ext cx="363103" cy="330917"/>
          </a:xfrm>
          <a:custGeom>
            <a:avLst/>
            <a:gdLst/>
            <a:ahLst/>
            <a:cxnLst/>
            <a:rect l="l" t="t" r="r" b="b"/>
            <a:pathLst>
              <a:path w="16279" h="14836" extrusionOk="0">
                <a:moveTo>
                  <a:pt x="8127" y="0"/>
                </a:moveTo>
                <a:cubicBezTo>
                  <a:pt x="6230" y="0"/>
                  <a:pt x="4337" y="726"/>
                  <a:pt x="2903" y="2177"/>
                </a:cubicBezTo>
                <a:cubicBezTo>
                  <a:pt x="1" y="5079"/>
                  <a:pt x="1" y="9782"/>
                  <a:pt x="2903" y="12684"/>
                </a:cubicBezTo>
                <a:cubicBezTo>
                  <a:pt x="4337" y="14119"/>
                  <a:pt x="6230" y="14836"/>
                  <a:pt x="8127" y="14836"/>
                </a:cubicBezTo>
                <a:cubicBezTo>
                  <a:pt x="10025" y="14836"/>
                  <a:pt x="11926" y="14119"/>
                  <a:pt x="13377" y="12684"/>
                </a:cubicBezTo>
                <a:cubicBezTo>
                  <a:pt x="16279" y="9782"/>
                  <a:pt x="16279" y="5079"/>
                  <a:pt x="13377" y="2177"/>
                </a:cubicBezTo>
                <a:cubicBezTo>
                  <a:pt x="11926" y="726"/>
                  <a:pt x="10025" y="0"/>
                  <a:pt x="81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8" name="Google Shape;1838;p83">
            <a:extLst>
              <a:ext uri="{FF2B5EF4-FFF2-40B4-BE49-F238E27FC236}">
                <a16:creationId xmlns:a16="http://schemas.microsoft.com/office/drawing/2014/main" id="{C9134CE3-F45A-AA29-2188-6C2964A80D49}"/>
              </a:ext>
            </a:extLst>
          </p:cNvPr>
          <p:cNvSpPr/>
          <p:nvPr/>
        </p:nvSpPr>
        <p:spPr>
          <a:xfrm>
            <a:off x="7435133" y="1883703"/>
            <a:ext cx="363103" cy="330917"/>
          </a:xfrm>
          <a:custGeom>
            <a:avLst/>
            <a:gdLst/>
            <a:ahLst/>
            <a:cxnLst/>
            <a:rect l="l" t="t" r="r" b="b"/>
            <a:pathLst>
              <a:path w="16279" h="14836" extrusionOk="0">
                <a:moveTo>
                  <a:pt x="8127" y="0"/>
                </a:moveTo>
                <a:cubicBezTo>
                  <a:pt x="6230" y="0"/>
                  <a:pt x="4337" y="726"/>
                  <a:pt x="2903" y="2177"/>
                </a:cubicBezTo>
                <a:cubicBezTo>
                  <a:pt x="1" y="5079"/>
                  <a:pt x="1" y="9782"/>
                  <a:pt x="2903" y="12684"/>
                </a:cubicBezTo>
                <a:cubicBezTo>
                  <a:pt x="4337" y="14119"/>
                  <a:pt x="6230" y="14836"/>
                  <a:pt x="8127" y="14836"/>
                </a:cubicBezTo>
                <a:cubicBezTo>
                  <a:pt x="10025" y="14836"/>
                  <a:pt x="11926" y="14119"/>
                  <a:pt x="13377" y="12684"/>
                </a:cubicBezTo>
                <a:cubicBezTo>
                  <a:pt x="16279" y="9782"/>
                  <a:pt x="16279" y="5079"/>
                  <a:pt x="13377" y="2177"/>
                </a:cubicBezTo>
                <a:cubicBezTo>
                  <a:pt x="11926" y="726"/>
                  <a:pt x="10025" y="0"/>
                  <a:pt x="81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9" name="Google Shape;1839;p83">
            <a:extLst>
              <a:ext uri="{FF2B5EF4-FFF2-40B4-BE49-F238E27FC236}">
                <a16:creationId xmlns:a16="http://schemas.microsoft.com/office/drawing/2014/main" id="{07206DA0-020F-71C2-926E-D6A471483BB4}"/>
              </a:ext>
            </a:extLst>
          </p:cNvPr>
          <p:cNvSpPr/>
          <p:nvPr/>
        </p:nvSpPr>
        <p:spPr>
          <a:xfrm>
            <a:off x="7647923" y="2113802"/>
            <a:ext cx="95265" cy="63257"/>
          </a:xfrm>
          <a:custGeom>
            <a:avLst/>
            <a:gdLst/>
            <a:ahLst/>
            <a:cxnLst/>
            <a:rect l="l" t="t" r="r" b="b"/>
            <a:pathLst>
              <a:path w="4271" h="2836" extrusionOk="0">
                <a:moveTo>
                  <a:pt x="3703" y="0"/>
                </a:moveTo>
                <a:cubicBezTo>
                  <a:pt x="2669" y="1101"/>
                  <a:pt x="1402" y="1935"/>
                  <a:pt x="1" y="2502"/>
                </a:cubicBezTo>
                <a:lnTo>
                  <a:pt x="434" y="2835"/>
                </a:lnTo>
                <a:cubicBezTo>
                  <a:pt x="1969" y="2502"/>
                  <a:pt x="3370" y="1635"/>
                  <a:pt x="4271" y="334"/>
                </a:cubicBezTo>
                <a:lnTo>
                  <a:pt x="3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0" name="Google Shape;1840;p83">
            <a:extLst>
              <a:ext uri="{FF2B5EF4-FFF2-40B4-BE49-F238E27FC236}">
                <a16:creationId xmlns:a16="http://schemas.microsoft.com/office/drawing/2014/main" id="{D364F21D-2FCE-EC6F-FBD4-160323FC9436}"/>
              </a:ext>
            </a:extLst>
          </p:cNvPr>
          <p:cNvSpPr/>
          <p:nvPr/>
        </p:nvSpPr>
        <p:spPr>
          <a:xfrm>
            <a:off x="7734243" y="2094441"/>
            <a:ext cx="18625" cy="17889"/>
          </a:xfrm>
          <a:custGeom>
            <a:avLst/>
            <a:gdLst/>
            <a:ahLst/>
            <a:cxnLst/>
            <a:rect l="l" t="t" r="r" b="b"/>
            <a:pathLst>
              <a:path w="835" h="802" extrusionOk="0">
                <a:moveTo>
                  <a:pt x="267" y="1"/>
                </a:moveTo>
                <a:cubicBezTo>
                  <a:pt x="234" y="201"/>
                  <a:pt x="134" y="368"/>
                  <a:pt x="0" y="534"/>
                </a:cubicBezTo>
                <a:lnTo>
                  <a:pt x="601" y="801"/>
                </a:lnTo>
                <a:cubicBezTo>
                  <a:pt x="734" y="668"/>
                  <a:pt x="801" y="468"/>
                  <a:pt x="834" y="268"/>
                </a:cubicBezTo>
                <a:lnTo>
                  <a:pt x="2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1" name="Google Shape;1841;p83">
            <a:extLst>
              <a:ext uri="{FF2B5EF4-FFF2-40B4-BE49-F238E27FC236}">
                <a16:creationId xmlns:a16="http://schemas.microsoft.com/office/drawing/2014/main" id="{E67CC671-1D3A-3805-C8F9-14564E6E53A1}"/>
              </a:ext>
            </a:extLst>
          </p:cNvPr>
          <p:cNvSpPr/>
          <p:nvPr/>
        </p:nvSpPr>
        <p:spPr>
          <a:xfrm>
            <a:off x="7486390" y="2054270"/>
            <a:ext cx="130306" cy="177659"/>
          </a:xfrm>
          <a:custGeom>
            <a:avLst/>
            <a:gdLst/>
            <a:ahLst/>
            <a:cxnLst/>
            <a:rect l="l" t="t" r="r" b="b"/>
            <a:pathLst>
              <a:path w="5842" h="7965" extrusionOk="0">
                <a:moveTo>
                  <a:pt x="3840" y="0"/>
                </a:moveTo>
                <a:cubicBezTo>
                  <a:pt x="3487" y="1639"/>
                  <a:pt x="2670" y="5287"/>
                  <a:pt x="554" y="5287"/>
                </a:cubicBezTo>
                <a:cubicBezTo>
                  <a:pt x="473" y="5287"/>
                  <a:pt x="390" y="5282"/>
                  <a:pt x="305" y="5271"/>
                </a:cubicBezTo>
                <a:lnTo>
                  <a:pt x="305" y="5271"/>
                </a:lnTo>
                <a:cubicBezTo>
                  <a:pt x="1" y="6435"/>
                  <a:pt x="2462" y="7964"/>
                  <a:pt x="4338" y="7964"/>
                </a:cubicBezTo>
                <a:cubicBezTo>
                  <a:pt x="4934" y="7964"/>
                  <a:pt x="5472" y="7809"/>
                  <a:pt x="5842" y="7439"/>
                </a:cubicBezTo>
                <a:cubicBezTo>
                  <a:pt x="5008" y="6805"/>
                  <a:pt x="4774" y="6138"/>
                  <a:pt x="4908" y="5504"/>
                </a:cubicBezTo>
                <a:cubicBezTo>
                  <a:pt x="4975" y="5104"/>
                  <a:pt x="5108" y="4737"/>
                  <a:pt x="5341" y="4404"/>
                </a:cubicBezTo>
                <a:cubicBezTo>
                  <a:pt x="5475" y="4237"/>
                  <a:pt x="5575" y="4037"/>
                  <a:pt x="5742" y="3870"/>
                </a:cubicBezTo>
                <a:lnTo>
                  <a:pt x="3840" y="0"/>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2" name="Google Shape;1842;p83">
            <a:extLst>
              <a:ext uri="{FF2B5EF4-FFF2-40B4-BE49-F238E27FC236}">
                <a16:creationId xmlns:a16="http://schemas.microsoft.com/office/drawing/2014/main" id="{7442E48D-5EB2-13B0-CCA0-52BD3C412661}"/>
              </a:ext>
            </a:extLst>
          </p:cNvPr>
          <p:cNvSpPr/>
          <p:nvPr/>
        </p:nvSpPr>
        <p:spPr>
          <a:xfrm>
            <a:off x="7552703" y="2094441"/>
            <a:ext cx="52841" cy="82618"/>
          </a:xfrm>
          <a:custGeom>
            <a:avLst/>
            <a:gdLst/>
            <a:ahLst/>
            <a:cxnLst/>
            <a:rect l="l" t="t" r="r" b="b"/>
            <a:pathLst>
              <a:path w="2369" h="3704" extrusionOk="0">
                <a:moveTo>
                  <a:pt x="834" y="1"/>
                </a:moveTo>
                <a:cubicBezTo>
                  <a:pt x="0" y="1902"/>
                  <a:pt x="1234" y="3203"/>
                  <a:pt x="1935" y="3703"/>
                </a:cubicBezTo>
                <a:cubicBezTo>
                  <a:pt x="2002" y="3303"/>
                  <a:pt x="2135" y="2936"/>
                  <a:pt x="2368" y="2603"/>
                </a:cubicBezTo>
                <a:lnTo>
                  <a:pt x="8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3" name="Google Shape;1843;p83">
            <a:extLst>
              <a:ext uri="{FF2B5EF4-FFF2-40B4-BE49-F238E27FC236}">
                <a16:creationId xmlns:a16="http://schemas.microsoft.com/office/drawing/2014/main" id="{EDC96A4E-5289-2C87-A5C7-6CD59087EFDE}"/>
              </a:ext>
            </a:extLst>
          </p:cNvPr>
          <p:cNvSpPr/>
          <p:nvPr/>
        </p:nvSpPr>
        <p:spPr>
          <a:xfrm>
            <a:off x="7547483" y="1961302"/>
            <a:ext cx="193474" cy="199451"/>
          </a:xfrm>
          <a:custGeom>
            <a:avLst/>
            <a:gdLst/>
            <a:ahLst/>
            <a:cxnLst/>
            <a:rect l="l" t="t" r="r" b="b"/>
            <a:pathLst>
              <a:path w="8674" h="8942" extrusionOk="0">
                <a:moveTo>
                  <a:pt x="4639" y="1"/>
                </a:moveTo>
                <a:cubicBezTo>
                  <a:pt x="3478" y="1"/>
                  <a:pt x="2325" y="629"/>
                  <a:pt x="1769" y="1833"/>
                </a:cubicBezTo>
                <a:cubicBezTo>
                  <a:pt x="701" y="3902"/>
                  <a:pt x="1" y="5102"/>
                  <a:pt x="434" y="6704"/>
                </a:cubicBezTo>
                <a:cubicBezTo>
                  <a:pt x="768" y="8005"/>
                  <a:pt x="1902" y="8905"/>
                  <a:pt x="3203" y="8939"/>
                </a:cubicBezTo>
                <a:cubicBezTo>
                  <a:pt x="3249" y="8940"/>
                  <a:pt x="3296" y="8941"/>
                  <a:pt x="3342" y="8941"/>
                </a:cubicBezTo>
                <a:cubicBezTo>
                  <a:pt x="4129" y="8941"/>
                  <a:pt x="4906" y="8674"/>
                  <a:pt x="5505" y="8138"/>
                </a:cubicBezTo>
                <a:cubicBezTo>
                  <a:pt x="5571" y="8071"/>
                  <a:pt x="5671" y="8005"/>
                  <a:pt x="5738" y="7904"/>
                </a:cubicBezTo>
                <a:cubicBezTo>
                  <a:pt x="7239" y="6337"/>
                  <a:pt x="8673" y="3201"/>
                  <a:pt x="7139" y="1233"/>
                </a:cubicBezTo>
                <a:cubicBezTo>
                  <a:pt x="6502" y="403"/>
                  <a:pt x="5568" y="1"/>
                  <a:pt x="4639"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4" name="Google Shape;1844;p83">
            <a:extLst>
              <a:ext uri="{FF2B5EF4-FFF2-40B4-BE49-F238E27FC236}">
                <a16:creationId xmlns:a16="http://schemas.microsoft.com/office/drawing/2014/main" id="{93EA7D1B-F14B-B5A0-AAE0-B7B179618C78}"/>
              </a:ext>
            </a:extLst>
          </p:cNvPr>
          <p:cNvSpPr/>
          <p:nvPr/>
        </p:nvSpPr>
        <p:spPr>
          <a:xfrm>
            <a:off x="7644956" y="2048604"/>
            <a:ext cx="13405" cy="14855"/>
          </a:xfrm>
          <a:custGeom>
            <a:avLst/>
            <a:gdLst/>
            <a:ahLst/>
            <a:cxnLst/>
            <a:rect l="l" t="t" r="r" b="b"/>
            <a:pathLst>
              <a:path w="601" h="666" extrusionOk="0">
                <a:moveTo>
                  <a:pt x="416" y="0"/>
                </a:moveTo>
                <a:cubicBezTo>
                  <a:pt x="312" y="0"/>
                  <a:pt x="213" y="90"/>
                  <a:pt x="134" y="221"/>
                </a:cubicBezTo>
                <a:cubicBezTo>
                  <a:pt x="0" y="355"/>
                  <a:pt x="34" y="521"/>
                  <a:pt x="134" y="655"/>
                </a:cubicBezTo>
                <a:cubicBezTo>
                  <a:pt x="163" y="662"/>
                  <a:pt x="193" y="666"/>
                  <a:pt x="223" y="666"/>
                </a:cubicBezTo>
                <a:cubicBezTo>
                  <a:pt x="334" y="666"/>
                  <a:pt x="448" y="612"/>
                  <a:pt x="501" y="455"/>
                </a:cubicBezTo>
                <a:cubicBezTo>
                  <a:pt x="601" y="254"/>
                  <a:pt x="601" y="121"/>
                  <a:pt x="501" y="21"/>
                </a:cubicBezTo>
                <a:cubicBezTo>
                  <a:pt x="472" y="7"/>
                  <a:pt x="444" y="0"/>
                  <a:pt x="41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5" name="Google Shape;1845;p83">
            <a:extLst>
              <a:ext uri="{FF2B5EF4-FFF2-40B4-BE49-F238E27FC236}">
                <a16:creationId xmlns:a16="http://schemas.microsoft.com/office/drawing/2014/main" id="{1E011FD2-D1FD-1159-E6A0-E3199468D21D}"/>
              </a:ext>
            </a:extLst>
          </p:cNvPr>
          <p:cNvSpPr/>
          <p:nvPr/>
        </p:nvSpPr>
        <p:spPr>
          <a:xfrm>
            <a:off x="7686622" y="2073140"/>
            <a:ext cx="13405" cy="14364"/>
          </a:xfrm>
          <a:custGeom>
            <a:avLst/>
            <a:gdLst/>
            <a:ahLst/>
            <a:cxnLst/>
            <a:rect l="l" t="t" r="r" b="b"/>
            <a:pathLst>
              <a:path w="601" h="644" extrusionOk="0">
                <a:moveTo>
                  <a:pt x="393" y="0"/>
                </a:moveTo>
                <a:cubicBezTo>
                  <a:pt x="297" y="0"/>
                  <a:pt x="179" y="84"/>
                  <a:pt x="100" y="189"/>
                </a:cubicBezTo>
                <a:cubicBezTo>
                  <a:pt x="0" y="322"/>
                  <a:pt x="0" y="522"/>
                  <a:pt x="134" y="622"/>
                </a:cubicBezTo>
                <a:cubicBezTo>
                  <a:pt x="155" y="636"/>
                  <a:pt x="180" y="643"/>
                  <a:pt x="206" y="643"/>
                </a:cubicBezTo>
                <a:cubicBezTo>
                  <a:pt x="302" y="643"/>
                  <a:pt x="422" y="553"/>
                  <a:pt x="501" y="422"/>
                </a:cubicBezTo>
                <a:cubicBezTo>
                  <a:pt x="601" y="255"/>
                  <a:pt x="601" y="88"/>
                  <a:pt x="467" y="22"/>
                </a:cubicBezTo>
                <a:cubicBezTo>
                  <a:pt x="445" y="7"/>
                  <a:pt x="420" y="0"/>
                  <a:pt x="39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6" name="Google Shape;1846;p83">
            <a:extLst>
              <a:ext uri="{FF2B5EF4-FFF2-40B4-BE49-F238E27FC236}">
                <a16:creationId xmlns:a16="http://schemas.microsoft.com/office/drawing/2014/main" id="{32768678-75A4-E0EF-7318-5A4CC957DF4D}"/>
              </a:ext>
            </a:extLst>
          </p:cNvPr>
          <p:cNvSpPr/>
          <p:nvPr/>
        </p:nvSpPr>
        <p:spPr>
          <a:xfrm>
            <a:off x="7654637" y="2072136"/>
            <a:ext cx="20097" cy="41800"/>
          </a:xfrm>
          <a:custGeom>
            <a:avLst/>
            <a:gdLst/>
            <a:ahLst/>
            <a:cxnLst/>
            <a:rect l="l" t="t" r="r" b="b"/>
            <a:pathLst>
              <a:path w="901" h="1874" extrusionOk="0">
                <a:moveTo>
                  <a:pt x="901" y="0"/>
                </a:moveTo>
                <a:lnTo>
                  <a:pt x="0" y="1568"/>
                </a:lnTo>
                <a:cubicBezTo>
                  <a:pt x="209" y="1747"/>
                  <a:pt x="499" y="1873"/>
                  <a:pt x="798" y="1873"/>
                </a:cubicBezTo>
                <a:cubicBezTo>
                  <a:pt x="832" y="1873"/>
                  <a:pt x="866" y="1871"/>
                  <a:pt x="901" y="1868"/>
                </a:cubicBezTo>
                <a:cubicBezTo>
                  <a:pt x="801" y="1234"/>
                  <a:pt x="834" y="600"/>
                  <a:pt x="901" y="0"/>
                </a:cubicBezTo>
                <a:close/>
              </a:path>
            </a:pathLst>
          </a:custGeom>
          <a:solidFill>
            <a:srgbClr val="DE5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7" name="Google Shape;1847;p83">
            <a:extLst>
              <a:ext uri="{FF2B5EF4-FFF2-40B4-BE49-F238E27FC236}">
                <a16:creationId xmlns:a16="http://schemas.microsoft.com/office/drawing/2014/main" id="{7DCD9761-D65E-4013-71A5-60B2DEBE7EF6}"/>
              </a:ext>
            </a:extLst>
          </p:cNvPr>
          <p:cNvSpPr/>
          <p:nvPr/>
        </p:nvSpPr>
        <p:spPr>
          <a:xfrm>
            <a:off x="7641231" y="2026388"/>
            <a:ext cx="26565" cy="7941"/>
          </a:xfrm>
          <a:custGeom>
            <a:avLst/>
            <a:gdLst/>
            <a:ahLst/>
            <a:cxnLst/>
            <a:rect l="l" t="t" r="r" b="b"/>
            <a:pathLst>
              <a:path w="1191" h="356" extrusionOk="0">
                <a:moveTo>
                  <a:pt x="514" y="1"/>
                </a:moveTo>
                <a:cubicBezTo>
                  <a:pt x="369" y="1"/>
                  <a:pt x="226" y="27"/>
                  <a:pt x="101" y="83"/>
                </a:cubicBezTo>
                <a:cubicBezTo>
                  <a:pt x="34" y="116"/>
                  <a:pt x="1" y="183"/>
                  <a:pt x="34" y="250"/>
                </a:cubicBezTo>
                <a:cubicBezTo>
                  <a:pt x="34" y="250"/>
                  <a:pt x="34" y="283"/>
                  <a:pt x="67" y="316"/>
                </a:cubicBezTo>
                <a:lnTo>
                  <a:pt x="167" y="316"/>
                </a:lnTo>
                <a:cubicBezTo>
                  <a:pt x="293" y="253"/>
                  <a:pt x="427" y="220"/>
                  <a:pt x="557" y="220"/>
                </a:cubicBezTo>
                <a:cubicBezTo>
                  <a:pt x="703" y="220"/>
                  <a:pt x="845" y="262"/>
                  <a:pt x="968" y="350"/>
                </a:cubicBezTo>
                <a:cubicBezTo>
                  <a:pt x="982" y="353"/>
                  <a:pt x="996" y="355"/>
                  <a:pt x="1009" y="355"/>
                </a:cubicBezTo>
                <a:cubicBezTo>
                  <a:pt x="1121" y="355"/>
                  <a:pt x="1191" y="239"/>
                  <a:pt x="1101" y="150"/>
                </a:cubicBezTo>
                <a:cubicBezTo>
                  <a:pt x="927" y="52"/>
                  <a:pt x="718" y="1"/>
                  <a:pt x="5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8" name="Google Shape;1848;p83">
            <a:extLst>
              <a:ext uri="{FF2B5EF4-FFF2-40B4-BE49-F238E27FC236}">
                <a16:creationId xmlns:a16="http://schemas.microsoft.com/office/drawing/2014/main" id="{8530DBF3-F748-F520-A8DE-20E4B812A05E}"/>
              </a:ext>
            </a:extLst>
          </p:cNvPr>
          <p:cNvSpPr/>
          <p:nvPr/>
        </p:nvSpPr>
        <p:spPr>
          <a:xfrm>
            <a:off x="7614443" y="2094129"/>
            <a:ext cx="25316" cy="27859"/>
          </a:xfrm>
          <a:custGeom>
            <a:avLst/>
            <a:gdLst/>
            <a:ahLst/>
            <a:cxnLst/>
            <a:rect l="l" t="t" r="r" b="b"/>
            <a:pathLst>
              <a:path w="1135" h="1249" extrusionOk="0">
                <a:moveTo>
                  <a:pt x="96" y="1"/>
                </a:moveTo>
                <a:cubicBezTo>
                  <a:pt x="87" y="1"/>
                  <a:pt x="77" y="5"/>
                  <a:pt x="67" y="15"/>
                </a:cubicBezTo>
                <a:cubicBezTo>
                  <a:pt x="34" y="15"/>
                  <a:pt x="1" y="48"/>
                  <a:pt x="34" y="81"/>
                </a:cubicBezTo>
                <a:cubicBezTo>
                  <a:pt x="168" y="615"/>
                  <a:pt x="534" y="1049"/>
                  <a:pt x="1068" y="1249"/>
                </a:cubicBezTo>
                <a:cubicBezTo>
                  <a:pt x="1102" y="1249"/>
                  <a:pt x="1135" y="1249"/>
                  <a:pt x="1135" y="1216"/>
                </a:cubicBezTo>
                <a:cubicBezTo>
                  <a:pt x="1135" y="1182"/>
                  <a:pt x="1135" y="1149"/>
                  <a:pt x="1102" y="1149"/>
                </a:cubicBezTo>
                <a:cubicBezTo>
                  <a:pt x="635" y="949"/>
                  <a:pt x="268" y="548"/>
                  <a:pt x="134" y="48"/>
                </a:cubicBezTo>
                <a:cubicBezTo>
                  <a:pt x="134" y="24"/>
                  <a:pt x="118" y="1"/>
                  <a:pt x="9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9" name="Google Shape;1849;p83">
            <a:extLst>
              <a:ext uri="{FF2B5EF4-FFF2-40B4-BE49-F238E27FC236}">
                <a16:creationId xmlns:a16="http://schemas.microsoft.com/office/drawing/2014/main" id="{FAA7C44D-0C3A-02C7-F57C-15E20EED2A88}"/>
              </a:ext>
            </a:extLst>
          </p:cNvPr>
          <p:cNvSpPr/>
          <p:nvPr/>
        </p:nvSpPr>
        <p:spPr>
          <a:xfrm>
            <a:off x="7705960" y="2050723"/>
            <a:ext cx="14164" cy="23666"/>
          </a:xfrm>
          <a:custGeom>
            <a:avLst/>
            <a:gdLst/>
            <a:ahLst/>
            <a:cxnLst/>
            <a:rect l="l" t="t" r="r" b="b"/>
            <a:pathLst>
              <a:path w="635" h="1061" extrusionOk="0">
                <a:moveTo>
                  <a:pt x="117" y="1"/>
                </a:moveTo>
                <a:cubicBezTo>
                  <a:pt x="84" y="1"/>
                  <a:pt x="51" y="9"/>
                  <a:pt x="34" y="26"/>
                </a:cubicBezTo>
                <a:cubicBezTo>
                  <a:pt x="1" y="93"/>
                  <a:pt x="34" y="159"/>
                  <a:pt x="67" y="193"/>
                </a:cubicBezTo>
                <a:cubicBezTo>
                  <a:pt x="268" y="393"/>
                  <a:pt x="401" y="660"/>
                  <a:pt x="368" y="960"/>
                </a:cubicBezTo>
                <a:cubicBezTo>
                  <a:pt x="368" y="960"/>
                  <a:pt x="401" y="993"/>
                  <a:pt x="401" y="1027"/>
                </a:cubicBezTo>
                <a:cubicBezTo>
                  <a:pt x="434" y="1027"/>
                  <a:pt x="434" y="1060"/>
                  <a:pt x="468" y="1060"/>
                </a:cubicBezTo>
                <a:cubicBezTo>
                  <a:pt x="534" y="1060"/>
                  <a:pt x="568" y="1027"/>
                  <a:pt x="601" y="960"/>
                </a:cubicBezTo>
                <a:cubicBezTo>
                  <a:pt x="634" y="593"/>
                  <a:pt x="468" y="260"/>
                  <a:pt x="201" y="26"/>
                </a:cubicBezTo>
                <a:cubicBezTo>
                  <a:pt x="184" y="9"/>
                  <a:pt x="151" y="1"/>
                  <a:pt x="1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0" name="Google Shape;1850;p83">
            <a:extLst>
              <a:ext uri="{FF2B5EF4-FFF2-40B4-BE49-F238E27FC236}">
                <a16:creationId xmlns:a16="http://schemas.microsoft.com/office/drawing/2014/main" id="{48841419-B6ED-DAD5-58F9-CE550A2E766F}"/>
              </a:ext>
            </a:extLst>
          </p:cNvPr>
          <p:cNvSpPr/>
          <p:nvPr/>
        </p:nvSpPr>
        <p:spPr>
          <a:xfrm>
            <a:off x="7545989" y="1941250"/>
            <a:ext cx="110900" cy="159905"/>
          </a:xfrm>
          <a:custGeom>
            <a:avLst/>
            <a:gdLst/>
            <a:ahLst/>
            <a:cxnLst/>
            <a:rect l="l" t="t" r="r" b="b"/>
            <a:pathLst>
              <a:path w="4972" h="7169" extrusionOk="0">
                <a:moveTo>
                  <a:pt x="2550" y="0"/>
                </a:moveTo>
                <a:cubicBezTo>
                  <a:pt x="2497" y="0"/>
                  <a:pt x="2448" y="10"/>
                  <a:pt x="2403" y="30"/>
                </a:cubicBezTo>
                <a:cubicBezTo>
                  <a:pt x="1669" y="397"/>
                  <a:pt x="935" y="1898"/>
                  <a:pt x="468" y="3967"/>
                </a:cubicBezTo>
                <a:cubicBezTo>
                  <a:pt x="1" y="6001"/>
                  <a:pt x="468" y="7169"/>
                  <a:pt x="468" y="7169"/>
                </a:cubicBezTo>
                <a:cubicBezTo>
                  <a:pt x="338" y="6098"/>
                  <a:pt x="1093" y="4363"/>
                  <a:pt x="1441" y="4363"/>
                </a:cubicBezTo>
                <a:cubicBezTo>
                  <a:pt x="1450" y="4363"/>
                  <a:pt x="1460" y="4364"/>
                  <a:pt x="1469" y="4367"/>
                </a:cubicBezTo>
                <a:cubicBezTo>
                  <a:pt x="1769" y="4434"/>
                  <a:pt x="1635" y="4767"/>
                  <a:pt x="1635" y="4767"/>
                </a:cubicBezTo>
                <a:cubicBezTo>
                  <a:pt x="2469" y="4600"/>
                  <a:pt x="3503" y="3633"/>
                  <a:pt x="3603" y="2699"/>
                </a:cubicBezTo>
                <a:cubicBezTo>
                  <a:pt x="3692" y="2279"/>
                  <a:pt x="4045" y="2020"/>
                  <a:pt x="4418" y="2020"/>
                </a:cubicBezTo>
                <a:cubicBezTo>
                  <a:pt x="4608" y="2020"/>
                  <a:pt x="4803" y="2086"/>
                  <a:pt x="4971" y="2232"/>
                </a:cubicBezTo>
                <a:cubicBezTo>
                  <a:pt x="4971" y="2232"/>
                  <a:pt x="3356" y="0"/>
                  <a:pt x="255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1" name="Google Shape;1851;p83">
            <a:extLst>
              <a:ext uri="{FF2B5EF4-FFF2-40B4-BE49-F238E27FC236}">
                <a16:creationId xmlns:a16="http://schemas.microsoft.com/office/drawing/2014/main" id="{AACB6120-CF8F-E98E-D739-77A3C804661F}"/>
              </a:ext>
            </a:extLst>
          </p:cNvPr>
          <p:cNvSpPr/>
          <p:nvPr/>
        </p:nvSpPr>
        <p:spPr>
          <a:xfrm>
            <a:off x="7545253" y="2005422"/>
            <a:ext cx="48380" cy="64528"/>
          </a:xfrm>
          <a:custGeom>
            <a:avLst/>
            <a:gdLst/>
            <a:ahLst/>
            <a:cxnLst/>
            <a:rect l="l" t="t" r="r" b="b"/>
            <a:pathLst>
              <a:path w="2169" h="2893" extrusionOk="0">
                <a:moveTo>
                  <a:pt x="1027" y="0"/>
                </a:moveTo>
                <a:cubicBezTo>
                  <a:pt x="500" y="0"/>
                  <a:pt x="34" y="431"/>
                  <a:pt x="34" y="990"/>
                </a:cubicBezTo>
                <a:cubicBezTo>
                  <a:pt x="1" y="1590"/>
                  <a:pt x="201" y="2157"/>
                  <a:pt x="568" y="2591"/>
                </a:cubicBezTo>
                <a:cubicBezTo>
                  <a:pt x="755" y="2801"/>
                  <a:pt x="958" y="2893"/>
                  <a:pt x="1152" y="2893"/>
                </a:cubicBezTo>
                <a:cubicBezTo>
                  <a:pt x="1512" y="2893"/>
                  <a:pt x="1839" y="2579"/>
                  <a:pt x="1969" y="2124"/>
                </a:cubicBezTo>
                <a:cubicBezTo>
                  <a:pt x="2169" y="1490"/>
                  <a:pt x="2135" y="423"/>
                  <a:pt x="1435" y="89"/>
                </a:cubicBezTo>
                <a:cubicBezTo>
                  <a:pt x="1300" y="28"/>
                  <a:pt x="1161" y="0"/>
                  <a:pt x="1027"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2" name="Google Shape;1852;p83">
            <a:extLst>
              <a:ext uri="{FF2B5EF4-FFF2-40B4-BE49-F238E27FC236}">
                <a16:creationId xmlns:a16="http://schemas.microsoft.com/office/drawing/2014/main" id="{5A8FD179-4D56-45F7-2A69-1BE85F24C23A}"/>
              </a:ext>
            </a:extLst>
          </p:cNvPr>
          <p:cNvSpPr/>
          <p:nvPr/>
        </p:nvSpPr>
        <p:spPr>
          <a:xfrm>
            <a:off x="7585424" y="1931748"/>
            <a:ext cx="171146" cy="117414"/>
          </a:xfrm>
          <a:custGeom>
            <a:avLst/>
            <a:gdLst/>
            <a:ahLst/>
            <a:cxnLst/>
            <a:rect l="l" t="t" r="r" b="b"/>
            <a:pathLst>
              <a:path w="7673" h="5264" extrusionOk="0">
                <a:moveTo>
                  <a:pt x="3705" y="0"/>
                </a:moveTo>
                <a:cubicBezTo>
                  <a:pt x="1254" y="0"/>
                  <a:pt x="1" y="1457"/>
                  <a:pt x="1" y="1457"/>
                </a:cubicBezTo>
                <a:cubicBezTo>
                  <a:pt x="535" y="2558"/>
                  <a:pt x="1168" y="4226"/>
                  <a:pt x="1969" y="4426"/>
                </a:cubicBezTo>
                <a:cubicBezTo>
                  <a:pt x="2720" y="4108"/>
                  <a:pt x="3722" y="2789"/>
                  <a:pt x="4302" y="2789"/>
                </a:cubicBezTo>
                <a:cubicBezTo>
                  <a:pt x="4391" y="2789"/>
                  <a:pt x="4471" y="2820"/>
                  <a:pt x="4537" y="2892"/>
                </a:cubicBezTo>
                <a:cubicBezTo>
                  <a:pt x="4804" y="3425"/>
                  <a:pt x="5071" y="3926"/>
                  <a:pt x="5271" y="3926"/>
                </a:cubicBezTo>
                <a:cubicBezTo>
                  <a:pt x="5297" y="3928"/>
                  <a:pt x="5321" y="3929"/>
                  <a:pt x="5344" y="3929"/>
                </a:cubicBezTo>
                <a:cubicBezTo>
                  <a:pt x="5673" y="3929"/>
                  <a:pt x="5695" y="3708"/>
                  <a:pt x="6038" y="3459"/>
                </a:cubicBezTo>
                <a:cubicBezTo>
                  <a:pt x="6061" y="3450"/>
                  <a:pt x="6082" y="3445"/>
                  <a:pt x="6102" y="3445"/>
                </a:cubicBezTo>
                <a:cubicBezTo>
                  <a:pt x="6497" y="3445"/>
                  <a:pt x="6208" y="5263"/>
                  <a:pt x="6608" y="5263"/>
                </a:cubicBezTo>
                <a:cubicBezTo>
                  <a:pt x="6618" y="5263"/>
                  <a:pt x="6628" y="5262"/>
                  <a:pt x="6639" y="5260"/>
                </a:cubicBezTo>
                <a:cubicBezTo>
                  <a:pt x="7206" y="5060"/>
                  <a:pt x="7673" y="290"/>
                  <a:pt x="4237" y="23"/>
                </a:cubicBezTo>
                <a:cubicBezTo>
                  <a:pt x="4054" y="8"/>
                  <a:pt x="3876" y="0"/>
                  <a:pt x="37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3" name="Google Shape;1853;p83">
            <a:extLst>
              <a:ext uri="{FF2B5EF4-FFF2-40B4-BE49-F238E27FC236}">
                <a16:creationId xmlns:a16="http://schemas.microsoft.com/office/drawing/2014/main" id="{85091443-C288-2E5F-FDBD-CDD922E57D3A}"/>
              </a:ext>
            </a:extLst>
          </p:cNvPr>
          <p:cNvSpPr/>
          <p:nvPr/>
        </p:nvSpPr>
        <p:spPr>
          <a:xfrm>
            <a:off x="7214157" y="2594430"/>
            <a:ext cx="354917" cy="269377"/>
          </a:xfrm>
          <a:custGeom>
            <a:avLst/>
            <a:gdLst/>
            <a:ahLst/>
            <a:cxnLst/>
            <a:rect l="l" t="t" r="r" b="b"/>
            <a:pathLst>
              <a:path w="15912" h="12077" extrusionOk="0">
                <a:moveTo>
                  <a:pt x="14711" y="1"/>
                </a:moveTo>
                <a:lnTo>
                  <a:pt x="234" y="168"/>
                </a:lnTo>
                <a:cubicBezTo>
                  <a:pt x="1" y="4104"/>
                  <a:pt x="501" y="9107"/>
                  <a:pt x="1735" y="12076"/>
                </a:cubicBezTo>
                <a:lnTo>
                  <a:pt x="12209" y="11409"/>
                </a:lnTo>
                <a:lnTo>
                  <a:pt x="15912" y="10342"/>
                </a:lnTo>
                <a:cubicBezTo>
                  <a:pt x="15211" y="9641"/>
                  <a:pt x="13610" y="5872"/>
                  <a:pt x="147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4" name="Google Shape;1854;p83">
            <a:extLst>
              <a:ext uri="{FF2B5EF4-FFF2-40B4-BE49-F238E27FC236}">
                <a16:creationId xmlns:a16="http://schemas.microsoft.com/office/drawing/2014/main" id="{64031E4D-7DEB-57F7-2E58-F482208CFA07}"/>
              </a:ext>
            </a:extLst>
          </p:cNvPr>
          <p:cNvSpPr/>
          <p:nvPr/>
        </p:nvSpPr>
        <p:spPr>
          <a:xfrm>
            <a:off x="7486479" y="2804253"/>
            <a:ext cx="58796" cy="44655"/>
          </a:xfrm>
          <a:custGeom>
            <a:avLst/>
            <a:gdLst/>
            <a:ahLst/>
            <a:cxnLst/>
            <a:rect l="l" t="t" r="r" b="b"/>
            <a:pathLst>
              <a:path w="2636" h="2002" extrusionOk="0">
                <a:moveTo>
                  <a:pt x="601" y="1"/>
                </a:moveTo>
                <a:lnTo>
                  <a:pt x="0" y="2002"/>
                </a:lnTo>
                <a:lnTo>
                  <a:pt x="0" y="2002"/>
                </a:lnTo>
                <a:lnTo>
                  <a:pt x="2636" y="1235"/>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5" name="Google Shape;1855;p83">
            <a:extLst>
              <a:ext uri="{FF2B5EF4-FFF2-40B4-BE49-F238E27FC236}">
                <a16:creationId xmlns:a16="http://schemas.microsoft.com/office/drawing/2014/main" id="{B94EB5BC-1C90-35ED-08C0-F7AB20CDD089}"/>
              </a:ext>
            </a:extLst>
          </p:cNvPr>
          <p:cNvSpPr/>
          <p:nvPr/>
        </p:nvSpPr>
        <p:spPr>
          <a:xfrm>
            <a:off x="7562361" y="2057995"/>
            <a:ext cx="54335" cy="79629"/>
          </a:xfrm>
          <a:custGeom>
            <a:avLst/>
            <a:gdLst/>
            <a:ahLst/>
            <a:cxnLst/>
            <a:rect l="l" t="t" r="r" b="b"/>
            <a:pathLst>
              <a:path w="2436" h="3570" extrusionOk="0">
                <a:moveTo>
                  <a:pt x="234" y="0"/>
                </a:moveTo>
                <a:lnTo>
                  <a:pt x="67" y="968"/>
                </a:lnTo>
                <a:cubicBezTo>
                  <a:pt x="1" y="1301"/>
                  <a:pt x="34" y="1668"/>
                  <a:pt x="168" y="2002"/>
                </a:cubicBezTo>
                <a:lnTo>
                  <a:pt x="301" y="2335"/>
                </a:lnTo>
                <a:cubicBezTo>
                  <a:pt x="534" y="2869"/>
                  <a:pt x="1001" y="3269"/>
                  <a:pt x="1602" y="3403"/>
                </a:cubicBezTo>
                <a:lnTo>
                  <a:pt x="2436" y="3569"/>
                </a:lnTo>
                <a:lnTo>
                  <a:pt x="2436" y="3269"/>
                </a:lnTo>
                <a:lnTo>
                  <a:pt x="1802" y="3169"/>
                </a:lnTo>
                <a:cubicBezTo>
                  <a:pt x="1168" y="3069"/>
                  <a:pt x="668" y="2669"/>
                  <a:pt x="434" y="2068"/>
                </a:cubicBezTo>
                <a:lnTo>
                  <a:pt x="368" y="1935"/>
                </a:lnTo>
                <a:cubicBezTo>
                  <a:pt x="268" y="1635"/>
                  <a:pt x="234" y="1335"/>
                  <a:pt x="268" y="1034"/>
                </a:cubicBezTo>
                <a:lnTo>
                  <a:pt x="401" y="67"/>
                </a:lnTo>
                <a:lnTo>
                  <a:pt x="23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6" name="Google Shape;1856;p83">
            <a:extLst>
              <a:ext uri="{FF2B5EF4-FFF2-40B4-BE49-F238E27FC236}">
                <a16:creationId xmlns:a16="http://schemas.microsoft.com/office/drawing/2014/main" id="{84AB3757-1C03-0770-9528-AB78EF3D67CA}"/>
              </a:ext>
            </a:extLst>
          </p:cNvPr>
          <p:cNvSpPr/>
          <p:nvPr/>
        </p:nvSpPr>
        <p:spPr>
          <a:xfrm>
            <a:off x="7611476" y="2126449"/>
            <a:ext cx="20855" cy="17866"/>
          </a:xfrm>
          <a:custGeom>
            <a:avLst/>
            <a:gdLst/>
            <a:ahLst/>
            <a:cxnLst/>
            <a:rect l="l" t="t" r="r" b="b"/>
            <a:pathLst>
              <a:path w="935" h="801" extrusionOk="0">
                <a:moveTo>
                  <a:pt x="267" y="0"/>
                </a:moveTo>
                <a:cubicBezTo>
                  <a:pt x="134" y="0"/>
                  <a:pt x="0" y="134"/>
                  <a:pt x="0" y="267"/>
                </a:cubicBezTo>
                <a:lnTo>
                  <a:pt x="0" y="567"/>
                </a:lnTo>
                <a:cubicBezTo>
                  <a:pt x="0" y="701"/>
                  <a:pt x="134" y="801"/>
                  <a:pt x="267" y="801"/>
                </a:cubicBezTo>
                <a:lnTo>
                  <a:pt x="701" y="801"/>
                </a:lnTo>
                <a:cubicBezTo>
                  <a:pt x="834" y="801"/>
                  <a:pt x="934" y="701"/>
                  <a:pt x="934" y="567"/>
                </a:cubicBezTo>
                <a:lnTo>
                  <a:pt x="934" y="267"/>
                </a:lnTo>
                <a:cubicBezTo>
                  <a:pt x="934" y="134"/>
                  <a:pt x="834" y="0"/>
                  <a:pt x="7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7" name="Google Shape;1857;p83">
            <a:extLst>
              <a:ext uri="{FF2B5EF4-FFF2-40B4-BE49-F238E27FC236}">
                <a16:creationId xmlns:a16="http://schemas.microsoft.com/office/drawing/2014/main" id="{6C28AFA6-7F13-12DF-2CCF-85D0D99ACB41}"/>
              </a:ext>
            </a:extLst>
          </p:cNvPr>
          <p:cNvSpPr/>
          <p:nvPr/>
        </p:nvSpPr>
        <p:spPr>
          <a:xfrm>
            <a:off x="7560130" y="2029712"/>
            <a:ext cx="19361" cy="32766"/>
          </a:xfrm>
          <a:custGeom>
            <a:avLst/>
            <a:gdLst/>
            <a:ahLst/>
            <a:cxnLst/>
            <a:rect l="l" t="t" r="r" b="b"/>
            <a:pathLst>
              <a:path w="868" h="1469" extrusionOk="0">
                <a:moveTo>
                  <a:pt x="268" y="1"/>
                </a:moveTo>
                <a:cubicBezTo>
                  <a:pt x="134" y="1"/>
                  <a:pt x="1" y="134"/>
                  <a:pt x="1" y="268"/>
                </a:cubicBezTo>
                <a:lnTo>
                  <a:pt x="1" y="1202"/>
                </a:lnTo>
                <a:cubicBezTo>
                  <a:pt x="1" y="1335"/>
                  <a:pt x="134" y="1468"/>
                  <a:pt x="268" y="1468"/>
                </a:cubicBezTo>
                <a:lnTo>
                  <a:pt x="601" y="1468"/>
                </a:lnTo>
                <a:cubicBezTo>
                  <a:pt x="768" y="1468"/>
                  <a:pt x="868" y="1335"/>
                  <a:pt x="868" y="1202"/>
                </a:cubicBezTo>
                <a:lnTo>
                  <a:pt x="868" y="268"/>
                </a:lnTo>
                <a:cubicBezTo>
                  <a:pt x="868" y="134"/>
                  <a:pt x="768" y="1"/>
                  <a:pt x="6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8" name="Google Shape;1858;p83">
            <a:extLst>
              <a:ext uri="{FF2B5EF4-FFF2-40B4-BE49-F238E27FC236}">
                <a16:creationId xmlns:a16="http://schemas.microsoft.com/office/drawing/2014/main" id="{B8FD51AB-0CB6-D5B3-8B8B-4A9222A6B971}"/>
              </a:ext>
            </a:extLst>
          </p:cNvPr>
          <p:cNvSpPr/>
          <p:nvPr/>
        </p:nvSpPr>
        <p:spPr>
          <a:xfrm>
            <a:off x="7586182" y="2401737"/>
            <a:ext cx="43160" cy="102692"/>
          </a:xfrm>
          <a:custGeom>
            <a:avLst/>
            <a:gdLst/>
            <a:ahLst/>
            <a:cxnLst/>
            <a:rect l="l" t="t" r="r" b="b"/>
            <a:pathLst>
              <a:path w="1935" h="4604" extrusionOk="0">
                <a:moveTo>
                  <a:pt x="400" y="0"/>
                </a:moveTo>
                <a:lnTo>
                  <a:pt x="0" y="1101"/>
                </a:lnTo>
                <a:lnTo>
                  <a:pt x="1935" y="4604"/>
                </a:lnTo>
                <a:lnTo>
                  <a:pt x="400" y="0"/>
                </a:lnTo>
                <a:close/>
                <a:moveTo>
                  <a:pt x="1935" y="4604"/>
                </a:moveTo>
                <a:lnTo>
                  <a:pt x="1935" y="4604"/>
                </a:lnTo>
                <a:lnTo>
                  <a:pt x="1935" y="4604"/>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9" name="Google Shape;1859;p83">
            <a:extLst>
              <a:ext uri="{FF2B5EF4-FFF2-40B4-BE49-F238E27FC236}">
                <a16:creationId xmlns:a16="http://schemas.microsoft.com/office/drawing/2014/main" id="{5250B802-BDD9-A4D8-CECD-E21C396F1332}"/>
              </a:ext>
            </a:extLst>
          </p:cNvPr>
          <p:cNvSpPr/>
          <p:nvPr/>
        </p:nvSpPr>
        <p:spPr>
          <a:xfrm>
            <a:off x="7217882" y="2169341"/>
            <a:ext cx="458345" cy="476457"/>
          </a:xfrm>
          <a:custGeom>
            <a:avLst/>
            <a:gdLst/>
            <a:ahLst/>
            <a:cxnLst/>
            <a:rect l="l" t="t" r="r" b="b"/>
            <a:pathLst>
              <a:path w="20549" h="21361" extrusionOk="0">
                <a:moveTo>
                  <a:pt x="11043" y="1"/>
                </a:moveTo>
                <a:cubicBezTo>
                  <a:pt x="9956" y="1"/>
                  <a:pt x="8117" y="45"/>
                  <a:pt x="6872" y="312"/>
                </a:cubicBezTo>
                <a:cubicBezTo>
                  <a:pt x="6272" y="1013"/>
                  <a:pt x="5771" y="1780"/>
                  <a:pt x="5271" y="2580"/>
                </a:cubicBezTo>
                <a:cubicBezTo>
                  <a:pt x="4337" y="4115"/>
                  <a:pt x="3536" y="5716"/>
                  <a:pt x="2836" y="7384"/>
                </a:cubicBezTo>
                <a:cubicBezTo>
                  <a:pt x="1135" y="11520"/>
                  <a:pt x="167" y="15957"/>
                  <a:pt x="0" y="20460"/>
                </a:cubicBezTo>
                <a:lnTo>
                  <a:pt x="14311" y="21360"/>
                </a:lnTo>
                <a:cubicBezTo>
                  <a:pt x="14311" y="21360"/>
                  <a:pt x="15978" y="8284"/>
                  <a:pt x="20548" y="4115"/>
                </a:cubicBezTo>
                <a:lnTo>
                  <a:pt x="18180" y="2180"/>
                </a:lnTo>
                <a:lnTo>
                  <a:pt x="11942" y="12"/>
                </a:lnTo>
                <a:cubicBezTo>
                  <a:pt x="11942" y="12"/>
                  <a:pt x="11586" y="1"/>
                  <a:pt x="110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0" name="Google Shape;1860;p83">
            <a:extLst>
              <a:ext uri="{FF2B5EF4-FFF2-40B4-BE49-F238E27FC236}">
                <a16:creationId xmlns:a16="http://schemas.microsoft.com/office/drawing/2014/main" id="{42F1491D-7113-5D2F-2418-EA93A4DEADA7}"/>
              </a:ext>
            </a:extLst>
          </p:cNvPr>
          <p:cNvSpPr/>
          <p:nvPr/>
        </p:nvSpPr>
        <p:spPr>
          <a:xfrm>
            <a:off x="7327244" y="2335513"/>
            <a:ext cx="218031" cy="297638"/>
          </a:xfrm>
          <a:custGeom>
            <a:avLst/>
            <a:gdLst/>
            <a:ahLst/>
            <a:cxnLst/>
            <a:rect l="l" t="t" r="r" b="b"/>
            <a:pathLst>
              <a:path w="9775" h="13344" extrusionOk="0">
                <a:moveTo>
                  <a:pt x="1" y="0"/>
                </a:moveTo>
                <a:lnTo>
                  <a:pt x="1" y="0"/>
                </a:lnTo>
                <a:cubicBezTo>
                  <a:pt x="1735" y="3703"/>
                  <a:pt x="4070" y="9274"/>
                  <a:pt x="4904" y="10074"/>
                </a:cubicBezTo>
                <a:lnTo>
                  <a:pt x="9474" y="13343"/>
                </a:lnTo>
                <a:lnTo>
                  <a:pt x="9775" y="1177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1" name="Google Shape;1861;p83">
            <a:extLst>
              <a:ext uri="{FF2B5EF4-FFF2-40B4-BE49-F238E27FC236}">
                <a16:creationId xmlns:a16="http://schemas.microsoft.com/office/drawing/2014/main" id="{69DD49E6-AAD8-1C5A-BC69-3F4031050AD0}"/>
              </a:ext>
            </a:extLst>
          </p:cNvPr>
          <p:cNvSpPr/>
          <p:nvPr/>
        </p:nvSpPr>
        <p:spPr>
          <a:xfrm>
            <a:off x="7433639" y="2169587"/>
            <a:ext cx="227712" cy="100484"/>
          </a:xfrm>
          <a:custGeom>
            <a:avLst/>
            <a:gdLst/>
            <a:ahLst/>
            <a:cxnLst/>
            <a:rect l="l" t="t" r="r" b="b"/>
            <a:pathLst>
              <a:path w="10209" h="4505" extrusionOk="0">
                <a:moveTo>
                  <a:pt x="1" y="1"/>
                </a:moveTo>
                <a:cubicBezTo>
                  <a:pt x="2436" y="2069"/>
                  <a:pt x="5638" y="3270"/>
                  <a:pt x="9041" y="4504"/>
                </a:cubicBezTo>
                <a:lnTo>
                  <a:pt x="9574" y="4237"/>
                </a:lnTo>
                <a:cubicBezTo>
                  <a:pt x="9875" y="4104"/>
                  <a:pt x="10108" y="3870"/>
                  <a:pt x="10208" y="3570"/>
                </a:cubicBezTo>
                <a:lnTo>
                  <a:pt x="9841" y="3236"/>
                </a:lnTo>
                <a:lnTo>
                  <a:pt x="5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2" name="Google Shape;1862;p83">
            <a:extLst>
              <a:ext uri="{FF2B5EF4-FFF2-40B4-BE49-F238E27FC236}">
                <a16:creationId xmlns:a16="http://schemas.microsoft.com/office/drawing/2014/main" id="{0D6A4EFC-3985-8D76-1315-5AE962A5EFD4}"/>
              </a:ext>
            </a:extLst>
          </p:cNvPr>
          <p:cNvSpPr/>
          <p:nvPr/>
        </p:nvSpPr>
        <p:spPr>
          <a:xfrm>
            <a:off x="7306232" y="2197022"/>
            <a:ext cx="454821" cy="550710"/>
          </a:xfrm>
          <a:custGeom>
            <a:avLst/>
            <a:gdLst/>
            <a:ahLst/>
            <a:cxnLst/>
            <a:rect l="l" t="t" r="r" b="b"/>
            <a:pathLst>
              <a:path w="20391" h="24690" extrusionOk="0">
                <a:moveTo>
                  <a:pt x="4431" y="0"/>
                </a:moveTo>
                <a:cubicBezTo>
                  <a:pt x="2345" y="0"/>
                  <a:pt x="0" y="3792"/>
                  <a:pt x="976" y="6476"/>
                </a:cubicBezTo>
                <a:cubicBezTo>
                  <a:pt x="976" y="6476"/>
                  <a:pt x="5980" y="15082"/>
                  <a:pt x="6647" y="15983"/>
                </a:cubicBezTo>
                <a:cubicBezTo>
                  <a:pt x="7347" y="16884"/>
                  <a:pt x="18989" y="24689"/>
                  <a:pt x="18989" y="24689"/>
                </a:cubicBezTo>
                <a:lnTo>
                  <a:pt x="20390" y="23088"/>
                </a:lnTo>
                <a:cubicBezTo>
                  <a:pt x="20390" y="23088"/>
                  <a:pt x="11617" y="14515"/>
                  <a:pt x="10316" y="12647"/>
                </a:cubicBezTo>
                <a:cubicBezTo>
                  <a:pt x="9015" y="10779"/>
                  <a:pt x="6447" y="1773"/>
                  <a:pt x="6447" y="1773"/>
                </a:cubicBezTo>
                <a:cubicBezTo>
                  <a:pt x="5928" y="511"/>
                  <a:pt x="5197" y="0"/>
                  <a:pt x="443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3" name="Google Shape;1863;p83">
            <a:extLst>
              <a:ext uri="{FF2B5EF4-FFF2-40B4-BE49-F238E27FC236}">
                <a16:creationId xmlns:a16="http://schemas.microsoft.com/office/drawing/2014/main" id="{0B074BEC-E37B-2D43-BBB7-80A00F686590}"/>
              </a:ext>
            </a:extLst>
          </p:cNvPr>
          <p:cNvSpPr/>
          <p:nvPr/>
        </p:nvSpPr>
        <p:spPr>
          <a:xfrm>
            <a:off x="7356263" y="2255149"/>
            <a:ext cx="72201" cy="110900"/>
          </a:xfrm>
          <a:custGeom>
            <a:avLst/>
            <a:gdLst/>
            <a:ahLst/>
            <a:cxnLst/>
            <a:rect l="l" t="t" r="r" b="b"/>
            <a:pathLst>
              <a:path w="3237" h="4972" extrusionOk="0">
                <a:moveTo>
                  <a:pt x="2102" y="1"/>
                </a:moveTo>
                <a:cubicBezTo>
                  <a:pt x="1035" y="668"/>
                  <a:pt x="268" y="1769"/>
                  <a:pt x="1" y="3036"/>
                </a:cubicBezTo>
                <a:lnTo>
                  <a:pt x="935" y="4971"/>
                </a:lnTo>
                <a:cubicBezTo>
                  <a:pt x="1368" y="3403"/>
                  <a:pt x="2102" y="2469"/>
                  <a:pt x="3236" y="2202"/>
                </a:cubicBezTo>
                <a:lnTo>
                  <a:pt x="21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4" name="Google Shape;1864;p83">
            <a:extLst>
              <a:ext uri="{FF2B5EF4-FFF2-40B4-BE49-F238E27FC236}">
                <a16:creationId xmlns:a16="http://schemas.microsoft.com/office/drawing/2014/main" id="{2DCA540B-6C9A-E5EE-5286-A9E669463D23}"/>
              </a:ext>
            </a:extLst>
          </p:cNvPr>
          <p:cNvSpPr/>
          <p:nvPr/>
        </p:nvSpPr>
        <p:spPr>
          <a:xfrm>
            <a:off x="7622629" y="2629404"/>
            <a:ext cx="203154" cy="189303"/>
          </a:xfrm>
          <a:custGeom>
            <a:avLst/>
            <a:gdLst/>
            <a:ahLst/>
            <a:cxnLst/>
            <a:rect l="l" t="t" r="r" b="b"/>
            <a:pathLst>
              <a:path w="9108" h="8487" extrusionOk="0">
                <a:moveTo>
                  <a:pt x="3470" y="1"/>
                </a:moveTo>
                <a:lnTo>
                  <a:pt x="1" y="3503"/>
                </a:lnTo>
                <a:lnTo>
                  <a:pt x="4871" y="5738"/>
                </a:lnTo>
                <a:lnTo>
                  <a:pt x="6005" y="8307"/>
                </a:lnTo>
                <a:cubicBezTo>
                  <a:pt x="6065" y="8427"/>
                  <a:pt x="6185" y="8487"/>
                  <a:pt x="6308" y="8487"/>
                </a:cubicBezTo>
                <a:cubicBezTo>
                  <a:pt x="6389" y="8487"/>
                  <a:pt x="6472" y="8460"/>
                  <a:pt x="6539" y="8407"/>
                </a:cubicBezTo>
                <a:lnTo>
                  <a:pt x="8974" y="6005"/>
                </a:lnTo>
                <a:cubicBezTo>
                  <a:pt x="9107" y="5871"/>
                  <a:pt x="9074" y="5671"/>
                  <a:pt x="8940" y="5538"/>
                </a:cubicBezTo>
                <a:lnTo>
                  <a:pt x="6672" y="3670"/>
                </a:lnTo>
                <a:lnTo>
                  <a:pt x="34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5" name="Google Shape;1865;p83">
            <a:extLst>
              <a:ext uri="{FF2B5EF4-FFF2-40B4-BE49-F238E27FC236}">
                <a16:creationId xmlns:a16="http://schemas.microsoft.com/office/drawing/2014/main" id="{8A196E5D-C2D0-4D0A-A9EC-64BB58ADCD02}"/>
              </a:ext>
            </a:extLst>
          </p:cNvPr>
          <p:cNvSpPr/>
          <p:nvPr/>
        </p:nvSpPr>
        <p:spPr>
          <a:xfrm>
            <a:off x="7778139" y="2598155"/>
            <a:ext cx="197176" cy="133942"/>
          </a:xfrm>
          <a:custGeom>
            <a:avLst/>
            <a:gdLst/>
            <a:ahLst/>
            <a:cxnLst/>
            <a:rect l="l" t="t" r="r" b="b"/>
            <a:pathLst>
              <a:path w="8840" h="6005" extrusionOk="0">
                <a:moveTo>
                  <a:pt x="3469" y="1"/>
                </a:moveTo>
                <a:lnTo>
                  <a:pt x="0" y="3837"/>
                </a:lnTo>
                <a:lnTo>
                  <a:pt x="4870" y="5705"/>
                </a:lnTo>
                <a:lnTo>
                  <a:pt x="5137" y="6005"/>
                </a:lnTo>
                <a:lnTo>
                  <a:pt x="8740" y="5104"/>
                </a:lnTo>
                <a:lnTo>
                  <a:pt x="8773" y="5004"/>
                </a:lnTo>
                <a:cubicBezTo>
                  <a:pt x="8840" y="4871"/>
                  <a:pt x="8807" y="4704"/>
                  <a:pt x="8673" y="4637"/>
                </a:cubicBezTo>
                <a:lnTo>
                  <a:pt x="6572" y="3570"/>
                </a:lnTo>
                <a:lnTo>
                  <a:pt x="34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6" name="Google Shape;1866;p83">
            <a:extLst>
              <a:ext uri="{FF2B5EF4-FFF2-40B4-BE49-F238E27FC236}">
                <a16:creationId xmlns:a16="http://schemas.microsoft.com/office/drawing/2014/main" id="{73A4C2B0-197A-8704-38DD-FC4A47288E3E}"/>
              </a:ext>
            </a:extLst>
          </p:cNvPr>
          <p:cNvSpPr/>
          <p:nvPr/>
        </p:nvSpPr>
        <p:spPr>
          <a:xfrm>
            <a:off x="7421750" y="1883570"/>
            <a:ext cx="360783" cy="376821"/>
          </a:xfrm>
          <a:custGeom>
            <a:avLst/>
            <a:gdLst/>
            <a:ahLst/>
            <a:cxnLst/>
            <a:rect l="l" t="t" r="r" b="b"/>
            <a:pathLst>
              <a:path w="16175" h="16894" extrusionOk="0">
                <a:moveTo>
                  <a:pt x="9852" y="2812"/>
                </a:moveTo>
                <a:cubicBezTo>
                  <a:pt x="12629" y="2812"/>
                  <a:pt x="15311" y="4965"/>
                  <a:pt x="15311" y="8221"/>
                </a:cubicBezTo>
                <a:cubicBezTo>
                  <a:pt x="15311" y="11189"/>
                  <a:pt x="12876" y="13591"/>
                  <a:pt x="9907" y="13591"/>
                </a:cubicBezTo>
                <a:cubicBezTo>
                  <a:pt x="5104" y="13591"/>
                  <a:pt x="2702" y="7787"/>
                  <a:pt x="6105" y="4384"/>
                </a:cubicBezTo>
                <a:cubicBezTo>
                  <a:pt x="7190" y="3299"/>
                  <a:pt x="8532" y="2812"/>
                  <a:pt x="9852" y="2812"/>
                </a:cubicBezTo>
                <a:close/>
                <a:moveTo>
                  <a:pt x="8767" y="1"/>
                </a:moveTo>
                <a:cubicBezTo>
                  <a:pt x="8232" y="1"/>
                  <a:pt x="7687" y="59"/>
                  <a:pt x="7139" y="181"/>
                </a:cubicBezTo>
                <a:cubicBezTo>
                  <a:pt x="2502" y="1182"/>
                  <a:pt x="0" y="6219"/>
                  <a:pt x="2002" y="10556"/>
                </a:cubicBezTo>
                <a:lnTo>
                  <a:pt x="1701" y="10289"/>
                </a:lnTo>
                <a:cubicBezTo>
                  <a:pt x="968" y="10722"/>
                  <a:pt x="601" y="11423"/>
                  <a:pt x="634" y="12490"/>
                </a:cubicBezTo>
                <a:cubicBezTo>
                  <a:pt x="3336" y="14525"/>
                  <a:pt x="6405" y="16026"/>
                  <a:pt x="9674" y="16893"/>
                </a:cubicBezTo>
                <a:cubicBezTo>
                  <a:pt x="10308" y="16360"/>
                  <a:pt x="10708" y="15559"/>
                  <a:pt x="10741" y="14725"/>
                </a:cubicBezTo>
                <a:lnTo>
                  <a:pt x="10441" y="14658"/>
                </a:lnTo>
                <a:cubicBezTo>
                  <a:pt x="13777" y="13858"/>
                  <a:pt x="16145" y="10856"/>
                  <a:pt x="16145" y="7420"/>
                </a:cubicBezTo>
                <a:cubicBezTo>
                  <a:pt x="16175" y="3244"/>
                  <a:pt x="12755" y="1"/>
                  <a:pt x="87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7" name="Google Shape;1867;p83">
            <a:extLst>
              <a:ext uri="{FF2B5EF4-FFF2-40B4-BE49-F238E27FC236}">
                <a16:creationId xmlns:a16="http://schemas.microsoft.com/office/drawing/2014/main" id="{C3B4CFF3-34E9-8BFE-FBC8-CC82709F3219}"/>
              </a:ext>
            </a:extLst>
          </p:cNvPr>
          <p:cNvSpPr/>
          <p:nvPr/>
        </p:nvSpPr>
        <p:spPr>
          <a:xfrm>
            <a:off x="7455966" y="2034173"/>
            <a:ext cx="67740" cy="120559"/>
          </a:xfrm>
          <a:custGeom>
            <a:avLst/>
            <a:gdLst/>
            <a:ahLst/>
            <a:cxnLst/>
            <a:rect l="l" t="t" r="r" b="b"/>
            <a:pathLst>
              <a:path w="3037" h="5405" extrusionOk="0">
                <a:moveTo>
                  <a:pt x="201" y="1"/>
                </a:moveTo>
                <a:cubicBezTo>
                  <a:pt x="1" y="1335"/>
                  <a:pt x="201" y="2703"/>
                  <a:pt x="768" y="3937"/>
                </a:cubicBezTo>
                <a:lnTo>
                  <a:pt x="3036" y="5405"/>
                </a:lnTo>
                <a:cubicBezTo>
                  <a:pt x="1368" y="4170"/>
                  <a:pt x="401" y="2436"/>
                  <a:pt x="2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8" name="Google Shape;1868;p83">
            <a:extLst>
              <a:ext uri="{FF2B5EF4-FFF2-40B4-BE49-F238E27FC236}">
                <a16:creationId xmlns:a16="http://schemas.microsoft.com/office/drawing/2014/main" id="{B1CC1B25-FB82-EBD9-42BB-B3BBB5EB616E}"/>
              </a:ext>
            </a:extLst>
          </p:cNvPr>
          <p:cNvSpPr/>
          <p:nvPr/>
        </p:nvSpPr>
        <p:spPr>
          <a:xfrm>
            <a:off x="7657603" y="1900990"/>
            <a:ext cx="111637" cy="104187"/>
          </a:xfrm>
          <a:custGeom>
            <a:avLst/>
            <a:gdLst/>
            <a:ahLst/>
            <a:cxnLst/>
            <a:rect l="l" t="t" r="r" b="b"/>
            <a:pathLst>
              <a:path w="5005" h="4671" extrusionOk="0">
                <a:moveTo>
                  <a:pt x="768" y="1"/>
                </a:moveTo>
                <a:lnTo>
                  <a:pt x="0" y="234"/>
                </a:lnTo>
                <a:cubicBezTo>
                  <a:pt x="2269" y="868"/>
                  <a:pt x="4137" y="2503"/>
                  <a:pt x="5004" y="4671"/>
                </a:cubicBezTo>
                <a:cubicBezTo>
                  <a:pt x="4304" y="2603"/>
                  <a:pt x="2769" y="935"/>
                  <a:pt x="7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9" name="Google Shape;1869;p83">
            <a:extLst>
              <a:ext uri="{FF2B5EF4-FFF2-40B4-BE49-F238E27FC236}">
                <a16:creationId xmlns:a16="http://schemas.microsoft.com/office/drawing/2014/main" id="{41DC6949-6584-920E-AAA6-6C27C0EFF706}"/>
              </a:ext>
            </a:extLst>
          </p:cNvPr>
          <p:cNvSpPr/>
          <p:nvPr/>
        </p:nvSpPr>
        <p:spPr>
          <a:xfrm>
            <a:off x="7634540" y="1889837"/>
            <a:ext cx="30536" cy="14164"/>
          </a:xfrm>
          <a:custGeom>
            <a:avLst/>
            <a:gdLst/>
            <a:ahLst/>
            <a:cxnLst/>
            <a:rect l="l" t="t" r="r" b="b"/>
            <a:pathLst>
              <a:path w="1369" h="635" extrusionOk="0">
                <a:moveTo>
                  <a:pt x="167" y="0"/>
                </a:moveTo>
                <a:lnTo>
                  <a:pt x="0" y="501"/>
                </a:lnTo>
                <a:lnTo>
                  <a:pt x="634" y="634"/>
                </a:lnTo>
                <a:lnTo>
                  <a:pt x="1368" y="334"/>
                </a:lnTo>
                <a:cubicBezTo>
                  <a:pt x="1001" y="134"/>
                  <a:pt x="567" y="34"/>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0" name="Google Shape;1870;p83">
            <a:extLst>
              <a:ext uri="{FF2B5EF4-FFF2-40B4-BE49-F238E27FC236}">
                <a16:creationId xmlns:a16="http://schemas.microsoft.com/office/drawing/2014/main" id="{680CAE8D-B073-F3B2-562C-CFAAFDEC8F4F}"/>
              </a:ext>
            </a:extLst>
          </p:cNvPr>
          <p:cNvSpPr/>
          <p:nvPr/>
        </p:nvSpPr>
        <p:spPr>
          <a:xfrm>
            <a:off x="7185139" y="3126426"/>
            <a:ext cx="13428" cy="105659"/>
          </a:xfrm>
          <a:custGeom>
            <a:avLst/>
            <a:gdLst/>
            <a:ahLst/>
            <a:cxnLst/>
            <a:rect l="l" t="t" r="r" b="b"/>
            <a:pathLst>
              <a:path w="602" h="4737" extrusionOk="0">
                <a:moveTo>
                  <a:pt x="301" y="0"/>
                </a:moveTo>
                <a:lnTo>
                  <a:pt x="1" y="4637"/>
                </a:lnTo>
                <a:lnTo>
                  <a:pt x="268" y="4737"/>
                </a:lnTo>
                <a:lnTo>
                  <a:pt x="601" y="34"/>
                </a:ln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1871" name="Google Shape;1871;p83">
            <a:extLst>
              <a:ext uri="{FF2B5EF4-FFF2-40B4-BE49-F238E27FC236}">
                <a16:creationId xmlns:a16="http://schemas.microsoft.com/office/drawing/2014/main" id="{3D133738-F819-85BB-96BA-942B7E8FE15E}"/>
              </a:ext>
            </a:extLst>
          </p:cNvPr>
          <p:cNvGrpSpPr/>
          <p:nvPr/>
        </p:nvGrpSpPr>
        <p:grpSpPr>
          <a:xfrm>
            <a:off x="5335300" y="1439700"/>
            <a:ext cx="3738225" cy="2596815"/>
            <a:chOff x="2657407" y="1439700"/>
            <a:chExt cx="3738225" cy="2596815"/>
          </a:xfrm>
        </p:grpSpPr>
        <p:grpSp>
          <p:nvGrpSpPr>
            <p:cNvPr id="1872" name="Google Shape;1872;p83">
              <a:extLst>
                <a:ext uri="{FF2B5EF4-FFF2-40B4-BE49-F238E27FC236}">
                  <a16:creationId xmlns:a16="http://schemas.microsoft.com/office/drawing/2014/main" id="{5C732F0F-B518-E150-6C7C-1FC64F6E124B}"/>
                </a:ext>
              </a:extLst>
            </p:cNvPr>
            <p:cNvGrpSpPr/>
            <p:nvPr/>
          </p:nvGrpSpPr>
          <p:grpSpPr>
            <a:xfrm>
              <a:off x="5280118" y="1439700"/>
              <a:ext cx="832601" cy="495550"/>
              <a:chOff x="6346918" y="1439700"/>
              <a:chExt cx="832601" cy="495550"/>
            </a:xfrm>
          </p:grpSpPr>
          <p:sp>
            <p:nvSpPr>
              <p:cNvPr id="1873" name="Google Shape;1873;p83">
                <a:extLst>
                  <a:ext uri="{FF2B5EF4-FFF2-40B4-BE49-F238E27FC236}">
                    <a16:creationId xmlns:a16="http://schemas.microsoft.com/office/drawing/2014/main" id="{1116E22E-10BC-19AF-9A0A-CB20E44BE371}"/>
                  </a:ext>
                </a:extLst>
              </p:cNvPr>
              <p:cNvSpPr/>
              <p:nvPr/>
            </p:nvSpPr>
            <p:spPr>
              <a:xfrm>
                <a:off x="6512086" y="1439700"/>
                <a:ext cx="494814" cy="495550"/>
              </a:xfrm>
              <a:custGeom>
                <a:avLst/>
                <a:gdLst/>
                <a:ahLst/>
                <a:cxnLst/>
                <a:rect l="l" t="t" r="r" b="b"/>
                <a:pathLst>
                  <a:path w="22184" h="22217" extrusionOk="0">
                    <a:moveTo>
                      <a:pt x="11075" y="0"/>
                    </a:moveTo>
                    <a:cubicBezTo>
                      <a:pt x="4971" y="0"/>
                      <a:pt x="1" y="4971"/>
                      <a:pt x="1" y="11108"/>
                    </a:cubicBezTo>
                    <a:cubicBezTo>
                      <a:pt x="1" y="17246"/>
                      <a:pt x="4971" y="22216"/>
                      <a:pt x="11075" y="22216"/>
                    </a:cubicBezTo>
                    <a:cubicBezTo>
                      <a:pt x="17213" y="22216"/>
                      <a:pt x="22183" y="17246"/>
                      <a:pt x="22183" y="11108"/>
                    </a:cubicBezTo>
                    <a:cubicBezTo>
                      <a:pt x="22183" y="4971"/>
                      <a:pt x="17213" y="0"/>
                      <a:pt x="110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4" name="Google Shape;1874;p83">
                <a:extLst>
                  <a:ext uri="{FF2B5EF4-FFF2-40B4-BE49-F238E27FC236}">
                    <a16:creationId xmlns:a16="http://schemas.microsoft.com/office/drawing/2014/main" id="{EA675E9E-31EE-02BA-AC8A-48835B27F100}"/>
                  </a:ext>
                </a:extLst>
              </p:cNvPr>
              <p:cNvSpPr/>
              <p:nvPr/>
            </p:nvSpPr>
            <p:spPr>
              <a:xfrm>
                <a:off x="6490517" y="1484332"/>
                <a:ext cx="538688" cy="415051"/>
              </a:xfrm>
              <a:custGeom>
                <a:avLst/>
                <a:gdLst/>
                <a:ahLst/>
                <a:cxnLst/>
                <a:rect l="l" t="t" r="r" b="b"/>
                <a:pathLst>
                  <a:path w="24151" h="18608" extrusionOk="0">
                    <a:moveTo>
                      <a:pt x="18380" y="1"/>
                    </a:moveTo>
                    <a:cubicBezTo>
                      <a:pt x="18714" y="735"/>
                      <a:pt x="18647" y="1402"/>
                      <a:pt x="17746" y="2002"/>
                    </a:cubicBezTo>
                    <a:cubicBezTo>
                      <a:pt x="13743" y="4070"/>
                      <a:pt x="9307" y="5238"/>
                      <a:pt x="4804" y="5505"/>
                    </a:cubicBezTo>
                    <a:cubicBezTo>
                      <a:pt x="4647" y="5513"/>
                      <a:pt x="4497" y="5517"/>
                      <a:pt x="4355" y="5517"/>
                    </a:cubicBezTo>
                    <a:cubicBezTo>
                      <a:pt x="2767" y="5517"/>
                      <a:pt x="2054" y="5000"/>
                      <a:pt x="2269" y="3837"/>
                    </a:cubicBezTo>
                    <a:lnTo>
                      <a:pt x="2269" y="3837"/>
                    </a:lnTo>
                    <a:cubicBezTo>
                      <a:pt x="0" y="8340"/>
                      <a:pt x="401" y="14111"/>
                      <a:pt x="5271" y="17880"/>
                    </a:cubicBezTo>
                    <a:cubicBezTo>
                      <a:pt x="5682" y="18356"/>
                      <a:pt x="6527" y="18607"/>
                      <a:pt x="7843" y="18607"/>
                    </a:cubicBezTo>
                    <a:cubicBezTo>
                      <a:pt x="8557" y="18607"/>
                      <a:pt x="9410" y="18533"/>
                      <a:pt x="10408" y="18381"/>
                    </a:cubicBezTo>
                    <a:cubicBezTo>
                      <a:pt x="13510" y="18080"/>
                      <a:pt x="16512" y="17313"/>
                      <a:pt x="19381" y="16212"/>
                    </a:cubicBezTo>
                    <a:cubicBezTo>
                      <a:pt x="20382" y="15912"/>
                      <a:pt x="21249" y="15245"/>
                      <a:pt x="21816" y="14378"/>
                    </a:cubicBezTo>
                    <a:cubicBezTo>
                      <a:pt x="24151" y="10008"/>
                      <a:pt x="23784" y="4271"/>
                      <a:pt x="183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5" name="Google Shape;1875;p83">
                <a:extLst>
                  <a:ext uri="{FF2B5EF4-FFF2-40B4-BE49-F238E27FC236}">
                    <a16:creationId xmlns:a16="http://schemas.microsoft.com/office/drawing/2014/main" id="{EC1BA168-826F-4530-0D0E-916CF0D5DA89}"/>
                  </a:ext>
                </a:extLst>
              </p:cNvPr>
              <p:cNvSpPr/>
              <p:nvPr/>
            </p:nvSpPr>
            <p:spPr>
              <a:xfrm>
                <a:off x="6511350" y="1579575"/>
                <a:ext cx="499253" cy="259653"/>
              </a:xfrm>
              <a:custGeom>
                <a:avLst/>
                <a:gdLst/>
                <a:ahLst/>
                <a:cxnLst/>
                <a:rect l="l" t="t" r="r" b="b"/>
                <a:pathLst>
                  <a:path w="22383" h="11641" extrusionOk="0">
                    <a:moveTo>
                      <a:pt x="21115" y="1"/>
                    </a:moveTo>
                    <a:cubicBezTo>
                      <a:pt x="20949" y="1535"/>
                      <a:pt x="19881" y="2803"/>
                      <a:pt x="17780" y="3737"/>
                    </a:cubicBezTo>
                    <a:cubicBezTo>
                      <a:pt x="13643" y="5304"/>
                      <a:pt x="9340" y="6338"/>
                      <a:pt x="4971" y="6905"/>
                    </a:cubicBezTo>
                    <a:cubicBezTo>
                      <a:pt x="4430" y="6970"/>
                      <a:pt x="3922" y="7004"/>
                      <a:pt x="3453" y="7004"/>
                    </a:cubicBezTo>
                    <a:cubicBezTo>
                      <a:pt x="1487" y="7004"/>
                      <a:pt x="195" y="6399"/>
                      <a:pt x="34" y="4837"/>
                    </a:cubicBezTo>
                    <a:lnTo>
                      <a:pt x="34" y="4837"/>
                    </a:lnTo>
                    <a:cubicBezTo>
                      <a:pt x="0" y="6972"/>
                      <a:pt x="634" y="9074"/>
                      <a:pt x="1868" y="10842"/>
                    </a:cubicBezTo>
                    <a:cubicBezTo>
                      <a:pt x="2235" y="11380"/>
                      <a:pt x="3157" y="11641"/>
                      <a:pt x="4556" y="11641"/>
                    </a:cubicBezTo>
                    <a:cubicBezTo>
                      <a:pt x="5323" y="11641"/>
                      <a:pt x="6233" y="11562"/>
                      <a:pt x="7272" y="11409"/>
                    </a:cubicBezTo>
                    <a:cubicBezTo>
                      <a:pt x="11108" y="11008"/>
                      <a:pt x="14878" y="10108"/>
                      <a:pt x="18447" y="8673"/>
                    </a:cubicBezTo>
                    <a:cubicBezTo>
                      <a:pt x="20382" y="7906"/>
                      <a:pt x="21682" y="6939"/>
                      <a:pt x="22250" y="5705"/>
                    </a:cubicBezTo>
                    <a:cubicBezTo>
                      <a:pt x="22383" y="3737"/>
                      <a:pt x="21983" y="1768"/>
                      <a:pt x="21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6" name="Google Shape;1876;p83">
                <a:extLst>
                  <a:ext uri="{FF2B5EF4-FFF2-40B4-BE49-F238E27FC236}">
                    <a16:creationId xmlns:a16="http://schemas.microsoft.com/office/drawing/2014/main" id="{89313A4E-612A-57C9-72B4-FCA0AAFBD705}"/>
                  </a:ext>
                </a:extLst>
              </p:cNvPr>
              <p:cNvSpPr/>
              <p:nvPr/>
            </p:nvSpPr>
            <p:spPr>
              <a:xfrm>
                <a:off x="6627425" y="1448533"/>
                <a:ext cx="143644" cy="51904"/>
              </a:xfrm>
              <a:custGeom>
                <a:avLst/>
                <a:gdLst/>
                <a:ahLst/>
                <a:cxnLst/>
                <a:rect l="l" t="t" r="r" b="b"/>
                <a:pathLst>
                  <a:path w="6440" h="2327" extrusionOk="0">
                    <a:moveTo>
                      <a:pt x="5454" y="0"/>
                    </a:moveTo>
                    <a:cubicBezTo>
                      <a:pt x="5256" y="0"/>
                      <a:pt x="5018" y="12"/>
                      <a:pt x="4737" y="38"/>
                    </a:cubicBezTo>
                    <a:cubicBezTo>
                      <a:pt x="3603" y="238"/>
                      <a:pt x="2502" y="538"/>
                      <a:pt x="1468" y="939"/>
                    </a:cubicBezTo>
                    <a:cubicBezTo>
                      <a:pt x="600" y="1306"/>
                      <a:pt x="0" y="1706"/>
                      <a:pt x="167" y="2039"/>
                    </a:cubicBezTo>
                    <a:cubicBezTo>
                      <a:pt x="470" y="2272"/>
                      <a:pt x="903" y="2326"/>
                      <a:pt x="1364" y="2326"/>
                    </a:cubicBezTo>
                    <a:cubicBezTo>
                      <a:pt x="1563" y="2326"/>
                      <a:pt x="1767" y="2316"/>
                      <a:pt x="1968" y="2306"/>
                    </a:cubicBezTo>
                    <a:cubicBezTo>
                      <a:pt x="2935" y="2206"/>
                      <a:pt x="3869" y="1973"/>
                      <a:pt x="4770" y="1606"/>
                    </a:cubicBezTo>
                    <a:cubicBezTo>
                      <a:pt x="5337" y="1339"/>
                      <a:pt x="5871" y="972"/>
                      <a:pt x="6305" y="538"/>
                    </a:cubicBezTo>
                    <a:cubicBezTo>
                      <a:pt x="6439" y="215"/>
                      <a:pt x="6291" y="0"/>
                      <a:pt x="54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7" name="Google Shape;1877;p83">
                <a:extLst>
                  <a:ext uri="{FF2B5EF4-FFF2-40B4-BE49-F238E27FC236}">
                    <a16:creationId xmlns:a16="http://schemas.microsoft.com/office/drawing/2014/main" id="{16CDC7E5-EC58-C9AE-D904-E77542F18796}"/>
                  </a:ext>
                </a:extLst>
              </p:cNvPr>
              <p:cNvSpPr/>
              <p:nvPr/>
            </p:nvSpPr>
            <p:spPr>
              <a:xfrm>
                <a:off x="6346918" y="1525440"/>
                <a:ext cx="832601" cy="339884"/>
              </a:xfrm>
              <a:custGeom>
                <a:avLst/>
                <a:gdLst/>
                <a:ahLst/>
                <a:cxnLst/>
                <a:rect l="l" t="t" r="r" b="b"/>
                <a:pathLst>
                  <a:path w="37328" h="15238" extrusionOk="0">
                    <a:moveTo>
                      <a:pt x="7505" y="8729"/>
                    </a:moveTo>
                    <a:cubicBezTo>
                      <a:pt x="7506" y="8730"/>
                      <a:pt x="7506" y="8731"/>
                      <a:pt x="7506" y="8732"/>
                    </a:cubicBezTo>
                    <a:cubicBezTo>
                      <a:pt x="7506" y="8731"/>
                      <a:pt x="7506" y="8730"/>
                      <a:pt x="7505" y="8729"/>
                    </a:cubicBezTo>
                    <a:close/>
                    <a:moveTo>
                      <a:pt x="31156" y="1"/>
                    </a:moveTo>
                    <a:cubicBezTo>
                      <a:pt x="29960" y="1"/>
                      <a:pt x="28602" y="99"/>
                      <a:pt x="27120" y="293"/>
                    </a:cubicBezTo>
                    <a:cubicBezTo>
                      <a:pt x="27587" y="826"/>
                      <a:pt x="27987" y="1427"/>
                      <a:pt x="28321" y="2061"/>
                    </a:cubicBezTo>
                    <a:cubicBezTo>
                      <a:pt x="30122" y="2127"/>
                      <a:pt x="31323" y="2561"/>
                      <a:pt x="31590" y="3362"/>
                    </a:cubicBezTo>
                    <a:cubicBezTo>
                      <a:pt x="32257" y="5363"/>
                      <a:pt x="26886" y="8865"/>
                      <a:pt x="19681" y="11200"/>
                    </a:cubicBezTo>
                    <a:cubicBezTo>
                      <a:pt x="15673" y="12512"/>
                      <a:pt x="11920" y="13179"/>
                      <a:pt x="9262" y="13179"/>
                    </a:cubicBezTo>
                    <a:cubicBezTo>
                      <a:pt x="7119" y="13179"/>
                      <a:pt x="5687" y="12746"/>
                      <a:pt x="5404" y="11868"/>
                    </a:cubicBezTo>
                    <a:cubicBezTo>
                      <a:pt x="5137" y="11034"/>
                      <a:pt x="5805" y="10000"/>
                      <a:pt x="7406" y="8799"/>
                    </a:cubicBezTo>
                    <a:cubicBezTo>
                      <a:pt x="7377" y="8799"/>
                      <a:pt x="7471" y="8725"/>
                      <a:pt x="7498" y="8725"/>
                    </a:cubicBezTo>
                    <a:cubicBezTo>
                      <a:pt x="7502" y="8725"/>
                      <a:pt x="7504" y="8726"/>
                      <a:pt x="7505" y="8729"/>
                    </a:cubicBezTo>
                    <a:lnTo>
                      <a:pt x="7505" y="8729"/>
                    </a:lnTo>
                    <a:cubicBezTo>
                      <a:pt x="7406" y="8030"/>
                      <a:pt x="7372" y="7330"/>
                      <a:pt x="7406" y="6631"/>
                    </a:cubicBezTo>
                    <a:lnTo>
                      <a:pt x="7406" y="6631"/>
                    </a:lnTo>
                    <a:cubicBezTo>
                      <a:pt x="2769" y="9099"/>
                      <a:pt x="0" y="11701"/>
                      <a:pt x="567" y="13435"/>
                    </a:cubicBezTo>
                    <a:cubicBezTo>
                      <a:pt x="955" y="14642"/>
                      <a:pt x="2913" y="15237"/>
                      <a:pt x="5848" y="15237"/>
                    </a:cubicBezTo>
                    <a:cubicBezTo>
                      <a:pt x="9483" y="15237"/>
                      <a:pt x="14615" y="14325"/>
                      <a:pt x="20115" y="12535"/>
                    </a:cubicBezTo>
                    <a:cubicBezTo>
                      <a:pt x="30022" y="9332"/>
                      <a:pt x="37327" y="4529"/>
                      <a:pt x="36426" y="1794"/>
                    </a:cubicBezTo>
                    <a:cubicBezTo>
                      <a:pt x="36024" y="587"/>
                      <a:pt x="34076" y="1"/>
                      <a:pt x="31156"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8" name="Google Shape;1878;p83">
                <a:extLst>
                  <a:ext uri="{FF2B5EF4-FFF2-40B4-BE49-F238E27FC236}">
                    <a16:creationId xmlns:a16="http://schemas.microsoft.com/office/drawing/2014/main" id="{E594EEDB-A988-D82B-2523-3A0EA192481E}"/>
                  </a:ext>
                </a:extLst>
              </p:cNvPr>
              <p:cNvSpPr/>
              <p:nvPr/>
            </p:nvSpPr>
            <p:spPr>
              <a:xfrm>
                <a:off x="6346918" y="1525440"/>
                <a:ext cx="832601" cy="339884"/>
              </a:xfrm>
              <a:custGeom>
                <a:avLst/>
                <a:gdLst/>
                <a:ahLst/>
                <a:cxnLst/>
                <a:rect l="l" t="t" r="r" b="b"/>
                <a:pathLst>
                  <a:path w="37328" h="15238" extrusionOk="0">
                    <a:moveTo>
                      <a:pt x="7505" y="8729"/>
                    </a:moveTo>
                    <a:cubicBezTo>
                      <a:pt x="7506" y="8730"/>
                      <a:pt x="7506" y="8731"/>
                      <a:pt x="7506" y="8732"/>
                    </a:cubicBezTo>
                    <a:cubicBezTo>
                      <a:pt x="7506" y="8731"/>
                      <a:pt x="7506" y="8730"/>
                      <a:pt x="7505" y="8729"/>
                    </a:cubicBezTo>
                    <a:close/>
                    <a:moveTo>
                      <a:pt x="31156" y="1"/>
                    </a:moveTo>
                    <a:cubicBezTo>
                      <a:pt x="29960" y="1"/>
                      <a:pt x="28602" y="99"/>
                      <a:pt x="27120" y="293"/>
                    </a:cubicBezTo>
                    <a:cubicBezTo>
                      <a:pt x="27587" y="826"/>
                      <a:pt x="27987" y="1427"/>
                      <a:pt x="28321" y="2061"/>
                    </a:cubicBezTo>
                    <a:cubicBezTo>
                      <a:pt x="30122" y="2127"/>
                      <a:pt x="31323" y="2561"/>
                      <a:pt x="31590" y="3362"/>
                    </a:cubicBezTo>
                    <a:cubicBezTo>
                      <a:pt x="32257" y="5363"/>
                      <a:pt x="26886" y="8865"/>
                      <a:pt x="19681" y="11200"/>
                    </a:cubicBezTo>
                    <a:cubicBezTo>
                      <a:pt x="15673" y="12512"/>
                      <a:pt x="11920" y="13179"/>
                      <a:pt x="9262" y="13179"/>
                    </a:cubicBezTo>
                    <a:cubicBezTo>
                      <a:pt x="7119" y="13179"/>
                      <a:pt x="5687" y="12746"/>
                      <a:pt x="5404" y="11868"/>
                    </a:cubicBezTo>
                    <a:cubicBezTo>
                      <a:pt x="5137" y="11034"/>
                      <a:pt x="5805" y="10000"/>
                      <a:pt x="7406" y="8799"/>
                    </a:cubicBezTo>
                    <a:cubicBezTo>
                      <a:pt x="7377" y="8799"/>
                      <a:pt x="7471" y="8725"/>
                      <a:pt x="7498" y="8725"/>
                    </a:cubicBezTo>
                    <a:cubicBezTo>
                      <a:pt x="7502" y="8725"/>
                      <a:pt x="7504" y="8726"/>
                      <a:pt x="7505" y="8729"/>
                    </a:cubicBezTo>
                    <a:lnTo>
                      <a:pt x="7505" y="8729"/>
                    </a:lnTo>
                    <a:cubicBezTo>
                      <a:pt x="7406" y="8030"/>
                      <a:pt x="7372" y="7330"/>
                      <a:pt x="7406" y="6631"/>
                    </a:cubicBezTo>
                    <a:lnTo>
                      <a:pt x="7406" y="6631"/>
                    </a:lnTo>
                    <a:cubicBezTo>
                      <a:pt x="2769" y="9099"/>
                      <a:pt x="0" y="11701"/>
                      <a:pt x="567" y="13435"/>
                    </a:cubicBezTo>
                    <a:cubicBezTo>
                      <a:pt x="955" y="14642"/>
                      <a:pt x="2913" y="15237"/>
                      <a:pt x="5848" y="15237"/>
                    </a:cubicBezTo>
                    <a:cubicBezTo>
                      <a:pt x="9483" y="15237"/>
                      <a:pt x="14615" y="14325"/>
                      <a:pt x="20115" y="12535"/>
                    </a:cubicBezTo>
                    <a:cubicBezTo>
                      <a:pt x="30022" y="9332"/>
                      <a:pt x="37327" y="4529"/>
                      <a:pt x="36426" y="1794"/>
                    </a:cubicBezTo>
                    <a:cubicBezTo>
                      <a:pt x="36024" y="587"/>
                      <a:pt x="34076" y="1"/>
                      <a:pt x="311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1879" name="Google Shape;1879;p83">
              <a:extLst>
                <a:ext uri="{FF2B5EF4-FFF2-40B4-BE49-F238E27FC236}">
                  <a16:creationId xmlns:a16="http://schemas.microsoft.com/office/drawing/2014/main" id="{D8027230-217B-4EE3-AF6D-2EBA5F8812F5}"/>
                </a:ext>
              </a:extLst>
            </p:cNvPr>
            <p:cNvGrpSpPr/>
            <p:nvPr/>
          </p:nvGrpSpPr>
          <p:grpSpPr>
            <a:xfrm>
              <a:off x="2657407" y="2392804"/>
              <a:ext cx="796132" cy="725448"/>
              <a:chOff x="2886007" y="1770416"/>
              <a:chExt cx="796132" cy="725448"/>
            </a:xfrm>
          </p:grpSpPr>
          <p:sp>
            <p:nvSpPr>
              <p:cNvPr id="1880" name="Google Shape;1880;p83">
                <a:extLst>
                  <a:ext uri="{FF2B5EF4-FFF2-40B4-BE49-F238E27FC236}">
                    <a16:creationId xmlns:a16="http://schemas.microsoft.com/office/drawing/2014/main" id="{B03FF47D-87F3-65C0-BDCB-2CDF500B0C92}"/>
                  </a:ext>
                </a:extLst>
              </p:cNvPr>
              <p:cNvSpPr/>
              <p:nvPr/>
            </p:nvSpPr>
            <p:spPr>
              <a:xfrm>
                <a:off x="2886007" y="1770416"/>
                <a:ext cx="796132" cy="725448"/>
              </a:xfrm>
              <a:custGeom>
                <a:avLst/>
                <a:gdLst/>
                <a:ahLst/>
                <a:cxnLst/>
                <a:rect l="l" t="t" r="r" b="b"/>
                <a:pathLst>
                  <a:path w="35693" h="32524" extrusionOk="0">
                    <a:moveTo>
                      <a:pt x="17859" y="1"/>
                    </a:moveTo>
                    <a:cubicBezTo>
                      <a:pt x="13694" y="1"/>
                      <a:pt x="9524" y="1585"/>
                      <a:pt x="6338" y="4754"/>
                    </a:cubicBezTo>
                    <a:cubicBezTo>
                      <a:pt x="0" y="11125"/>
                      <a:pt x="0" y="21399"/>
                      <a:pt x="6338" y="27771"/>
                    </a:cubicBezTo>
                    <a:cubicBezTo>
                      <a:pt x="9524" y="30939"/>
                      <a:pt x="13694" y="32524"/>
                      <a:pt x="17859" y="32524"/>
                    </a:cubicBezTo>
                    <a:cubicBezTo>
                      <a:pt x="22025" y="32524"/>
                      <a:pt x="26186" y="30939"/>
                      <a:pt x="29355" y="27771"/>
                    </a:cubicBezTo>
                    <a:cubicBezTo>
                      <a:pt x="35693" y="21399"/>
                      <a:pt x="35693" y="11125"/>
                      <a:pt x="29355" y="4754"/>
                    </a:cubicBezTo>
                    <a:cubicBezTo>
                      <a:pt x="26186" y="1585"/>
                      <a:pt x="22025" y="1"/>
                      <a:pt x="178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1" name="Google Shape;1881;p83">
                <a:extLst>
                  <a:ext uri="{FF2B5EF4-FFF2-40B4-BE49-F238E27FC236}">
                    <a16:creationId xmlns:a16="http://schemas.microsoft.com/office/drawing/2014/main" id="{AD01903B-25AA-A515-32DE-E09E1B637D3C}"/>
                  </a:ext>
                </a:extLst>
              </p:cNvPr>
              <p:cNvSpPr/>
              <p:nvPr/>
            </p:nvSpPr>
            <p:spPr>
              <a:xfrm>
                <a:off x="3080194" y="1770795"/>
                <a:ext cx="466531" cy="671537"/>
              </a:xfrm>
              <a:custGeom>
                <a:avLst/>
                <a:gdLst/>
                <a:ahLst/>
                <a:cxnLst/>
                <a:rect l="l" t="t" r="r" b="b"/>
                <a:pathLst>
                  <a:path w="20916" h="30107" extrusionOk="0">
                    <a:moveTo>
                      <a:pt x="8440" y="0"/>
                    </a:moveTo>
                    <a:lnTo>
                      <a:pt x="8440" y="0"/>
                    </a:lnTo>
                    <a:cubicBezTo>
                      <a:pt x="6105" y="134"/>
                      <a:pt x="3837" y="734"/>
                      <a:pt x="1769" y="1835"/>
                    </a:cubicBezTo>
                    <a:cubicBezTo>
                      <a:pt x="935" y="3936"/>
                      <a:pt x="368" y="6138"/>
                      <a:pt x="34" y="8406"/>
                    </a:cubicBezTo>
                    <a:cubicBezTo>
                      <a:pt x="1" y="8506"/>
                      <a:pt x="34" y="8606"/>
                      <a:pt x="134" y="8673"/>
                    </a:cubicBezTo>
                    <a:lnTo>
                      <a:pt x="2669" y="11142"/>
                    </a:lnTo>
                    <a:cubicBezTo>
                      <a:pt x="2736" y="11175"/>
                      <a:pt x="2803" y="11208"/>
                      <a:pt x="2836" y="11208"/>
                    </a:cubicBezTo>
                    <a:lnTo>
                      <a:pt x="3803" y="11308"/>
                    </a:lnTo>
                    <a:cubicBezTo>
                      <a:pt x="3837" y="11308"/>
                      <a:pt x="3903" y="11308"/>
                      <a:pt x="3937" y="11342"/>
                    </a:cubicBezTo>
                    <a:lnTo>
                      <a:pt x="7606" y="13543"/>
                    </a:lnTo>
                    <a:cubicBezTo>
                      <a:pt x="7706" y="13610"/>
                      <a:pt x="7740" y="13710"/>
                      <a:pt x="7740" y="13810"/>
                    </a:cubicBezTo>
                    <a:lnTo>
                      <a:pt x="7373" y="17513"/>
                    </a:lnTo>
                    <a:cubicBezTo>
                      <a:pt x="7373" y="17646"/>
                      <a:pt x="7406" y="17780"/>
                      <a:pt x="7473" y="17913"/>
                    </a:cubicBezTo>
                    <a:lnTo>
                      <a:pt x="9274" y="20749"/>
                    </a:lnTo>
                    <a:cubicBezTo>
                      <a:pt x="9274" y="20782"/>
                      <a:pt x="9307" y="20815"/>
                      <a:pt x="9341" y="20849"/>
                    </a:cubicBezTo>
                    <a:lnTo>
                      <a:pt x="10708" y="21916"/>
                    </a:lnTo>
                    <a:cubicBezTo>
                      <a:pt x="10808" y="21983"/>
                      <a:pt x="10842" y="22049"/>
                      <a:pt x="10808" y="22150"/>
                    </a:cubicBezTo>
                    <a:lnTo>
                      <a:pt x="10308" y="25152"/>
                    </a:lnTo>
                    <a:lnTo>
                      <a:pt x="9374" y="29788"/>
                    </a:lnTo>
                    <a:cubicBezTo>
                      <a:pt x="9408" y="30007"/>
                      <a:pt x="9526" y="30106"/>
                      <a:pt x="9714" y="30106"/>
                    </a:cubicBezTo>
                    <a:cubicBezTo>
                      <a:pt x="10073" y="30106"/>
                      <a:pt x="10688" y="29745"/>
                      <a:pt x="11476" y="29155"/>
                    </a:cubicBezTo>
                    <a:lnTo>
                      <a:pt x="12643" y="27253"/>
                    </a:lnTo>
                    <a:lnTo>
                      <a:pt x="13677" y="26820"/>
                    </a:lnTo>
                    <a:lnTo>
                      <a:pt x="16312" y="24952"/>
                    </a:lnTo>
                    <a:lnTo>
                      <a:pt x="18114" y="22883"/>
                    </a:lnTo>
                    <a:lnTo>
                      <a:pt x="19081" y="20715"/>
                    </a:lnTo>
                    <a:cubicBezTo>
                      <a:pt x="19114" y="20682"/>
                      <a:pt x="19148" y="20648"/>
                      <a:pt x="19148" y="20615"/>
                    </a:cubicBezTo>
                    <a:lnTo>
                      <a:pt x="20148" y="19481"/>
                    </a:lnTo>
                    <a:lnTo>
                      <a:pt x="20816" y="18814"/>
                    </a:lnTo>
                    <a:cubicBezTo>
                      <a:pt x="20882" y="18747"/>
                      <a:pt x="20916" y="18647"/>
                      <a:pt x="20916" y="18580"/>
                    </a:cubicBezTo>
                    <a:lnTo>
                      <a:pt x="20916" y="17580"/>
                    </a:lnTo>
                    <a:cubicBezTo>
                      <a:pt x="20916" y="17531"/>
                      <a:pt x="20898" y="17500"/>
                      <a:pt x="20862" y="17500"/>
                    </a:cubicBezTo>
                    <a:cubicBezTo>
                      <a:pt x="20849" y="17500"/>
                      <a:pt x="20833" y="17504"/>
                      <a:pt x="20816" y="17513"/>
                    </a:cubicBezTo>
                    <a:lnTo>
                      <a:pt x="20449" y="17546"/>
                    </a:lnTo>
                    <a:cubicBezTo>
                      <a:pt x="20422" y="17555"/>
                      <a:pt x="20395" y="17559"/>
                      <a:pt x="20369" y="17559"/>
                    </a:cubicBezTo>
                    <a:cubicBezTo>
                      <a:pt x="20297" y="17559"/>
                      <a:pt x="20231" y="17528"/>
                      <a:pt x="20182" y="17480"/>
                    </a:cubicBezTo>
                    <a:lnTo>
                      <a:pt x="19581" y="16979"/>
                    </a:lnTo>
                    <a:cubicBezTo>
                      <a:pt x="19548" y="16946"/>
                      <a:pt x="19515" y="16946"/>
                      <a:pt x="19515" y="16912"/>
                    </a:cubicBezTo>
                    <a:lnTo>
                      <a:pt x="17747" y="16179"/>
                    </a:lnTo>
                    <a:cubicBezTo>
                      <a:pt x="17680" y="16145"/>
                      <a:pt x="17647" y="16112"/>
                      <a:pt x="17613" y="16045"/>
                    </a:cubicBezTo>
                    <a:lnTo>
                      <a:pt x="16613" y="14644"/>
                    </a:lnTo>
                    <a:cubicBezTo>
                      <a:pt x="16579" y="14577"/>
                      <a:pt x="16512" y="14544"/>
                      <a:pt x="16446" y="14511"/>
                    </a:cubicBezTo>
                    <a:lnTo>
                      <a:pt x="15845" y="14244"/>
                    </a:lnTo>
                    <a:cubicBezTo>
                      <a:pt x="15845" y="14211"/>
                      <a:pt x="15812" y="14211"/>
                      <a:pt x="15779" y="14211"/>
                    </a:cubicBezTo>
                    <a:lnTo>
                      <a:pt x="15178" y="14110"/>
                    </a:lnTo>
                    <a:cubicBezTo>
                      <a:pt x="15078" y="14110"/>
                      <a:pt x="15011" y="14077"/>
                      <a:pt x="14945" y="14010"/>
                    </a:cubicBezTo>
                    <a:lnTo>
                      <a:pt x="13644" y="13043"/>
                    </a:lnTo>
                    <a:cubicBezTo>
                      <a:pt x="13577" y="13010"/>
                      <a:pt x="13510" y="12976"/>
                      <a:pt x="13444" y="12976"/>
                    </a:cubicBezTo>
                    <a:lnTo>
                      <a:pt x="12510" y="12843"/>
                    </a:lnTo>
                    <a:cubicBezTo>
                      <a:pt x="12443" y="12843"/>
                      <a:pt x="12376" y="12843"/>
                      <a:pt x="12309" y="12876"/>
                    </a:cubicBezTo>
                    <a:lnTo>
                      <a:pt x="12043" y="12976"/>
                    </a:lnTo>
                    <a:cubicBezTo>
                      <a:pt x="12009" y="12993"/>
                      <a:pt x="11968" y="13001"/>
                      <a:pt x="11922" y="13001"/>
                    </a:cubicBezTo>
                    <a:cubicBezTo>
                      <a:pt x="11876" y="13001"/>
                      <a:pt x="11826" y="12993"/>
                      <a:pt x="11776" y="12976"/>
                    </a:cubicBezTo>
                    <a:lnTo>
                      <a:pt x="10642" y="12443"/>
                    </a:lnTo>
                    <a:cubicBezTo>
                      <a:pt x="10608" y="12426"/>
                      <a:pt x="10575" y="12418"/>
                      <a:pt x="10537" y="12418"/>
                    </a:cubicBezTo>
                    <a:cubicBezTo>
                      <a:pt x="10500" y="12418"/>
                      <a:pt x="10458" y="12426"/>
                      <a:pt x="10408" y="12443"/>
                    </a:cubicBezTo>
                    <a:lnTo>
                      <a:pt x="9407" y="12643"/>
                    </a:lnTo>
                    <a:cubicBezTo>
                      <a:pt x="9341" y="12676"/>
                      <a:pt x="9307" y="12709"/>
                      <a:pt x="9241" y="12743"/>
                    </a:cubicBezTo>
                    <a:lnTo>
                      <a:pt x="8840" y="13210"/>
                    </a:lnTo>
                    <a:cubicBezTo>
                      <a:pt x="8774" y="13277"/>
                      <a:pt x="8640" y="13310"/>
                      <a:pt x="8540" y="13310"/>
                    </a:cubicBezTo>
                    <a:lnTo>
                      <a:pt x="7706" y="13143"/>
                    </a:lnTo>
                    <a:lnTo>
                      <a:pt x="5972" y="12343"/>
                    </a:lnTo>
                    <a:lnTo>
                      <a:pt x="5371" y="11442"/>
                    </a:lnTo>
                    <a:cubicBezTo>
                      <a:pt x="5338" y="11375"/>
                      <a:pt x="5338" y="11308"/>
                      <a:pt x="5338" y="11208"/>
                    </a:cubicBezTo>
                    <a:lnTo>
                      <a:pt x="5471" y="10541"/>
                    </a:lnTo>
                    <a:lnTo>
                      <a:pt x="5872" y="9540"/>
                    </a:lnTo>
                    <a:cubicBezTo>
                      <a:pt x="5905" y="9474"/>
                      <a:pt x="5872" y="9440"/>
                      <a:pt x="5838" y="9440"/>
                    </a:cubicBezTo>
                    <a:lnTo>
                      <a:pt x="5071" y="9540"/>
                    </a:lnTo>
                    <a:cubicBezTo>
                      <a:pt x="5004" y="9540"/>
                      <a:pt x="4904" y="9607"/>
                      <a:pt x="4871" y="9674"/>
                    </a:cubicBezTo>
                    <a:lnTo>
                      <a:pt x="4637" y="10074"/>
                    </a:lnTo>
                    <a:cubicBezTo>
                      <a:pt x="4604" y="10141"/>
                      <a:pt x="4504" y="10208"/>
                      <a:pt x="4404" y="10241"/>
                    </a:cubicBezTo>
                    <a:lnTo>
                      <a:pt x="3403" y="10441"/>
                    </a:lnTo>
                    <a:cubicBezTo>
                      <a:pt x="3385" y="10447"/>
                      <a:pt x="3366" y="10450"/>
                      <a:pt x="3348" y="10450"/>
                    </a:cubicBezTo>
                    <a:cubicBezTo>
                      <a:pt x="3269" y="10450"/>
                      <a:pt x="3197" y="10396"/>
                      <a:pt x="3170" y="10341"/>
                    </a:cubicBezTo>
                    <a:lnTo>
                      <a:pt x="3070" y="9941"/>
                    </a:lnTo>
                    <a:lnTo>
                      <a:pt x="2736" y="9374"/>
                    </a:lnTo>
                    <a:cubicBezTo>
                      <a:pt x="2703" y="9274"/>
                      <a:pt x="2703" y="9174"/>
                      <a:pt x="2736" y="9073"/>
                    </a:cubicBezTo>
                    <a:lnTo>
                      <a:pt x="3236" y="8340"/>
                    </a:lnTo>
                    <a:lnTo>
                      <a:pt x="3436" y="7839"/>
                    </a:lnTo>
                    <a:cubicBezTo>
                      <a:pt x="3470" y="7773"/>
                      <a:pt x="3503" y="7706"/>
                      <a:pt x="3570" y="7672"/>
                    </a:cubicBezTo>
                    <a:lnTo>
                      <a:pt x="4237" y="7272"/>
                    </a:lnTo>
                    <a:cubicBezTo>
                      <a:pt x="4304" y="7239"/>
                      <a:pt x="4370" y="7205"/>
                      <a:pt x="4471" y="7205"/>
                    </a:cubicBezTo>
                    <a:lnTo>
                      <a:pt x="5104" y="7306"/>
                    </a:lnTo>
                    <a:cubicBezTo>
                      <a:pt x="5171" y="7306"/>
                      <a:pt x="5238" y="7306"/>
                      <a:pt x="5304" y="7239"/>
                    </a:cubicBezTo>
                    <a:lnTo>
                      <a:pt x="5571" y="7039"/>
                    </a:lnTo>
                    <a:cubicBezTo>
                      <a:pt x="5605" y="7005"/>
                      <a:pt x="5671" y="6972"/>
                      <a:pt x="5738" y="6972"/>
                    </a:cubicBezTo>
                    <a:lnTo>
                      <a:pt x="6439" y="6939"/>
                    </a:lnTo>
                    <a:cubicBezTo>
                      <a:pt x="6472" y="6939"/>
                      <a:pt x="6539" y="6939"/>
                      <a:pt x="6605" y="6972"/>
                    </a:cubicBezTo>
                    <a:lnTo>
                      <a:pt x="6972" y="7139"/>
                    </a:lnTo>
                    <a:cubicBezTo>
                      <a:pt x="7039" y="7172"/>
                      <a:pt x="7106" y="7239"/>
                      <a:pt x="7106" y="7339"/>
                    </a:cubicBezTo>
                    <a:lnTo>
                      <a:pt x="7106" y="7672"/>
                    </a:lnTo>
                    <a:cubicBezTo>
                      <a:pt x="7106" y="7773"/>
                      <a:pt x="7172" y="7873"/>
                      <a:pt x="7306" y="7873"/>
                    </a:cubicBezTo>
                    <a:lnTo>
                      <a:pt x="7406" y="7873"/>
                    </a:lnTo>
                    <a:cubicBezTo>
                      <a:pt x="7573" y="7873"/>
                      <a:pt x="7673" y="7739"/>
                      <a:pt x="7673" y="7572"/>
                    </a:cubicBezTo>
                    <a:lnTo>
                      <a:pt x="7639" y="7306"/>
                    </a:lnTo>
                    <a:lnTo>
                      <a:pt x="7573" y="6705"/>
                    </a:lnTo>
                    <a:cubicBezTo>
                      <a:pt x="7539" y="6605"/>
                      <a:pt x="7606" y="6472"/>
                      <a:pt x="7706" y="6438"/>
                    </a:cubicBezTo>
                    <a:lnTo>
                      <a:pt x="8407" y="6105"/>
                    </a:lnTo>
                    <a:lnTo>
                      <a:pt x="9274" y="5104"/>
                    </a:lnTo>
                    <a:lnTo>
                      <a:pt x="9874" y="4203"/>
                    </a:lnTo>
                    <a:lnTo>
                      <a:pt x="10975" y="3870"/>
                    </a:lnTo>
                    <a:cubicBezTo>
                      <a:pt x="11075" y="3836"/>
                      <a:pt x="11142" y="3736"/>
                      <a:pt x="11142" y="3636"/>
                    </a:cubicBezTo>
                    <a:lnTo>
                      <a:pt x="11142" y="3103"/>
                    </a:lnTo>
                    <a:cubicBezTo>
                      <a:pt x="11142" y="3002"/>
                      <a:pt x="11209" y="2936"/>
                      <a:pt x="11309" y="2902"/>
                    </a:cubicBezTo>
                    <a:lnTo>
                      <a:pt x="12043" y="2702"/>
                    </a:lnTo>
                    <a:cubicBezTo>
                      <a:pt x="12109" y="2702"/>
                      <a:pt x="12176" y="2669"/>
                      <a:pt x="12209" y="2602"/>
                    </a:cubicBezTo>
                    <a:lnTo>
                      <a:pt x="12510" y="2169"/>
                    </a:lnTo>
                    <a:cubicBezTo>
                      <a:pt x="12576" y="2102"/>
                      <a:pt x="12543" y="2002"/>
                      <a:pt x="12443" y="1968"/>
                    </a:cubicBezTo>
                    <a:lnTo>
                      <a:pt x="11109" y="1468"/>
                    </a:lnTo>
                    <a:lnTo>
                      <a:pt x="10141" y="1001"/>
                    </a:lnTo>
                    <a:cubicBezTo>
                      <a:pt x="10100" y="987"/>
                      <a:pt x="10058" y="979"/>
                      <a:pt x="10019" y="979"/>
                    </a:cubicBezTo>
                    <a:cubicBezTo>
                      <a:pt x="9964" y="979"/>
                      <a:pt x="9913" y="995"/>
                      <a:pt x="9874" y="1034"/>
                    </a:cubicBezTo>
                    <a:lnTo>
                      <a:pt x="8607" y="1902"/>
                    </a:lnTo>
                    <a:cubicBezTo>
                      <a:pt x="8568" y="1941"/>
                      <a:pt x="8506" y="1957"/>
                      <a:pt x="8441" y="1957"/>
                    </a:cubicBezTo>
                    <a:cubicBezTo>
                      <a:pt x="8395" y="1957"/>
                      <a:pt x="8348" y="1949"/>
                      <a:pt x="8307" y="1935"/>
                    </a:cubicBezTo>
                    <a:lnTo>
                      <a:pt x="7406" y="1501"/>
                    </a:lnTo>
                    <a:lnTo>
                      <a:pt x="6739" y="1201"/>
                    </a:lnTo>
                    <a:cubicBezTo>
                      <a:pt x="6672" y="1168"/>
                      <a:pt x="6672" y="1101"/>
                      <a:pt x="6739" y="1068"/>
                    </a:cubicBezTo>
                    <a:lnTo>
                      <a:pt x="7439" y="834"/>
                    </a:lnTo>
                    <a:cubicBezTo>
                      <a:pt x="7439" y="834"/>
                      <a:pt x="7473" y="801"/>
                      <a:pt x="7506" y="768"/>
                    </a:cubicBezTo>
                    <a:lnTo>
                      <a:pt x="84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2" name="Google Shape;1882;p83">
                <a:extLst>
                  <a:ext uri="{FF2B5EF4-FFF2-40B4-BE49-F238E27FC236}">
                    <a16:creationId xmlns:a16="http://schemas.microsoft.com/office/drawing/2014/main" id="{DCBA746E-C8E6-F8C4-2C5A-BB18CC6E854C}"/>
                  </a:ext>
                </a:extLst>
              </p:cNvPr>
              <p:cNvSpPr/>
              <p:nvPr/>
            </p:nvSpPr>
            <p:spPr>
              <a:xfrm>
                <a:off x="3065317" y="1978366"/>
                <a:ext cx="22" cy="22"/>
              </a:xfrm>
              <a:custGeom>
                <a:avLst/>
                <a:gdLst/>
                <a:ahLst/>
                <a:cxnLst/>
                <a:rect l="l" t="t" r="r" b="b"/>
                <a:pathLst>
                  <a:path w="1" h="1" extrusionOk="0">
                    <a:moveTo>
                      <a:pt x="1" y="1"/>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3" name="Google Shape;1883;p83">
                <a:extLst>
                  <a:ext uri="{FF2B5EF4-FFF2-40B4-BE49-F238E27FC236}">
                    <a16:creationId xmlns:a16="http://schemas.microsoft.com/office/drawing/2014/main" id="{3338B07D-E7DA-8C06-1926-E082E721262A}"/>
                  </a:ext>
                </a:extLst>
              </p:cNvPr>
              <p:cNvSpPr/>
              <p:nvPr/>
            </p:nvSpPr>
            <p:spPr>
              <a:xfrm>
                <a:off x="3601016" y="2123460"/>
                <a:ext cx="22" cy="22"/>
              </a:xfrm>
              <a:custGeom>
                <a:avLst/>
                <a:gdLst/>
                <a:ahLst/>
                <a:cxnLst/>
                <a:rect l="l" t="t" r="r" b="b"/>
                <a:pathLst>
                  <a:path w="1" h="1" extrusionOk="0">
                    <a:moveTo>
                      <a:pt x="1" y="1"/>
                    </a:move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4" name="Google Shape;1884;p83">
                <a:extLst>
                  <a:ext uri="{FF2B5EF4-FFF2-40B4-BE49-F238E27FC236}">
                    <a16:creationId xmlns:a16="http://schemas.microsoft.com/office/drawing/2014/main" id="{A8CCCFE6-501D-D13E-79F8-27D29F19F2D0}"/>
                  </a:ext>
                </a:extLst>
              </p:cNvPr>
              <p:cNvSpPr/>
              <p:nvPr/>
            </p:nvSpPr>
            <p:spPr>
              <a:xfrm>
                <a:off x="3624837" y="2092969"/>
                <a:ext cx="22" cy="22"/>
              </a:xfrm>
              <a:custGeom>
                <a:avLst/>
                <a:gdLst/>
                <a:ahLst/>
                <a:cxnLst/>
                <a:rect l="l" t="t" r="r" b="b"/>
                <a:pathLst>
                  <a:path w="1" h="1" extrusionOk="0">
                    <a:moveTo>
                      <a:pt x="0"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5" name="Google Shape;1885;p83">
                <a:extLst>
                  <a:ext uri="{FF2B5EF4-FFF2-40B4-BE49-F238E27FC236}">
                    <a16:creationId xmlns:a16="http://schemas.microsoft.com/office/drawing/2014/main" id="{87276B16-5CF2-99BD-912E-D5700A3ECA39}"/>
                  </a:ext>
                </a:extLst>
              </p:cNvPr>
              <p:cNvSpPr/>
              <p:nvPr/>
            </p:nvSpPr>
            <p:spPr>
              <a:xfrm>
                <a:off x="3624837" y="2092969"/>
                <a:ext cx="22" cy="22"/>
              </a:xfrm>
              <a:custGeom>
                <a:avLst/>
                <a:gdLst/>
                <a:ahLst/>
                <a:cxnLst/>
                <a:rect l="l" t="t" r="r" b="b"/>
                <a:pathLst>
                  <a:path w="1" h="1" extrusionOk="0">
                    <a:moveTo>
                      <a:pt x="0" y="0"/>
                    </a:move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6" name="Google Shape;1886;p83">
                <a:extLst>
                  <a:ext uri="{FF2B5EF4-FFF2-40B4-BE49-F238E27FC236}">
                    <a16:creationId xmlns:a16="http://schemas.microsoft.com/office/drawing/2014/main" id="{6B4AB41E-57F5-81A2-491A-40B95B3EEE39}"/>
                  </a:ext>
                </a:extLst>
              </p:cNvPr>
              <p:cNvSpPr/>
              <p:nvPr/>
            </p:nvSpPr>
            <p:spPr>
              <a:xfrm>
                <a:off x="3445528" y="1846677"/>
                <a:ext cx="758" cy="781"/>
              </a:xfrm>
              <a:custGeom>
                <a:avLst/>
                <a:gdLst/>
                <a:ahLst/>
                <a:cxnLst/>
                <a:rect l="l" t="t" r="r" b="b"/>
                <a:pathLst>
                  <a:path w="34" h="35" extrusionOk="0">
                    <a:moveTo>
                      <a:pt x="0" y="1"/>
                    </a:moveTo>
                    <a:cubicBezTo>
                      <a:pt x="0" y="1"/>
                      <a:pt x="0" y="34"/>
                      <a:pt x="0" y="34"/>
                    </a:cubicBezTo>
                    <a:lnTo>
                      <a:pt x="33" y="34"/>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1887" name="Google Shape;1887;p83">
              <a:extLst>
                <a:ext uri="{FF2B5EF4-FFF2-40B4-BE49-F238E27FC236}">
                  <a16:creationId xmlns:a16="http://schemas.microsoft.com/office/drawing/2014/main" id="{45C7DF00-272E-BD2C-7177-6584919C65D3}"/>
                </a:ext>
              </a:extLst>
            </p:cNvPr>
            <p:cNvGrpSpPr/>
            <p:nvPr/>
          </p:nvGrpSpPr>
          <p:grpSpPr>
            <a:xfrm>
              <a:off x="5169436" y="3575805"/>
              <a:ext cx="1226195" cy="460710"/>
              <a:chOff x="5169436" y="3575805"/>
              <a:chExt cx="1226195" cy="460710"/>
            </a:xfrm>
          </p:grpSpPr>
          <p:sp>
            <p:nvSpPr>
              <p:cNvPr id="1888" name="Google Shape;1888;p83">
                <a:extLst>
                  <a:ext uri="{FF2B5EF4-FFF2-40B4-BE49-F238E27FC236}">
                    <a16:creationId xmlns:a16="http://schemas.microsoft.com/office/drawing/2014/main" id="{6B571FE1-7010-9A93-8C8A-0425CAE469A5}"/>
                  </a:ext>
                </a:extLst>
              </p:cNvPr>
              <p:cNvSpPr/>
              <p:nvPr/>
            </p:nvSpPr>
            <p:spPr>
              <a:xfrm>
                <a:off x="5995301" y="3672542"/>
                <a:ext cx="136194" cy="109384"/>
              </a:xfrm>
              <a:custGeom>
                <a:avLst/>
                <a:gdLst/>
                <a:ahLst/>
                <a:cxnLst/>
                <a:rect l="l" t="t" r="r" b="b"/>
                <a:pathLst>
                  <a:path w="6106" h="4904" extrusionOk="0">
                    <a:moveTo>
                      <a:pt x="6105" y="0"/>
                    </a:moveTo>
                    <a:lnTo>
                      <a:pt x="335" y="3736"/>
                    </a:lnTo>
                    <a:lnTo>
                      <a:pt x="1" y="4904"/>
                    </a:lnTo>
                    <a:lnTo>
                      <a:pt x="4337" y="4904"/>
                    </a:lnTo>
                    <a:lnTo>
                      <a:pt x="61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9" name="Google Shape;1889;p83">
                <a:extLst>
                  <a:ext uri="{FF2B5EF4-FFF2-40B4-BE49-F238E27FC236}">
                    <a16:creationId xmlns:a16="http://schemas.microsoft.com/office/drawing/2014/main" id="{79C259CB-D2C3-498D-0440-B9E1C488746A}"/>
                  </a:ext>
                </a:extLst>
              </p:cNvPr>
              <p:cNvSpPr/>
              <p:nvPr/>
            </p:nvSpPr>
            <p:spPr>
              <a:xfrm>
                <a:off x="6075666" y="3599627"/>
                <a:ext cx="155533" cy="237370"/>
              </a:xfrm>
              <a:custGeom>
                <a:avLst/>
                <a:gdLst/>
                <a:ahLst/>
                <a:cxnLst/>
                <a:rect l="l" t="t" r="r" b="b"/>
                <a:pathLst>
                  <a:path w="6973" h="10642" extrusionOk="0">
                    <a:moveTo>
                      <a:pt x="4137" y="0"/>
                    </a:moveTo>
                    <a:lnTo>
                      <a:pt x="1" y="10641"/>
                    </a:lnTo>
                    <a:lnTo>
                      <a:pt x="2536" y="10441"/>
                    </a:lnTo>
                    <a:lnTo>
                      <a:pt x="69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0" name="Google Shape;1890;p83">
                <a:extLst>
                  <a:ext uri="{FF2B5EF4-FFF2-40B4-BE49-F238E27FC236}">
                    <a16:creationId xmlns:a16="http://schemas.microsoft.com/office/drawing/2014/main" id="{E58B8ABF-2C1E-F1BE-C151-B136B008020F}"/>
                  </a:ext>
                </a:extLst>
              </p:cNvPr>
              <p:cNvSpPr/>
              <p:nvPr/>
            </p:nvSpPr>
            <p:spPr>
              <a:xfrm>
                <a:off x="6075666" y="3599627"/>
                <a:ext cx="155533" cy="237370"/>
              </a:xfrm>
              <a:custGeom>
                <a:avLst/>
                <a:gdLst/>
                <a:ahLst/>
                <a:cxnLst/>
                <a:rect l="l" t="t" r="r" b="b"/>
                <a:pathLst>
                  <a:path w="6973" h="10642" extrusionOk="0">
                    <a:moveTo>
                      <a:pt x="4137" y="0"/>
                    </a:moveTo>
                    <a:lnTo>
                      <a:pt x="1" y="10641"/>
                    </a:lnTo>
                    <a:lnTo>
                      <a:pt x="2536" y="10441"/>
                    </a:lnTo>
                    <a:lnTo>
                      <a:pt x="69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1" name="Google Shape;1891;p83">
                <a:extLst>
                  <a:ext uri="{FF2B5EF4-FFF2-40B4-BE49-F238E27FC236}">
                    <a16:creationId xmlns:a16="http://schemas.microsoft.com/office/drawing/2014/main" id="{3E6A3F5E-775A-039B-92F0-9D914E3EB848}"/>
                  </a:ext>
                </a:extLst>
              </p:cNvPr>
              <p:cNvSpPr/>
              <p:nvPr/>
            </p:nvSpPr>
            <p:spPr>
              <a:xfrm>
                <a:off x="6135934" y="3596638"/>
                <a:ext cx="154038" cy="235139"/>
              </a:xfrm>
              <a:custGeom>
                <a:avLst/>
                <a:gdLst/>
                <a:ahLst/>
                <a:cxnLst/>
                <a:rect l="l" t="t" r="r" b="b"/>
                <a:pathLst>
                  <a:path w="6906" h="10542" extrusionOk="0">
                    <a:moveTo>
                      <a:pt x="6905" y="1"/>
                    </a:moveTo>
                    <a:lnTo>
                      <a:pt x="4437" y="68"/>
                    </a:lnTo>
                    <a:lnTo>
                      <a:pt x="0" y="10542"/>
                    </a:lnTo>
                    <a:lnTo>
                      <a:pt x="2636" y="10175"/>
                    </a:lnTo>
                    <a:lnTo>
                      <a:pt x="690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2" name="Google Shape;1892;p83">
                <a:extLst>
                  <a:ext uri="{FF2B5EF4-FFF2-40B4-BE49-F238E27FC236}">
                    <a16:creationId xmlns:a16="http://schemas.microsoft.com/office/drawing/2014/main" id="{73DFE77A-CAB2-05EC-71EB-BDEF5F84DE3F}"/>
                  </a:ext>
                </a:extLst>
              </p:cNvPr>
              <p:cNvSpPr/>
              <p:nvPr/>
            </p:nvSpPr>
            <p:spPr>
              <a:xfrm>
                <a:off x="6135934" y="3596638"/>
                <a:ext cx="154038" cy="235139"/>
              </a:xfrm>
              <a:custGeom>
                <a:avLst/>
                <a:gdLst/>
                <a:ahLst/>
                <a:cxnLst/>
                <a:rect l="l" t="t" r="r" b="b"/>
                <a:pathLst>
                  <a:path w="6906" h="10542" extrusionOk="0">
                    <a:moveTo>
                      <a:pt x="6905" y="1"/>
                    </a:moveTo>
                    <a:lnTo>
                      <a:pt x="4437" y="68"/>
                    </a:lnTo>
                    <a:lnTo>
                      <a:pt x="0" y="10542"/>
                    </a:lnTo>
                    <a:lnTo>
                      <a:pt x="2636" y="10175"/>
                    </a:lnTo>
                    <a:lnTo>
                      <a:pt x="69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3" name="Google Shape;1893;p83">
                <a:extLst>
                  <a:ext uri="{FF2B5EF4-FFF2-40B4-BE49-F238E27FC236}">
                    <a16:creationId xmlns:a16="http://schemas.microsoft.com/office/drawing/2014/main" id="{3AFC433D-E111-C012-9104-558DBDA2D14E}"/>
                  </a:ext>
                </a:extLst>
              </p:cNvPr>
              <p:cNvSpPr/>
              <p:nvPr/>
            </p:nvSpPr>
            <p:spPr>
              <a:xfrm>
                <a:off x="6198433" y="3594408"/>
                <a:ext cx="147347" cy="226953"/>
              </a:xfrm>
              <a:custGeom>
                <a:avLst/>
                <a:gdLst/>
                <a:ahLst/>
                <a:cxnLst/>
                <a:rect l="l" t="t" r="r" b="b"/>
                <a:pathLst>
                  <a:path w="6606" h="10175" extrusionOk="0">
                    <a:moveTo>
                      <a:pt x="6605" y="1"/>
                    </a:moveTo>
                    <a:lnTo>
                      <a:pt x="4237" y="34"/>
                    </a:lnTo>
                    <a:lnTo>
                      <a:pt x="0" y="10175"/>
                    </a:lnTo>
                    <a:lnTo>
                      <a:pt x="2369" y="9841"/>
                    </a:lnTo>
                    <a:lnTo>
                      <a:pt x="660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4" name="Google Shape;1894;p83">
                <a:extLst>
                  <a:ext uri="{FF2B5EF4-FFF2-40B4-BE49-F238E27FC236}">
                    <a16:creationId xmlns:a16="http://schemas.microsoft.com/office/drawing/2014/main" id="{018BD213-CD87-E718-8FA0-16DE4D9F5511}"/>
                  </a:ext>
                </a:extLst>
              </p:cNvPr>
              <p:cNvSpPr/>
              <p:nvPr/>
            </p:nvSpPr>
            <p:spPr>
              <a:xfrm>
                <a:off x="6198433" y="3594408"/>
                <a:ext cx="147347" cy="226953"/>
              </a:xfrm>
              <a:custGeom>
                <a:avLst/>
                <a:gdLst/>
                <a:ahLst/>
                <a:cxnLst/>
                <a:rect l="l" t="t" r="r" b="b"/>
                <a:pathLst>
                  <a:path w="6606" h="10175" extrusionOk="0">
                    <a:moveTo>
                      <a:pt x="6605" y="1"/>
                    </a:moveTo>
                    <a:lnTo>
                      <a:pt x="4237" y="34"/>
                    </a:lnTo>
                    <a:lnTo>
                      <a:pt x="0" y="10175"/>
                    </a:lnTo>
                    <a:lnTo>
                      <a:pt x="2369" y="9841"/>
                    </a:lnTo>
                    <a:lnTo>
                      <a:pt x="66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5" name="Google Shape;1895;p83">
                <a:extLst>
                  <a:ext uri="{FF2B5EF4-FFF2-40B4-BE49-F238E27FC236}">
                    <a16:creationId xmlns:a16="http://schemas.microsoft.com/office/drawing/2014/main" id="{E4CBEA6F-6ACF-AB15-B7EB-2CB6DF9511FD}"/>
                  </a:ext>
                </a:extLst>
              </p:cNvPr>
              <p:cNvSpPr/>
              <p:nvPr/>
            </p:nvSpPr>
            <p:spPr>
              <a:xfrm>
                <a:off x="6253482" y="3592936"/>
                <a:ext cx="142150" cy="220998"/>
              </a:xfrm>
              <a:custGeom>
                <a:avLst/>
                <a:gdLst/>
                <a:ahLst/>
                <a:cxnLst/>
                <a:rect l="l" t="t" r="r" b="b"/>
                <a:pathLst>
                  <a:path w="6373" h="9908" extrusionOk="0">
                    <a:moveTo>
                      <a:pt x="6372" y="0"/>
                    </a:moveTo>
                    <a:lnTo>
                      <a:pt x="4271" y="67"/>
                    </a:lnTo>
                    <a:lnTo>
                      <a:pt x="1" y="9907"/>
                    </a:lnTo>
                    <a:lnTo>
                      <a:pt x="1" y="9907"/>
                    </a:lnTo>
                    <a:lnTo>
                      <a:pt x="2269" y="9574"/>
                    </a:lnTo>
                    <a:lnTo>
                      <a:pt x="63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6" name="Google Shape;1896;p83">
                <a:extLst>
                  <a:ext uri="{FF2B5EF4-FFF2-40B4-BE49-F238E27FC236}">
                    <a16:creationId xmlns:a16="http://schemas.microsoft.com/office/drawing/2014/main" id="{9A6AE4FD-B00D-072E-6D7B-B127991E6046}"/>
                  </a:ext>
                </a:extLst>
              </p:cNvPr>
              <p:cNvSpPr/>
              <p:nvPr/>
            </p:nvSpPr>
            <p:spPr>
              <a:xfrm>
                <a:off x="6253482" y="3592936"/>
                <a:ext cx="142150" cy="220998"/>
              </a:xfrm>
              <a:custGeom>
                <a:avLst/>
                <a:gdLst/>
                <a:ahLst/>
                <a:cxnLst/>
                <a:rect l="l" t="t" r="r" b="b"/>
                <a:pathLst>
                  <a:path w="6373" h="9908" extrusionOk="0">
                    <a:moveTo>
                      <a:pt x="6372" y="0"/>
                    </a:moveTo>
                    <a:lnTo>
                      <a:pt x="4271" y="67"/>
                    </a:lnTo>
                    <a:lnTo>
                      <a:pt x="1" y="9907"/>
                    </a:lnTo>
                    <a:lnTo>
                      <a:pt x="1" y="9907"/>
                    </a:lnTo>
                    <a:lnTo>
                      <a:pt x="2269" y="9574"/>
                    </a:lnTo>
                    <a:lnTo>
                      <a:pt x="6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7" name="Google Shape;1897;p83">
                <a:extLst>
                  <a:ext uri="{FF2B5EF4-FFF2-40B4-BE49-F238E27FC236}">
                    <a16:creationId xmlns:a16="http://schemas.microsoft.com/office/drawing/2014/main" id="{870272B3-A42F-3C5E-BCC9-714C4A715A4C}"/>
                  </a:ext>
                </a:extLst>
              </p:cNvPr>
              <p:cNvSpPr/>
              <p:nvPr/>
            </p:nvSpPr>
            <p:spPr>
              <a:xfrm>
                <a:off x="5867338" y="3747688"/>
                <a:ext cx="227689" cy="258939"/>
              </a:xfrm>
              <a:custGeom>
                <a:avLst/>
                <a:gdLst/>
                <a:ahLst/>
                <a:cxnLst/>
                <a:rect l="l" t="t" r="r" b="b"/>
                <a:pathLst>
                  <a:path w="10208" h="11609" extrusionOk="0">
                    <a:moveTo>
                      <a:pt x="10208" y="0"/>
                    </a:moveTo>
                    <a:lnTo>
                      <a:pt x="3636" y="1568"/>
                    </a:lnTo>
                    <a:lnTo>
                      <a:pt x="1" y="11609"/>
                    </a:lnTo>
                    <a:lnTo>
                      <a:pt x="6805" y="9707"/>
                    </a:lnTo>
                    <a:lnTo>
                      <a:pt x="10208"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8" name="Google Shape;1898;p83">
                <a:extLst>
                  <a:ext uri="{FF2B5EF4-FFF2-40B4-BE49-F238E27FC236}">
                    <a16:creationId xmlns:a16="http://schemas.microsoft.com/office/drawing/2014/main" id="{334F3783-F5F6-8D2B-A446-9E30FBC9F1DC}"/>
                  </a:ext>
                </a:extLst>
              </p:cNvPr>
              <p:cNvSpPr/>
              <p:nvPr/>
            </p:nvSpPr>
            <p:spPr>
              <a:xfrm>
                <a:off x="5867338" y="3747688"/>
                <a:ext cx="227689" cy="258939"/>
              </a:xfrm>
              <a:custGeom>
                <a:avLst/>
                <a:gdLst/>
                <a:ahLst/>
                <a:cxnLst/>
                <a:rect l="l" t="t" r="r" b="b"/>
                <a:pathLst>
                  <a:path w="10208" h="11609" extrusionOk="0">
                    <a:moveTo>
                      <a:pt x="10208" y="0"/>
                    </a:moveTo>
                    <a:lnTo>
                      <a:pt x="3636" y="1568"/>
                    </a:lnTo>
                    <a:lnTo>
                      <a:pt x="1" y="11609"/>
                    </a:lnTo>
                    <a:lnTo>
                      <a:pt x="6805" y="9707"/>
                    </a:lnTo>
                    <a:lnTo>
                      <a:pt x="102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9" name="Google Shape;1899;p83">
                <a:extLst>
                  <a:ext uri="{FF2B5EF4-FFF2-40B4-BE49-F238E27FC236}">
                    <a16:creationId xmlns:a16="http://schemas.microsoft.com/office/drawing/2014/main" id="{038173B2-7CEB-BCCE-1965-75CFADB946FB}"/>
                  </a:ext>
                </a:extLst>
              </p:cNvPr>
              <p:cNvSpPr/>
              <p:nvPr/>
            </p:nvSpPr>
            <p:spPr>
              <a:xfrm>
                <a:off x="5659745" y="3658401"/>
                <a:ext cx="288716" cy="348226"/>
              </a:xfrm>
              <a:custGeom>
                <a:avLst/>
                <a:gdLst/>
                <a:ahLst/>
                <a:cxnLst/>
                <a:rect l="l" t="t" r="r" b="b"/>
                <a:pathLst>
                  <a:path w="12944" h="15612" extrusionOk="0">
                    <a:moveTo>
                      <a:pt x="3437" y="1"/>
                    </a:moveTo>
                    <a:lnTo>
                      <a:pt x="1" y="9441"/>
                    </a:lnTo>
                    <a:lnTo>
                      <a:pt x="9308" y="15612"/>
                    </a:lnTo>
                    <a:lnTo>
                      <a:pt x="12943" y="5571"/>
                    </a:lnTo>
                    <a:lnTo>
                      <a:pt x="3437"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0" name="Google Shape;1900;p83">
                <a:extLst>
                  <a:ext uri="{FF2B5EF4-FFF2-40B4-BE49-F238E27FC236}">
                    <a16:creationId xmlns:a16="http://schemas.microsoft.com/office/drawing/2014/main" id="{05A19964-6B46-53AD-C355-9578ACD5D46C}"/>
                  </a:ext>
                </a:extLst>
              </p:cNvPr>
              <p:cNvSpPr/>
              <p:nvPr/>
            </p:nvSpPr>
            <p:spPr>
              <a:xfrm>
                <a:off x="5659745" y="3658401"/>
                <a:ext cx="288716" cy="348226"/>
              </a:xfrm>
              <a:custGeom>
                <a:avLst/>
                <a:gdLst/>
                <a:ahLst/>
                <a:cxnLst/>
                <a:rect l="l" t="t" r="r" b="b"/>
                <a:pathLst>
                  <a:path w="12944" h="15612" extrusionOk="0">
                    <a:moveTo>
                      <a:pt x="3437" y="1"/>
                    </a:moveTo>
                    <a:lnTo>
                      <a:pt x="1" y="9441"/>
                    </a:lnTo>
                    <a:lnTo>
                      <a:pt x="9308" y="15612"/>
                    </a:lnTo>
                    <a:lnTo>
                      <a:pt x="12943" y="5571"/>
                    </a:lnTo>
                    <a:lnTo>
                      <a:pt x="34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1" name="Google Shape;1901;p83">
                <a:extLst>
                  <a:ext uri="{FF2B5EF4-FFF2-40B4-BE49-F238E27FC236}">
                    <a16:creationId xmlns:a16="http://schemas.microsoft.com/office/drawing/2014/main" id="{F4D37F62-E469-1AF3-A68B-C00AB8092382}"/>
                  </a:ext>
                </a:extLst>
              </p:cNvPr>
              <p:cNvSpPr/>
              <p:nvPr/>
            </p:nvSpPr>
            <p:spPr>
              <a:xfrm>
                <a:off x="5736385" y="3646490"/>
                <a:ext cx="358642" cy="136194"/>
              </a:xfrm>
              <a:custGeom>
                <a:avLst/>
                <a:gdLst/>
                <a:ahLst/>
                <a:cxnLst/>
                <a:rect l="l" t="t" r="r" b="b"/>
                <a:pathLst>
                  <a:path w="16079" h="6106" extrusionOk="0">
                    <a:moveTo>
                      <a:pt x="7006" y="1"/>
                    </a:moveTo>
                    <a:lnTo>
                      <a:pt x="1" y="535"/>
                    </a:lnTo>
                    <a:lnTo>
                      <a:pt x="9507" y="6105"/>
                    </a:lnTo>
                    <a:lnTo>
                      <a:pt x="16079" y="4537"/>
                    </a:lnTo>
                    <a:lnTo>
                      <a:pt x="70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2" name="Google Shape;1902;p83">
                <a:extLst>
                  <a:ext uri="{FF2B5EF4-FFF2-40B4-BE49-F238E27FC236}">
                    <a16:creationId xmlns:a16="http://schemas.microsoft.com/office/drawing/2014/main" id="{F79BC4E8-D567-079A-61DB-9669DA1CA556}"/>
                  </a:ext>
                </a:extLst>
              </p:cNvPr>
              <p:cNvSpPr/>
              <p:nvPr/>
            </p:nvSpPr>
            <p:spPr>
              <a:xfrm>
                <a:off x="5954394" y="3575805"/>
                <a:ext cx="58060" cy="138425"/>
              </a:xfrm>
              <a:custGeom>
                <a:avLst/>
                <a:gdLst/>
                <a:ahLst/>
                <a:cxnLst/>
                <a:rect l="l" t="t" r="r" b="b"/>
                <a:pathLst>
                  <a:path w="2603" h="6206" extrusionOk="0">
                    <a:moveTo>
                      <a:pt x="2335" y="1"/>
                    </a:moveTo>
                    <a:lnTo>
                      <a:pt x="0" y="6105"/>
                    </a:lnTo>
                    <a:lnTo>
                      <a:pt x="334" y="6205"/>
                    </a:lnTo>
                    <a:lnTo>
                      <a:pt x="2602" y="134"/>
                    </a:lnTo>
                    <a:lnTo>
                      <a:pt x="23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3" name="Google Shape;1903;p83">
                <a:extLst>
                  <a:ext uri="{FF2B5EF4-FFF2-40B4-BE49-F238E27FC236}">
                    <a16:creationId xmlns:a16="http://schemas.microsoft.com/office/drawing/2014/main" id="{F09E7BB6-6FF2-1F1F-15F7-4A06F4DA35BE}"/>
                  </a:ext>
                </a:extLst>
              </p:cNvPr>
              <p:cNvSpPr/>
              <p:nvPr/>
            </p:nvSpPr>
            <p:spPr>
              <a:xfrm>
                <a:off x="5954394" y="3575805"/>
                <a:ext cx="54335" cy="136930"/>
              </a:xfrm>
              <a:custGeom>
                <a:avLst/>
                <a:gdLst/>
                <a:ahLst/>
                <a:cxnLst/>
                <a:rect l="l" t="t" r="r" b="b"/>
                <a:pathLst>
                  <a:path w="2436" h="6139" extrusionOk="0">
                    <a:moveTo>
                      <a:pt x="2335" y="1"/>
                    </a:moveTo>
                    <a:lnTo>
                      <a:pt x="0" y="6105"/>
                    </a:lnTo>
                    <a:lnTo>
                      <a:pt x="134" y="6139"/>
                    </a:lnTo>
                    <a:lnTo>
                      <a:pt x="2435" y="34"/>
                    </a:lnTo>
                    <a:lnTo>
                      <a:pt x="23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4" name="Google Shape;1904;p83">
                <a:extLst>
                  <a:ext uri="{FF2B5EF4-FFF2-40B4-BE49-F238E27FC236}">
                    <a16:creationId xmlns:a16="http://schemas.microsoft.com/office/drawing/2014/main" id="{7D8226EF-0EF7-0B69-F44D-FE1083184FCD}"/>
                  </a:ext>
                </a:extLst>
              </p:cNvPr>
              <p:cNvSpPr/>
              <p:nvPr/>
            </p:nvSpPr>
            <p:spPr>
              <a:xfrm>
                <a:off x="5169436" y="3630140"/>
                <a:ext cx="226953" cy="344501"/>
              </a:xfrm>
              <a:custGeom>
                <a:avLst/>
                <a:gdLst/>
                <a:ahLst/>
                <a:cxnLst/>
                <a:rect l="l" t="t" r="r" b="b"/>
                <a:pathLst>
                  <a:path w="10175" h="15445" extrusionOk="0">
                    <a:moveTo>
                      <a:pt x="10174" y="0"/>
                    </a:moveTo>
                    <a:lnTo>
                      <a:pt x="4704" y="200"/>
                    </a:lnTo>
                    <a:lnTo>
                      <a:pt x="1" y="15444"/>
                    </a:lnTo>
                    <a:lnTo>
                      <a:pt x="5404" y="14610"/>
                    </a:lnTo>
                    <a:lnTo>
                      <a:pt x="101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5" name="Google Shape;1905;p83">
                <a:extLst>
                  <a:ext uri="{FF2B5EF4-FFF2-40B4-BE49-F238E27FC236}">
                    <a16:creationId xmlns:a16="http://schemas.microsoft.com/office/drawing/2014/main" id="{B2E5DFB1-E6AE-BC41-610C-6289E2496002}"/>
                  </a:ext>
                </a:extLst>
              </p:cNvPr>
              <p:cNvSpPr/>
              <p:nvPr/>
            </p:nvSpPr>
            <p:spPr>
              <a:xfrm>
                <a:off x="5296664" y="3624921"/>
                <a:ext cx="218031" cy="331118"/>
              </a:xfrm>
              <a:custGeom>
                <a:avLst/>
                <a:gdLst/>
                <a:ahLst/>
                <a:cxnLst/>
                <a:rect l="l" t="t" r="r" b="b"/>
                <a:pathLst>
                  <a:path w="9775" h="14845" extrusionOk="0">
                    <a:moveTo>
                      <a:pt x="9774" y="1"/>
                    </a:moveTo>
                    <a:lnTo>
                      <a:pt x="4704" y="234"/>
                    </a:lnTo>
                    <a:lnTo>
                      <a:pt x="1" y="14844"/>
                    </a:lnTo>
                    <a:lnTo>
                      <a:pt x="1" y="14844"/>
                    </a:lnTo>
                    <a:lnTo>
                      <a:pt x="5104" y="14111"/>
                    </a:lnTo>
                    <a:lnTo>
                      <a:pt x="97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6" name="Google Shape;1906;p83">
                <a:extLst>
                  <a:ext uri="{FF2B5EF4-FFF2-40B4-BE49-F238E27FC236}">
                    <a16:creationId xmlns:a16="http://schemas.microsoft.com/office/drawing/2014/main" id="{5F71A9C9-E140-1FD5-97E8-41CC24659BFC}"/>
                  </a:ext>
                </a:extLst>
              </p:cNvPr>
              <p:cNvSpPr/>
              <p:nvPr/>
            </p:nvSpPr>
            <p:spPr>
              <a:xfrm>
                <a:off x="5415706" y="3622690"/>
                <a:ext cx="206879" cy="314010"/>
              </a:xfrm>
              <a:custGeom>
                <a:avLst/>
                <a:gdLst/>
                <a:ahLst/>
                <a:cxnLst/>
                <a:rect l="l" t="t" r="r" b="b"/>
                <a:pathLst>
                  <a:path w="9275" h="14078" extrusionOk="0">
                    <a:moveTo>
                      <a:pt x="9274" y="0"/>
                    </a:moveTo>
                    <a:lnTo>
                      <a:pt x="4637" y="134"/>
                    </a:lnTo>
                    <a:lnTo>
                      <a:pt x="1" y="14077"/>
                    </a:lnTo>
                    <a:lnTo>
                      <a:pt x="4637" y="13477"/>
                    </a:lnTo>
                    <a:lnTo>
                      <a:pt x="92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7" name="Google Shape;1907;p83">
                <a:extLst>
                  <a:ext uri="{FF2B5EF4-FFF2-40B4-BE49-F238E27FC236}">
                    <a16:creationId xmlns:a16="http://schemas.microsoft.com/office/drawing/2014/main" id="{9B41F0C0-F762-DD29-E89D-9377365217F0}"/>
                  </a:ext>
                </a:extLst>
              </p:cNvPr>
              <p:cNvSpPr/>
              <p:nvPr/>
            </p:nvSpPr>
            <p:spPr>
              <a:xfrm>
                <a:off x="5522101" y="3616735"/>
                <a:ext cx="200165" cy="305088"/>
              </a:xfrm>
              <a:custGeom>
                <a:avLst/>
                <a:gdLst/>
                <a:ahLst/>
                <a:cxnLst/>
                <a:rect l="l" t="t" r="r" b="b"/>
                <a:pathLst>
                  <a:path w="8974" h="13678" extrusionOk="0">
                    <a:moveTo>
                      <a:pt x="8974" y="1"/>
                    </a:moveTo>
                    <a:lnTo>
                      <a:pt x="4704" y="134"/>
                    </a:lnTo>
                    <a:lnTo>
                      <a:pt x="1" y="13677"/>
                    </a:lnTo>
                    <a:lnTo>
                      <a:pt x="4404" y="13077"/>
                    </a:lnTo>
                    <a:lnTo>
                      <a:pt x="89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8" name="Google Shape;1908;p83">
                <a:extLst>
                  <a:ext uri="{FF2B5EF4-FFF2-40B4-BE49-F238E27FC236}">
                    <a16:creationId xmlns:a16="http://schemas.microsoft.com/office/drawing/2014/main" id="{1BE10FCC-4B29-93C1-529F-6A18EC7987A7}"/>
                  </a:ext>
                </a:extLst>
              </p:cNvPr>
              <p:cNvSpPr/>
              <p:nvPr/>
            </p:nvSpPr>
            <p:spPr>
              <a:xfrm>
                <a:off x="5646362" y="3697100"/>
                <a:ext cx="165949" cy="148819"/>
              </a:xfrm>
              <a:custGeom>
                <a:avLst/>
                <a:gdLst/>
                <a:ahLst/>
                <a:cxnLst/>
                <a:rect l="l" t="t" r="r" b="b"/>
                <a:pathLst>
                  <a:path w="7440" h="6672" extrusionOk="0">
                    <a:moveTo>
                      <a:pt x="2402" y="0"/>
                    </a:moveTo>
                    <a:lnTo>
                      <a:pt x="0" y="6672"/>
                    </a:lnTo>
                    <a:lnTo>
                      <a:pt x="6872" y="5304"/>
                    </a:lnTo>
                    <a:lnTo>
                      <a:pt x="7439" y="3703"/>
                    </a:lnTo>
                    <a:lnTo>
                      <a:pt x="24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9" name="Google Shape;1909;p83">
                <a:extLst>
                  <a:ext uri="{FF2B5EF4-FFF2-40B4-BE49-F238E27FC236}">
                    <a16:creationId xmlns:a16="http://schemas.microsoft.com/office/drawing/2014/main" id="{141FC654-2820-105E-9FEA-E7277F4C08F3}"/>
                  </a:ext>
                </a:extLst>
              </p:cNvPr>
              <p:cNvSpPr/>
              <p:nvPr/>
            </p:nvSpPr>
            <p:spPr>
              <a:xfrm>
                <a:off x="5912728" y="3760201"/>
                <a:ext cx="185288" cy="275444"/>
              </a:xfrm>
              <a:custGeom>
                <a:avLst/>
                <a:gdLst/>
                <a:ahLst/>
                <a:cxnLst/>
                <a:rect l="l" t="t" r="r" b="b"/>
                <a:pathLst>
                  <a:path w="8307" h="12349" extrusionOk="0">
                    <a:moveTo>
                      <a:pt x="7346" y="0"/>
                    </a:moveTo>
                    <a:cubicBezTo>
                      <a:pt x="5429" y="0"/>
                      <a:pt x="2653" y="1339"/>
                      <a:pt x="1301" y="3676"/>
                    </a:cubicBezTo>
                    <a:cubicBezTo>
                      <a:pt x="0" y="6545"/>
                      <a:pt x="0" y="11515"/>
                      <a:pt x="1768" y="12349"/>
                    </a:cubicBezTo>
                    <a:lnTo>
                      <a:pt x="8306" y="140"/>
                    </a:lnTo>
                    <a:cubicBezTo>
                      <a:pt x="8025" y="46"/>
                      <a:pt x="7700" y="0"/>
                      <a:pt x="7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0" name="Google Shape;1910;p83">
                <a:extLst>
                  <a:ext uri="{FF2B5EF4-FFF2-40B4-BE49-F238E27FC236}">
                    <a16:creationId xmlns:a16="http://schemas.microsoft.com/office/drawing/2014/main" id="{101F070C-D7FF-DD38-364E-DAF398C6BB78}"/>
                  </a:ext>
                </a:extLst>
              </p:cNvPr>
              <p:cNvSpPr/>
              <p:nvPr/>
            </p:nvSpPr>
            <p:spPr>
              <a:xfrm>
                <a:off x="5914223" y="3842172"/>
                <a:ext cx="49852" cy="183057"/>
              </a:xfrm>
              <a:custGeom>
                <a:avLst/>
                <a:gdLst/>
                <a:ahLst/>
                <a:cxnLst/>
                <a:rect l="l" t="t" r="r" b="b"/>
                <a:pathLst>
                  <a:path w="2235" h="8207" extrusionOk="0">
                    <a:moveTo>
                      <a:pt x="1234" y="1"/>
                    </a:moveTo>
                    <a:lnTo>
                      <a:pt x="1234" y="1"/>
                    </a:lnTo>
                    <a:cubicBezTo>
                      <a:pt x="467" y="2302"/>
                      <a:pt x="300" y="6672"/>
                      <a:pt x="1935" y="8207"/>
                    </a:cubicBezTo>
                    <a:lnTo>
                      <a:pt x="2235" y="7673"/>
                    </a:lnTo>
                    <a:cubicBezTo>
                      <a:pt x="2235" y="7673"/>
                      <a:pt x="0" y="4904"/>
                      <a:pt x="1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1" name="Google Shape;1911;p83">
                <a:extLst>
                  <a:ext uri="{FF2B5EF4-FFF2-40B4-BE49-F238E27FC236}">
                    <a16:creationId xmlns:a16="http://schemas.microsoft.com/office/drawing/2014/main" id="{49A71860-4408-940B-E047-4EDEB242B0E4}"/>
                  </a:ext>
                </a:extLst>
              </p:cNvPr>
              <p:cNvSpPr/>
              <p:nvPr/>
            </p:nvSpPr>
            <p:spPr>
              <a:xfrm>
                <a:off x="5950669" y="3773271"/>
                <a:ext cx="141391" cy="60737"/>
              </a:xfrm>
              <a:custGeom>
                <a:avLst/>
                <a:gdLst/>
                <a:ahLst/>
                <a:cxnLst/>
                <a:rect l="l" t="t" r="r" b="b"/>
                <a:pathLst>
                  <a:path w="6339" h="2723" extrusionOk="0">
                    <a:moveTo>
                      <a:pt x="5460" y="1"/>
                    </a:moveTo>
                    <a:cubicBezTo>
                      <a:pt x="3766" y="1"/>
                      <a:pt x="2077" y="646"/>
                      <a:pt x="1" y="2723"/>
                    </a:cubicBezTo>
                    <a:cubicBezTo>
                      <a:pt x="1972" y="1004"/>
                      <a:pt x="3503" y="377"/>
                      <a:pt x="4840" y="377"/>
                    </a:cubicBezTo>
                    <a:cubicBezTo>
                      <a:pt x="5267" y="377"/>
                      <a:pt x="5675" y="441"/>
                      <a:pt x="6072" y="555"/>
                    </a:cubicBezTo>
                    <a:lnTo>
                      <a:pt x="6338" y="54"/>
                    </a:lnTo>
                    <a:cubicBezTo>
                      <a:pt x="6044" y="20"/>
                      <a:pt x="5752" y="1"/>
                      <a:pt x="54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2" name="Google Shape;1912;p83">
                <a:extLst>
                  <a:ext uri="{FF2B5EF4-FFF2-40B4-BE49-F238E27FC236}">
                    <a16:creationId xmlns:a16="http://schemas.microsoft.com/office/drawing/2014/main" id="{F33D45FC-0C08-3A37-EDB5-04A769001209}"/>
                  </a:ext>
                </a:extLst>
              </p:cNvPr>
              <p:cNvSpPr/>
              <p:nvPr/>
            </p:nvSpPr>
            <p:spPr>
              <a:xfrm>
                <a:off x="5916453" y="3760178"/>
                <a:ext cx="217273" cy="276337"/>
              </a:xfrm>
              <a:custGeom>
                <a:avLst/>
                <a:gdLst/>
                <a:ahLst/>
                <a:cxnLst/>
                <a:rect l="l" t="t" r="r" b="b"/>
                <a:pathLst>
                  <a:path w="9741" h="12389" extrusionOk="0">
                    <a:moveTo>
                      <a:pt x="7646" y="0"/>
                    </a:moveTo>
                    <a:cubicBezTo>
                      <a:pt x="6170" y="0"/>
                      <a:pt x="3985" y="1899"/>
                      <a:pt x="2335" y="4744"/>
                    </a:cubicBezTo>
                    <a:cubicBezTo>
                      <a:pt x="434" y="8080"/>
                      <a:pt x="0" y="11416"/>
                      <a:pt x="1401" y="12216"/>
                    </a:cubicBezTo>
                    <a:cubicBezTo>
                      <a:pt x="1600" y="12333"/>
                      <a:pt x="1828" y="12389"/>
                      <a:pt x="2077" y="12389"/>
                    </a:cubicBezTo>
                    <a:cubicBezTo>
                      <a:pt x="3538" y="12389"/>
                      <a:pt x="5747" y="10468"/>
                      <a:pt x="7372" y="7646"/>
                    </a:cubicBezTo>
                    <a:cubicBezTo>
                      <a:pt x="9307" y="4344"/>
                      <a:pt x="9740" y="975"/>
                      <a:pt x="8339" y="174"/>
                    </a:cubicBezTo>
                    <a:cubicBezTo>
                      <a:pt x="8133" y="57"/>
                      <a:pt x="7900" y="0"/>
                      <a:pt x="7646"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3" name="Google Shape;1913;p83">
                <a:extLst>
                  <a:ext uri="{FF2B5EF4-FFF2-40B4-BE49-F238E27FC236}">
                    <a16:creationId xmlns:a16="http://schemas.microsoft.com/office/drawing/2014/main" id="{568AB524-EA61-1856-8A69-4EF88C0286F2}"/>
                  </a:ext>
                </a:extLst>
              </p:cNvPr>
              <p:cNvSpPr/>
              <p:nvPr/>
            </p:nvSpPr>
            <p:spPr>
              <a:xfrm>
                <a:off x="5943219" y="3812261"/>
                <a:ext cx="104945" cy="132849"/>
              </a:xfrm>
              <a:custGeom>
                <a:avLst/>
                <a:gdLst/>
                <a:ahLst/>
                <a:cxnLst/>
                <a:rect l="l" t="t" r="r" b="b"/>
                <a:pathLst>
                  <a:path w="4705" h="5956" extrusionOk="0">
                    <a:moveTo>
                      <a:pt x="3591" y="0"/>
                    </a:moveTo>
                    <a:cubicBezTo>
                      <a:pt x="3195" y="0"/>
                      <a:pt x="2709" y="199"/>
                      <a:pt x="2336" y="641"/>
                    </a:cubicBezTo>
                    <a:cubicBezTo>
                      <a:pt x="1902" y="1142"/>
                      <a:pt x="1502" y="1709"/>
                      <a:pt x="1135" y="2276"/>
                    </a:cubicBezTo>
                    <a:cubicBezTo>
                      <a:pt x="768" y="2943"/>
                      <a:pt x="468" y="3610"/>
                      <a:pt x="234" y="4344"/>
                    </a:cubicBezTo>
                    <a:cubicBezTo>
                      <a:pt x="1" y="4911"/>
                      <a:pt x="201" y="5511"/>
                      <a:pt x="701" y="5878"/>
                    </a:cubicBezTo>
                    <a:cubicBezTo>
                      <a:pt x="797" y="5931"/>
                      <a:pt x="904" y="5956"/>
                      <a:pt x="1021" y="5956"/>
                    </a:cubicBezTo>
                    <a:cubicBezTo>
                      <a:pt x="1724" y="5956"/>
                      <a:pt x="2770" y="5049"/>
                      <a:pt x="3570" y="3677"/>
                    </a:cubicBezTo>
                    <a:cubicBezTo>
                      <a:pt x="4504" y="2076"/>
                      <a:pt x="4704" y="475"/>
                      <a:pt x="4037" y="108"/>
                    </a:cubicBezTo>
                    <a:cubicBezTo>
                      <a:pt x="3916" y="37"/>
                      <a:pt x="3762" y="0"/>
                      <a:pt x="35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4" name="Google Shape;1914;p83">
                <a:extLst>
                  <a:ext uri="{FF2B5EF4-FFF2-40B4-BE49-F238E27FC236}">
                    <a16:creationId xmlns:a16="http://schemas.microsoft.com/office/drawing/2014/main" id="{D14485E9-1309-4A98-DD1E-EC53B92D36F2}"/>
                  </a:ext>
                </a:extLst>
              </p:cNvPr>
              <p:cNvSpPr/>
              <p:nvPr/>
            </p:nvSpPr>
            <p:spPr>
              <a:xfrm>
                <a:off x="5968535" y="3848885"/>
                <a:ext cx="78870" cy="69212"/>
              </a:xfrm>
              <a:custGeom>
                <a:avLst/>
                <a:gdLst/>
                <a:ahLst/>
                <a:cxnLst/>
                <a:rect l="l" t="t" r="r" b="b"/>
                <a:pathLst>
                  <a:path w="3536" h="3103" extrusionOk="0">
                    <a:moveTo>
                      <a:pt x="801" y="0"/>
                    </a:moveTo>
                    <a:cubicBezTo>
                      <a:pt x="300" y="133"/>
                      <a:pt x="0" y="634"/>
                      <a:pt x="67" y="1134"/>
                    </a:cubicBezTo>
                    <a:lnTo>
                      <a:pt x="1434" y="1568"/>
                    </a:lnTo>
                    <a:lnTo>
                      <a:pt x="2769" y="3102"/>
                    </a:lnTo>
                    <a:lnTo>
                      <a:pt x="3536" y="1768"/>
                    </a:lnTo>
                    <a:lnTo>
                      <a:pt x="1768" y="1067"/>
                    </a:lnTo>
                    <a:lnTo>
                      <a:pt x="8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5" name="Google Shape;1915;p83">
                <a:extLst>
                  <a:ext uri="{FF2B5EF4-FFF2-40B4-BE49-F238E27FC236}">
                    <a16:creationId xmlns:a16="http://schemas.microsoft.com/office/drawing/2014/main" id="{979866B7-415D-C64D-5D41-073A27456C15}"/>
                  </a:ext>
                </a:extLst>
              </p:cNvPr>
              <p:cNvSpPr/>
              <p:nvPr/>
            </p:nvSpPr>
            <p:spPr>
              <a:xfrm>
                <a:off x="6026551" y="3887785"/>
                <a:ext cx="23844" cy="30826"/>
              </a:xfrm>
              <a:custGeom>
                <a:avLst/>
                <a:gdLst/>
                <a:ahLst/>
                <a:cxnLst/>
                <a:rect l="l" t="t" r="r" b="b"/>
                <a:pathLst>
                  <a:path w="1069" h="1382" extrusionOk="0">
                    <a:moveTo>
                      <a:pt x="847" y="1"/>
                    </a:moveTo>
                    <a:cubicBezTo>
                      <a:pt x="676" y="1"/>
                      <a:pt x="436" y="215"/>
                      <a:pt x="268" y="524"/>
                    </a:cubicBezTo>
                    <a:cubicBezTo>
                      <a:pt x="34" y="891"/>
                      <a:pt x="1" y="1258"/>
                      <a:pt x="168" y="1358"/>
                    </a:cubicBezTo>
                    <a:cubicBezTo>
                      <a:pt x="189" y="1374"/>
                      <a:pt x="214" y="1381"/>
                      <a:pt x="242" y="1381"/>
                    </a:cubicBezTo>
                    <a:cubicBezTo>
                      <a:pt x="393" y="1381"/>
                      <a:pt x="633" y="1167"/>
                      <a:pt x="802" y="858"/>
                    </a:cubicBezTo>
                    <a:cubicBezTo>
                      <a:pt x="1035" y="491"/>
                      <a:pt x="1068" y="124"/>
                      <a:pt x="935" y="24"/>
                    </a:cubicBezTo>
                    <a:cubicBezTo>
                      <a:pt x="909" y="8"/>
                      <a:pt x="879" y="1"/>
                      <a:pt x="8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6" name="Google Shape;1916;p83">
                <a:extLst>
                  <a:ext uri="{FF2B5EF4-FFF2-40B4-BE49-F238E27FC236}">
                    <a16:creationId xmlns:a16="http://schemas.microsoft.com/office/drawing/2014/main" id="{F897A4D0-FBA1-F261-316F-6DD9DD0129A4}"/>
                  </a:ext>
                </a:extLst>
              </p:cNvPr>
              <p:cNvSpPr/>
              <p:nvPr/>
            </p:nvSpPr>
            <p:spPr>
              <a:xfrm>
                <a:off x="6026551" y="3887785"/>
                <a:ext cx="23844" cy="30826"/>
              </a:xfrm>
              <a:custGeom>
                <a:avLst/>
                <a:gdLst/>
                <a:ahLst/>
                <a:cxnLst/>
                <a:rect l="l" t="t" r="r" b="b"/>
                <a:pathLst>
                  <a:path w="1069" h="1382" extrusionOk="0">
                    <a:moveTo>
                      <a:pt x="847" y="1"/>
                    </a:moveTo>
                    <a:cubicBezTo>
                      <a:pt x="676" y="1"/>
                      <a:pt x="436" y="215"/>
                      <a:pt x="268" y="524"/>
                    </a:cubicBezTo>
                    <a:cubicBezTo>
                      <a:pt x="34" y="891"/>
                      <a:pt x="1" y="1258"/>
                      <a:pt x="168" y="1358"/>
                    </a:cubicBezTo>
                    <a:cubicBezTo>
                      <a:pt x="189" y="1374"/>
                      <a:pt x="214" y="1381"/>
                      <a:pt x="242" y="1381"/>
                    </a:cubicBezTo>
                    <a:cubicBezTo>
                      <a:pt x="393" y="1381"/>
                      <a:pt x="633" y="1167"/>
                      <a:pt x="802" y="858"/>
                    </a:cubicBezTo>
                    <a:cubicBezTo>
                      <a:pt x="1035" y="491"/>
                      <a:pt x="1068" y="124"/>
                      <a:pt x="935" y="24"/>
                    </a:cubicBezTo>
                    <a:cubicBezTo>
                      <a:pt x="909" y="8"/>
                      <a:pt x="879" y="1"/>
                      <a:pt x="8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7" name="Google Shape;1917;p83">
                <a:extLst>
                  <a:ext uri="{FF2B5EF4-FFF2-40B4-BE49-F238E27FC236}">
                    <a16:creationId xmlns:a16="http://schemas.microsoft.com/office/drawing/2014/main" id="{1DE450F6-B69B-91AF-26E8-487A05C3339C}"/>
                  </a:ext>
                </a:extLst>
              </p:cNvPr>
              <p:cNvSpPr/>
              <p:nvPr/>
            </p:nvSpPr>
            <p:spPr>
              <a:xfrm>
                <a:off x="5970007" y="3858543"/>
                <a:ext cx="63279" cy="59554"/>
              </a:xfrm>
              <a:custGeom>
                <a:avLst/>
                <a:gdLst/>
                <a:ahLst/>
                <a:cxnLst/>
                <a:rect l="l" t="t" r="r" b="b"/>
                <a:pathLst>
                  <a:path w="2837" h="2670" extrusionOk="0">
                    <a:moveTo>
                      <a:pt x="168" y="1"/>
                    </a:moveTo>
                    <a:cubicBezTo>
                      <a:pt x="34" y="201"/>
                      <a:pt x="1" y="468"/>
                      <a:pt x="1" y="735"/>
                    </a:cubicBezTo>
                    <a:lnTo>
                      <a:pt x="1368" y="1168"/>
                    </a:lnTo>
                    <a:lnTo>
                      <a:pt x="2666" y="2628"/>
                    </a:lnTo>
                    <a:lnTo>
                      <a:pt x="2666" y="2628"/>
                    </a:lnTo>
                    <a:cubicBezTo>
                      <a:pt x="2554" y="2453"/>
                      <a:pt x="2653" y="2013"/>
                      <a:pt x="2836" y="1769"/>
                    </a:cubicBezTo>
                    <a:cubicBezTo>
                      <a:pt x="2836" y="1769"/>
                      <a:pt x="2302" y="1468"/>
                      <a:pt x="168" y="1"/>
                    </a:cubicBezTo>
                    <a:close/>
                    <a:moveTo>
                      <a:pt x="2666" y="2628"/>
                    </a:moveTo>
                    <a:cubicBezTo>
                      <a:pt x="2677" y="2644"/>
                      <a:pt x="2689" y="2658"/>
                      <a:pt x="2703" y="2669"/>
                    </a:cubicBezTo>
                    <a:lnTo>
                      <a:pt x="2666" y="262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8" name="Google Shape;1918;p83">
                <a:extLst>
                  <a:ext uri="{FF2B5EF4-FFF2-40B4-BE49-F238E27FC236}">
                    <a16:creationId xmlns:a16="http://schemas.microsoft.com/office/drawing/2014/main" id="{A493F2A8-DF73-C3CB-2E44-D84ED3A8C6C2}"/>
                  </a:ext>
                </a:extLst>
              </p:cNvPr>
              <p:cNvSpPr/>
              <p:nvPr/>
            </p:nvSpPr>
            <p:spPr>
              <a:xfrm>
                <a:off x="5972238" y="3963466"/>
                <a:ext cx="108670" cy="55071"/>
              </a:xfrm>
              <a:custGeom>
                <a:avLst/>
                <a:gdLst/>
                <a:ahLst/>
                <a:cxnLst/>
                <a:rect l="l" t="t" r="r" b="b"/>
                <a:pathLst>
                  <a:path w="4872" h="2469" extrusionOk="0">
                    <a:moveTo>
                      <a:pt x="4804" y="0"/>
                    </a:moveTo>
                    <a:lnTo>
                      <a:pt x="1" y="2335"/>
                    </a:lnTo>
                    <a:lnTo>
                      <a:pt x="101" y="2468"/>
                    </a:lnTo>
                    <a:lnTo>
                      <a:pt x="4871" y="133"/>
                    </a:lnTo>
                    <a:lnTo>
                      <a:pt x="48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9" name="Google Shape;1919;p83">
                <a:extLst>
                  <a:ext uri="{FF2B5EF4-FFF2-40B4-BE49-F238E27FC236}">
                    <a16:creationId xmlns:a16="http://schemas.microsoft.com/office/drawing/2014/main" id="{14A45451-DEDA-2D83-953D-EBE9EF0274F5}"/>
                  </a:ext>
                </a:extLst>
              </p:cNvPr>
              <p:cNvSpPr/>
              <p:nvPr/>
            </p:nvSpPr>
            <p:spPr>
              <a:xfrm>
                <a:off x="6111377" y="3817636"/>
                <a:ext cx="5978" cy="93770"/>
              </a:xfrm>
              <a:custGeom>
                <a:avLst/>
                <a:gdLst/>
                <a:ahLst/>
                <a:cxnLst/>
                <a:rect l="l" t="t" r="r" b="b"/>
                <a:pathLst>
                  <a:path w="268" h="4204" extrusionOk="0">
                    <a:moveTo>
                      <a:pt x="1" y="0"/>
                    </a:moveTo>
                    <a:lnTo>
                      <a:pt x="101" y="4203"/>
                    </a:lnTo>
                    <a:lnTo>
                      <a:pt x="268" y="4203"/>
                    </a:lnTo>
                    <a:lnTo>
                      <a:pt x="1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0" name="Google Shape;1920;p83">
                <a:extLst>
                  <a:ext uri="{FF2B5EF4-FFF2-40B4-BE49-F238E27FC236}">
                    <a16:creationId xmlns:a16="http://schemas.microsoft.com/office/drawing/2014/main" id="{C6AD0345-B2AB-F4CF-670F-EFDBE63E45FA}"/>
                  </a:ext>
                </a:extLst>
              </p:cNvPr>
              <p:cNvSpPr/>
              <p:nvPr/>
            </p:nvSpPr>
            <p:spPr>
              <a:xfrm>
                <a:off x="5984149" y="3840699"/>
                <a:ext cx="133205" cy="72937"/>
              </a:xfrm>
              <a:custGeom>
                <a:avLst/>
                <a:gdLst/>
                <a:ahLst/>
                <a:cxnLst/>
                <a:rect l="l" t="t" r="r" b="b"/>
                <a:pathLst>
                  <a:path w="5972" h="3270" extrusionOk="0">
                    <a:moveTo>
                      <a:pt x="101" y="0"/>
                    </a:moveTo>
                    <a:lnTo>
                      <a:pt x="1" y="100"/>
                    </a:lnTo>
                    <a:lnTo>
                      <a:pt x="5905" y="3269"/>
                    </a:lnTo>
                    <a:lnTo>
                      <a:pt x="5972" y="3169"/>
                    </a:lnTo>
                    <a:lnTo>
                      <a:pt x="1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1" name="Google Shape;1921;p83">
                <a:extLst>
                  <a:ext uri="{FF2B5EF4-FFF2-40B4-BE49-F238E27FC236}">
                    <a16:creationId xmlns:a16="http://schemas.microsoft.com/office/drawing/2014/main" id="{CE258979-485E-BF06-39D8-A964B6AA1BFC}"/>
                  </a:ext>
                </a:extLst>
              </p:cNvPr>
              <p:cNvSpPr/>
              <p:nvPr/>
            </p:nvSpPr>
            <p:spPr>
              <a:xfrm>
                <a:off x="5981182" y="3846633"/>
                <a:ext cx="100462" cy="117592"/>
              </a:xfrm>
              <a:custGeom>
                <a:avLst/>
                <a:gdLst/>
                <a:ahLst/>
                <a:cxnLst/>
                <a:rect l="l" t="t" r="r" b="b"/>
                <a:pathLst>
                  <a:path w="4504" h="5272" extrusionOk="0">
                    <a:moveTo>
                      <a:pt x="100" y="1"/>
                    </a:moveTo>
                    <a:lnTo>
                      <a:pt x="0" y="134"/>
                    </a:lnTo>
                    <a:lnTo>
                      <a:pt x="4437" y="5271"/>
                    </a:lnTo>
                    <a:lnTo>
                      <a:pt x="4503" y="5171"/>
                    </a:lnTo>
                    <a:lnTo>
                      <a:pt x="1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2" name="Google Shape;1922;p83">
                <a:extLst>
                  <a:ext uri="{FF2B5EF4-FFF2-40B4-BE49-F238E27FC236}">
                    <a16:creationId xmlns:a16="http://schemas.microsoft.com/office/drawing/2014/main" id="{AA99D633-90D2-CA25-EE86-A60C24A53C26}"/>
                  </a:ext>
                </a:extLst>
              </p:cNvPr>
              <p:cNvSpPr/>
              <p:nvPr/>
            </p:nvSpPr>
            <p:spPr>
              <a:xfrm>
                <a:off x="6075666" y="3910581"/>
                <a:ext cx="49138" cy="61383"/>
              </a:xfrm>
              <a:custGeom>
                <a:avLst/>
                <a:gdLst/>
                <a:ahLst/>
                <a:cxnLst/>
                <a:rect l="l" t="t" r="r" b="b"/>
                <a:pathLst>
                  <a:path w="2203" h="2752" extrusionOk="0">
                    <a:moveTo>
                      <a:pt x="1722" y="0"/>
                    </a:moveTo>
                    <a:cubicBezTo>
                      <a:pt x="1399" y="0"/>
                      <a:pt x="905" y="409"/>
                      <a:pt x="534" y="1037"/>
                    </a:cubicBezTo>
                    <a:cubicBezTo>
                      <a:pt x="101" y="1804"/>
                      <a:pt x="1" y="2538"/>
                      <a:pt x="301" y="2705"/>
                    </a:cubicBezTo>
                    <a:cubicBezTo>
                      <a:pt x="353" y="2736"/>
                      <a:pt x="412" y="2751"/>
                      <a:pt x="476" y="2751"/>
                    </a:cubicBezTo>
                    <a:cubicBezTo>
                      <a:pt x="819" y="2751"/>
                      <a:pt x="1303" y="2322"/>
                      <a:pt x="1668" y="1704"/>
                    </a:cubicBezTo>
                    <a:cubicBezTo>
                      <a:pt x="2102" y="937"/>
                      <a:pt x="2202" y="203"/>
                      <a:pt x="1869" y="36"/>
                    </a:cubicBezTo>
                    <a:cubicBezTo>
                      <a:pt x="1825" y="12"/>
                      <a:pt x="1776" y="0"/>
                      <a:pt x="17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3" name="Google Shape;1923;p83">
                <a:extLst>
                  <a:ext uri="{FF2B5EF4-FFF2-40B4-BE49-F238E27FC236}">
                    <a16:creationId xmlns:a16="http://schemas.microsoft.com/office/drawing/2014/main" id="{980119AC-8989-4330-2017-2853CAD20945}"/>
                  </a:ext>
                </a:extLst>
              </p:cNvPr>
              <p:cNvSpPr/>
              <p:nvPr/>
            </p:nvSpPr>
            <p:spPr>
              <a:xfrm>
                <a:off x="6079391" y="3914261"/>
                <a:ext cx="43919" cy="55740"/>
              </a:xfrm>
              <a:custGeom>
                <a:avLst/>
                <a:gdLst/>
                <a:ahLst/>
                <a:cxnLst/>
                <a:rect l="l" t="t" r="r" b="b"/>
                <a:pathLst>
                  <a:path w="1969" h="2499" extrusionOk="0">
                    <a:moveTo>
                      <a:pt x="1548" y="0"/>
                    </a:moveTo>
                    <a:cubicBezTo>
                      <a:pt x="1241" y="0"/>
                      <a:pt x="806" y="374"/>
                      <a:pt x="467" y="938"/>
                    </a:cubicBezTo>
                    <a:cubicBezTo>
                      <a:pt x="100" y="1639"/>
                      <a:pt x="0" y="2306"/>
                      <a:pt x="301" y="2473"/>
                    </a:cubicBezTo>
                    <a:cubicBezTo>
                      <a:pt x="335" y="2490"/>
                      <a:pt x="375" y="2498"/>
                      <a:pt x="418" y="2498"/>
                    </a:cubicBezTo>
                    <a:cubicBezTo>
                      <a:pt x="711" y="2498"/>
                      <a:pt x="1182" y="2120"/>
                      <a:pt x="1501" y="1539"/>
                    </a:cubicBezTo>
                    <a:cubicBezTo>
                      <a:pt x="1868" y="872"/>
                      <a:pt x="1968" y="205"/>
                      <a:pt x="1702" y="38"/>
                    </a:cubicBezTo>
                    <a:cubicBezTo>
                      <a:pt x="1656" y="12"/>
                      <a:pt x="1604" y="0"/>
                      <a:pt x="15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4" name="Google Shape;1924;p83">
                <a:extLst>
                  <a:ext uri="{FF2B5EF4-FFF2-40B4-BE49-F238E27FC236}">
                    <a16:creationId xmlns:a16="http://schemas.microsoft.com/office/drawing/2014/main" id="{6F7960A1-6A19-6D4D-A36F-C5587211877C}"/>
                  </a:ext>
                </a:extLst>
              </p:cNvPr>
              <p:cNvSpPr/>
              <p:nvPr/>
            </p:nvSpPr>
            <p:spPr>
              <a:xfrm>
                <a:off x="5659745" y="3815383"/>
                <a:ext cx="139919" cy="53599"/>
              </a:xfrm>
              <a:custGeom>
                <a:avLst/>
                <a:gdLst/>
                <a:ahLst/>
                <a:cxnLst/>
                <a:rect l="l" t="t" r="r" b="b"/>
                <a:pathLst>
                  <a:path w="6273" h="2403" extrusionOk="0">
                    <a:moveTo>
                      <a:pt x="6272" y="1"/>
                    </a:moveTo>
                    <a:lnTo>
                      <a:pt x="468" y="1135"/>
                    </a:lnTo>
                    <a:lnTo>
                      <a:pt x="1" y="2403"/>
                    </a:lnTo>
                    <a:lnTo>
                      <a:pt x="62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sp>
        <p:nvSpPr>
          <p:cNvPr id="2" name="Google Shape;965;p58">
            <a:extLst>
              <a:ext uri="{FF2B5EF4-FFF2-40B4-BE49-F238E27FC236}">
                <a16:creationId xmlns:a16="http://schemas.microsoft.com/office/drawing/2014/main" id="{12A97210-371E-D8F4-076C-1AD252472102}"/>
              </a:ext>
            </a:extLst>
          </p:cNvPr>
          <p:cNvSpPr txBox="1">
            <a:spLocks/>
          </p:cNvSpPr>
          <p:nvPr/>
        </p:nvSpPr>
        <p:spPr>
          <a:xfrm>
            <a:off x="607376" y="548318"/>
            <a:ext cx="6196195" cy="64144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1pPr>
            <a:lvl2pPr marR="0" lvl="1"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2pPr>
            <a:lvl3pPr marR="0" lvl="2"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3pPr>
            <a:lvl4pPr marR="0" lvl="3"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4pPr>
            <a:lvl5pPr marR="0" lvl="4"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5pPr>
            <a:lvl6pPr marR="0" lvl="5"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6pPr>
            <a:lvl7pPr marR="0" lvl="6"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7pPr>
            <a:lvl8pPr marR="0" lvl="7"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8pPr>
            <a:lvl9pPr marR="0" lvl="8"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9pPr>
          </a:lstStyle>
          <a:p>
            <a:pPr algn="l"/>
            <a:r>
              <a:rPr lang="de-DE" sz="3200" noProof="1"/>
              <a:t>Die Vorteile und Innovationen</a:t>
            </a:r>
          </a:p>
        </p:txBody>
      </p:sp>
      <p:sp>
        <p:nvSpPr>
          <p:cNvPr id="55" name="Textfeld 54">
            <a:extLst>
              <a:ext uri="{FF2B5EF4-FFF2-40B4-BE49-F238E27FC236}">
                <a16:creationId xmlns:a16="http://schemas.microsoft.com/office/drawing/2014/main" id="{003696FD-E676-524B-8B26-12B74F621951}"/>
              </a:ext>
            </a:extLst>
          </p:cNvPr>
          <p:cNvSpPr txBox="1"/>
          <p:nvPr/>
        </p:nvSpPr>
        <p:spPr>
          <a:xfrm>
            <a:off x="768233" y="1474906"/>
            <a:ext cx="3868462" cy="3170099"/>
          </a:xfrm>
          <a:prstGeom prst="rect">
            <a:avLst/>
          </a:prstGeom>
          <a:noFill/>
        </p:spPr>
        <p:txBody>
          <a:bodyPr wrap="square" rtlCol="0">
            <a:spAutoFit/>
          </a:bodyPr>
          <a:lstStyle/>
          <a:p>
            <a:pPr>
              <a:spcAft>
                <a:spcPts val="1200"/>
              </a:spcAft>
            </a:pPr>
            <a:r>
              <a:rPr lang="de-DE" sz="1800" b="1">
                <a:solidFill>
                  <a:schemeClr val="tx2">
                    <a:lumMod val="40000"/>
                    <a:lumOff val="60000"/>
                  </a:schemeClr>
                </a:solidFill>
                <a:latin typeface="Titillium Web" pitchFamily="2" charset="77"/>
              </a:rPr>
              <a:t>Personalisierte Betreuung &amp; Service</a:t>
            </a:r>
            <a:br>
              <a:rPr lang="de-DE" sz="1800">
                <a:solidFill>
                  <a:schemeClr val="tx2">
                    <a:lumMod val="40000"/>
                    <a:lumOff val="60000"/>
                  </a:schemeClr>
                </a:solidFill>
                <a:latin typeface="Titillium Web" pitchFamily="2" charset="77"/>
              </a:rPr>
            </a:br>
            <a:r>
              <a:rPr lang="de-DE" sz="1800">
                <a:solidFill>
                  <a:schemeClr val="tx2">
                    <a:lumMod val="40000"/>
                    <a:lumOff val="60000"/>
                  </a:schemeClr>
                </a:solidFill>
                <a:latin typeface="Titillium Web" pitchFamily="2" charset="77"/>
              </a:rPr>
              <a:t>→ Höhere Kundenzufriedenheit durch individuelle Profile und Angebote.</a:t>
            </a:r>
          </a:p>
          <a:p>
            <a:pPr>
              <a:spcAft>
                <a:spcPts val="1200"/>
              </a:spcAft>
              <a:buNone/>
            </a:pPr>
            <a:r>
              <a:rPr lang="de-DE" sz="1800" b="1">
                <a:solidFill>
                  <a:schemeClr val="tx2">
                    <a:lumMod val="40000"/>
                    <a:lumOff val="60000"/>
                  </a:schemeClr>
                </a:solidFill>
                <a:latin typeface="Titillium Web" pitchFamily="2" charset="77"/>
              </a:rPr>
              <a:t>Optimierte Crew-Arbeit</a:t>
            </a:r>
            <a:br>
              <a:rPr lang="de-DE" sz="1800">
                <a:solidFill>
                  <a:schemeClr val="tx2">
                    <a:lumMod val="40000"/>
                    <a:lumOff val="60000"/>
                  </a:schemeClr>
                </a:solidFill>
                <a:latin typeface="Titillium Web" pitchFamily="2" charset="77"/>
              </a:rPr>
            </a:br>
            <a:r>
              <a:rPr lang="de-DE" sz="1800">
                <a:solidFill>
                  <a:schemeClr val="tx2">
                    <a:lumMod val="40000"/>
                    <a:lumOff val="60000"/>
                  </a:schemeClr>
                </a:solidFill>
                <a:latin typeface="Titillium Web" pitchFamily="2" charset="77"/>
              </a:rPr>
              <a:t>→ Bessere Transparenz über Kundenwünsche, effizientere Betreuung an Bord.</a:t>
            </a:r>
          </a:p>
          <a:p>
            <a:pPr>
              <a:spcAft>
                <a:spcPts val="1200"/>
              </a:spcAft>
            </a:pPr>
            <a:r>
              <a:rPr lang="de-DE" sz="1800" b="1">
                <a:solidFill>
                  <a:schemeClr val="tx2">
                    <a:lumMod val="40000"/>
                    <a:lumOff val="60000"/>
                  </a:schemeClr>
                </a:solidFill>
                <a:latin typeface="Titillium Web" pitchFamily="2" charset="77"/>
              </a:rPr>
              <a:t>Neue Ertragsmöglichkeiten</a:t>
            </a:r>
            <a:br>
              <a:rPr lang="de-DE" sz="1800">
                <a:solidFill>
                  <a:schemeClr val="tx2">
                    <a:lumMod val="40000"/>
                    <a:lumOff val="60000"/>
                  </a:schemeClr>
                </a:solidFill>
                <a:latin typeface="Titillium Web" pitchFamily="2" charset="77"/>
              </a:rPr>
            </a:br>
            <a:r>
              <a:rPr lang="de-DE" sz="1800">
                <a:solidFill>
                  <a:schemeClr val="tx2">
                    <a:lumMod val="40000"/>
                    <a:lumOff val="60000"/>
                  </a:schemeClr>
                </a:solidFill>
                <a:latin typeface="Titillium Web" pitchFamily="2" charset="77"/>
              </a:rPr>
              <a:t>→ Zusatzeinnahmen durch Upgrades und exklusiv buchbare Aktivitäten.</a:t>
            </a:r>
          </a:p>
        </p:txBody>
      </p:sp>
    </p:spTree>
    <p:extLst>
      <p:ext uri="{BB962C8B-B14F-4D97-AF65-F5344CB8AC3E}">
        <p14:creationId xmlns:p14="http://schemas.microsoft.com/office/powerpoint/2010/main" val="1987140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1000"/>
                                  </p:stCondLst>
                                  <p:childTnLst>
                                    <p:animRot by="-21600000">
                                      <p:cBhvr>
                                        <p:cTn id="6" dur="10000" fill="hold"/>
                                        <p:tgtEl>
                                          <p:spTgt spid="18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3403">
          <a:extLst>
            <a:ext uri="{FF2B5EF4-FFF2-40B4-BE49-F238E27FC236}">
              <a16:creationId xmlns:a16="http://schemas.microsoft.com/office/drawing/2014/main" id="{5F10377A-BA4D-BD8C-A270-9BE6541BD92E}"/>
            </a:ext>
          </a:extLst>
        </p:cNvPr>
        <p:cNvGrpSpPr/>
        <p:nvPr/>
      </p:nvGrpSpPr>
      <p:grpSpPr>
        <a:xfrm>
          <a:off x="0" y="0"/>
          <a:ext cx="0" cy="0"/>
          <a:chOff x="0" y="0"/>
          <a:chExt cx="0" cy="0"/>
        </a:xfrm>
      </p:grpSpPr>
      <p:sp>
        <p:nvSpPr>
          <p:cNvPr id="3404" name="Google Shape;3404;p113">
            <a:extLst>
              <a:ext uri="{FF2B5EF4-FFF2-40B4-BE49-F238E27FC236}">
                <a16:creationId xmlns:a16="http://schemas.microsoft.com/office/drawing/2014/main" id="{357C0DBC-B591-2E3E-E1FF-F570E9AD1116}"/>
              </a:ext>
            </a:extLst>
          </p:cNvPr>
          <p:cNvSpPr txBox="1">
            <a:spLocks noGrp="1"/>
          </p:cNvSpPr>
          <p:nvPr>
            <p:ph type="body" idx="4294967295"/>
          </p:nvPr>
        </p:nvSpPr>
        <p:spPr>
          <a:xfrm>
            <a:off x="1268737" y="3127250"/>
            <a:ext cx="2556405" cy="3450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0"/>
              </a:spcAft>
              <a:buClr>
                <a:schemeClr val="dk1"/>
              </a:buClr>
              <a:buSzPts val="1100"/>
              <a:buFont typeface="Arial"/>
              <a:buNone/>
            </a:pPr>
            <a:r>
              <a:rPr lang="de-DE" noProof="1"/>
              <a:t>Transparente Kommunikation</a:t>
            </a:r>
          </a:p>
        </p:txBody>
      </p:sp>
      <p:sp>
        <p:nvSpPr>
          <p:cNvPr id="3405" name="Google Shape;3405;p113">
            <a:extLst>
              <a:ext uri="{FF2B5EF4-FFF2-40B4-BE49-F238E27FC236}">
                <a16:creationId xmlns:a16="http://schemas.microsoft.com/office/drawing/2014/main" id="{354D33DF-CA2E-6CAE-62B2-DD957CDC61BD}"/>
              </a:ext>
            </a:extLst>
          </p:cNvPr>
          <p:cNvSpPr txBox="1">
            <a:spLocks noGrp="1"/>
          </p:cNvSpPr>
          <p:nvPr>
            <p:ph type="body" idx="4294967295"/>
          </p:nvPr>
        </p:nvSpPr>
        <p:spPr>
          <a:xfrm>
            <a:off x="154983" y="2098852"/>
            <a:ext cx="3135861" cy="3450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0"/>
              </a:spcAft>
              <a:buNone/>
            </a:pPr>
            <a:r>
              <a:rPr lang="de-DE" noProof="1"/>
              <a:t>Einmalige Reise für den Passagier</a:t>
            </a:r>
          </a:p>
        </p:txBody>
      </p:sp>
      <p:sp>
        <p:nvSpPr>
          <p:cNvPr id="3406" name="Google Shape;3406;p113">
            <a:extLst>
              <a:ext uri="{FF2B5EF4-FFF2-40B4-BE49-F238E27FC236}">
                <a16:creationId xmlns:a16="http://schemas.microsoft.com/office/drawing/2014/main" id="{95FE7DD1-D47E-947C-A31D-8DA9F65134B2}"/>
              </a:ext>
            </a:extLst>
          </p:cNvPr>
          <p:cNvSpPr txBox="1">
            <a:spLocks noGrp="1"/>
          </p:cNvSpPr>
          <p:nvPr>
            <p:ph type="body" idx="4294967295"/>
          </p:nvPr>
        </p:nvSpPr>
        <p:spPr>
          <a:xfrm>
            <a:off x="1165320" y="4052225"/>
            <a:ext cx="2925418" cy="1004974"/>
          </a:xfrm>
          <a:prstGeom prst="rect">
            <a:avLst/>
          </a:prstGeom>
        </p:spPr>
        <p:txBody>
          <a:bodyPr spcFirstLastPara="1" wrap="square" lIns="91425" tIns="91425" rIns="91425" bIns="91425" anchor="t" anchorCtr="0">
            <a:noAutofit/>
          </a:bodyPr>
          <a:lstStyle/>
          <a:p>
            <a:pPr marL="0" lvl="0" indent="0" rtl="0">
              <a:lnSpc>
                <a:spcPct val="100000"/>
              </a:lnSpc>
              <a:spcBef>
                <a:spcPts val="0"/>
              </a:spcBef>
              <a:spcAft>
                <a:spcPts val="0"/>
              </a:spcAft>
              <a:buNone/>
            </a:pPr>
            <a:r>
              <a:rPr lang="de-DE" noProof="1"/>
              <a:t>Handlugsfähige KI (Agentic AI) justiert Bordsysteme automatisch, Chatbot für Flugdetails &amp; Universumsfragen</a:t>
            </a:r>
          </a:p>
        </p:txBody>
      </p:sp>
      <p:sp>
        <p:nvSpPr>
          <p:cNvPr id="3407" name="Google Shape;3407;p113">
            <a:extLst>
              <a:ext uri="{FF2B5EF4-FFF2-40B4-BE49-F238E27FC236}">
                <a16:creationId xmlns:a16="http://schemas.microsoft.com/office/drawing/2014/main" id="{8A224C69-1FDA-4036-0578-979261FCA5CA}"/>
              </a:ext>
            </a:extLst>
          </p:cNvPr>
          <p:cNvSpPr txBox="1">
            <a:spLocks noGrp="1"/>
          </p:cNvSpPr>
          <p:nvPr>
            <p:ph type="title"/>
          </p:nvPr>
        </p:nvSpPr>
        <p:spPr>
          <a:xfrm>
            <a:off x="1371600" y="540000"/>
            <a:ext cx="6400800" cy="89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noProof="1"/>
              <a:t>Der Mehrwert des Produkts</a:t>
            </a:r>
          </a:p>
        </p:txBody>
      </p:sp>
      <p:sp>
        <p:nvSpPr>
          <p:cNvPr id="3409" name="Google Shape;3409;p113">
            <a:extLst>
              <a:ext uri="{FF2B5EF4-FFF2-40B4-BE49-F238E27FC236}">
                <a16:creationId xmlns:a16="http://schemas.microsoft.com/office/drawing/2014/main" id="{C70A5619-B052-B134-B6F0-D0D4BAECDD84}"/>
              </a:ext>
            </a:extLst>
          </p:cNvPr>
          <p:cNvSpPr txBox="1"/>
          <p:nvPr/>
        </p:nvSpPr>
        <p:spPr>
          <a:xfrm>
            <a:off x="573437" y="1554527"/>
            <a:ext cx="3913219" cy="547200"/>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0"/>
              </a:spcBef>
              <a:spcAft>
                <a:spcPts val="0"/>
              </a:spcAft>
              <a:buNone/>
            </a:pPr>
            <a:r>
              <a:rPr lang="de-DE" sz="2000" noProof="1">
                <a:solidFill>
                  <a:schemeClr val="dk1"/>
                </a:solidFill>
                <a:latin typeface="Titillium Web"/>
                <a:ea typeface="Titillium Web"/>
                <a:cs typeface="Titillium Web"/>
                <a:sym typeface="Titillium Web"/>
              </a:rPr>
              <a:t>Einzigartige persönliche Erfahrung</a:t>
            </a:r>
          </a:p>
        </p:txBody>
      </p:sp>
      <p:sp>
        <p:nvSpPr>
          <p:cNvPr id="3410" name="Google Shape;3410;p113">
            <a:extLst>
              <a:ext uri="{FF2B5EF4-FFF2-40B4-BE49-F238E27FC236}">
                <a16:creationId xmlns:a16="http://schemas.microsoft.com/office/drawing/2014/main" id="{A0D01369-1A8F-1227-BCEC-A767437509EE}"/>
              </a:ext>
            </a:extLst>
          </p:cNvPr>
          <p:cNvSpPr txBox="1"/>
          <p:nvPr/>
        </p:nvSpPr>
        <p:spPr>
          <a:xfrm>
            <a:off x="1036016" y="2580050"/>
            <a:ext cx="3429343" cy="5472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None/>
            </a:pPr>
            <a:r>
              <a:rPr lang="de-DE" sz="2000" noProof="1">
                <a:solidFill>
                  <a:schemeClr val="dk1"/>
                </a:solidFill>
                <a:latin typeface="Titillium Web"/>
                <a:ea typeface="Titillium Web"/>
                <a:cs typeface="Titillium Web"/>
                <a:sym typeface="Titillium Web"/>
              </a:rPr>
              <a:t>Erhöhtes Sicherheitsgefühl</a:t>
            </a:r>
          </a:p>
        </p:txBody>
      </p:sp>
      <p:sp>
        <p:nvSpPr>
          <p:cNvPr id="3411" name="Google Shape;3411;p113">
            <a:extLst>
              <a:ext uri="{FF2B5EF4-FFF2-40B4-BE49-F238E27FC236}">
                <a16:creationId xmlns:a16="http://schemas.microsoft.com/office/drawing/2014/main" id="{76A4D579-8351-77F4-C934-72F2F232E3BE}"/>
              </a:ext>
            </a:extLst>
          </p:cNvPr>
          <p:cNvSpPr txBox="1"/>
          <p:nvPr/>
        </p:nvSpPr>
        <p:spPr>
          <a:xfrm>
            <a:off x="1268737" y="3617975"/>
            <a:ext cx="3219299" cy="547200"/>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0"/>
              </a:spcBef>
              <a:spcAft>
                <a:spcPts val="0"/>
              </a:spcAft>
              <a:buNone/>
            </a:pPr>
            <a:r>
              <a:rPr lang="de-DE" sz="2000" noProof="1">
                <a:solidFill>
                  <a:schemeClr val="dk1"/>
                </a:solidFill>
                <a:latin typeface="Titillium Web"/>
                <a:ea typeface="Titillium Web"/>
                <a:cs typeface="Titillium Web"/>
                <a:sym typeface="Titillium Web"/>
              </a:rPr>
              <a:t>KI in Zukunftsanwendung</a:t>
            </a:r>
          </a:p>
        </p:txBody>
      </p:sp>
      <p:grpSp>
        <p:nvGrpSpPr>
          <p:cNvPr id="3412" name="Google Shape;3412;p113">
            <a:extLst>
              <a:ext uri="{FF2B5EF4-FFF2-40B4-BE49-F238E27FC236}">
                <a16:creationId xmlns:a16="http://schemas.microsoft.com/office/drawing/2014/main" id="{7FDEFB4A-6BDF-48C3-EA25-80A012A77D4D}"/>
              </a:ext>
            </a:extLst>
          </p:cNvPr>
          <p:cNvGrpSpPr/>
          <p:nvPr/>
        </p:nvGrpSpPr>
        <p:grpSpPr>
          <a:xfrm>
            <a:off x="4182934" y="1457362"/>
            <a:ext cx="3619386" cy="3227949"/>
            <a:chOff x="4487734" y="1457362"/>
            <a:chExt cx="3619386" cy="3227949"/>
          </a:xfrm>
        </p:grpSpPr>
        <p:sp>
          <p:nvSpPr>
            <p:cNvPr id="3413" name="Google Shape;3413;p113">
              <a:extLst>
                <a:ext uri="{FF2B5EF4-FFF2-40B4-BE49-F238E27FC236}">
                  <a16:creationId xmlns:a16="http://schemas.microsoft.com/office/drawing/2014/main" id="{C2A1ACC9-6BD6-D018-C79D-2559885A3F24}"/>
                </a:ext>
              </a:extLst>
            </p:cNvPr>
            <p:cNvSpPr/>
            <p:nvPr/>
          </p:nvSpPr>
          <p:spPr>
            <a:xfrm>
              <a:off x="4874939" y="1457362"/>
              <a:ext cx="3232182" cy="2312419"/>
            </a:xfrm>
            <a:custGeom>
              <a:avLst/>
              <a:gdLst/>
              <a:ahLst/>
              <a:cxnLst/>
              <a:rect l="l" t="t" r="r" b="b"/>
              <a:pathLst>
                <a:path w="145071" h="103789" extrusionOk="0">
                  <a:moveTo>
                    <a:pt x="27028" y="0"/>
                  </a:moveTo>
                  <a:cubicBezTo>
                    <a:pt x="22413" y="0"/>
                    <a:pt x="17975" y="909"/>
                    <a:pt x="15045" y="3346"/>
                  </a:cubicBezTo>
                  <a:cubicBezTo>
                    <a:pt x="6772" y="10218"/>
                    <a:pt x="6505" y="21593"/>
                    <a:pt x="13210" y="28998"/>
                  </a:cubicBezTo>
                  <a:cubicBezTo>
                    <a:pt x="18747" y="35102"/>
                    <a:pt x="30556" y="34802"/>
                    <a:pt x="27720" y="43875"/>
                  </a:cubicBezTo>
                  <a:cubicBezTo>
                    <a:pt x="23350" y="58019"/>
                    <a:pt x="0" y="78634"/>
                    <a:pt x="21149" y="88340"/>
                  </a:cubicBezTo>
                  <a:cubicBezTo>
                    <a:pt x="24746" y="89989"/>
                    <a:pt x="28068" y="90675"/>
                    <a:pt x="31202" y="90675"/>
                  </a:cubicBezTo>
                  <a:cubicBezTo>
                    <a:pt x="46578" y="90675"/>
                    <a:pt x="57422" y="74174"/>
                    <a:pt x="74020" y="74064"/>
                  </a:cubicBezTo>
                  <a:cubicBezTo>
                    <a:pt x="74070" y="74063"/>
                    <a:pt x="74119" y="74063"/>
                    <a:pt x="74169" y="74063"/>
                  </a:cubicBezTo>
                  <a:cubicBezTo>
                    <a:pt x="95433" y="74063"/>
                    <a:pt x="87770" y="95493"/>
                    <a:pt x="105009" y="101717"/>
                  </a:cubicBezTo>
                  <a:cubicBezTo>
                    <a:pt x="108910" y="103134"/>
                    <a:pt x="112670" y="103788"/>
                    <a:pt x="116211" y="103788"/>
                  </a:cubicBezTo>
                  <a:cubicBezTo>
                    <a:pt x="131257" y="103788"/>
                    <a:pt x="142342" y="91970"/>
                    <a:pt x="143503" y="76632"/>
                  </a:cubicBezTo>
                  <a:cubicBezTo>
                    <a:pt x="145071" y="55951"/>
                    <a:pt x="124756" y="45510"/>
                    <a:pt x="105843" y="40073"/>
                  </a:cubicBezTo>
                  <a:cubicBezTo>
                    <a:pt x="96603" y="37404"/>
                    <a:pt x="87029" y="37471"/>
                    <a:pt x="77589" y="35736"/>
                  </a:cubicBezTo>
                  <a:cubicBezTo>
                    <a:pt x="66882" y="33735"/>
                    <a:pt x="63613" y="28898"/>
                    <a:pt x="58742" y="20325"/>
                  </a:cubicBezTo>
                  <a:cubicBezTo>
                    <a:pt x="54873" y="13554"/>
                    <a:pt x="50203" y="6348"/>
                    <a:pt x="42397" y="2979"/>
                  </a:cubicBezTo>
                  <a:cubicBezTo>
                    <a:pt x="38661" y="1378"/>
                    <a:pt x="32710" y="0"/>
                    <a:pt x="270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4" name="Google Shape;3414;p113">
              <a:extLst>
                <a:ext uri="{FF2B5EF4-FFF2-40B4-BE49-F238E27FC236}">
                  <a16:creationId xmlns:a16="http://schemas.microsoft.com/office/drawing/2014/main" id="{7B0A97DE-6A35-E8CD-0FF3-91D1EE78E60A}"/>
                </a:ext>
              </a:extLst>
            </p:cNvPr>
            <p:cNvSpPr/>
            <p:nvPr/>
          </p:nvSpPr>
          <p:spPr>
            <a:xfrm>
              <a:off x="4487734" y="4474965"/>
              <a:ext cx="3603032" cy="210345"/>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5" name="Google Shape;3415;p113">
              <a:extLst>
                <a:ext uri="{FF2B5EF4-FFF2-40B4-BE49-F238E27FC236}">
                  <a16:creationId xmlns:a16="http://schemas.microsoft.com/office/drawing/2014/main" id="{DA1D999A-F527-B76E-EAB2-0D22063BDBA3}"/>
                </a:ext>
              </a:extLst>
            </p:cNvPr>
            <p:cNvSpPr/>
            <p:nvPr/>
          </p:nvSpPr>
          <p:spPr>
            <a:xfrm>
              <a:off x="5143970" y="2898655"/>
              <a:ext cx="433301" cy="1646202"/>
            </a:xfrm>
            <a:custGeom>
              <a:avLst/>
              <a:gdLst/>
              <a:ahLst/>
              <a:cxnLst/>
              <a:rect l="l" t="t" r="r" b="b"/>
              <a:pathLst>
                <a:path w="19448" h="73887" extrusionOk="0">
                  <a:moveTo>
                    <a:pt x="18514" y="0"/>
                  </a:moveTo>
                  <a:lnTo>
                    <a:pt x="1" y="73886"/>
                  </a:lnTo>
                  <a:lnTo>
                    <a:pt x="935" y="73886"/>
                  </a:lnTo>
                  <a:lnTo>
                    <a:pt x="194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6" name="Google Shape;3416;p113">
              <a:extLst>
                <a:ext uri="{FF2B5EF4-FFF2-40B4-BE49-F238E27FC236}">
                  <a16:creationId xmlns:a16="http://schemas.microsoft.com/office/drawing/2014/main" id="{7F8E6ED8-7ED2-0D60-19A9-7CFF035A2B79}"/>
                </a:ext>
              </a:extLst>
            </p:cNvPr>
            <p:cNvSpPr/>
            <p:nvPr/>
          </p:nvSpPr>
          <p:spPr>
            <a:xfrm>
              <a:off x="5614412" y="2898655"/>
              <a:ext cx="434059" cy="1646202"/>
            </a:xfrm>
            <a:custGeom>
              <a:avLst/>
              <a:gdLst/>
              <a:ahLst/>
              <a:cxnLst/>
              <a:rect l="l" t="t" r="r" b="b"/>
              <a:pathLst>
                <a:path w="19482" h="73887" extrusionOk="0">
                  <a:moveTo>
                    <a:pt x="1" y="0"/>
                  </a:moveTo>
                  <a:lnTo>
                    <a:pt x="18547" y="73886"/>
                  </a:lnTo>
                  <a:lnTo>
                    <a:pt x="19481" y="73886"/>
                  </a:lnTo>
                  <a:lnTo>
                    <a:pt x="9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7" name="Google Shape;3417;p113">
              <a:extLst>
                <a:ext uri="{FF2B5EF4-FFF2-40B4-BE49-F238E27FC236}">
                  <a16:creationId xmlns:a16="http://schemas.microsoft.com/office/drawing/2014/main" id="{EA663E07-6B71-5E88-7F37-DB22A8F01545}"/>
                </a:ext>
              </a:extLst>
            </p:cNvPr>
            <p:cNvSpPr/>
            <p:nvPr/>
          </p:nvSpPr>
          <p:spPr>
            <a:xfrm>
              <a:off x="4839268" y="1974859"/>
              <a:ext cx="1513168" cy="1933815"/>
            </a:xfrm>
            <a:custGeom>
              <a:avLst/>
              <a:gdLst/>
              <a:ahLst/>
              <a:cxnLst/>
              <a:rect l="l" t="t" r="r" b="b"/>
              <a:pathLst>
                <a:path w="67916" h="86796" extrusionOk="0">
                  <a:moveTo>
                    <a:pt x="0" y="0"/>
                  </a:moveTo>
                  <a:lnTo>
                    <a:pt x="0" y="86796"/>
                  </a:lnTo>
                  <a:lnTo>
                    <a:pt x="67915" y="86796"/>
                  </a:lnTo>
                  <a:lnTo>
                    <a:pt x="679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8" name="Google Shape;3418;p113">
              <a:extLst>
                <a:ext uri="{FF2B5EF4-FFF2-40B4-BE49-F238E27FC236}">
                  <a16:creationId xmlns:a16="http://schemas.microsoft.com/office/drawing/2014/main" id="{783706EE-1C6C-1E06-91A7-5FBD481B7BDC}"/>
                </a:ext>
              </a:extLst>
            </p:cNvPr>
            <p:cNvSpPr/>
            <p:nvPr/>
          </p:nvSpPr>
          <p:spPr>
            <a:xfrm>
              <a:off x="5023568" y="1916887"/>
              <a:ext cx="179131" cy="8934"/>
            </a:xfrm>
            <a:custGeom>
              <a:avLst/>
              <a:gdLst/>
              <a:ahLst/>
              <a:cxnLst/>
              <a:rect l="l" t="t" r="r" b="b"/>
              <a:pathLst>
                <a:path w="8040" h="401" extrusionOk="0">
                  <a:moveTo>
                    <a:pt x="1" y="0"/>
                  </a:moveTo>
                  <a:lnTo>
                    <a:pt x="1" y="401"/>
                  </a:lnTo>
                  <a:lnTo>
                    <a:pt x="8040" y="401"/>
                  </a:lnTo>
                  <a:lnTo>
                    <a:pt x="8040"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19" name="Google Shape;3419;p113">
              <a:extLst>
                <a:ext uri="{FF2B5EF4-FFF2-40B4-BE49-F238E27FC236}">
                  <a16:creationId xmlns:a16="http://schemas.microsoft.com/office/drawing/2014/main" id="{D529CF77-AE39-F148-8E91-282EFA2E741D}"/>
                </a:ext>
              </a:extLst>
            </p:cNvPr>
            <p:cNvSpPr/>
            <p:nvPr/>
          </p:nvSpPr>
          <p:spPr>
            <a:xfrm>
              <a:off x="4784259" y="1949549"/>
              <a:ext cx="1623165" cy="51333"/>
            </a:xfrm>
            <a:custGeom>
              <a:avLst/>
              <a:gdLst/>
              <a:ahLst/>
              <a:cxnLst/>
              <a:rect l="l" t="t" r="r" b="b"/>
              <a:pathLst>
                <a:path w="72853" h="2304" extrusionOk="0">
                  <a:moveTo>
                    <a:pt x="1112" y="1"/>
                  </a:moveTo>
                  <a:cubicBezTo>
                    <a:pt x="503" y="1"/>
                    <a:pt x="1" y="521"/>
                    <a:pt x="1" y="1136"/>
                  </a:cubicBezTo>
                  <a:cubicBezTo>
                    <a:pt x="1" y="1770"/>
                    <a:pt x="535" y="2304"/>
                    <a:pt x="1168" y="2304"/>
                  </a:cubicBezTo>
                  <a:lnTo>
                    <a:pt x="71685" y="2304"/>
                  </a:lnTo>
                  <a:cubicBezTo>
                    <a:pt x="72319" y="2304"/>
                    <a:pt x="72853" y="1770"/>
                    <a:pt x="72853" y="1136"/>
                  </a:cubicBezTo>
                  <a:cubicBezTo>
                    <a:pt x="72853" y="502"/>
                    <a:pt x="72319" y="2"/>
                    <a:pt x="71685" y="2"/>
                  </a:cubicBezTo>
                  <a:lnTo>
                    <a:pt x="1168" y="2"/>
                  </a:lnTo>
                  <a:cubicBezTo>
                    <a:pt x="1150" y="1"/>
                    <a:pt x="1131" y="1"/>
                    <a:pt x="11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0" name="Google Shape;3420;p113">
              <a:extLst>
                <a:ext uri="{FF2B5EF4-FFF2-40B4-BE49-F238E27FC236}">
                  <a16:creationId xmlns:a16="http://schemas.microsoft.com/office/drawing/2014/main" id="{2180F60F-4FC2-3C25-578F-3F9075074C3F}"/>
                </a:ext>
              </a:extLst>
            </p:cNvPr>
            <p:cNvSpPr/>
            <p:nvPr/>
          </p:nvSpPr>
          <p:spPr>
            <a:xfrm>
              <a:off x="4784259" y="3883386"/>
              <a:ext cx="1623165" cy="51311"/>
            </a:xfrm>
            <a:custGeom>
              <a:avLst/>
              <a:gdLst/>
              <a:ahLst/>
              <a:cxnLst/>
              <a:rect l="l" t="t" r="r" b="b"/>
              <a:pathLst>
                <a:path w="72853" h="2303" extrusionOk="0">
                  <a:moveTo>
                    <a:pt x="1168" y="1"/>
                  </a:moveTo>
                  <a:cubicBezTo>
                    <a:pt x="535" y="1"/>
                    <a:pt x="1" y="534"/>
                    <a:pt x="1" y="1168"/>
                  </a:cubicBezTo>
                  <a:cubicBezTo>
                    <a:pt x="1" y="1802"/>
                    <a:pt x="535" y="2302"/>
                    <a:pt x="1168" y="2302"/>
                  </a:cubicBezTo>
                  <a:lnTo>
                    <a:pt x="71685" y="2302"/>
                  </a:lnTo>
                  <a:cubicBezTo>
                    <a:pt x="72319" y="2302"/>
                    <a:pt x="72853" y="1802"/>
                    <a:pt x="72853" y="1168"/>
                  </a:cubicBezTo>
                  <a:cubicBezTo>
                    <a:pt x="72853" y="534"/>
                    <a:pt x="72319" y="1"/>
                    <a:pt x="716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1" name="Google Shape;3421;p113">
              <a:extLst>
                <a:ext uri="{FF2B5EF4-FFF2-40B4-BE49-F238E27FC236}">
                  <a16:creationId xmlns:a16="http://schemas.microsoft.com/office/drawing/2014/main" id="{A4079324-F994-FA16-17CB-5767AD75FF95}"/>
                </a:ext>
              </a:extLst>
            </p:cNvPr>
            <p:cNvSpPr/>
            <p:nvPr/>
          </p:nvSpPr>
          <p:spPr>
            <a:xfrm>
              <a:off x="4902432" y="2072958"/>
              <a:ext cx="1386841" cy="1650658"/>
            </a:xfrm>
            <a:custGeom>
              <a:avLst/>
              <a:gdLst/>
              <a:ahLst/>
              <a:cxnLst/>
              <a:rect l="l" t="t" r="r" b="b"/>
              <a:pathLst>
                <a:path w="62246" h="74087" extrusionOk="0">
                  <a:moveTo>
                    <a:pt x="31123" y="267"/>
                  </a:moveTo>
                  <a:cubicBezTo>
                    <a:pt x="48135" y="267"/>
                    <a:pt x="61978" y="16779"/>
                    <a:pt x="61978" y="37060"/>
                  </a:cubicBezTo>
                  <a:cubicBezTo>
                    <a:pt x="61978" y="57341"/>
                    <a:pt x="48168" y="73853"/>
                    <a:pt x="31123" y="73853"/>
                  </a:cubicBezTo>
                  <a:cubicBezTo>
                    <a:pt x="14111" y="73853"/>
                    <a:pt x="268" y="57341"/>
                    <a:pt x="268" y="37060"/>
                  </a:cubicBezTo>
                  <a:cubicBezTo>
                    <a:pt x="268" y="16779"/>
                    <a:pt x="14111" y="267"/>
                    <a:pt x="31123" y="267"/>
                  </a:cubicBezTo>
                  <a:close/>
                  <a:moveTo>
                    <a:pt x="31123" y="0"/>
                  </a:moveTo>
                  <a:cubicBezTo>
                    <a:pt x="13977" y="0"/>
                    <a:pt x="1" y="16612"/>
                    <a:pt x="1" y="37060"/>
                  </a:cubicBezTo>
                  <a:cubicBezTo>
                    <a:pt x="1" y="57475"/>
                    <a:pt x="13977" y="74087"/>
                    <a:pt x="31123" y="74087"/>
                  </a:cubicBezTo>
                  <a:cubicBezTo>
                    <a:pt x="48302" y="74087"/>
                    <a:pt x="62245" y="57475"/>
                    <a:pt x="62245" y="37060"/>
                  </a:cubicBezTo>
                  <a:cubicBezTo>
                    <a:pt x="62245" y="16612"/>
                    <a:pt x="48302" y="0"/>
                    <a:pt x="31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2" name="Google Shape;3422;p113">
              <a:extLst>
                <a:ext uri="{FF2B5EF4-FFF2-40B4-BE49-F238E27FC236}">
                  <a16:creationId xmlns:a16="http://schemas.microsoft.com/office/drawing/2014/main" id="{5D773650-9B3D-F569-5D19-98210D5222B6}"/>
                </a:ext>
              </a:extLst>
            </p:cNvPr>
            <p:cNvSpPr/>
            <p:nvPr/>
          </p:nvSpPr>
          <p:spPr>
            <a:xfrm>
              <a:off x="5132830" y="2705532"/>
              <a:ext cx="181359" cy="155982"/>
            </a:xfrm>
            <a:custGeom>
              <a:avLst/>
              <a:gdLst/>
              <a:ahLst/>
              <a:cxnLst/>
              <a:rect l="l" t="t" r="r" b="b"/>
              <a:pathLst>
                <a:path w="8140" h="7001" extrusionOk="0">
                  <a:moveTo>
                    <a:pt x="4670" y="262"/>
                  </a:moveTo>
                  <a:cubicBezTo>
                    <a:pt x="6438" y="262"/>
                    <a:pt x="7906" y="1730"/>
                    <a:pt x="7906" y="3498"/>
                  </a:cubicBezTo>
                  <a:cubicBezTo>
                    <a:pt x="7906" y="5461"/>
                    <a:pt x="6303" y="6753"/>
                    <a:pt x="4636" y="6753"/>
                  </a:cubicBezTo>
                  <a:cubicBezTo>
                    <a:pt x="3839" y="6753"/>
                    <a:pt x="3027" y="6458"/>
                    <a:pt x="2369" y="5799"/>
                  </a:cubicBezTo>
                  <a:cubicBezTo>
                    <a:pt x="334" y="3765"/>
                    <a:pt x="1768" y="262"/>
                    <a:pt x="4670" y="262"/>
                  </a:cubicBezTo>
                  <a:close/>
                  <a:moveTo>
                    <a:pt x="4638" y="1"/>
                  </a:moveTo>
                  <a:cubicBezTo>
                    <a:pt x="3784" y="1"/>
                    <a:pt x="2913" y="318"/>
                    <a:pt x="2202" y="1029"/>
                  </a:cubicBezTo>
                  <a:cubicBezTo>
                    <a:pt x="0" y="3231"/>
                    <a:pt x="1535" y="7000"/>
                    <a:pt x="4670" y="7000"/>
                  </a:cubicBezTo>
                  <a:cubicBezTo>
                    <a:pt x="6572" y="7000"/>
                    <a:pt x="8140" y="5433"/>
                    <a:pt x="8140" y="3498"/>
                  </a:cubicBezTo>
                  <a:cubicBezTo>
                    <a:pt x="8140" y="1397"/>
                    <a:pt x="6427" y="1"/>
                    <a:pt x="46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3" name="Google Shape;3423;p113">
              <a:extLst>
                <a:ext uri="{FF2B5EF4-FFF2-40B4-BE49-F238E27FC236}">
                  <a16:creationId xmlns:a16="http://schemas.microsoft.com/office/drawing/2014/main" id="{17BA9D10-B96E-F57B-CE08-82E9C2DDDF6D}"/>
                </a:ext>
              </a:extLst>
            </p:cNvPr>
            <p:cNvSpPr/>
            <p:nvPr/>
          </p:nvSpPr>
          <p:spPr>
            <a:xfrm>
              <a:off x="5623346" y="2868287"/>
              <a:ext cx="182094" cy="155982"/>
            </a:xfrm>
            <a:custGeom>
              <a:avLst/>
              <a:gdLst/>
              <a:ahLst/>
              <a:cxnLst/>
              <a:rect l="l" t="t" r="r" b="b"/>
              <a:pathLst>
                <a:path w="8173" h="7001" extrusionOk="0">
                  <a:moveTo>
                    <a:pt x="4670" y="262"/>
                  </a:moveTo>
                  <a:cubicBezTo>
                    <a:pt x="6438" y="262"/>
                    <a:pt x="7906" y="1730"/>
                    <a:pt x="7906" y="3498"/>
                  </a:cubicBezTo>
                  <a:cubicBezTo>
                    <a:pt x="7906" y="5461"/>
                    <a:pt x="6303" y="6753"/>
                    <a:pt x="4635" y="6753"/>
                  </a:cubicBezTo>
                  <a:cubicBezTo>
                    <a:pt x="3838" y="6753"/>
                    <a:pt x="3027" y="6458"/>
                    <a:pt x="2368" y="5800"/>
                  </a:cubicBezTo>
                  <a:cubicBezTo>
                    <a:pt x="334" y="3765"/>
                    <a:pt x="1768" y="262"/>
                    <a:pt x="4670" y="262"/>
                  </a:cubicBezTo>
                  <a:close/>
                  <a:moveTo>
                    <a:pt x="4645" y="1"/>
                  </a:moveTo>
                  <a:cubicBezTo>
                    <a:pt x="3787" y="1"/>
                    <a:pt x="2913" y="319"/>
                    <a:pt x="2202" y="1030"/>
                  </a:cubicBezTo>
                  <a:cubicBezTo>
                    <a:pt x="0" y="3231"/>
                    <a:pt x="1568" y="7001"/>
                    <a:pt x="4670" y="7001"/>
                  </a:cubicBezTo>
                  <a:cubicBezTo>
                    <a:pt x="6605" y="7001"/>
                    <a:pt x="8173" y="5433"/>
                    <a:pt x="8173" y="3498"/>
                  </a:cubicBezTo>
                  <a:cubicBezTo>
                    <a:pt x="8173" y="1398"/>
                    <a:pt x="6445" y="1"/>
                    <a:pt x="46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4" name="Google Shape;3424;p113">
              <a:extLst>
                <a:ext uri="{FF2B5EF4-FFF2-40B4-BE49-F238E27FC236}">
                  <a16:creationId xmlns:a16="http://schemas.microsoft.com/office/drawing/2014/main" id="{C0EE757A-9656-2A8D-C19D-DF59164EB94D}"/>
                </a:ext>
              </a:extLst>
            </p:cNvPr>
            <p:cNvSpPr/>
            <p:nvPr/>
          </p:nvSpPr>
          <p:spPr>
            <a:xfrm>
              <a:off x="5388493" y="2097488"/>
              <a:ext cx="415455" cy="556666"/>
            </a:xfrm>
            <a:custGeom>
              <a:avLst/>
              <a:gdLst/>
              <a:ahLst/>
              <a:cxnLst/>
              <a:rect l="l" t="t" r="r" b="b"/>
              <a:pathLst>
                <a:path w="18647" h="24985" extrusionOk="0">
                  <a:moveTo>
                    <a:pt x="9307" y="0"/>
                  </a:moveTo>
                  <a:cubicBezTo>
                    <a:pt x="4170" y="0"/>
                    <a:pt x="0" y="3870"/>
                    <a:pt x="0" y="10708"/>
                  </a:cubicBezTo>
                  <a:cubicBezTo>
                    <a:pt x="0" y="17546"/>
                    <a:pt x="4170" y="24985"/>
                    <a:pt x="9307" y="24985"/>
                  </a:cubicBezTo>
                  <a:cubicBezTo>
                    <a:pt x="14477" y="24985"/>
                    <a:pt x="18647" y="17546"/>
                    <a:pt x="18647" y="10708"/>
                  </a:cubicBezTo>
                  <a:cubicBezTo>
                    <a:pt x="18647" y="3870"/>
                    <a:pt x="14477" y="0"/>
                    <a:pt x="93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5" name="Google Shape;3425;p113">
              <a:extLst>
                <a:ext uri="{FF2B5EF4-FFF2-40B4-BE49-F238E27FC236}">
                  <a16:creationId xmlns:a16="http://schemas.microsoft.com/office/drawing/2014/main" id="{6AA8CC4F-3BD9-480C-80EA-A23BEA60511A}"/>
                </a:ext>
              </a:extLst>
            </p:cNvPr>
            <p:cNvSpPr/>
            <p:nvPr/>
          </p:nvSpPr>
          <p:spPr>
            <a:xfrm>
              <a:off x="5361734" y="2316389"/>
              <a:ext cx="205889" cy="145622"/>
            </a:xfrm>
            <a:custGeom>
              <a:avLst/>
              <a:gdLst/>
              <a:ahLst/>
              <a:cxnLst/>
              <a:rect l="l" t="t" r="r" b="b"/>
              <a:pathLst>
                <a:path w="9241" h="6536" extrusionOk="0">
                  <a:moveTo>
                    <a:pt x="3570" y="0"/>
                  </a:moveTo>
                  <a:cubicBezTo>
                    <a:pt x="1690" y="0"/>
                    <a:pt x="0" y="749"/>
                    <a:pt x="0" y="749"/>
                  </a:cubicBezTo>
                  <a:cubicBezTo>
                    <a:pt x="0" y="749"/>
                    <a:pt x="601" y="4585"/>
                    <a:pt x="3169" y="5953"/>
                  </a:cubicBezTo>
                  <a:cubicBezTo>
                    <a:pt x="3952" y="6386"/>
                    <a:pt x="4831" y="6535"/>
                    <a:pt x="5671" y="6535"/>
                  </a:cubicBezTo>
                  <a:cubicBezTo>
                    <a:pt x="7551" y="6535"/>
                    <a:pt x="9240" y="5786"/>
                    <a:pt x="9240" y="5786"/>
                  </a:cubicBezTo>
                  <a:cubicBezTo>
                    <a:pt x="9240" y="5786"/>
                    <a:pt x="8640" y="1950"/>
                    <a:pt x="6071" y="583"/>
                  </a:cubicBezTo>
                  <a:cubicBezTo>
                    <a:pt x="5288" y="150"/>
                    <a:pt x="4410" y="0"/>
                    <a:pt x="35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6" name="Google Shape;3426;p113">
              <a:extLst>
                <a:ext uri="{FF2B5EF4-FFF2-40B4-BE49-F238E27FC236}">
                  <a16:creationId xmlns:a16="http://schemas.microsoft.com/office/drawing/2014/main" id="{6546CF87-446B-C000-BB24-CC3605795778}"/>
                </a:ext>
              </a:extLst>
            </p:cNvPr>
            <p:cNvSpPr/>
            <p:nvPr/>
          </p:nvSpPr>
          <p:spPr>
            <a:xfrm>
              <a:off x="5624817" y="2316389"/>
              <a:ext cx="205154" cy="145622"/>
            </a:xfrm>
            <a:custGeom>
              <a:avLst/>
              <a:gdLst/>
              <a:ahLst/>
              <a:cxnLst/>
              <a:rect l="l" t="t" r="r" b="b"/>
              <a:pathLst>
                <a:path w="9208" h="6536" extrusionOk="0">
                  <a:moveTo>
                    <a:pt x="5638" y="0"/>
                  </a:moveTo>
                  <a:cubicBezTo>
                    <a:pt x="4798" y="0"/>
                    <a:pt x="3919" y="150"/>
                    <a:pt x="3136" y="583"/>
                  </a:cubicBezTo>
                  <a:cubicBezTo>
                    <a:pt x="601" y="1950"/>
                    <a:pt x="1" y="5786"/>
                    <a:pt x="1" y="5786"/>
                  </a:cubicBezTo>
                  <a:cubicBezTo>
                    <a:pt x="1" y="5786"/>
                    <a:pt x="1674" y="6535"/>
                    <a:pt x="3556" y="6535"/>
                  </a:cubicBezTo>
                  <a:cubicBezTo>
                    <a:pt x="4396" y="6535"/>
                    <a:pt x="5279" y="6386"/>
                    <a:pt x="6072" y="5953"/>
                  </a:cubicBezTo>
                  <a:cubicBezTo>
                    <a:pt x="8607" y="4585"/>
                    <a:pt x="9207" y="749"/>
                    <a:pt x="9207" y="749"/>
                  </a:cubicBezTo>
                  <a:cubicBezTo>
                    <a:pt x="9207" y="749"/>
                    <a:pt x="7518" y="0"/>
                    <a:pt x="5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7" name="Google Shape;3427;p113">
              <a:extLst>
                <a:ext uri="{FF2B5EF4-FFF2-40B4-BE49-F238E27FC236}">
                  <a16:creationId xmlns:a16="http://schemas.microsoft.com/office/drawing/2014/main" id="{6B5F6BDD-6BAA-0879-D26A-948060099636}"/>
                </a:ext>
              </a:extLst>
            </p:cNvPr>
            <p:cNvSpPr/>
            <p:nvPr/>
          </p:nvSpPr>
          <p:spPr>
            <a:xfrm>
              <a:off x="5563881" y="2473530"/>
              <a:ext cx="23060" cy="37185"/>
            </a:xfrm>
            <a:custGeom>
              <a:avLst/>
              <a:gdLst/>
              <a:ahLst/>
              <a:cxnLst/>
              <a:rect l="l" t="t" r="r" b="b"/>
              <a:pathLst>
                <a:path w="1035" h="1669" extrusionOk="0">
                  <a:moveTo>
                    <a:pt x="1" y="1"/>
                  </a:moveTo>
                  <a:lnTo>
                    <a:pt x="1035" y="1669"/>
                  </a:lnTo>
                  <a:cubicBezTo>
                    <a:pt x="1035" y="1669"/>
                    <a:pt x="834" y="435"/>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8" name="Google Shape;3428;p113">
              <a:extLst>
                <a:ext uri="{FF2B5EF4-FFF2-40B4-BE49-F238E27FC236}">
                  <a16:creationId xmlns:a16="http://schemas.microsoft.com/office/drawing/2014/main" id="{CA2CDCBB-E66B-7491-3352-DFC0B30C7232}"/>
                </a:ext>
              </a:extLst>
            </p:cNvPr>
            <p:cNvSpPr/>
            <p:nvPr/>
          </p:nvSpPr>
          <p:spPr>
            <a:xfrm>
              <a:off x="5605500" y="2473530"/>
              <a:ext cx="22325" cy="37185"/>
            </a:xfrm>
            <a:custGeom>
              <a:avLst/>
              <a:gdLst/>
              <a:ahLst/>
              <a:cxnLst/>
              <a:rect l="l" t="t" r="r" b="b"/>
              <a:pathLst>
                <a:path w="1002" h="1669" extrusionOk="0">
                  <a:moveTo>
                    <a:pt x="1001" y="1"/>
                  </a:moveTo>
                  <a:cubicBezTo>
                    <a:pt x="167" y="435"/>
                    <a:pt x="1" y="1669"/>
                    <a:pt x="1" y="1669"/>
                  </a:cubicBezTo>
                  <a:lnTo>
                    <a:pt x="1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29" name="Google Shape;3429;p113">
              <a:extLst>
                <a:ext uri="{FF2B5EF4-FFF2-40B4-BE49-F238E27FC236}">
                  <a16:creationId xmlns:a16="http://schemas.microsoft.com/office/drawing/2014/main" id="{56B8EFC3-71BC-D61A-4A65-14556380DB1B}"/>
                </a:ext>
              </a:extLst>
            </p:cNvPr>
            <p:cNvSpPr/>
            <p:nvPr/>
          </p:nvSpPr>
          <p:spPr>
            <a:xfrm>
              <a:off x="5567601" y="2602108"/>
              <a:ext cx="57237" cy="132321"/>
            </a:xfrm>
            <a:custGeom>
              <a:avLst/>
              <a:gdLst/>
              <a:ahLst/>
              <a:cxnLst/>
              <a:rect l="l" t="t" r="r" b="b"/>
              <a:pathLst>
                <a:path w="2569" h="5939" extrusionOk="0">
                  <a:moveTo>
                    <a:pt x="301" y="1"/>
                  </a:moveTo>
                  <a:lnTo>
                    <a:pt x="0" y="5938"/>
                  </a:lnTo>
                  <a:lnTo>
                    <a:pt x="2569" y="5938"/>
                  </a:lnTo>
                  <a:lnTo>
                    <a:pt x="2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0" name="Google Shape;3430;p113">
              <a:extLst>
                <a:ext uri="{FF2B5EF4-FFF2-40B4-BE49-F238E27FC236}">
                  <a16:creationId xmlns:a16="http://schemas.microsoft.com/office/drawing/2014/main" id="{A4BF5F86-452D-044D-DAA6-45DBBD05ADC9}"/>
                </a:ext>
              </a:extLst>
            </p:cNvPr>
            <p:cNvSpPr/>
            <p:nvPr/>
          </p:nvSpPr>
          <p:spPr>
            <a:xfrm>
              <a:off x="5480643" y="2706913"/>
              <a:ext cx="230420" cy="427353"/>
            </a:xfrm>
            <a:custGeom>
              <a:avLst/>
              <a:gdLst/>
              <a:ahLst/>
              <a:cxnLst/>
              <a:rect l="l" t="t" r="r" b="b"/>
              <a:pathLst>
                <a:path w="10342" h="19181" extrusionOk="0">
                  <a:moveTo>
                    <a:pt x="2269" y="0"/>
                  </a:moveTo>
                  <a:cubicBezTo>
                    <a:pt x="1001" y="0"/>
                    <a:pt x="1" y="1067"/>
                    <a:pt x="101" y="2335"/>
                  </a:cubicBezTo>
                  <a:lnTo>
                    <a:pt x="568" y="9473"/>
                  </a:lnTo>
                  <a:lnTo>
                    <a:pt x="568" y="9707"/>
                  </a:lnTo>
                  <a:lnTo>
                    <a:pt x="334" y="16879"/>
                  </a:lnTo>
                  <a:cubicBezTo>
                    <a:pt x="301" y="18146"/>
                    <a:pt x="1301" y="19147"/>
                    <a:pt x="2536" y="19180"/>
                  </a:cubicBezTo>
                  <a:lnTo>
                    <a:pt x="7806" y="19180"/>
                  </a:lnTo>
                  <a:cubicBezTo>
                    <a:pt x="9074" y="19180"/>
                    <a:pt x="10074" y="18146"/>
                    <a:pt x="10008" y="16879"/>
                  </a:cubicBezTo>
                  <a:lnTo>
                    <a:pt x="9808" y="9707"/>
                  </a:lnTo>
                  <a:lnTo>
                    <a:pt x="9808" y="9473"/>
                  </a:lnTo>
                  <a:lnTo>
                    <a:pt x="10275" y="2335"/>
                  </a:lnTo>
                  <a:cubicBezTo>
                    <a:pt x="10341" y="1067"/>
                    <a:pt x="9341" y="0"/>
                    <a:pt x="8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1" name="Google Shape;3431;p113">
              <a:extLst>
                <a:ext uri="{FF2B5EF4-FFF2-40B4-BE49-F238E27FC236}">
                  <a16:creationId xmlns:a16="http://schemas.microsoft.com/office/drawing/2014/main" id="{95577A87-3896-D083-FB88-16271AB52E98}"/>
                </a:ext>
              </a:extLst>
            </p:cNvPr>
            <p:cNvSpPr/>
            <p:nvPr/>
          </p:nvSpPr>
          <p:spPr>
            <a:xfrm>
              <a:off x="5488084" y="3088169"/>
              <a:ext cx="98856" cy="279458"/>
            </a:xfrm>
            <a:custGeom>
              <a:avLst/>
              <a:gdLst/>
              <a:ahLst/>
              <a:cxnLst/>
              <a:rect l="l" t="t" r="r" b="b"/>
              <a:pathLst>
                <a:path w="4437" h="12543" extrusionOk="0">
                  <a:moveTo>
                    <a:pt x="0" y="0"/>
                  </a:moveTo>
                  <a:lnTo>
                    <a:pt x="0" y="0"/>
                  </a:lnTo>
                  <a:cubicBezTo>
                    <a:pt x="300" y="3936"/>
                    <a:pt x="867" y="7873"/>
                    <a:pt x="1635" y="11742"/>
                  </a:cubicBezTo>
                  <a:cubicBezTo>
                    <a:pt x="1701" y="12209"/>
                    <a:pt x="2102" y="12543"/>
                    <a:pt x="2569" y="12543"/>
                  </a:cubicBezTo>
                  <a:lnTo>
                    <a:pt x="3002" y="12543"/>
                  </a:lnTo>
                  <a:cubicBezTo>
                    <a:pt x="3503" y="12543"/>
                    <a:pt x="3936" y="12109"/>
                    <a:pt x="3970" y="11609"/>
                  </a:cubicBezTo>
                  <a:lnTo>
                    <a:pt x="4437" y="76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2" name="Google Shape;3432;p113">
              <a:extLst>
                <a:ext uri="{FF2B5EF4-FFF2-40B4-BE49-F238E27FC236}">
                  <a16:creationId xmlns:a16="http://schemas.microsoft.com/office/drawing/2014/main" id="{8575664E-C0C1-EB0F-4C9F-8C6A6AC1BF6E}"/>
                </a:ext>
              </a:extLst>
            </p:cNvPr>
            <p:cNvSpPr/>
            <p:nvPr/>
          </p:nvSpPr>
          <p:spPr>
            <a:xfrm>
              <a:off x="5519276" y="3332625"/>
              <a:ext cx="65436" cy="255039"/>
            </a:xfrm>
            <a:custGeom>
              <a:avLst/>
              <a:gdLst/>
              <a:ahLst/>
              <a:cxnLst/>
              <a:rect l="l" t="t" r="r" b="b"/>
              <a:pathLst>
                <a:path w="2937" h="11447" extrusionOk="0">
                  <a:moveTo>
                    <a:pt x="1242" y="0"/>
                  </a:moveTo>
                  <a:cubicBezTo>
                    <a:pt x="621" y="0"/>
                    <a:pt x="1" y="878"/>
                    <a:pt x="235" y="1837"/>
                  </a:cubicBezTo>
                  <a:cubicBezTo>
                    <a:pt x="568" y="3205"/>
                    <a:pt x="835" y="11411"/>
                    <a:pt x="835" y="11411"/>
                  </a:cubicBezTo>
                  <a:cubicBezTo>
                    <a:pt x="835" y="11411"/>
                    <a:pt x="986" y="11446"/>
                    <a:pt x="1179" y="11446"/>
                  </a:cubicBezTo>
                  <a:cubicBezTo>
                    <a:pt x="1482" y="11446"/>
                    <a:pt x="1888" y="11359"/>
                    <a:pt x="1969" y="10911"/>
                  </a:cubicBezTo>
                  <a:cubicBezTo>
                    <a:pt x="2136" y="10177"/>
                    <a:pt x="2503" y="5940"/>
                    <a:pt x="2670" y="4473"/>
                  </a:cubicBezTo>
                  <a:cubicBezTo>
                    <a:pt x="2937" y="2071"/>
                    <a:pt x="2203" y="903"/>
                    <a:pt x="1969" y="537"/>
                  </a:cubicBezTo>
                  <a:cubicBezTo>
                    <a:pt x="1770" y="159"/>
                    <a:pt x="1506" y="0"/>
                    <a:pt x="1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3" name="Google Shape;3433;p113">
              <a:extLst>
                <a:ext uri="{FF2B5EF4-FFF2-40B4-BE49-F238E27FC236}">
                  <a16:creationId xmlns:a16="http://schemas.microsoft.com/office/drawing/2014/main" id="{4381454E-F848-39D9-DE0A-2B47EF2A997A}"/>
                </a:ext>
              </a:extLst>
            </p:cNvPr>
            <p:cNvSpPr/>
            <p:nvPr/>
          </p:nvSpPr>
          <p:spPr>
            <a:xfrm>
              <a:off x="5437442" y="3563913"/>
              <a:ext cx="137601" cy="131898"/>
            </a:xfrm>
            <a:custGeom>
              <a:avLst/>
              <a:gdLst/>
              <a:ahLst/>
              <a:cxnLst/>
              <a:rect l="l" t="t" r="r" b="b"/>
              <a:pathLst>
                <a:path w="6176" h="5920" extrusionOk="0">
                  <a:moveTo>
                    <a:pt x="5136" y="1"/>
                  </a:moveTo>
                  <a:cubicBezTo>
                    <a:pt x="4773" y="1"/>
                    <a:pt x="4608" y="496"/>
                    <a:pt x="4608" y="496"/>
                  </a:cubicBezTo>
                  <a:cubicBezTo>
                    <a:pt x="4508" y="997"/>
                    <a:pt x="2840" y="3365"/>
                    <a:pt x="1339" y="4132"/>
                  </a:cubicBezTo>
                  <a:cubicBezTo>
                    <a:pt x="0" y="4787"/>
                    <a:pt x="864" y="5919"/>
                    <a:pt x="2464" y="5919"/>
                  </a:cubicBezTo>
                  <a:cubicBezTo>
                    <a:pt x="2657" y="5919"/>
                    <a:pt x="2861" y="5903"/>
                    <a:pt x="3074" y="5867"/>
                  </a:cubicBezTo>
                  <a:cubicBezTo>
                    <a:pt x="5075" y="5533"/>
                    <a:pt x="4575" y="3532"/>
                    <a:pt x="5375" y="2664"/>
                  </a:cubicBezTo>
                  <a:cubicBezTo>
                    <a:pt x="6176" y="1797"/>
                    <a:pt x="6109" y="596"/>
                    <a:pt x="5475" y="129"/>
                  </a:cubicBezTo>
                  <a:cubicBezTo>
                    <a:pt x="5347" y="37"/>
                    <a:pt x="5235" y="1"/>
                    <a:pt x="5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4" name="Google Shape;3434;p113">
              <a:extLst>
                <a:ext uri="{FF2B5EF4-FFF2-40B4-BE49-F238E27FC236}">
                  <a16:creationId xmlns:a16="http://schemas.microsoft.com/office/drawing/2014/main" id="{69C0F205-CE38-3E51-23C5-E45D390A7850}"/>
                </a:ext>
              </a:extLst>
            </p:cNvPr>
            <p:cNvSpPr/>
            <p:nvPr/>
          </p:nvSpPr>
          <p:spPr>
            <a:xfrm>
              <a:off x="5511122" y="3321507"/>
              <a:ext cx="61693" cy="74393"/>
            </a:xfrm>
            <a:custGeom>
              <a:avLst/>
              <a:gdLst/>
              <a:ahLst/>
              <a:cxnLst/>
              <a:rect l="l" t="t" r="r" b="b"/>
              <a:pathLst>
                <a:path w="2769" h="3339" extrusionOk="0">
                  <a:moveTo>
                    <a:pt x="1286" y="0"/>
                  </a:moveTo>
                  <a:cubicBezTo>
                    <a:pt x="575" y="0"/>
                    <a:pt x="1" y="722"/>
                    <a:pt x="34" y="1603"/>
                  </a:cubicBezTo>
                  <a:cubicBezTo>
                    <a:pt x="34" y="2503"/>
                    <a:pt x="667" y="3304"/>
                    <a:pt x="1401" y="3337"/>
                  </a:cubicBezTo>
                  <a:cubicBezTo>
                    <a:pt x="1419" y="3338"/>
                    <a:pt x="1436" y="3338"/>
                    <a:pt x="1454" y="3338"/>
                  </a:cubicBezTo>
                  <a:cubicBezTo>
                    <a:pt x="2196" y="3338"/>
                    <a:pt x="2768" y="2649"/>
                    <a:pt x="2735" y="1736"/>
                  </a:cubicBezTo>
                  <a:cubicBezTo>
                    <a:pt x="2702" y="835"/>
                    <a:pt x="2068" y="35"/>
                    <a:pt x="1334" y="1"/>
                  </a:cubicBezTo>
                  <a:cubicBezTo>
                    <a:pt x="1318" y="1"/>
                    <a:pt x="1302" y="0"/>
                    <a:pt x="12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5" name="Google Shape;3435;p113">
              <a:extLst>
                <a:ext uri="{FF2B5EF4-FFF2-40B4-BE49-F238E27FC236}">
                  <a16:creationId xmlns:a16="http://schemas.microsoft.com/office/drawing/2014/main" id="{A2CAEE15-E58C-9E0B-3841-9A5A5B1F68D8}"/>
                </a:ext>
              </a:extLst>
            </p:cNvPr>
            <p:cNvSpPr/>
            <p:nvPr/>
          </p:nvSpPr>
          <p:spPr>
            <a:xfrm>
              <a:off x="5392949" y="3031689"/>
              <a:ext cx="194727" cy="271460"/>
            </a:xfrm>
            <a:custGeom>
              <a:avLst/>
              <a:gdLst/>
              <a:ahLst/>
              <a:cxnLst/>
              <a:rect l="l" t="t" r="r" b="b"/>
              <a:pathLst>
                <a:path w="8740" h="12184" extrusionOk="0">
                  <a:moveTo>
                    <a:pt x="5538" y="0"/>
                  </a:moveTo>
                  <a:cubicBezTo>
                    <a:pt x="3570" y="3436"/>
                    <a:pt x="1768" y="6938"/>
                    <a:pt x="201" y="10574"/>
                  </a:cubicBezTo>
                  <a:cubicBezTo>
                    <a:pt x="0" y="11008"/>
                    <a:pt x="167" y="11508"/>
                    <a:pt x="534" y="11775"/>
                  </a:cubicBezTo>
                  <a:lnTo>
                    <a:pt x="868" y="12009"/>
                  </a:lnTo>
                  <a:cubicBezTo>
                    <a:pt x="1039" y="12127"/>
                    <a:pt x="1236" y="12183"/>
                    <a:pt x="1430" y="12183"/>
                  </a:cubicBezTo>
                  <a:cubicBezTo>
                    <a:pt x="1728" y="12183"/>
                    <a:pt x="2020" y="12051"/>
                    <a:pt x="2202" y="11809"/>
                  </a:cubicBezTo>
                  <a:lnTo>
                    <a:pt x="8740" y="3169"/>
                  </a:lnTo>
                  <a:lnTo>
                    <a:pt x="5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6" name="Google Shape;3436;p113">
              <a:extLst>
                <a:ext uri="{FF2B5EF4-FFF2-40B4-BE49-F238E27FC236}">
                  <a16:creationId xmlns:a16="http://schemas.microsoft.com/office/drawing/2014/main" id="{588BEFAC-F156-B38A-9B32-FB28C3A528FD}"/>
                </a:ext>
              </a:extLst>
            </p:cNvPr>
            <p:cNvSpPr/>
            <p:nvPr/>
          </p:nvSpPr>
          <p:spPr>
            <a:xfrm>
              <a:off x="5274040" y="3263245"/>
              <a:ext cx="160104" cy="216361"/>
            </a:xfrm>
            <a:custGeom>
              <a:avLst/>
              <a:gdLst/>
              <a:ahLst/>
              <a:cxnLst/>
              <a:rect l="l" t="t" r="r" b="b"/>
              <a:pathLst>
                <a:path w="7186" h="9711" extrusionOk="0">
                  <a:moveTo>
                    <a:pt x="6336" y="0"/>
                  </a:moveTo>
                  <a:cubicBezTo>
                    <a:pt x="5822" y="0"/>
                    <a:pt x="5198" y="370"/>
                    <a:pt x="4937" y="1049"/>
                  </a:cubicBezTo>
                  <a:cubicBezTo>
                    <a:pt x="4437" y="2383"/>
                    <a:pt x="0" y="9288"/>
                    <a:pt x="0" y="9288"/>
                  </a:cubicBezTo>
                  <a:cubicBezTo>
                    <a:pt x="0" y="9288"/>
                    <a:pt x="367" y="9710"/>
                    <a:pt x="775" y="9710"/>
                  </a:cubicBezTo>
                  <a:cubicBezTo>
                    <a:pt x="917" y="9710"/>
                    <a:pt x="1063" y="9659"/>
                    <a:pt x="1201" y="9521"/>
                  </a:cubicBezTo>
                  <a:cubicBezTo>
                    <a:pt x="1735" y="9021"/>
                    <a:pt x="4470" y="5719"/>
                    <a:pt x="5437" y="4618"/>
                  </a:cubicBezTo>
                  <a:cubicBezTo>
                    <a:pt x="7039" y="2817"/>
                    <a:pt x="7072" y="1416"/>
                    <a:pt x="7105" y="982"/>
                  </a:cubicBezTo>
                  <a:cubicBezTo>
                    <a:pt x="7185" y="312"/>
                    <a:pt x="6807" y="0"/>
                    <a:pt x="6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7" name="Google Shape;3437;p113">
              <a:extLst>
                <a:ext uri="{FF2B5EF4-FFF2-40B4-BE49-F238E27FC236}">
                  <a16:creationId xmlns:a16="http://schemas.microsoft.com/office/drawing/2014/main" id="{3A0A5044-0A15-A5C9-BF9E-DE6079DE91E2}"/>
                </a:ext>
              </a:extLst>
            </p:cNvPr>
            <p:cNvSpPr/>
            <p:nvPr/>
          </p:nvSpPr>
          <p:spPr>
            <a:xfrm>
              <a:off x="5141207" y="3457081"/>
              <a:ext cx="167791" cy="88608"/>
            </a:xfrm>
            <a:custGeom>
              <a:avLst/>
              <a:gdLst/>
              <a:ahLst/>
              <a:cxnLst/>
              <a:rect l="l" t="t" r="r" b="b"/>
              <a:pathLst>
                <a:path w="7531" h="3977" extrusionOk="0">
                  <a:moveTo>
                    <a:pt x="6843" y="0"/>
                  </a:moveTo>
                  <a:cubicBezTo>
                    <a:pt x="6597" y="0"/>
                    <a:pt x="6363" y="188"/>
                    <a:pt x="6363" y="188"/>
                  </a:cubicBezTo>
                  <a:cubicBezTo>
                    <a:pt x="6033" y="517"/>
                    <a:pt x="3796" y="1357"/>
                    <a:pt x="2136" y="1357"/>
                  </a:cubicBezTo>
                  <a:cubicBezTo>
                    <a:pt x="1946" y="1357"/>
                    <a:pt x="1763" y="1346"/>
                    <a:pt x="1592" y="1322"/>
                  </a:cubicBezTo>
                  <a:cubicBezTo>
                    <a:pt x="1483" y="1304"/>
                    <a:pt x="1383" y="1296"/>
                    <a:pt x="1290" y="1296"/>
                  </a:cubicBezTo>
                  <a:cubicBezTo>
                    <a:pt x="1" y="1296"/>
                    <a:pt x="347" y="2947"/>
                    <a:pt x="2059" y="3757"/>
                  </a:cubicBezTo>
                  <a:cubicBezTo>
                    <a:pt x="2381" y="3912"/>
                    <a:pt x="2669" y="3976"/>
                    <a:pt x="2931" y="3976"/>
                  </a:cubicBezTo>
                  <a:cubicBezTo>
                    <a:pt x="4136" y="3976"/>
                    <a:pt x="4797" y="2614"/>
                    <a:pt x="5729" y="2423"/>
                  </a:cubicBezTo>
                  <a:cubicBezTo>
                    <a:pt x="6896" y="2156"/>
                    <a:pt x="7530" y="1122"/>
                    <a:pt x="7297" y="388"/>
                  </a:cubicBezTo>
                  <a:cubicBezTo>
                    <a:pt x="7188" y="89"/>
                    <a:pt x="7013" y="0"/>
                    <a:pt x="6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8" name="Google Shape;3438;p113">
              <a:extLst>
                <a:ext uri="{FF2B5EF4-FFF2-40B4-BE49-F238E27FC236}">
                  <a16:creationId xmlns:a16="http://schemas.microsoft.com/office/drawing/2014/main" id="{F7CF1E8C-9398-9E8F-C6C2-32D0825BE9A4}"/>
                </a:ext>
              </a:extLst>
            </p:cNvPr>
            <p:cNvSpPr/>
            <p:nvPr/>
          </p:nvSpPr>
          <p:spPr>
            <a:xfrm>
              <a:off x="5371404" y="3248740"/>
              <a:ext cx="70605" cy="72009"/>
            </a:xfrm>
            <a:custGeom>
              <a:avLst/>
              <a:gdLst/>
              <a:ahLst/>
              <a:cxnLst/>
              <a:rect l="l" t="t" r="r" b="b"/>
              <a:pathLst>
                <a:path w="3169" h="3232" extrusionOk="0">
                  <a:moveTo>
                    <a:pt x="1829" y="1"/>
                  </a:moveTo>
                  <a:cubicBezTo>
                    <a:pt x="1356" y="1"/>
                    <a:pt x="855" y="290"/>
                    <a:pt x="500" y="799"/>
                  </a:cubicBezTo>
                  <a:cubicBezTo>
                    <a:pt x="0" y="1566"/>
                    <a:pt x="100" y="2534"/>
                    <a:pt x="667" y="3001"/>
                  </a:cubicBezTo>
                  <a:cubicBezTo>
                    <a:pt x="869" y="3158"/>
                    <a:pt x="1105" y="3232"/>
                    <a:pt x="1348" y="3232"/>
                  </a:cubicBezTo>
                  <a:cubicBezTo>
                    <a:pt x="1828" y="3232"/>
                    <a:pt x="2336" y="2943"/>
                    <a:pt x="2669" y="2434"/>
                  </a:cubicBezTo>
                  <a:cubicBezTo>
                    <a:pt x="3169" y="1666"/>
                    <a:pt x="3102" y="699"/>
                    <a:pt x="2502" y="232"/>
                  </a:cubicBezTo>
                  <a:cubicBezTo>
                    <a:pt x="2300" y="75"/>
                    <a:pt x="2068" y="1"/>
                    <a:pt x="18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39" name="Google Shape;3439;p113">
              <a:extLst>
                <a:ext uri="{FF2B5EF4-FFF2-40B4-BE49-F238E27FC236}">
                  <a16:creationId xmlns:a16="http://schemas.microsoft.com/office/drawing/2014/main" id="{4C1EE34D-E80D-9DFB-543A-342AD61D3538}"/>
                </a:ext>
              </a:extLst>
            </p:cNvPr>
            <p:cNvSpPr/>
            <p:nvPr/>
          </p:nvSpPr>
          <p:spPr>
            <a:xfrm>
              <a:off x="5604007" y="3031689"/>
              <a:ext cx="194749" cy="271460"/>
            </a:xfrm>
            <a:custGeom>
              <a:avLst/>
              <a:gdLst/>
              <a:ahLst/>
              <a:cxnLst/>
              <a:rect l="l" t="t" r="r" b="b"/>
              <a:pathLst>
                <a:path w="8741" h="12184" extrusionOk="0">
                  <a:moveTo>
                    <a:pt x="3203" y="0"/>
                  </a:moveTo>
                  <a:lnTo>
                    <a:pt x="1" y="3169"/>
                  </a:lnTo>
                  <a:lnTo>
                    <a:pt x="6539" y="11809"/>
                  </a:lnTo>
                  <a:cubicBezTo>
                    <a:pt x="6741" y="12051"/>
                    <a:pt x="7028" y="12183"/>
                    <a:pt x="7320" y="12183"/>
                  </a:cubicBezTo>
                  <a:cubicBezTo>
                    <a:pt x="7510" y="12183"/>
                    <a:pt x="7702" y="12127"/>
                    <a:pt x="7873" y="12009"/>
                  </a:cubicBezTo>
                  <a:lnTo>
                    <a:pt x="8207" y="11775"/>
                  </a:lnTo>
                  <a:cubicBezTo>
                    <a:pt x="8607" y="11508"/>
                    <a:pt x="8740" y="11008"/>
                    <a:pt x="8574" y="10574"/>
                  </a:cubicBezTo>
                  <a:cubicBezTo>
                    <a:pt x="6972" y="6938"/>
                    <a:pt x="5205" y="3403"/>
                    <a:pt x="3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0" name="Google Shape;3440;p113">
              <a:extLst>
                <a:ext uri="{FF2B5EF4-FFF2-40B4-BE49-F238E27FC236}">
                  <a16:creationId xmlns:a16="http://schemas.microsoft.com/office/drawing/2014/main" id="{B4302FFA-9602-C978-8621-725538879CD7}"/>
                </a:ext>
              </a:extLst>
            </p:cNvPr>
            <p:cNvSpPr/>
            <p:nvPr/>
          </p:nvSpPr>
          <p:spPr>
            <a:xfrm>
              <a:off x="5758318" y="3263312"/>
              <a:ext cx="160082" cy="216294"/>
            </a:xfrm>
            <a:custGeom>
              <a:avLst/>
              <a:gdLst/>
              <a:ahLst/>
              <a:cxnLst/>
              <a:rect l="l" t="t" r="r" b="b"/>
              <a:pathLst>
                <a:path w="7185" h="9708" extrusionOk="0">
                  <a:moveTo>
                    <a:pt x="838" y="1"/>
                  </a:moveTo>
                  <a:cubicBezTo>
                    <a:pt x="374" y="1"/>
                    <a:pt x="0" y="313"/>
                    <a:pt x="80" y="979"/>
                  </a:cubicBezTo>
                  <a:cubicBezTo>
                    <a:pt x="113" y="1413"/>
                    <a:pt x="147" y="2814"/>
                    <a:pt x="1748" y="4615"/>
                  </a:cubicBezTo>
                  <a:cubicBezTo>
                    <a:pt x="2715" y="5716"/>
                    <a:pt x="5450" y="9018"/>
                    <a:pt x="5984" y="9518"/>
                  </a:cubicBezTo>
                  <a:cubicBezTo>
                    <a:pt x="6122" y="9656"/>
                    <a:pt x="6268" y="9707"/>
                    <a:pt x="6410" y="9707"/>
                  </a:cubicBezTo>
                  <a:cubicBezTo>
                    <a:pt x="6818" y="9707"/>
                    <a:pt x="7185" y="9285"/>
                    <a:pt x="7185" y="9285"/>
                  </a:cubicBezTo>
                  <a:cubicBezTo>
                    <a:pt x="7185" y="9285"/>
                    <a:pt x="2715" y="2380"/>
                    <a:pt x="2215" y="1079"/>
                  </a:cubicBezTo>
                  <a:cubicBezTo>
                    <a:pt x="1970" y="379"/>
                    <a:pt x="1349"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1" name="Google Shape;3441;p113">
              <a:extLst>
                <a:ext uri="{FF2B5EF4-FFF2-40B4-BE49-F238E27FC236}">
                  <a16:creationId xmlns:a16="http://schemas.microsoft.com/office/drawing/2014/main" id="{B784C0D7-AE34-518B-3E79-67DAB264332E}"/>
                </a:ext>
              </a:extLst>
            </p:cNvPr>
            <p:cNvSpPr/>
            <p:nvPr/>
          </p:nvSpPr>
          <p:spPr>
            <a:xfrm>
              <a:off x="5883465" y="3457081"/>
              <a:ext cx="167768" cy="88608"/>
            </a:xfrm>
            <a:custGeom>
              <a:avLst/>
              <a:gdLst/>
              <a:ahLst/>
              <a:cxnLst/>
              <a:rect l="l" t="t" r="r" b="b"/>
              <a:pathLst>
                <a:path w="7530" h="3977" extrusionOk="0">
                  <a:moveTo>
                    <a:pt x="673" y="0"/>
                  </a:moveTo>
                  <a:cubicBezTo>
                    <a:pt x="501" y="0"/>
                    <a:pt x="329" y="89"/>
                    <a:pt x="234" y="388"/>
                  </a:cubicBezTo>
                  <a:cubicBezTo>
                    <a:pt x="0" y="1122"/>
                    <a:pt x="601" y="2156"/>
                    <a:pt x="1768" y="2423"/>
                  </a:cubicBezTo>
                  <a:cubicBezTo>
                    <a:pt x="2727" y="2614"/>
                    <a:pt x="3371" y="3976"/>
                    <a:pt x="4587" y="3976"/>
                  </a:cubicBezTo>
                  <a:cubicBezTo>
                    <a:pt x="4851" y="3976"/>
                    <a:pt x="5143" y="3912"/>
                    <a:pt x="5471" y="3757"/>
                  </a:cubicBezTo>
                  <a:cubicBezTo>
                    <a:pt x="7183" y="2947"/>
                    <a:pt x="7530" y="1296"/>
                    <a:pt x="6213" y="1296"/>
                  </a:cubicBezTo>
                  <a:cubicBezTo>
                    <a:pt x="6118" y="1296"/>
                    <a:pt x="6016" y="1304"/>
                    <a:pt x="5904" y="1322"/>
                  </a:cubicBezTo>
                  <a:cubicBezTo>
                    <a:pt x="5737" y="1346"/>
                    <a:pt x="5557" y="1357"/>
                    <a:pt x="5370" y="1357"/>
                  </a:cubicBezTo>
                  <a:cubicBezTo>
                    <a:pt x="3734" y="1357"/>
                    <a:pt x="1497" y="517"/>
                    <a:pt x="1168" y="188"/>
                  </a:cubicBezTo>
                  <a:cubicBezTo>
                    <a:pt x="1168" y="188"/>
                    <a:pt x="922" y="0"/>
                    <a:pt x="6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2" name="Google Shape;3442;p113">
              <a:extLst>
                <a:ext uri="{FF2B5EF4-FFF2-40B4-BE49-F238E27FC236}">
                  <a16:creationId xmlns:a16="http://schemas.microsoft.com/office/drawing/2014/main" id="{83991674-0859-592E-5EFF-26335C11800F}"/>
                </a:ext>
              </a:extLst>
            </p:cNvPr>
            <p:cNvSpPr/>
            <p:nvPr/>
          </p:nvSpPr>
          <p:spPr>
            <a:xfrm>
              <a:off x="5750431" y="3248740"/>
              <a:ext cx="69870" cy="72009"/>
            </a:xfrm>
            <a:custGeom>
              <a:avLst/>
              <a:gdLst/>
              <a:ahLst/>
              <a:cxnLst/>
              <a:rect l="l" t="t" r="r" b="b"/>
              <a:pathLst>
                <a:path w="3136" h="3232" extrusionOk="0">
                  <a:moveTo>
                    <a:pt x="1315" y="1"/>
                  </a:moveTo>
                  <a:cubicBezTo>
                    <a:pt x="1072" y="1"/>
                    <a:pt x="836" y="75"/>
                    <a:pt x="634" y="232"/>
                  </a:cubicBezTo>
                  <a:cubicBezTo>
                    <a:pt x="67" y="699"/>
                    <a:pt x="0" y="1666"/>
                    <a:pt x="501" y="2434"/>
                  </a:cubicBezTo>
                  <a:cubicBezTo>
                    <a:pt x="833" y="2943"/>
                    <a:pt x="1327" y="3232"/>
                    <a:pt x="1797" y="3232"/>
                  </a:cubicBezTo>
                  <a:cubicBezTo>
                    <a:pt x="2035" y="3232"/>
                    <a:pt x="2267" y="3158"/>
                    <a:pt x="2469" y="3001"/>
                  </a:cubicBezTo>
                  <a:cubicBezTo>
                    <a:pt x="3069" y="2534"/>
                    <a:pt x="3136" y="1566"/>
                    <a:pt x="2635" y="799"/>
                  </a:cubicBezTo>
                  <a:cubicBezTo>
                    <a:pt x="2303" y="290"/>
                    <a:pt x="1795" y="1"/>
                    <a:pt x="13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3" name="Google Shape;3443;p113">
              <a:extLst>
                <a:ext uri="{FF2B5EF4-FFF2-40B4-BE49-F238E27FC236}">
                  <a16:creationId xmlns:a16="http://schemas.microsoft.com/office/drawing/2014/main" id="{75684A6F-2ED5-8155-C28E-7548D5063416}"/>
                </a:ext>
              </a:extLst>
            </p:cNvPr>
            <p:cNvSpPr/>
            <p:nvPr/>
          </p:nvSpPr>
          <p:spPr>
            <a:xfrm>
              <a:off x="5605500" y="3088169"/>
              <a:ext cx="98879" cy="279458"/>
            </a:xfrm>
            <a:custGeom>
              <a:avLst/>
              <a:gdLst/>
              <a:ahLst/>
              <a:cxnLst/>
              <a:rect l="l" t="t" r="r" b="b"/>
              <a:pathLst>
                <a:path w="4438" h="12543" extrusionOk="0">
                  <a:moveTo>
                    <a:pt x="4437" y="0"/>
                  </a:moveTo>
                  <a:lnTo>
                    <a:pt x="1" y="768"/>
                  </a:lnTo>
                  <a:lnTo>
                    <a:pt x="468" y="11609"/>
                  </a:lnTo>
                  <a:cubicBezTo>
                    <a:pt x="468" y="12109"/>
                    <a:pt x="901" y="12543"/>
                    <a:pt x="1435" y="12543"/>
                  </a:cubicBezTo>
                  <a:lnTo>
                    <a:pt x="1869" y="12543"/>
                  </a:lnTo>
                  <a:cubicBezTo>
                    <a:pt x="2302" y="12543"/>
                    <a:pt x="2702" y="12209"/>
                    <a:pt x="2803" y="11742"/>
                  </a:cubicBezTo>
                  <a:cubicBezTo>
                    <a:pt x="3570" y="7873"/>
                    <a:pt x="4103" y="3936"/>
                    <a:pt x="44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4" name="Google Shape;3444;p113">
              <a:extLst>
                <a:ext uri="{FF2B5EF4-FFF2-40B4-BE49-F238E27FC236}">
                  <a16:creationId xmlns:a16="http://schemas.microsoft.com/office/drawing/2014/main" id="{85A565EF-8343-2302-1CAA-4D47971CBB44}"/>
                </a:ext>
              </a:extLst>
            </p:cNvPr>
            <p:cNvSpPr/>
            <p:nvPr/>
          </p:nvSpPr>
          <p:spPr>
            <a:xfrm>
              <a:off x="5606993" y="3332625"/>
              <a:ext cx="66172" cy="255039"/>
            </a:xfrm>
            <a:custGeom>
              <a:avLst/>
              <a:gdLst/>
              <a:ahLst/>
              <a:cxnLst/>
              <a:rect l="l" t="t" r="r" b="b"/>
              <a:pathLst>
                <a:path w="2970" h="11447" extrusionOk="0">
                  <a:moveTo>
                    <a:pt x="1717" y="0"/>
                  </a:moveTo>
                  <a:cubicBezTo>
                    <a:pt x="1448" y="0"/>
                    <a:pt x="1177" y="159"/>
                    <a:pt x="968" y="537"/>
                  </a:cubicBezTo>
                  <a:cubicBezTo>
                    <a:pt x="767" y="903"/>
                    <a:pt x="0" y="2071"/>
                    <a:pt x="300" y="4473"/>
                  </a:cubicBezTo>
                  <a:cubicBezTo>
                    <a:pt x="467" y="5940"/>
                    <a:pt x="834" y="10177"/>
                    <a:pt x="968" y="10911"/>
                  </a:cubicBezTo>
                  <a:cubicBezTo>
                    <a:pt x="1070" y="11359"/>
                    <a:pt x="1483" y="11446"/>
                    <a:pt x="1789" y="11446"/>
                  </a:cubicBezTo>
                  <a:cubicBezTo>
                    <a:pt x="1984" y="11446"/>
                    <a:pt x="2135" y="11411"/>
                    <a:pt x="2135" y="11411"/>
                  </a:cubicBezTo>
                  <a:cubicBezTo>
                    <a:pt x="2135" y="11411"/>
                    <a:pt x="2369" y="3205"/>
                    <a:pt x="2736" y="1837"/>
                  </a:cubicBezTo>
                  <a:cubicBezTo>
                    <a:pt x="2970" y="878"/>
                    <a:pt x="2349" y="0"/>
                    <a:pt x="17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5" name="Google Shape;3445;p113">
              <a:extLst>
                <a:ext uri="{FF2B5EF4-FFF2-40B4-BE49-F238E27FC236}">
                  <a16:creationId xmlns:a16="http://schemas.microsoft.com/office/drawing/2014/main" id="{AE19080C-2804-9B0B-CF1A-4CC5DB2E3848}"/>
                </a:ext>
              </a:extLst>
            </p:cNvPr>
            <p:cNvSpPr/>
            <p:nvPr/>
          </p:nvSpPr>
          <p:spPr>
            <a:xfrm>
              <a:off x="5616640" y="3563913"/>
              <a:ext cx="137713" cy="131898"/>
            </a:xfrm>
            <a:custGeom>
              <a:avLst/>
              <a:gdLst/>
              <a:ahLst/>
              <a:cxnLst/>
              <a:rect l="l" t="t" r="r" b="b"/>
              <a:pathLst>
                <a:path w="6181" h="5920" extrusionOk="0">
                  <a:moveTo>
                    <a:pt x="1054" y="1"/>
                  </a:moveTo>
                  <a:cubicBezTo>
                    <a:pt x="953" y="1"/>
                    <a:pt x="836" y="37"/>
                    <a:pt x="701" y="129"/>
                  </a:cubicBezTo>
                  <a:cubicBezTo>
                    <a:pt x="101" y="596"/>
                    <a:pt x="1" y="1797"/>
                    <a:pt x="801" y="2664"/>
                  </a:cubicBezTo>
                  <a:cubicBezTo>
                    <a:pt x="1635" y="3532"/>
                    <a:pt x="1102" y="5533"/>
                    <a:pt x="3103" y="5867"/>
                  </a:cubicBezTo>
                  <a:cubicBezTo>
                    <a:pt x="3319" y="5903"/>
                    <a:pt x="3526" y="5919"/>
                    <a:pt x="3722" y="5919"/>
                  </a:cubicBezTo>
                  <a:cubicBezTo>
                    <a:pt x="5339" y="5919"/>
                    <a:pt x="6180" y="4787"/>
                    <a:pt x="4871" y="4132"/>
                  </a:cubicBezTo>
                  <a:cubicBezTo>
                    <a:pt x="3370" y="3365"/>
                    <a:pt x="1669" y="997"/>
                    <a:pt x="1569" y="496"/>
                  </a:cubicBezTo>
                  <a:cubicBezTo>
                    <a:pt x="1569" y="496"/>
                    <a:pt x="1424" y="1"/>
                    <a:pt x="10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6" name="Google Shape;3446;p113">
              <a:extLst>
                <a:ext uri="{FF2B5EF4-FFF2-40B4-BE49-F238E27FC236}">
                  <a16:creationId xmlns:a16="http://schemas.microsoft.com/office/drawing/2014/main" id="{6E294BB2-EC87-B2D4-99F9-5B544B0FC931}"/>
                </a:ext>
              </a:extLst>
            </p:cNvPr>
            <p:cNvSpPr/>
            <p:nvPr/>
          </p:nvSpPr>
          <p:spPr>
            <a:xfrm>
              <a:off x="5619648" y="3321507"/>
              <a:ext cx="61671" cy="74393"/>
            </a:xfrm>
            <a:custGeom>
              <a:avLst/>
              <a:gdLst/>
              <a:ahLst/>
              <a:cxnLst/>
              <a:rect l="l" t="t" r="r" b="b"/>
              <a:pathLst>
                <a:path w="2768" h="3339" extrusionOk="0">
                  <a:moveTo>
                    <a:pt x="1482" y="0"/>
                  </a:moveTo>
                  <a:cubicBezTo>
                    <a:pt x="1466" y="0"/>
                    <a:pt x="1450" y="1"/>
                    <a:pt x="1434" y="1"/>
                  </a:cubicBezTo>
                  <a:cubicBezTo>
                    <a:pt x="666" y="35"/>
                    <a:pt x="33" y="835"/>
                    <a:pt x="33" y="1736"/>
                  </a:cubicBezTo>
                  <a:cubicBezTo>
                    <a:pt x="0" y="2649"/>
                    <a:pt x="573" y="3338"/>
                    <a:pt x="1315" y="3338"/>
                  </a:cubicBezTo>
                  <a:cubicBezTo>
                    <a:pt x="1332" y="3338"/>
                    <a:pt x="1349" y="3338"/>
                    <a:pt x="1367" y="3337"/>
                  </a:cubicBezTo>
                  <a:cubicBezTo>
                    <a:pt x="2101" y="3304"/>
                    <a:pt x="2735" y="2503"/>
                    <a:pt x="2735" y="1603"/>
                  </a:cubicBezTo>
                  <a:cubicBezTo>
                    <a:pt x="2767" y="722"/>
                    <a:pt x="2194" y="0"/>
                    <a:pt x="14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7" name="Google Shape;3447;p113">
              <a:extLst>
                <a:ext uri="{FF2B5EF4-FFF2-40B4-BE49-F238E27FC236}">
                  <a16:creationId xmlns:a16="http://schemas.microsoft.com/office/drawing/2014/main" id="{B3360936-A174-1C2F-7C23-B171BFEE33F8}"/>
                </a:ext>
              </a:extLst>
            </p:cNvPr>
            <p:cNvSpPr/>
            <p:nvPr/>
          </p:nvSpPr>
          <p:spPr>
            <a:xfrm>
              <a:off x="5655652" y="2708985"/>
              <a:ext cx="311073" cy="98856"/>
            </a:xfrm>
            <a:custGeom>
              <a:avLst/>
              <a:gdLst/>
              <a:ahLst/>
              <a:cxnLst/>
              <a:rect l="l" t="t" r="r" b="b"/>
              <a:pathLst>
                <a:path w="13962" h="4437" extrusionOk="0">
                  <a:moveTo>
                    <a:pt x="1152" y="0"/>
                  </a:moveTo>
                  <a:cubicBezTo>
                    <a:pt x="499" y="0"/>
                    <a:pt x="1" y="334"/>
                    <a:pt x="85" y="808"/>
                  </a:cubicBezTo>
                  <a:lnTo>
                    <a:pt x="285" y="1942"/>
                  </a:lnTo>
                  <a:cubicBezTo>
                    <a:pt x="351" y="2342"/>
                    <a:pt x="818" y="2709"/>
                    <a:pt x="1452" y="2809"/>
                  </a:cubicBezTo>
                  <a:lnTo>
                    <a:pt x="12727" y="4410"/>
                  </a:lnTo>
                  <a:cubicBezTo>
                    <a:pt x="12832" y="4428"/>
                    <a:pt x="12934" y="4436"/>
                    <a:pt x="13031" y="4436"/>
                  </a:cubicBezTo>
                  <a:cubicBezTo>
                    <a:pt x="13489" y="4436"/>
                    <a:pt x="13839" y="4252"/>
                    <a:pt x="13894" y="3977"/>
                  </a:cubicBezTo>
                  <a:lnTo>
                    <a:pt x="13928" y="3710"/>
                  </a:lnTo>
                  <a:cubicBezTo>
                    <a:pt x="13961" y="3410"/>
                    <a:pt x="13628" y="3109"/>
                    <a:pt x="13127" y="2943"/>
                  </a:cubicBezTo>
                  <a:cubicBezTo>
                    <a:pt x="11259" y="2442"/>
                    <a:pt x="6689" y="1175"/>
                    <a:pt x="1552" y="40"/>
                  </a:cubicBezTo>
                  <a:cubicBezTo>
                    <a:pt x="1415" y="13"/>
                    <a:pt x="1280" y="0"/>
                    <a:pt x="11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8" name="Google Shape;3448;p113">
              <a:extLst>
                <a:ext uri="{FF2B5EF4-FFF2-40B4-BE49-F238E27FC236}">
                  <a16:creationId xmlns:a16="http://schemas.microsoft.com/office/drawing/2014/main" id="{20F79879-1DF0-C025-455A-BC20EE49CCC3}"/>
                </a:ext>
              </a:extLst>
            </p:cNvPr>
            <p:cNvSpPr/>
            <p:nvPr/>
          </p:nvSpPr>
          <p:spPr>
            <a:xfrm>
              <a:off x="5915771" y="2775959"/>
              <a:ext cx="304033" cy="67041"/>
            </a:xfrm>
            <a:custGeom>
              <a:avLst/>
              <a:gdLst/>
              <a:ahLst/>
              <a:cxnLst/>
              <a:rect l="l" t="t" r="r" b="b"/>
              <a:pathLst>
                <a:path w="13646" h="3009" extrusionOk="0">
                  <a:moveTo>
                    <a:pt x="1627" y="0"/>
                  </a:moveTo>
                  <a:cubicBezTo>
                    <a:pt x="613" y="0"/>
                    <a:pt x="1" y="528"/>
                    <a:pt x="1019" y="1037"/>
                  </a:cubicBezTo>
                  <a:cubicBezTo>
                    <a:pt x="1419" y="1237"/>
                    <a:pt x="2686" y="1938"/>
                    <a:pt x="5422" y="2238"/>
                  </a:cubicBezTo>
                  <a:cubicBezTo>
                    <a:pt x="7123" y="2405"/>
                    <a:pt x="11960" y="2972"/>
                    <a:pt x="12827" y="3005"/>
                  </a:cubicBezTo>
                  <a:cubicBezTo>
                    <a:pt x="12855" y="3008"/>
                    <a:pt x="12881" y="3009"/>
                    <a:pt x="12907" y="3009"/>
                  </a:cubicBezTo>
                  <a:cubicBezTo>
                    <a:pt x="13646" y="3009"/>
                    <a:pt x="13427" y="2105"/>
                    <a:pt x="13427" y="2105"/>
                  </a:cubicBezTo>
                  <a:cubicBezTo>
                    <a:pt x="13427" y="2105"/>
                    <a:pt x="4154" y="637"/>
                    <a:pt x="2653" y="170"/>
                  </a:cubicBezTo>
                  <a:cubicBezTo>
                    <a:pt x="2297" y="51"/>
                    <a:pt x="1943" y="0"/>
                    <a:pt x="16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49" name="Google Shape;3449;p113">
              <a:extLst>
                <a:ext uri="{FF2B5EF4-FFF2-40B4-BE49-F238E27FC236}">
                  <a16:creationId xmlns:a16="http://schemas.microsoft.com/office/drawing/2014/main" id="{1CD208CA-0C0F-05FC-1268-A37783323296}"/>
                </a:ext>
              </a:extLst>
            </p:cNvPr>
            <p:cNvSpPr/>
            <p:nvPr/>
          </p:nvSpPr>
          <p:spPr>
            <a:xfrm>
              <a:off x="5928047" y="2773709"/>
              <a:ext cx="55009" cy="40616"/>
            </a:xfrm>
            <a:custGeom>
              <a:avLst/>
              <a:gdLst/>
              <a:ahLst/>
              <a:cxnLst/>
              <a:rect l="l" t="t" r="r" b="b"/>
              <a:pathLst>
                <a:path w="2469" h="1823" extrusionOk="0">
                  <a:moveTo>
                    <a:pt x="1002" y="1"/>
                  </a:moveTo>
                  <a:cubicBezTo>
                    <a:pt x="529" y="1"/>
                    <a:pt x="122" y="231"/>
                    <a:pt x="67" y="638"/>
                  </a:cubicBezTo>
                  <a:cubicBezTo>
                    <a:pt x="1" y="1105"/>
                    <a:pt x="468" y="1605"/>
                    <a:pt x="1101" y="1772"/>
                  </a:cubicBezTo>
                  <a:cubicBezTo>
                    <a:pt x="1230" y="1806"/>
                    <a:pt x="1358" y="1822"/>
                    <a:pt x="1480" y="1822"/>
                  </a:cubicBezTo>
                  <a:cubicBezTo>
                    <a:pt x="1957" y="1822"/>
                    <a:pt x="2349" y="1577"/>
                    <a:pt x="2402" y="1205"/>
                  </a:cubicBezTo>
                  <a:cubicBezTo>
                    <a:pt x="2469" y="705"/>
                    <a:pt x="1969" y="204"/>
                    <a:pt x="1335" y="38"/>
                  </a:cubicBezTo>
                  <a:cubicBezTo>
                    <a:pt x="1223" y="13"/>
                    <a:pt x="1111" y="1"/>
                    <a:pt x="10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0" name="Google Shape;3450;p113">
              <a:extLst>
                <a:ext uri="{FF2B5EF4-FFF2-40B4-BE49-F238E27FC236}">
                  <a16:creationId xmlns:a16="http://schemas.microsoft.com/office/drawing/2014/main" id="{4B03769D-A559-C532-885B-6FB3235B7A3E}"/>
                </a:ext>
              </a:extLst>
            </p:cNvPr>
            <p:cNvSpPr/>
            <p:nvPr/>
          </p:nvSpPr>
          <p:spPr>
            <a:xfrm>
              <a:off x="6171724" y="2815394"/>
              <a:ext cx="112336" cy="65548"/>
            </a:xfrm>
            <a:custGeom>
              <a:avLst/>
              <a:gdLst/>
              <a:ahLst/>
              <a:cxnLst/>
              <a:rect l="l" t="t" r="r" b="b"/>
              <a:pathLst>
                <a:path w="5042" h="2942" extrusionOk="0">
                  <a:moveTo>
                    <a:pt x="1737" y="1"/>
                  </a:moveTo>
                  <a:cubicBezTo>
                    <a:pt x="1399" y="1"/>
                    <a:pt x="1132" y="121"/>
                    <a:pt x="839" y="502"/>
                  </a:cubicBezTo>
                  <a:cubicBezTo>
                    <a:pt x="0" y="1566"/>
                    <a:pt x="2186" y="2942"/>
                    <a:pt x="3537" y="2942"/>
                  </a:cubicBezTo>
                  <a:cubicBezTo>
                    <a:pt x="3584" y="2942"/>
                    <a:pt x="3630" y="2940"/>
                    <a:pt x="3674" y="2937"/>
                  </a:cubicBezTo>
                  <a:cubicBezTo>
                    <a:pt x="5042" y="2803"/>
                    <a:pt x="4841" y="1869"/>
                    <a:pt x="4808" y="1235"/>
                  </a:cubicBezTo>
                  <a:cubicBezTo>
                    <a:pt x="4808" y="568"/>
                    <a:pt x="3974" y="401"/>
                    <a:pt x="2940" y="201"/>
                  </a:cubicBezTo>
                  <a:cubicBezTo>
                    <a:pt x="2426" y="105"/>
                    <a:pt x="2051" y="1"/>
                    <a:pt x="17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1" name="Google Shape;3451;p113">
              <a:extLst>
                <a:ext uri="{FF2B5EF4-FFF2-40B4-BE49-F238E27FC236}">
                  <a16:creationId xmlns:a16="http://schemas.microsoft.com/office/drawing/2014/main" id="{B2483E42-34C7-2D0C-C3B9-D16EBFD64F63}"/>
                </a:ext>
              </a:extLst>
            </p:cNvPr>
            <p:cNvSpPr/>
            <p:nvPr/>
          </p:nvSpPr>
          <p:spPr>
            <a:xfrm>
              <a:off x="6188166" y="2798439"/>
              <a:ext cx="70694" cy="43691"/>
            </a:xfrm>
            <a:custGeom>
              <a:avLst/>
              <a:gdLst/>
              <a:ahLst/>
              <a:cxnLst/>
              <a:rect l="l" t="t" r="r" b="b"/>
              <a:pathLst>
                <a:path w="3173" h="1961" extrusionOk="0">
                  <a:moveTo>
                    <a:pt x="2891" y="1"/>
                  </a:moveTo>
                  <a:cubicBezTo>
                    <a:pt x="2829" y="1"/>
                    <a:pt x="2735" y="29"/>
                    <a:pt x="2602" y="95"/>
                  </a:cubicBezTo>
                  <a:cubicBezTo>
                    <a:pt x="1902" y="462"/>
                    <a:pt x="1" y="695"/>
                    <a:pt x="234" y="1096"/>
                  </a:cubicBezTo>
                  <a:cubicBezTo>
                    <a:pt x="599" y="1737"/>
                    <a:pt x="869" y="1961"/>
                    <a:pt x="1090" y="1961"/>
                  </a:cubicBezTo>
                  <a:cubicBezTo>
                    <a:pt x="1537" y="1961"/>
                    <a:pt x="1789" y="1052"/>
                    <a:pt x="2235" y="829"/>
                  </a:cubicBezTo>
                  <a:cubicBezTo>
                    <a:pt x="2782" y="583"/>
                    <a:pt x="3172" y="1"/>
                    <a:pt x="28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2" name="Google Shape;3452;p113">
              <a:extLst>
                <a:ext uri="{FF2B5EF4-FFF2-40B4-BE49-F238E27FC236}">
                  <a16:creationId xmlns:a16="http://schemas.microsoft.com/office/drawing/2014/main" id="{6C85524D-EFD6-18B6-4B0A-C0D29938C8CA}"/>
                </a:ext>
              </a:extLst>
            </p:cNvPr>
            <p:cNvSpPr/>
            <p:nvPr/>
          </p:nvSpPr>
          <p:spPr>
            <a:xfrm>
              <a:off x="5627045" y="2531837"/>
              <a:ext cx="225964" cy="244969"/>
            </a:xfrm>
            <a:custGeom>
              <a:avLst/>
              <a:gdLst/>
              <a:ahLst/>
              <a:cxnLst/>
              <a:rect l="l" t="t" r="r" b="b"/>
              <a:pathLst>
                <a:path w="10142" h="10995" extrusionOk="0">
                  <a:moveTo>
                    <a:pt x="9425" y="0"/>
                  </a:moveTo>
                  <a:cubicBezTo>
                    <a:pt x="9193" y="0"/>
                    <a:pt x="8900" y="160"/>
                    <a:pt x="8640" y="419"/>
                  </a:cubicBezTo>
                  <a:cubicBezTo>
                    <a:pt x="7273" y="1754"/>
                    <a:pt x="4004" y="5089"/>
                    <a:pt x="568" y="8959"/>
                  </a:cubicBezTo>
                  <a:cubicBezTo>
                    <a:pt x="34" y="9593"/>
                    <a:pt x="1" y="10393"/>
                    <a:pt x="535" y="10593"/>
                  </a:cubicBezTo>
                  <a:lnTo>
                    <a:pt x="1602" y="10960"/>
                  </a:lnTo>
                  <a:cubicBezTo>
                    <a:pt x="1672" y="10984"/>
                    <a:pt x="1747" y="10995"/>
                    <a:pt x="1825" y="10995"/>
                  </a:cubicBezTo>
                  <a:cubicBezTo>
                    <a:pt x="2194" y="10995"/>
                    <a:pt x="2633" y="10745"/>
                    <a:pt x="2936" y="10360"/>
                  </a:cubicBezTo>
                  <a:lnTo>
                    <a:pt x="9708" y="1420"/>
                  </a:lnTo>
                  <a:cubicBezTo>
                    <a:pt x="10075" y="953"/>
                    <a:pt x="10141" y="419"/>
                    <a:pt x="9875" y="219"/>
                  </a:cubicBezTo>
                  <a:lnTo>
                    <a:pt x="9674" y="86"/>
                  </a:lnTo>
                  <a:cubicBezTo>
                    <a:pt x="9606" y="27"/>
                    <a:pt x="9521" y="0"/>
                    <a:pt x="94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3" name="Google Shape;3453;p113">
              <a:extLst>
                <a:ext uri="{FF2B5EF4-FFF2-40B4-BE49-F238E27FC236}">
                  <a16:creationId xmlns:a16="http://schemas.microsoft.com/office/drawing/2014/main" id="{DA947378-7581-021A-92F8-F98B23ECEE48}"/>
                </a:ext>
              </a:extLst>
            </p:cNvPr>
            <p:cNvSpPr/>
            <p:nvPr/>
          </p:nvSpPr>
          <p:spPr>
            <a:xfrm>
              <a:off x="5809741" y="2334570"/>
              <a:ext cx="199339" cy="231467"/>
            </a:xfrm>
            <a:custGeom>
              <a:avLst/>
              <a:gdLst/>
              <a:ahLst/>
              <a:cxnLst/>
              <a:rect l="l" t="t" r="r" b="b"/>
              <a:pathLst>
                <a:path w="8947" h="10389" extrusionOk="0">
                  <a:moveTo>
                    <a:pt x="8012" y="0"/>
                  </a:moveTo>
                  <a:cubicBezTo>
                    <a:pt x="8012" y="0"/>
                    <a:pt x="2308" y="7272"/>
                    <a:pt x="1174" y="8339"/>
                  </a:cubicBezTo>
                  <a:cubicBezTo>
                    <a:pt x="267" y="9193"/>
                    <a:pt x="0" y="10389"/>
                    <a:pt x="562" y="10389"/>
                  </a:cubicBezTo>
                  <a:cubicBezTo>
                    <a:pt x="702" y="10389"/>
                    <a:pt x="894" y="10314"/>
                    <a:pt x="1141" y="10141"/>
                  </a:cubicBezTo>
                  <a:cubicBezTo>
                    <a:pt x="1541" y="9874"/>
                    <a:pt x="2742" y="9140"/>
                    <a:pt x="4276" y="6938"/>
                  </a:cubicBezTo>
                  <a:cubicBezTo>
                    <a:pt x="5244" y="5571"/>
                    <a:pt x="8079" y="1635"/>
                    <a:pt x="8513" y="934"/>
                  </a:cubicBezTo>
                  <a:cubicBezTo>
                    <a:pt x="8946" y="234"/>
                    <a:pt x="8012" y="0"/>
                    <a:pt x="80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4" name="Google Shape;3454;p113">
              <a:extLst>
                <a:ext uri="{FF2B5EF4-FFF2-40B4-BE49-F238E27FC236}">
                  <a16:creationId xmlns:a16="http://schemas.microsoft.com/office/drawing/2014/main" id="{D74E9785-F4FD-0226-52A6-077436FC8DFF}"/>
                </a:ext>
              </a:extLst>
            </p:cNvPr>
            <p:cNvSpPr/>
            <p:nvPr/>
          </p:nvSpPr>
          <p:spPr>
            <a:xfrm>
              <a:off x="5812102" y="2521298"/>
              <a:ext cx="53539" cy="44582"/>
            </a:xfrm>
            <a:custGeom>
              <a:avLst/>
              <a:gdLst/>
              <a:ahLst/>
              <a:cxnLst/>
              <a:rect l="l" t="t" r="r" b="b"/>
              <a:pathLst>
                <a:path w="2403" h="2001" extrusionOk="0">
                  <a:moveTo>
                    <a:pt x="1544" y="1"/>
                  </a:moveTo>
                  <a:cubicBezTo>
                    <a:pt x="1264" y="1"/>
                    <a:pt x="945" y="118"/>
                    <a:pt x="668" y="359"/>
                  </a:cubicBezTo>
                  <a:cubicBezTo>
                    <a:pt x="168" y="759"/>
                    <a:pt x="1" y="1393"/>
                    <a:pt x="301" y="1760"/>
                  </a:cubicBezTo>
                  <a:cubicBezTo>
                    <a:pt x="435" y="1923"/>
                    <a:pt x="642" y="2001"/>
                    <a:pt x="874" y="2001"/>
                  </a:cubicBezTo>
                  <a:cubicBezTo>
                    <a:pt x="1163" y="2001"/>
                    <a:pt x="1492" y="1881"/>
                    <a:pt x="1769" y="1660"/>
                  </a:cubicBezTo>
                  <a:cubicBezTo>
                    <a:pt x="2269" y="1226"/>
                    <a:pt x="2403" y="592"/>
                    <a:pt x="2102" y="225"/>
                  </a:cubicBezTo>
                  <a:cubicBezTo>
                    <a:pt x="1969" y="77"/>
                    <a:pt x="1769" y="1"/>
                    <a:pt x="1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5" name="Google Shape;3455;p113">
              <a:extLst>
                <a:ext uri="{FF2B5EF4-FFF2-40B4-BE49-F238E27FC236}">
                  <a16:creationId xmlns:a16="http://schemas.microsoft.com/office/drawing/2014/main" id="{8425D7AB-C309-E4A9-E21E-7E5550477571}"/>
                </a:ext>
              </a:extLst>
            </p:cNvPr>
            <p:cNvSpPr/>
            <p:nvPr/>
          </p:nvSpPr>
          <p:spPr>
            <a:xfrm>
              <a:off x="5971894" y="2286846"/>
              <a:ext cx="97386" cy="81456"/>
            </a:xfrm>
            <a:custGeom>
              <a:avLst/>
              <a:gdLst/>
              <a:ahLst/>
              <a:cxnLst/>
              <a:rect l="l" t="t" r="r" b="b"/>
              <a:pathLst>
                <a:path w="4371" h="3656" extrusionOk="0">
                  <a:moveTo>
                    <a:pt x="2587" y="1"/>
                  </a:moveTo>
                  <a:cubicBezTo>
                    <a:pt x="2120" y="1"/>
                    <a:pt x="1657" y="575"/>
                    <a:pt x="1101" y="1241"/>
                  </a:cubicBezTo>
                  <a:cubicBezTo>
                    <a:pt x="434" y="2009"/>
                    <a:pt x="1" y="2309"/>
                    <a:pt x="368" y="3143"/>
                  </a:cubicBezTo>
                  <a:cubicBezTo>
                    <a:pt x="521" y="3506"/>
                    <a:pt x="822" y="3656"/>
                    <a:pt x="1187" y="3656"/>
                  </a:cubicBezTo>
                  <a:cubicBezTo>
                    <a:pt x="2095" y="3656"/>
                    <a:pt x="3399" y="2732"/>
                    <a:pt x="3803" y="1875"/>
                  </a:cubicBezTo>
                  <a:cubicBezTo>
                    <a:pt x="4370" y="641"/>
                    <a:pt x="3436" y="374"/>
                    <a:pt x="2869" y="74"/>
                  </a:cubicBezTo>
                  <a:cubicBezTo>
                    <a:pt x="2774" y="24"/>
                    <a:pt x="2681" y="1"/>
                    <a:pt x="25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6" name="Google Shape;3456;p113">
              <a:extLst>
                <a:ext uri="{FF2B5EF4-FFF2-40B4-BE49-F238E27FC236}">
                  <a16:creationId xmlns:a16="http://schemas.microsoft.com/office/drawing/2014/main" id="{E73E537D-39E8-C5B0-EFEF-34621DC0245C}"/>
                </a:ext>
              </a:extLst>
            </p:cNvPr>
            <p:cNvSpPr/>
            <p:nvPr/>
          </p:nvSpPr>
          <p:spPr>
            <a:xfrm>
              <a:off x="5967438" y="2288896"/>
              <a:ext cx="60223" cy="63520"/>
            </a:xfrm>
            <a:custGeom>
              <a:avLst/>
              <a:gdLst/>
              <a:ahLst/>
              <a:cxnLst/>
              <a:rect l="l" t="t" r="r" b="b"/>
              <a:pathLst>
                <a:path w="2703" h="2851" extrusionOk="0">
                  <a:moveTo>
                    <a:pt x="853" y="1"/>
                  </a:moveTo>
                  <a:cubicBezTo>
                    <a:pt x="785" y="1"/>
                    <a:pt x="734" y="102"/>
                    <a:pt x="734" y="349"/>
                  </a:cubicBezTo>
                  <a:cubicBezTo>
                    <a:pt x="701" y="1149"/>
                    <a:pt x="0" y="2851"/>
                    <a:pt x="467" y="2851"/>
                  </a:cubicBezTo>
                  <a:cubicBezTo>
                    <a:pt x="2702" y="2851"/>
                    <a:pt x="1135" y="1750"/>
                    <a:pt x="1201" y="1016"/>
                  </a:cubicBezTo>
                  <a:cubicBezTo>
                    <a:pt x="1247" y="508"/>
                    <a:pt x="1006" y="1"/>
                    <a:pt x="8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7" name="Google Shape;3457;p113">
              <a:extLst>
                <a:ext uri="{FF2B5EF4-FFF2-40B4-BE49-F238E27FC236}">
                  <a16:creationId xmlns:a16="http://schemas.microsoft.com/office/drawing/2014/main" id="{FA7F8706-0EC4-034E-CE07-BE601658CEE9}"/>
                </a:ext>
              </a:extLst>
            </p:cNvPr>
            <p:cNvSpPr/>
            <p:nvPr/>
          </p:nvSpPr>
          <p:spPr>
            <a:xfrm>
              <a:off x="5224980" y="2708985"/>
              <a:ext cx="311051" cy="98856"/>
            </a:xfrm>
            <a:custGeom>
              <a:avLst/>
              <a:gdLst/>
              <a:ahLst/>
              <a:cxnLst/>
              <a:rect l="l" t="t" r="r" b="b"/>
              <a:pathLst>
                <a:path w="13961" h="4437" extrusionOk="0">
                  <a:moveTo>
                    <a:pt x="12810" y="0"/>
                  </a:moveTo>
                  <a:cubicBezTo>
                    <a:pt x="12682" y="0"/>
                    <a:pt x="12547" y="13"/>
                    <a:pt x="12410" y="40"/>
                  </a:cubicBezTo>
                  <a:cubicBezTo>
                    <a:pt x="7273" y="1175"/>
                    <a:pt x="2703" y="2442"/>
                    <a:pt x="835" y="2943"/>
                  </a:cubicBezTo>
                  <a:cubicBezTo>
                    <a:pt x="334" y="3109"/>
                    <a:pt x="1" y="3410"/>
                    <a:pt x="34" y="3710"/>
                  </a:cubicBezTo>
                  <a:lnTo>
                    <a:pt x="67" y="3977"/>
                  </a:lnTo>
                  <a:cubicBezTo>
                    <a:pt x="122" y="4252"/>
                    <a:pt x="472" y="4436"/>
                    <a:pt x="930" y="4436"/>
                  </a:cubicBezTo>
                  <a:cubicBezTo>
                    <a:pt x="1028" y="4436"/>
                    <a:pt x="1130" y="4428"/>
                    <a:pt x="1235" y="4410"/>
                  </a:cubicBezTo>
                  <a:lnTo>
                    <a:pt x="12510" y="2809"/>
                  </a:lnTo>
                  <a:cubicBezTo>
                    <a:pt x="13143" y="2709"/>
                    <a:pt x="13644" y="2342"/>
                    <a:pt x="13710" y="1942"/>
                  </a:cubicBezTo>
                  <a:lnTo>
                    <a:pt x="13877" y="808"/>
                  </a:lnTo>
                  <a:cubicBezTo>
                    <a:pt x="13961" y="334"/>
                    <a:pt x="13463" y="0"/>
                    <a:pt x="128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8" name="Google Shape;3458;p113">
              <a:extLst>
                <a:ext uri="{FF2B5EF4-FFF2-40B4-BE49-F238E27FC236}">
                  <a16:creationId xmlns:a16="http://schemas.microsoft.com/office/drawing/2014/main" id="{B0845643-9C7B-7180-518A-4F4723C85ADE}"/>
                </a:ext>
              </a:extLst>
            </p:cNvPr>
            <p:cNvSpPr/>
            <p:nvPr/>
          </p:nvSpPr>
          <p:spPr>
            <a:xfrm>
              <a:off x="4972636" y="2775959"/>
              <a:ext cx="304033" cy="67041"/>
            </a:xfrm>
            <a:custGeom>
              <a:avLst/>
              <a:gdLst/>
              <a:ahLst/>
              <a:cxnLst/>
              <a:rect l="l" t="t" r="r" b="b"/>
              <a:pathLst>
                <a:path w="13646" h="3009" extrusionOk="0">
                  <a:moveTo>
                    <a:pt x="12019" y="0"/>
                  </a:moveTo>
                  <a:cubicBezTo>
                    <a:pt x="11704" y="0"/>
                    <a:pt x="11349" y="51"/>
                    <a:pt x="10993" y="170"/>
                  </a:cubicBezTo>
                  <a:cubicBezTo>
                    <a:pt x="9459" y="637"/>
                    <a:pt x="219" y="2105"/>
                    <a:pt x="219" y="2105"/>
                  </a:cubicBezTo>
                  <a:cubicBezTo>
                    <a:pt x="219" y="2105"/>
                    <a:pt x="1" y="3009"/>
                    <a:pt x="739" y="3009"/>
                  </a:cubicBezTo>
                  <a:cubicBezTo>
                    <a:pt x="765" y="3009"/>
                    <a:pt x="791" y="3008"/>
                    <a:pt x="819" y="3005"/>
                  </a:cubicBezTo>
                  <a:cubicBezTo>
                    <a:pt x="1653" y="2972"/>
                    <a:pt x="6557" y="2405"/>
                    <a:pt x="8224" y="2238"/>
                  </a:cubicBezTo>
                  <a:cubicBezTo>
                    <a:pt x="10960" y="1938"/>
                    <a:pt x="12194" y="1237"/>
                    <a:pt x="12628" y="1037"/>
                  </a:cubicBezTo>
                  <a:cubicBezTo>
                    <a:pt x="13645" y="528"/>
                    <a:pt x="13033" y="0"/>
                    <a:pt x="120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59" name="Google Shape;3459;p113">
              <a:extLst>
                <a:ext uri="{FF2B5EF4-FFF2-40B4-BE49-F238E27FC236}">
                  <a16:creationId xmlns:a16="http://schemas.microsoft.com/office/drawing/2014/main" id="{BD856CCA-3CC1-68E0-42E5-FBF828BCC8E3}"/>
                </a:ext>
              </a:extLst>
            </p:cNvPr>
            <p:cNvSpPr/>
            <p:nvPr/>
          </p:nvSpPr>
          <p:spPr>
            <a:xfrm>
              <a:off x="5209384" y="2773709"/>
              <a:ext cx="55009" cy="40616"/>
            </a:xfrm>
            <a:custGeom>
              <a:avLst/>
              <a:gdLst/>
              <a:ahLst/>
              <a:cxnLst/>
              <a:rect l="l" t="t" r="r" b="b"/>
              <a:pathLst>
                <a:path w="2469" h="1823" extrusionOk="0">
                  <a:moveTo>
                    <a:pt x="1449" y="1"/>
                  </a:moveTo>
                  <a:cubicBezTo>
                    <a:pt x="1336" y="1"/>
                    <a:pt x="1219" y="13"/>
                    <a:pt x="1101" y="38"/>
                  </a:cubicBezTo>
                  <a:cubicBezTo>
                    <a:pt x="501" y="204"/>
                    <a:pt x="0" y="705"/>
                    <a:pt x="67" y="1205"/>
                  </a:cubicBezTo>
                  <a:cubicBezTo>
                    <a:pt x="120" y="1577"/>
                    <a:pt x="491" y="1822"/>
                    <a:pt x="976" y="1822"/>
                  </a:cubicBezTo>
                  <a:cubicBezTo>
                    <a:pt x="1100" y="1822"/>
                    <a:pt x="1232" y="1806"/>
                    <a:pt x="1368" y="1772"/>
                  </a:cubicBezTo>
                  <a:cubicBezTo>
                    <a:pt x="1968" y="1605"/>
                    <a:pt x="2469" y="1105"/>
                    <a:pt x="2402" y="638"/>
                  </a:cubicBezTo>
                  <a:cubicBezTo>
                    <a:pt x="2348" y="231"/>
                    <a:pt x="1940" y="1"/>
                    <a:pt x="14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0" name="Google Shape;3460;p113">
              <a:extLst>
                <a:ext uri="{FF2B5EF4-FFF2-40B4-BE49-F238E27FC236}">
                  <a16:creationId xmlns:a16="http://schemas.microsoft.com/office/drawing/2014/main" id="{4F862EC4-AA16-744E-C0E6-46DAB74AB3F7}"/>
                </a:ext>
              </a:extLst>
            </p:cNvPr>
            <p:cNvSpPr/>
            <p:nvPr/>
          </p:nvSpPr>
          <p:spPr>
            <a:xfrm>
              <a:off x="4908381" y="2815394"/>
              <a:ext cx="111601" cy="65548"/>
            </a:xfrm>
            <a:custGeom>
              <a:avLst/>
              <a:gdLst/>
              <a:ahLst/>
              <a:cxnLst/>
              <a:rect l="l" t="t" r="r" b="b"/>
              <a:pathLst>
                <a:path w="5009" h="2942" extrusionOk="0">
                  <a:moveTo>
                    <a:pt x="3276" y="1"/>
                  </a:moveTo>
                  <a:cubicBezTo>
                    <a:pt x="2967" y="1"/>
                    <a:pt x="2600" y="105"/>
                    <a:pt x="2102" y="201"/>
                  </a:cubicBezTo>
                  <a:cubicBezTo>
                    <a:pt x="1035" y="401"/>
                    <a:pt x="234" y="568"/>
                    <a:pt x="201" y="1235"/>
                  </a:cubicBezTo>
                  <a:cubicBezTo>
                    <a:pt x="167" y="1869"/>
                    <a:pt x="1" y="2803"/>
                    <a:pt x="1335" y="2937"/>
                  </a:cubicBezTo>
                  <a:cubicBezTo>
                    <a:pt x="1380" y="2940"/>
                    <a:pt x="1427" y="2942"/>
                    <a:pt x="1474" y="2942"/>
                  </a:cubicBezTo>
                  <a:cubicBezTo>
                    <a:pt x="2854" y="2942"/>
                    <a:pt x="5009" y="1566"/>
                    <a:pt x="4170" y="502"/>
                  </a:cubicBezTo>
                  <a:cubicBezTo>
                    <a:pt x="3876" y="121"/>
                    <a:pt x="3609" y="1"/>
                    <a:pt x="32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1" name="Google Shape;3461;p113">
              <a:extLst>
                <a:ext uri="{FF2B5EF4-FFF2-40B4-BE49-F238E27FC236}">
                  <a16:creationId xmlns:a16="http://schemas.microsoft.com/office/drawing/2014/main" id="{A99A5851-C477-5898-C5B4-3C250BF2ACBB}"/>
                </a:ext>
              </a:extLst>
            </p:cNvPr>
            <p:cNvSpPr/>
            <p:nvPr/>
          </p:nvSpPr>
          <p:spPr>
            <a:xfrm>
              <a:off x="4932844" y="2798439"/>
              <a:ext cx="70694" cy="43691"/>
            </a:xfrm>
            <a:custGeom>
              <a:avLst/>
              <a:gdLst/>
              <a:ahLst/>
              <a:cxnLst/>
              <a:rect l="l" t="t" r="r" b="b"/>
              <a:pathLst>
                <a:path w="3173" h="1961" extrusionOk="0">
                  <a:moveTo>
                    <a:pt x="282" y="1"/>
                  </a:moveTo>
                  <a:cubicBezTo>
                    <a:pt x="1" y="1"/>
                    <a:pt x="391" y="583"/>
                    <a:pt x="937" y="829"/>
                  </a:cubicBezTo>
                  <a:cubicBezTo>
                    <a:pt x="1383" y="1052"/>
                    <a:pt x="1635" y="1961"/>
                    <a:pt x="2083" y="1961"/>
                  </a:cubicBezTo>
                  <a:cubicBezTo>
                    <a:pt x="2304" y="1961"/>
                    <a:pt x="2574" y="1737"/>
                    <a:pt x="2939" y="1096"/>
                  </a:cubicBezTo>
                  <a:cubicBezTo>
                    <a:pt x="3172" y="695"/>
                    <a:pt x="1271" y="462"/>
                    <a:pt x="570" y="95"/>
                  </a:cubicBezTo>
                  <a:cubicBezTo>
                    <a:pt x="438" y="29"/>
                    <a:pt x="344" y="1"/>
                    <a:pt x="2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2" name="Google Shape;3462;p113">
              <a:extLst>
                <a:ext uri="{FF2B5EF4-FFF2-40B4-BE49-F238E27FC236}">
                  <a16:creationId xmlns:a16="http://schemas.microsoft.com/office/drawing/2014/main" id="{BB8DD378-F97C-A0FF-AF14-BD588809DA4F}"/>
                </a:ext>
              </a:extLst>
            </p:cNvPr>
            <p:cNvSpPr/>
            <p:nvPr/>
          </p:nvSpPr>
          <p:spPr>
            <a:xfrm>
              <a:off x="5338697" y="2531837"/>
              <a:ext cx="226699" cy="244969"/>
            </a:xfrm>
            <a:custGeom>
              <a:avLst/>
              <a:gdLst/>
              <a:ahLst/>
              <a:cxnLst/>
              <a:rect l="l" t="t" r="r" b="b"/>
              <a:pathLst>
                <a:path w="10175" h="10995" extrusionOk="0">
                  <a:moveTo>
                    <a:pt x="738" y="0"/>
                  </a:moveTo>
                  <a:cubicBezTo>
                    <a:pt x="637" y="0"/>
                    <a:pt x="545" y="27"/>
                    <a:pt x="467" y="86"/>
                  </a:cubicBezTo>
                  <a:lnTo>
                    <a:pt x="267" y="219"/>
                  </a:lnTo>
                  <a:cubicBezTo>
                    <a:pt x="0" y="419"/>
                    <a:pt x="67" y="953"/>
                    <a:pt x="434" y="1420"/>
                  </a:cubicBezTo>
                  <a:lnTo>
                    <a:pt x="7239" y="10360"/>
                  </a:lnTo>
                  <a:cubicBezTo>
                    <a:pt x="7542" y="10745"/>
                    <a:pt x="7959" y="10995"/>
                    <a:pt x="8320" y="10995"/>
                  </a:cubicBezTo>
                  <a:cubicBezTo>
                    <a:pt x="8396" y="10995"/>
                    <a:pt x="8470" y="10984"/>
                    <a:pt x="8540" y="10960"/>
                  </a:cubicBezTo>
                  <a:lnTo>
                    <a:pt x="9641" y="10593"/>
                  </a:lnTo>
                  <a:cubicBezTo>
                    <a:pt x="10174" y="10393"/>
                    <a:pt x="10141" y="9593"/>
                    <a:pt x="9574" y="8959"/>
                  </a:cubicBezTo>
                  <a:cubicBezTo>
                    <a:pt x="6171" y="5089"/>
                    <a:pt x="2869" y="1754"/>
                    <a:pt x="1535" y="419"/>
                  </a:cubicBezTo>
                  <a:cubicBezTo>
                    <a:pt x="1275" y="160"/>
                    <a:pt x="982" y="0"/>
                    <a:pt x="7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3" name="Google Shape;3463;p113">
              <a:extLst>
                <a:ext uri="{FF2B5EF4-FFF2-40B4-BE49-F238E27FC236}">
                  <a16:creationId xmlns:a16="http://schemas.microsoft.com/office/drawing/2014/main" id="{9B935439-2CD8-A94E-7620-3FB5ACD8D70F}"/>
                </a:ext>
              </a:extLst>
            </p:cNvPr>
            <p:cNvSpPr/>
            <p:nvPr/>
          </p:nvSpPr>
          <p:spPr>
            <a:xfrm>
              <a:off x="5182625" y="2334570"/>
              <a:ext cx="199607" cy="231467"/>
            </a:xfrm>
            <a:custGeom>
              <a:avLst/>
              <a:gdLst/>
              <a:ahLst/>
              <a:cxnLst/>
              <a:rect l="l" t="t" r="r" b="b"/>
              <a:pathLst>
                <a:path w="8959" h="10389" extrusionOk="0">
                  <a:moveTo>
                    <a:pt x="968" y="0"/>
                  </a:moveTo>
                  <a:cubicBezTo>
                    <a:pt x="968" y="0"/>
                    <a:pt x="0" y="234"/>
                    <a:pt x="467" y="934"/>
                  </a:cubicBezTo>
                  <a:cubicBezTo>
                    <a:pt x="901" y="1635"/>
                    <a:pt x="3703" y="5571"/>
                    <a:pt x="4670" y="6938"/>
                  </a:cubicBezTo>
                  <a:cubicBezTo>
                    <a:pt x="6238" y="9140"/>
                    <a:pt x="7439" y="9874"/>
                    <a:pt x="7806" y="10141"/>
                  </a:cubicBezTo>
                  <a:cubicBezTo>
                    <a:pt x="8053" y="10314"/>
                    <a:pt x="8246" y="10389"/>
                    <a:pt x="8389" y="10389"/>
                  </a:cubicBezTo>
                  <a:cubicBezTo>
                    <a:pt x="8959" y="10389"/>
                    <a:pt x="8713" y="9193"/>
                    <a:pt x="7806" y="8339"/>
                  </a:cubicBezTo>
                  <a:cubicBezTo>
                    <a:pt x="6638" y="7272"/>
                    <a:pt x="968" y="0"/>
                    <a:pt x="9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4" name="Google Shape;3464;p113">
              <a:extLst>
                <a:ext uri="{FF2B5EF4-FFF2-40B4-BE49-F238E27FC236}">
                  <a16:creationId xmlns:a16="http://schemas.microsoft.com/office/drawing/2014/main" id="{045F890E-8755-F54F-DEED-A840CB52D11E}"/>
                </a:ext>
              </a:extLst>
            </p:cNvPr>
            <p:cNvSpPr/>
            <p:nvPr/>
          </p:nvSpPr>
          <p:spPr>
            <a:xfrm>
              <a:off x="5326799" y="2521232"/>
              <a:ext cx="52781" cy="44515"/>
            </a:xfrm>
            <a:custGeom>
              <a:avLst/>
              <a:gdLst/>
              <a:ahLst/>
              <a:cxnLst/>
              <a:rect l="l" t="t" r="r" b="b"/>
              <a:pathLst>
                <a:path w="2369" h="1998" extrusionOk="0">
                  <a:moveTo>
                    <a:pt x="823" y="1"/>
                  </a:moveTo>
                  <a:cubicBezTo>
                    <a:pt x="655" y="1"/>
                    <a:pt x="497" y="42"/>
                    <a:pt x="368" y="128"/>
                  </a:cubicBezTo>
                  <a:cubicBezTo>
                    <a:pt x="1" y="428"/>
                    <a:pt x="34" y="1029"/>
                    <a:pt x="468" y="1496"/>
                  </a:cubicBezTo>
                  <a:cubicBezTo>
                    <a:pt x="777" y="1827"/>
                    <a:pt x="1174" y="1997"/>
                    <a:pt x="1513" y="1997"/>
                  </a:cubicBezTo>
                  <a:cubicBezTo>
                    <a:pt x="1686" y="1997"/>
                    <a:pt x="1845" y="1953"/>
                    <a:pt x="1969" y="1863"/>
                  </a:cubicBezTo>
                  <a:cubicBezTo>
                    <a:pt x="2369" y="1596"/>
                    <a:pt x="2302" y="962"/>
                    <a:pt x="1869" y="495"/>
                  </a:cubicBezTo>
                  <a:cubicBezTo>
                    <a:pt x="1575" y="179"/>
                    <a:pt x="1175" y="1"/>
                    <a:pt x="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5" name="Google Shape;3465;p113">
              <a:extLst>
                <a:ext uri="{FF2B5EF4-FFF2-40B4-BE49-F238E27FC236}">
                  <a16:creationId xmlns:a16="http://schemas.microsoft.com/office/drawing/2014/main" id="{6A8FEF09-94C3-B9D8-F35C-D0EB34B2F081}"/>
                </a:ext>
              </a:extLst>
            </p:cNvPr>
            <p:cNvSpPr/>
            <p:nvPr/>
          </p:nvSpPr>
          <p:spPr>
            <a:xfrm>
              <a:off x="5123160" y="2286846"/>
              <a:ext cx="97386" cy="81456"/>
            </a:xfrm>
            <a:custGeom>
              <a:avLst/>
              <a:gdLst/>
              <a:ahLst/>
              <a:cxnLst/>
              <a:rect l="l" t="t" r="r" b="b"/>
              <a:pathLst>
                <a:path w="4371" h="3656" extrusionOk="0">
                  <a:moveTo>
                    <a:pt x="1765" y="1"/>
                  </a:moveTo>
                  <a:cubicBezTo>
                    <a:pt x="1667" y="1"/>
                    <a:pt x="1569" y="24"/>
                    <a:pt x="1468" y="74"/>
                  </a:cubicBezTo>
                  <a:cubicBezTo>
                    <a:pt x="901" y="374"/>
                    <a:pt x="1" y="641"/>
                    <a:pt x="534" y="1875"/>
                  </a:cubicBezTo>
                  <a:cubicBezTo>
                    <a:pt x="939" y="2732"/>
                    <a:pt x="2259" y="3656"/>
                    <a:pt x="3177" y="3656"/>
                  </a:cubicBezTo>
                  <a:cubicBezTo>
                    <a:pt x="3546" y="3656"/>
                    <a:pt x="3851" y="3506"/>
                    <a:pt x="4004" y="3143"/>
                  </a:cubicBezTo>
                  <a:cubicBezTo>
                    <a:pt x="4371" y="2309"/>
                    <a:pt x="3937" y="2009"/>
                    <a:pt x="3270" y="1241"/>
                  </a:cubicBezTo>
                  <a:cubicBezTo>
                    <a:pt x="2714" y="575"/>
                    <a:pt x="2251" y="1"/>
                    <a:pt x="1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6" name="Google Shape;3466;p113">
              <a:extLst>
                <a:ext uri="{FF2B5EF4-FFF2-40B4-BE49-F238E27FC236}">
                  <a16:creationId xmlns:a16="http://schemas.microsoft.com/office/drawing/2014/main" id="{BCDC1F46-AB17-86E8-D99C-D35F0C71DD1F}"/>
                </a:ext>
              </a:extLst>
            </p:cNvPr>
            <p:cNvSpPr/>
            <p:nvPr/>
          </p:nvSpPr>
          <p:spPr>
            <a:xfrm>
              <a:off x="5165537" y="2288896"/>
              <a:ext cx="59465" cy="63520"/>
            </a:xfrm>
            <a:custGeom>
              <a:avLst/>
              <a:gdLst/>
              <a:ahLst/>
              <a:cxnLst/>
              <a:rect l="l" t="t" r="r" b="b"/>
              <a:pathLst>
                <a:path w="2669" h="2851" extrusionOk="0">
                  <a:moveTo>
                    <a:pt x="1801" y="1"/>
                  </a:moveTo>
                  <a:cubicBezTo>
                    <a:pt x="1647" y="1"/>
                    <a:pt x="1422" y="508"/>
                    <a:pt x="1468" y="1016"/>
                  </a:cubicBezTo>
                  <a:cubicBezTo>
                    <a:pt x="1535" y="1750"/>
                    <a:pt x="0" y="2851"/>
                    <a:pt x="2168" y="2851"/>
                  </a:cubicBezTo>
                  <a:cubicBezTo>
                    <a:pt x="2669" y="2851"/>
                    <a:pt x="1935" y="1149"/>
                    <a:pt x="1935" y="349"/>
                  </a:cubicBezTo>
                  <a:cubicBezTo>
                    <a:pt x="1925" y="102"/>
                    <a:pt x="1870" y="1"/>
                    <a:pt x="18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3467" name="Google Shape;3467;p113">
              <a:extLst>
                <a:ext uri="{FF2B5EF4-FFF2-40B4-BE49-F238E27FC236}">
                  <a16:creationId xmlns:a16="http://schemas.microsoft.com/office/drawing/2014/main" id="{26D8D89E-E07B-93C7-78B6-53BDC0225CD7}"/>
                </a:ext>
              </a:extLst>
            </p:cNvPr>
            <p:cNvGrpSpPr/>
            <p:nvPr/>
          </p:nvGrpSpPr>
          <p:grpSpPr>
            <a:xfrm>
              <a:off x="4902432" y="3771162"/>
              <a:ext cx="1386841" cy="41641"/>
              <a:chOff x="4902432" y="3771162"/>
              <a:chExt cx="1386841" cy="41641"/>
            </a:xfrm>
          </p:grpSpPr>
          <p:sp>
            <p:nvSpPr>
              <p:cNvPr id="3468" name="Google Shape;3468;p113">
                <a:extLst>
                  <a:ext uri="{FF2B5EF4-FFF2-40B4-BE49-F238E27FC236}">
                    <a16:creationId xmlns:a16="http://schemas.microsoft.com/office/drawing/2014/main" id="{9316B27D-5B32-9310-E40C-3AF787D13453}"/>
                  </a:ext>
                </a:extLst>
              </p:cNvPr>
              <p:cNvSpPr/>
              <p:nvPr/>
            </p:nvSpPr>
            <p:spPr>
              <a:xfrm>
                <a:off x="4902432" y="3794199"/>
                <a:ext cx="1386841" cy="5971"/>
              </a:xfrm>
              <a:custGeom>
                <a:avLst/>
                <a:gdLst/>
                <a:ahLst/>
                <a:cxnLst/>
                <a:rect l="l" t="t" r="r" b="b"/>
                <a:pathLst>
                  <a:path w="62246" h="268" extrusionOk="0">
                    <a:moveTo>
                      <a:pt x="134" y="1"/>
                    </a:moveTo>
                    <a:cubicBezTo>
                      <a:pt x="34" y="1"/>
                      <a:pt x="1" y="67"/>
                      <a:pt x="1" y="134"/>
                    </a:cubicBezTo>
                    <a:cubicBezTo>
                      <a:pt x="1" y="201"/>
                      <a:pt x="34" y="268"/>
                      <a:pt x="134" y="268"/>
                    </a:cubicBezTo>
                    <a:lnTo>
                      <a:pt x="62112" y="268"/>
                    </a:lnTo>
                    <a:cubicBezTo>
                      <a:pt x="62178" y="268"/>
                      <a:pt x="62245" y="201"/>
                      <a:pt x="62245" y="134"/>
                    </a:cubicBezTo>
                    <a:cubicBezTo>
                      <a:pt x="62245" y="67"/>
                      <a:pt x="62178" y="1"/>
                      <a:pt x="621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69" name="Google Shape;3469;p113">
                <a:extLst>
                  <a:ext uri="{FF2B5EF4-FFF2-40B4-BE49-F238E27FC236}">
                    <a16:creationId xmlns:a16="http://schemas.microsoft.com/office/drawing/2014/main" id="{67203245-3ABA-E31D-4711-4C3DADAAE7D7}"/>
                  </a:ext>
                </a:extLst>
              </p:cNvPr>
              <p:cNvSpPr/>
              <p:nvPr/>
            </p:nvSpPr>
            <p:spPr>
              <a:xfrm>
                <a:off x="4902432" y="3771162"/>
                <a:ext cx="5236" cy="41641"/>
              </a:xfrm>
              <a:custGeom>
                <a:avLst/>
                <a:gdLst/>
                <a:ahLst/>
                <a:cxnLst/>
                <a:rect l="l" t="t" r="r" b="b"/>
                <a:pathLst>
                  <a:path w="235" h="1869" extrusionOk="0">
                    <a:moveTo>
                      <a:pt x="134" y="1"/>
                    </a:moveTo>
                    <a:cubicBezTo>
                      <a:pt x="34" y="1"/>
                      <a:pt x="1" y="67"/>
                      <a:pt x="1" y="134"/>
                    </a:cubicBezTo>
                    <a:lnTo>
                      <a:pt x="1" y="1769"/>
                    </a:lnTo>
                    <a:cubicBezTo>
                      <a:pt x="1" y="1835"/>
                      <a:pt x="34"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0" name="Google Shape;3470;p113">
                <a:extLst>
                  <a:ext uri="{FF2B5EF4-FFF2-40B4-BE49-F238E27FC236}">
                    <a16:creationId xmlns:a16="http://schemas.microsoft.com/office/drawing/2014/main" id="{8D20D588-36B9-53FD-AB4A-4527FEDD7D1C}"/>
                  </a:ext>
                </a:extLst>
              </p:cNvPr>
              <p:cNvSpPr/>
              <p:nvPr/>
            </p:nvSpPr>
            <p:spPr>
              <a:xfrm>
                <a:off x="4965618" y="3771162"/>
                <a:ext cx="5214" cy="41641"/>
              </a:xfrm>
              <a:custGeom>
                <a:avLst/>
                <a:gdLst/>
                <a:ahLst/>
                <a:cxnLst/>
                <a:rect l="l" t="t" r="r" b="b"/>
                <a:pathLst>
                  <a:path w="234" h="1869" extrusionOk="0">
                    <a:moveTo>
                      <a:pt x="100" y="1"/>
                    </a:moveTo>
                    <a:cubicBezTo>
                      <a:pt x="33" y="1"/>
                      <a:pt x="0" y="67"/>
                      <a:pt x="0" y="134"/>
                    </a:cubicBezTo>
                    <a:lnTo>
                      <a:pt x="0" y="1769"/>
                    </a:lnTo>
                    <a:cubicBezTo>
                      <a:pt x="0" y="1835"/>
                      <a:pt x="33" y="1869"/>
                      <a:pt x="100" y="1869"/>
                    </a:cubicBezTo>
                    <a:cubicBezTo>
                      <a:pt x="167" y="1869"/>
                      <a:pt x="234" y="1835"/>
                      <a:pt x="234" y="1769"/>
                    </a:cubicBezTo>
                    <a:lnTo>
                      <a:pt x="234" y="134"/>
                    </a:lnTo>
                    <a:cubicBezTo>
                      <a:pt x="234" y="67"/>
                      <a:pt x="167" y="1"/>
                      <a:pt x="1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1" name="Google Shape;3471;p113">
                <a:extLst>
                  <a:ext uri="{FF2B5EF4-FFF2-40B4-BE49-F238E27FC236}">
                    <a16:creationId xmlns:a16="http://schemas.microsoft.com/office/drawing/2014/main" id="{E840AD32-965D-DDDC-B45D-5E3D6DF4B648}"/>
                  </a:ext>
                </a:extLst>
              </p:cNvPr>
              <p:cNvSpPr/>
              <p:nvPr/>
            </p:nvSpPr>
            <p:spPr>
              <a:xfrm>
                <a:off x="5028047" y="3771340"/>
                <a:ext cx="5949" cy="41463"/>
              </a:xfrm>
              <a:custGeom>
                <a:avLst/>
                <a:gdLst/>
                <a:ahLst/>
                <a:cxnLst/>
                <a:rect l="l" t="t" r="r" b="b"/>
                <a:pathLst>
                  <a:path w="267" h="1861" extrusionOk="0">
                    <a:moveTo>
                      <a:pt x="133" y="1"/>
                    </a:moveTo>
                    <a:cubicBezTo>
                      <a:pt x="67" y="1"/>
                      <a:pt x="0" y="43"/>
                      <a:pt x="0" y="126"/>
                    </a:cubicBezTo>
                    <a:lnTo>
                      <a:pt x="0" y="1761"/>
                    </a:lnTo>
                    <a:cubicBezTo>
                      <a:pt x="0" y="1827"/>
                      <a:pt x="67" y="1861"/>
                      <a:pt x="133" y="1861"/>
                    </a:cubicBezTo>
                    <a:cubicBezTo>
                      <a:pt x="200" y="1861"/>
                      <a:pt x="267" y="1827"/>
                      <a:pt x="267" y="1761"/>
                    </a:cubicBezTo>
                    <a:lnTo>
                      <a:pt x="267" y="126"/>
                    </a:lnTo>
                    <a:cubicBezTo>
                      <a:pt x="267" y="43"/>
                      <a:pt x="200" y="1"/>
                      <a:pt x="1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2" name="Google Shape;3472;p113">
                <a:extLst>
                  <a:ext uri="{FF2B5EF4-FFF2-40B4-BE49-F238E27FC236}">
                    <a16:creationId xmlns:a16="http://schemas.microsoft.com/office/drawing/2014/main" id="{F02C8527-E55A-A936-5F41-46780AE71E26}"/>
                  </a:ext>
                </a:extLst>
              </p:cNvPr>
              <p:cNvSpPr/>
              <p:nvPr/>
            </p:nvSpPr>
            <p:spPr>
              <a:xfrm>
                <a:off x="5090475" y="3771162"/>
                <a:ext cx="5949" cy="41641"/>
              </a:xfrm>
              <a:custGeom>
                <a:avLst/>
                <a:gdLst/>
                <a:ahLst/>
                <a:cxnLst/>
                <a:rect l="l" t="t" r="r" b="b"/>
                <a:pathLst>
                  <a:path w="267" h="1869" extrusionOk="0">
                    <a:moveTo>
                      <a:pt x="133" y="1"/>
                    </a:moveTo>
                    <a:cubicBezTo>
                      <a:pt x="67" y="1"/>
                      <a:pt x="0" y="67"/>
                      <a:pt x="33" y="134"/>
                    </a:cubicBezTo>
                    <a:lnTo>
                      <a:pt x="33" y="1769"/>
                    </a:lnTo>
                    <a:cubicBezTo>
                      <a:pt x="0" y="1835"/>
                      <a:pt x="67" y="1869"/>
                      <a:pt x="133" y="1869"/>
                    </a:cubicBezTo>
                    <a:cubicBezTo>
                      <a:pt x="200" y="1869"/>
                      <a:pt x="267" y="1835"/>
                      <a:pt x="267" y="1769"/>
                    </a:cubicBezTo>
                    <a:lnTo>
                      <a:pt x="267" y="134"/>
                    </a:lnTo>
                    <a:cubicBezTo>
                      <a:pt x="267" y="67"/>
                      <a:pt x="200" y="1"/>
                      <a:pt x="1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3" name="Google Shape;3473;p113">
                <a:extLst>
                  <a:ext uri="{FF2B5EF4-FFF2-40B4-BE49-F238E27FC236}">
                    <a16:creationId xmlns:a16="http://schemas.microsoft.com/office/drawing/2014/main" id="{36972C97-585C-AF49-B135-51686905F27D}"/>
                  </a:ext>
                </a:extLst>
              </p:cNvPr>
              <p:cNvSpPr/>
              <p:nvPr/>
            </p:nvSpPr>
            <p:spPr>
              <a:xfrm>
                <a:off x="5153639" y="3771162"/>
                <a:ext cx="5971" cy="41641"/>
              </a:xfrm>
              <a:custGeom>
                <a:avLst/>
                <a:gdLst/>
                <a:ahLst/>
                <a:cxnLst/>
                <a:rect l="l" t="t" r="r" b="b"/>
                <a:pathLst>
                  <a:path w="268" h="1869" extrusionOk="0">
                    <a:moveTo>
                      <a:pt x="134" y="1"/>
                    </a:moveTo>
                    <a:cubicBezTo>
                      <a:pt x="67" y="1"/>
                      <a:pt x="0" y="67"/>
                      <a:pt x="0" y="134"/>
                    </a:cubicBezTo>
                    <a:lnTo>
                      <a:pt x="0" y="1769"/>
                    </a:lnTo>
                    <a:cubicBezTo>
                      <a:pt x="0" y="1835"/>
                      <a:pt x="67" y="1869"/>
                      <a:pt x="134" y="1869"/>
                    </a:cubicBezTo>
                    <a:cubicBezTo>
                      <a:pt x="201" y="1869"/>
                      <a:pt x="267" y="1835"/>
                      <a:pt x="267" y="1769"/>
                    </a:cubicBezTo>
                    <a:lnTo>
                      <a:pt x="267"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4" name="Google Shape;3474;p113">
                <a:extLst>
                  <a:ext uri="{FF2B5EF4-FFF2-40B4-BE49-F238E27FC236}">
                    <a16:creationId xmlns:a16="http://schemas.microsoft.com/office/drawing/2014/main" id="{654D6839-51E2-38C4-93BA-A2E33A5CF3C7}"/>
                  </a:ext>
                </a:extLst>
              </p:cNvPr>
              <p:cNvSpPr/>
              <p:nvPr/>
            </p:nvSpPr>
            <p:spPr>
              <a:xfrm>
                <a:off x="5216068" y="3771162"/>
                <a:ext cx="5971" cy="41641"/>
              </a:xfrm>
              <a:custGeom>
                <a:avLst/>
                <a:gdLst/>
                <a:ahLst/>
                <a:cxnLst/>
                <a:rect l="l" t="t" r="r" b="b"/>
                <a:pathLst>
                  <a:path w="268" h="1869" extrusionOk="0">
                    <a:moveTo>
                      <a:pt x="134" y="1"/>
                    </a:moveTo>
                    <a:cubicBezTo>
                      <a:pt x="67" y="1"/>
                      <a:pt x="0" y="67"/>
                      <a:pt x="0" y="134"/>
                    </a:cubicBezTo>
                    <a:lnTo>
                      <a:pt x="0" y="1769"/>
                    </a:lnTo>
                    <a:cubicBezTo>
                      <a:pt x="0" y="1835"/>
                      <a:pt x="67" y="1869"/>
                      <a:pt x="134" y="1869"/>
                    </a:cubicBezTo>
                    <a:cubicBezTo>
                      <a:pt x="201" y="1869"/>
                      <a:pt x="267" y="1835"/>
                      <a:pt x="267" y="1769"/>
                    </a:cubicBezTo>
                    <a:lnTo>
                      <a:pt x="267" y="134"/>
                    </a:lnTo>
                    <a:cubicBezTo>
                      <a:pt x="267"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5" name="Google Shape;3475;p113">
                <a:extLst>
                  <a:ext uri="{FF2B5EF4-FFF2-40B4-BE49-F238E27FC236}">
                    <a16:creationId xmlns:a16="http://schemas.microsoft.com/office/drawing/2014/main" id="{C4E6FB6F-B261-9788-2101-2462FACB066B}"/>
                  </a:ext>
                </a:extLst>
              </p:cNvPr>
              <p:cNvSpPr/>
              <p:nvPr/>
            </p:nvSpPr>
            <p:spPr>
              <a:xfrm>
                <a:off x="5279231" y="3771162"/>
                <a:ext cx="5236" cy="41641"/>
              </a:xfrm>
              <a:custGeom>
                <a:avLst/>
                <a:gdLst/>
                <a:ahLst/>
                <a:cxnLst/>
                <a:rect l="l" t="t" r="r" b="b"/>
                <a:pathLst>
                  <a:path w="235" h="1869" extrusionOk="0">
                    <a:moveTo>
                      <a:pt x="134" y="1"/>
                    </a:moveTo>
                    <a:cubicBezTo>
                      <a:pt x="67" y="1"/>
                      <a:pt x="1" y="67"/>
                      <a:pt x="1" y="134"/>
                    </a:cubicBezTo>
                    <a:lnTo>
                      <a:pt x="1" y="1769"/>
                    </a:lnTo>
                    <a:cubicBezTo>
                      <a:pt x="1" y="1835"/>
                      <a:pt x="67"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6" name="Google Shape;3476;p113">
                <a:extLst>
                  <a:ext uri="{FF2B5EF4-FFF2-40B4-BE49-F238E27FC236}">
                    <a16:creationId xmlns:a16="http://schemas.microsoft.com/office/drawing/2014/main" id="{6B774B09-FF8E-1FDC-979F-B2887F0C9778}"/>
                  </a:ext>
                </a:extLst>
              </p:cNvPr>
              <p:cNvSpPr/>
              <p:nvPr/>
            </p:nvSpPr>
            <p:spPr>
              <a:xfrm>
                <a:off x="5341660" y="3771162"/>
                <a:ext cx="5971" cy="41641"/>
              </a:xfrm>
              <a:custGeom>
                <a:avLst/>
                <a:gdLst/>
                <a:ahLst/>
                <a:cxnLst/>
                <a:rect l="l" t="t" r="r" b="b"/>
                <a:pathLst>
                  <a:path w="268" h="1869" extrusionOk="0">
                    <a:moveTo>
                      <a:pt x="134" y="1"/>
                    </a:moveTo>
                    <a:cubicBezTo>
                      <a:pt x="67" y="1"/>
                      <a:pt x="1" y="67"/>
                      <a:pt x="1" y="134"/>
                    </a:cubicBezTo>
                    <a:lnTo>
                      <a:pt x="1" y="1769"/>
                    </a:lnTo>
                    <a:cubicBezTo>
                      <a:pt x="1" y="1835"/>
                      <a:pt x="67" y="1869"/>
                      <a:pt x="134" y="1869"/>
                    </a:cubicBezTo>
                    <a:cubicBezTo>
                      <a:pt x="201" y="1869"/>
                      <a:pt x="268" y="1835"/>
                      <a:pt x="268" y="1769"/>
                    </a:cubicBezTo>
                    <a:lnTo>
                      <a:pt x="268" y="134"/>
                    </a:lnTo>
                    <a:cubicBezTo>
                      <a:pt x="268"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7" name="Google Shape;3477;p113">
                <a:extLst>
                  <a:ext uri="{FF2B5EF4-FFF2-40B4-BE49-F238E27FC236}">
                    <a16:creationId xmlns:a16="http://schemas.microsoft.com/office/drawing/2014/main" id="{F57D4C28-CF9C-1789-45ED-BAE40BF8E86E}"/>
                  </a:ext>
                </a:extLst>
              </p:cNvPr>
              <p:cNvSpPr/>
              <p:nvPr/>
            </p:nvSpPr>
            <p:spPr>
              <a:xfrm>
                <a:off x="5404846" y="3771340"/>
                <a:ext cx="5214" cy="41463"/>
              </a:xfrm>
              <a:custGeom>
                <a:avLst/>
                <a:gdLst/>
                <a:ahLst/>
                <a:cxnLst/>
                <a:rect l="l" t="t" r="r" b="b"/>
                <a:pathLst>
                  <a:path w="234" h="1861" extrusionOk="0">
                    <a:moveTo>
                      <a:pt x="117" y="1"/>
                    </a:moveTo>
                    <a:cubicBezTo>
                      <a:pt x="58" y="1"/>
                      <a:pt x="0" y="43"/>
                      <a:pt x="0" y="126"/>
                    </a:cubicBezTo>
                    <a:lnTo>
                      <a:pt x="0" y="1761"/>
                    </a:lnTo>
                    <a:cubicBezTo>
                      <a:pt x="0" y="1827"/>
                      <a:pt x="67" y="1861"/>
                      <a:pt x="134" y="1861"/>
                    </a:cubicBezTo>
                    <a:cubicBezTo>
                      <a:pt x="200" y="1861"/>
                      <a:pt x="234" y="1827"/>
                      <a:pt x="234" y="1761"/>
                    </a:cubicBezTo>
                    <a:lnTo>
                      <a:pt x="234" y="126"/>
                    </a:lnTo>
                    <a:cubicBezTo>
                      <a:pt x="234" y="43"/>
                      <a:pt x="175" y="1"/>
                      <a:pt x="1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8" name="Google Shape;3478;p113">
                <a:extLst>
                  <a:ext uri="{FF2B5EF4-FFF2-40B4-BE49-F238E27FC236}">
                    <a16:creationId xmlns:a16="http://schemas.microsoft.com/office/drawing/2014/main" id="{845100D4-8663-A047-D4C6-9A34C0368E35}"/>
                  </a:ext>
                </a:extLst>
              </p:cNvPr>
              <p:cNvSpPr/>
              <p:nvPr/>
            </p:nvSpPr>
            <p:spPr>
              <a:xfrm>
                <a:off x="5467275" y="3771340"/>
                <a:ext cx="5949" cy="41463"/>
              </a:xfrm>
              <a:custGeom>
                <a:avLst/>
                <a:gdLst/>
                <a:ahLst/>
                <a:cxnLst/>
                <a:rect l="l" t="t" r="r" b="b"/>
                <a:pathLst>
                  <a:path w="267" h="1861" extrusionOk="0">
                    <a:moveTo>
                      <a:pt x="134" y="1"/>
                    </a:moveTo>
                    <a:cubicBezTo>
                      <a:pt x="67" y="1"/>
                      <a:pt x="0" y="43"/>
                      <a:pt x="0" y="126"/>
                    </a:cubicBezTo>
                    <a:lnTo>
                      <a:pt x="0" y="1761"/>
                    </a:lnTo>
                    <a:cubicBezTo>
                      <a:pt x="0" y="1827"/>
                      <a:pt x="67" y="1861"/>
                      <a:pt x="134" y="1861"/>
                    </a:cubicBezTo>
                    <a:cubicBezTo>
                      <a:pt x="200" y="1861"/>
                      <a:pt x="267" y="1827"/>
                      <a:pt x="267" y="1761"/>
                    </a:cubicBezTo>
                    <a:lnTo>
                      <a:pt x="267" y="126"/>
                    </a:lnTo>
                    <a:cubicBezTo>
                      <a:pt x="267" y="43"/>
                      <a:pt x="200"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79" name="Google Shape;3479;p113">
                <a:extLst>
                  <a:ext uri="{FF2B5EF4-FFF2-40B4-BE49-F238E27FC236}">
                    <a16:creationId xmlns:a16="http://schemas.microsoft.com/office/drawing/2014/main" id="{A2BEDE25-8B18-D37E-82CD-F39F1D6A4346}"/>
                  </a:ext>
                </a:extLst>
              </p:cNvPr>
              <p:cNvSpPr/>
              <p:nvPr/>
            </p:nvSpPr>
            <p:spPr>
              <a:xfrm>
                <a:off x="5530438" y="3771162"/>
                <a:ext cx="5214" cy="41641"/>
              </a:xfrm>
              <a:custGeom>
                <a:avLst/>
                <a:gdLst/>
                <a:ahLst/>
                <a:cxnLst/>
                <a:rect l="l" t="t" r="r" b="b"/>
                <a:pathLst>
                  <a:path w="234" h="1869" extrusionOk="0">
                    <a:moveTo>
                      <a:pt x="134" y="1"/>
                    </a:moveTo>
                    <a:cubicBezTo>
                      <a:pt x="67" y="1"/>
                      <a:pt x="0" y="67"/>
                      <a:pt x="0" y="134"/>
                    </a:cubicBezTo>
                    <a:lnTo>
                      <a:pt x="0" y="1769"/>
                    </a:lnTo>
                    <a:cubicBezTo>
                      <a:pt x="0" y="1835"/>
                      <a:pt x="67"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0" name="Google Shape;3480;p113">
                <a:extLst>
                  <a:ext uri="{FF2B5EF4-FFF2-40B4-BE49-F238E27FC236}">
                    <a16:creationId xmlns:a16="http://schemas.microsoft.com/office/drawing/2014/main" id="{38E2A45D-F948-2821-013C-3E4A377F37DF}"/>
                  </a:ext>
                </a:extLst>
              </p:cNvPr>
              <p:cNvSpPr/>
              <p:nvPr/>
            </p:nvSpPr>
            <p:spPr>
              <a:xfrm>
                <a:off x="5592867" y="3771162"/>
                <a:ext cx="5971" cy="41641"/>
              </a:xfrm>
              <a:custGeom>
                <a:avLst/>
                <a:gdLst/>
                <a:ahLst/>
                <a:cxnLst/>
                <a:rect l="l" t="t" r="r" b="b"/>
                <a:pathLst>
                  <a:path w="268" h="1869" extrusionOk="0">
                    <a:moveTo>
                      <a:pt x="134" y="1"/>
                    </a:moveTo>
                    <a:cubicBezTo>
                      <a:pt x="67" y="1"/>
                      <a:pt x="0" y="67"/>
                      <a:pt x="0" y="134"/>
                    </a:cubicBezTo>
                    <a:lnTo>
                      <a:pt x="0" y="1769"/>
                    </a:lnTo>
                    <a:cubicBezTo>
                      <a:pt x="0" y="1835"/>
                      <a:pt x="67" y="1869"/>
                      <a:pt x="134" y="1869"/>
                    </a:cubicBezTo>
                    <a:cubicBezTo>
                      <a:pt x="201" y="1869"/>
                      <a:pt x="267" y="1835"/>
                      <a:pt x="267" y="1769"/>
                    </a:cubicBezTo>
                    <a:lnTo>
                      <a:pt x="267" y="134"/>
                    </a:lnTo>
                    <a:cubicBezTo>
                      <a:pt x="267"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1" name="Google Shape;3481;p113">
                <a:extLst>
                  <a:ext uri="{FF2B5EF4-FFF2-40B4-BE49-F238E27FC236}">
                    <a16:creationId xmlns:a16="http://schemas.microsoft.com/office/drawing/2014/main" id="{9308EAB0-0DB2-0F09-E4EC-EF6E6DFDA129}"/>
                  </a:ext>
                </a:extLst>
              </p:cNvPr>
              <p:cNvSpPr/>
              <p:nvPr/>
            </p:nvSpPr>
            <p:spPr>
              <a:xfrm>
                <a:off x="5656031" y="3771162"/>
                <a:ext cx="5236" cy="41641"/>
              </a:xfrm>
              <a:custGeom>
                <a:avLst/>
                <a:gdLst/>
                <a:ahLst/>
                <a:cxnLst/>
                <a:rect l="l" t="t" r="r" b="b"/>
                <a:pathLst>
                  <a:path w="235" h="1869" extrusionOk="0">
                    <a:moveTo>
                      <a:pt x="134" y="1"/>
                    </a:moveTo>
                    <a:cubicBezTo>
                      <a:pt x="34" y="1"/>
                      <a:pt x="1" y="67"/>
                      <a:pt x="1" y="134"/>
                    </a:cubicBezTo>
                    <a:lnTo>
                      <a:pt x="1" y="1769"/>
                    </a:lnTo>
                    <a:cubicBezTo>
                      <a:pt x="1" y="1835"/>
                      <a:pt x="34"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2" name="Google Shape;3482;p113">
                <a:extLst>
                  <a:ext uri="{FF2B5EF4-FFF2-40B4-BE49-F238E27FC236}">
                    <a16:creationId xmlns:a16="http://schemas.microsoft.com/office/drawing/2014/main" id="{F5318182-86BE-36F7-5C6F-AF70B3063B79}"/>
                  </a:ext>
                </a:extLst>
              </p:cNvPr>
              <p:cNvSpPr/>
              <p:nvPr/>
            </p:nvSpPr>
            <p:spPr>
              <a:xfrm>
                <a:off x="5718459" y="3771162"/>
                <a:ext cx="5971" cy="41641"/>
              </a:xfrm>
              <a:custGeom>
                <a:avLst/>
                <a:gdLst/>
                <a:ahLst/>
                <a:cxnLst/>
                <a:rect l="l" t="t" r="r" b="b"/>
                <a:pathLst>
                  <a:path w="268" h="1869" extrusionOk="0">
                    <a:moveTo>
                      <a:pt x="134" y="1"/>
                    </a:moveTo>
                    <a:cubicBezTo>
                      <a:pt x="68" y="1"/>
                      <a:pt x="1" y="67"/>
                      <a:pt x="1" y="134"/>
                    </a:cubicBezTo>
                    <a:lnTo>
                      <a:pt x="1" y="1769"/>
                    </a:lnTo>
                    <a:cubicBezTo>
                      <a:pt x="1" y="1835"/>
                      <a:pt x="68" y="1869"/>
                      <a:pt x="134" y="1869"/>
                    </a:cubicBezTo>
                    <a:cubicBezTo>
                      <a:pt x="201" y="1869"/>
                      <a:pt x="268" y="1835"/>
                      <a:pt x="268" y="1769"/>
                    </a:cubicBezTo>
                    <a:lnTo>
                      <a:pt x="268" y="134"/>
                    </a:lnTo>
                    <a:cubicBezTo>
                      <a:pt x="268"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3" name="Google Shape;3483;p113">
                <a:extLst>
                  <a:ext uri="{FF2B5EF4-FFF2-40B4-BE49-F238E27FC236}">
                    <a16:creationId xmlns:a16="http://schemas.microsoft.com/office/drawing/2014/main" id="{45C819DC-B3EE-B49D-71FC-7E07B109790B}"/>
                  </a:ext>
                </a:extLst>
              </p:cNvPr>
              <p:cNvSpPr/>
              <p:nvPr/>
            </p:nvSpPr>
            <p:spPr>
              <a:xfrm>
                <a:off x="5781645" y="3771340"/>
                <a:ext cx="5214" cy="41463"/>
              </a:xfrm>
              <a:custGeom>
                <a:avLst/>
                <a:gdLst/>
                <a:ahLst/>
                <a:cxnLst/>
                <a:rect l="l" t="t" r="r" b="b"/>
                <a:pathLst>
                  <a:path w="234" h="1861" extrusionOk="0">
                    <a:moveTo>
                      <a:pt x="117" y="1"/>
                    </a:moveTo>
                    <a:cubicBezTo>
                      <a:pt x="59" y="1"/>
                      <a:pt x="0" y="43"/>
                      <a:pt x="0" y="126"/>
                    </a:cubicBezTo>
                    <a:lnTo>
                      <a:pt x="0" y="1761"/>
                    </a:lnTo>
                    <a:cubicBezTo>
                      <a:pt x="0" y="1827"/>
                      <a:pt x="34" y="1861"/>
                      <a:pt x="134" y="1861"/>
                    </a:cubicBezTo>
                    <a:cubicBezTo>
                      <a:pt x="200" y="1861"/>
                      <a:pt x="234" y="1827"/>
                      <a:pt x="234" y="1761"/>
                    </a:cubicBezTo>
                    <a:lnTo>
                      <a:pt x="234" y="126"/>
                    </a:lnTo>
                    <a:cubicBezTo>
                      <a:pt x="234" y="43"/>
                      <a:pt x="175" y="1"/>
                      <a:pt x="1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4" name="Google Shape;3484;p113">
                <a:extLst>
                  <a:ext uri="{FF2B5EF4-FFF2-40B4-BE49-F238E27FC236}">
                    <a16:creationId xmlns:a16="http://schemas.microsoft.com/office/drawing/2014/main" id="{420209BB-B3A0-D456-EA02-086FD17D179E}"/>
                  </a:ext>
                </a:extLst>
              </p:cNvPr>
              <p:cNvSpPr/>
              <p:nvPr/>
            </p:nvSpPr>
            <p:spPr>
              <a:xfrm>
                <a:off x="5844074" y="3771340"/>
                <a:ext cx="5971" cy="41463"/>
              </a:xfrm>
              <a:custGeom>
                <a:avLst/>
                <a:gdLst/>
                <a:ahLst/>
                <a:cxnLst/>
                <a:rect l="l" t="t" r="r" b="b"/>
                <a:pathLst>
                  <a:path w="268" h="1861" extrusionOk="0">
                    <a:moveTo>
                      <a:pt x="134" y="1"/>
                    </a:moveTo>
                    <a:cubicBezTo>
                      <a:pt x="67" y="1"/>
                      <a:pt x="0" y="43"/>
                      <a:pt x="0" y="126"/>
                    </a:cubicBezTo>
                    <a:lnTo>
                      <a:pt x="0" y="1761"/>
                    </a:lnTo>
                    <a:cubicBezTo>
                      <a:pt x="0" y="1827"/>
                      <a:pt x="67" y="1861"/>
                      <a:pt x="134" y="1861"/>
                    </a:cubicBezTo>
                    <a:cubicBezTo>
                      <a:pt x="200" y="1861"/>
                      <a:pt x="267" y="1827"/>
                      <a:pt x="267" y="1761"/>
                    </a:cubicBezTo>
                    <a:lnTo>
                      <a:pt x="267" y="126"/>
                    </a:lnTo>
                    <a:cubicBezTo>
                      <a:pt x="267" y="43"/>
                      <a:pt x="200"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5" name="Google Shape;3485;p113">
                <a:extLst>
                  <a:ext uri="{FF2B5EF4-FFF2-40B4-BE49-F238E27FC236}">
                    <a16:creationId xmlns:a16="http://schemas.microsoft.com/office/drawing/2014/main" id="{3C872EEB-2F8F-FD88-3689-96E1037A70FB}"/>
                  </a:ext>
                </a:extLst>
              </p:cNvPr>
              <p:cNvSpPr/>
              <p:nvPr/>
            </p:nvSpPr>
            <p:spPr>
              <a:xfrm>
                <a:off x="5907238" y="3771162"/>
                <a:ext cx="5236" cy="41641"/>
              </a:xfrm>
              <a:custGeom>
                <a:avLst/>
                <a:gdLst/>
                <a:ahLst/>
                <a:cxnLst/>
                <a:rect l="l" t="t" r="r" b="b"/>
                <a:pathLst>
                  <a:path w="235" h="1869" extrusionOk="0">
                    <a:moveTo>
                      <a:pt x="134" y="1"/>
                    </a:moveTo>
                    <a:cubicBezTo>
                      <a:pt x="34" y="1"/>
                      <a:pt x="1" y="67"/>
                      <a:pt x="1" y="134"/>
                    </a:cubicBezTo>
                    <a:lnTo>
                      <a:pt x="1" y="1769"/>
                    </a:lnTo>
                    <a:cubicBezTo>
                      <a:pt x="1" y="1835"/>
                      <a:pt x="34" y="1869"/>
                      <a:pt x="134" y="1869"/>
                    </a:cubicBezTo>
                    <a:cubicBezTo>
                      <a:pt x="201" y="1869"/>
                      <a:pt x="234" y="1835"/>
                      <a:pt x="234" y="1769"/>
                    </a:cubicBezTo>
                    <a:lnTo>
                      <a:pt x="234" y="134"/>
                    </a:lnTo>
                    <a:cubicBezTo>
                      <a:pt x="234"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6" name="Google Shape;3486;p113">
                <a:extLst>
                  <a:ext uri="{FF2B5EF4-FFF2-40B4-BE49-F238E27FC236}">
                    <a16:creationId xmlns:a16="http://schemas.microsoft.com/office/drawing/2014/main" id="{504CA22D-3300-5214-16E3-28CE2E021FAC}"/>
                  </a:ext>
                </a:extLst>
              </p:cNvPr>
              <p:cNvSpPr/>
              <p:nvPr/>
            </p:nvSpPr>
            <p:spPr>
              <a:xfrm>
                <a:off x="5969666" y="3771162"/>
                <a:ext cx="5971" cy="41641"/>
              </a:xfrm>
              <a:custGeom>
                <a:avLst/>
                <a:gdLst/>
                <a:ahLst/>
                <a:cxnLst/>
                <a:rect l="l" t="t" r="r" b="b"/>
                <a:pathLst>
                  <a:path w="268" h="1869" extrusionOk="0">
                    <a:moveTo>
                      <a:pt x="134" y="1"/>
                    </a:moveTo>
                    <a:cubicBezTo>
                      <a:pt x="67" y="1"/>
                      <a:pt x="1" y="67"/>
                      <a:pt x="1" y="134"/>
                    </a:cubicBezTo>
                    <a:lnTo>
                      <a:pt x="1" y="1769"/>
                    </a:lnTo>
                    <a:cubicBezTo>
                      <a:pt x="1" y="1835"/>
                      <a:pt x="67" y="1869"/>
                      <a:pt x="134" y="1869"/>
                    </a:cubicBezTo>
                    <a:cubicBezTo>
                      <a:pt x="201" y="1869"/>
                      <a:pt x="267" y="1835"/>
                      <a:pt x="267" y="1769"/>
                    </a:cubicBezTo>
                    <a:lnTo>
                      <a:pt x="267" y="134"/>
                    </a:lnTo>
                    <a:cubicBezTo>
                      <a:pt x="267"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7" name="Google Shape;3487;p113">
                <a:extLst>
                  <a:ext uri="{FF2B5EF4-FFF2-40B4-BE49-F238E27FC236}">
                    <a16:creationId xmlns:a16="http://schemas.microsoft.com/office/drawing/2014/main" id="{0C4045CE-46E0-464E-44B9-D3A09BDCEBFE}"/>
                  </a:ext>
                </a:extLst>
              </p:cNvPr>
              <p:cNvSpPr/>
              <p:nvPr/>
            </p:nvSpPr>
            <p:spPr>
              <a:xfrm>
                <a:off x="6032474" y="3771897"/>
                <a:ext cx="5971" cy="40906"/>
              </a:xfrm>
              <a:custGeom>
                <a:avLst/>
                <a:gdLst/>
                <a:ahLst/>
                <a:cxnLst/>
                <a:rect l="l" t="t" r="r" b="b"/>
                <a:pathLst>
                  <a:path w="268" h="1836" extrusionOk="0">
                    <a:moveTo>
                      <a:pt x="134" y="1"/>
                    </a:moveTo>
                    <a:cubicBezTo>
                      <a:pt x="67" y="1"/>
                      <a:pt x="0" y="34"/>
                      <a:pt x="17" y="101"/>
                    </a:cubicBezTo>
                    <a:lnTo>
                      <a:pt x="17" y="1736"/>
                    </a:lnTo>
                    <a:cubicBezTo>
                      <a:pt x="17" y="1802"/>
                      <a:pt x="50" y="1836"/>
                      <a:pt x="117" y="1836"/>
                    </a:cubicBezTo>
                    <a:cubicBezTo>
                      <a:pt x="184" y="1836"/>
                      <a:pt x="250" y="1802"/>
                      <a:pt x="250" y="1736"/>
                    </a:cubicBezTo>
                    <a:lnTo>
                      <a:pt x="250" y="101"/>
                    </a:lnTo>
                    <a:cubicBezTo>
                      <a:pt x="267" y="34"/>
                      <a:pt x="200"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8" name="Google Shape;3488;p113">
                <a:extLst>
                  <a:ext uri="{FF2B5EF4-FFF2-40B4-BE49-F238E27FC236}">
                    <a16:creationId xmlns:a16="http://schemas.microsoft.com/office/drawing/2014/main" id="{C4BA5F9A-C75F-6B97-FA60-62099DB5760F}"/>
                  </a:ext>
                </a:extLst>
              </p:cNvPr>
              <p:cNvSpPr/>
              <p:nvPr/>
            </p:nvSpPr>
            <p:spPr>
              <a:xfrm>
                <a:off x="6095259" y="3771162"/>
                <a:ext cx="5971" cy="41641"/>
              </a:xfrm>
              <a:custGeom>
                <a:avLst/>
                <a:gdLst/>
                <a:ahLst/>
                <a:cxnLst/>
                <a:rect l="l" t="t" r="r" b="b"/>
                <a:pathLst>
                  <a:path w="268" h="1869" extrusionOk="0">
                    <a:moveTo>
                      <a:pt x="134" y="1"/>
                    </a:moveTo>
                    <a:cubicBezTo>
                      <a:pt x="68" y="1"/>
                      <a:pt x="1" y="67"/>
                      <a:pt x="1" y="134"/>
                    </a:cubicBezTo>
                    <a:lnTo>
                      <a:pt x="1" y="1769"/>
                    </a:lnTo>
                    <a:cubicBezTo>
                      <a:pt x="1" y="1835"/>
                      <a:pt x="68" y="1869"/>
                      <a:pt x="134" y="1869"/>
                    </a:cubicBezTo>
                    <a:cubicBezTo>
                      <a:pt x="201" y="1869"/>
                      <a:pt x="268" y="1835"/>
                      <a:pt x="268" y="1769"/>
                    </a:cubicBezTo>
                    <a:lnTo>
                      <a:pt x="268" y="134"/>
                    </a:lnTo>
                    <a:cubicBezTo>
                      <a:pt x="268" y="67"/>
                      <a:pt x="201"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89" name="Google Shape;3489;p113">
                <a:extLst>
                  <a:ext uri="{FF2B5EF4-FFF2-40B4-BE49-F238E27FC236}">
                    <a16:creationId xmlns:a16="http://schemas.microsoft.com/office/drawing/2014/main" id="{3D97045D-BF86-4BA6-0FE1-5E953198E482}"/>
                  </a:ext>
                </a:extLst>
              </p:cNvPr>
              <p:cNvSpPr/>
              <p:nvPr/>
            </p:nvSpPr>
            <p:spPr>
              <a:xfrm>
                <a:off x="6158445" y="3771162"/>
                <a:ext cx="5214" cy="41641"/>
              </a:xfrm>
              <a:custGeom>
                <a:avLst/>
                <a:gdLst/>
                <a:ahLst/>
                <a:cxnLst/>
                <a:rect l="l" t="t" r="r" b="b"/>
                <a:pathLst>
                  <a:path w="234" h="1869" extrusionOk="0">
                    <a:moveTo>
                      <a:pt x="100" y="1"/>
                    </a:moveTo>
                    <a:cubicBezTo>
                      <a:pt x="34" y="1"/>
                      <a:pt x="0" y="67"/>
                      <a:pt x="0" y="134"/>
                    </a:cubicBezTo>
                    <a:lnTo>
                      <a:pt x="0" y="1769"/>
                    </a:lnTo>
                    <a:cubicBezTo>
                      <a:pt x="0" y="1835"/>
                      <a:pt x="34" y="1869"/>
                      <a:pt x="100" y="1869"/>
                    </a:cubicBezTo>
                    <a:cubicBezTo>
                      <a:pt x="167" y="1869"/>
                      <a:pt x="234" y="1835"/>
                      <a:pt x="234" y="1769"/>
                    </a:cubicBezTo>
                    <a:lnTo>
                      <a:pt x="234" y="134"/>
                    </a:lnTo>
                    <a:cubicBezTo>
                      <a:pt x="234" y="67"/>
                      <a:pt x="167" y="1"/>
                      <a:pt x="1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0" name="Google Shape;3490;p113">
                <a:extLst>
                  <a:ext uri="{FF2B5EF4-FFF2-40B4-BE49-F238E27FC236}">
                    <a16:creationId xmlns:a16="http://schemas.microsoft.com/office/drawing/2014/main" id="{3E04709B-3D6F-0611-2E24-9B20B41E6743}"/>
                  </a:ext>
                </a:extLst>
              </p:cNvPr>
              <p:cNvSpPr/>
              <p:nvPr/>
            </p:nvSpPr>
            <p:spPr>
              <a:xfrm>
                <a:off x="6221609" y="3771340"/>
                <a:ext cx="5236" cy="41463"/>
              </a:xfrm>
              <a:custGeom>
                <a:avLst/>
                <a:gdLst/>
                <a:ahLst/>
                <a:cxnLst/>
                <a:rect l="l" t="t" r="r" b="b"/>
                <a:pathLst>
                  <a:path w="235" h="1861" extrusionOk="0">
                    <a:moveTo>
                      <a:pt x="117" y="1"/>
                    </a:moveTo>
                    <a:cubicBezTo>
                      <a:pt x="59" y="1"/>
                      <a:pt x="1" y="43"/>
                      <a:pt x="1" y="126"/>
                    </a:cubicBezTo>
                    <a:lnTo>
                      <a:pt x="1" y="1761"/>
                    </a:lnTo>
                    <a:cubicBezTo>
                      <a:pt x="1" y="1827"/>
                      <a:pt x="34" y="1861"/>
                      <a:pt x="134" y="1861"/>
                    </a:cubicBezTo>
                    <a:cubicBezTo>
                      <a:pt x="201" y="1861"/>
                      <a:pt x="234" y="1827"/>
                      <a:pt x="234" y="1761"/>
                    </a:cubicBezTo>
                    <a:lnTo>
                      <a:pt x="234" y="126"/>
                    </a:lnTo>
                    <a:cubicBezTo>
                      <a:pt x="234" y="43"/>
                      <a:pt x="176" y="1"/>
                      <a:pt x="1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3491" name="Google Shape;3491;p113">
              <a:extLst>
                <a:ext uri="{FF2B5EF4-FFF2-40B4-BE49-F238E27FC236}">
                  <a16:creationId xmlns:a16="http://schemas.microsoft.com/office/drawing/2014/main" id="{DA60C705-1403-0DFA-0AA1-2601FC9E8BE2}"/>
                </a:ext>
              </a:extLst>
            </p:cNvPr>
            <p:cNvSpPr/>
            <p:nvPr/>
          </p:nvSpPr>
          <p:spPr>
            <a:xfrm>
              <a:off x="6284037" y="3771162"/>
              <a:ext cx="5236" cy="41641"/>
            </a:xfrm>
            <a:custGeom>
              <a:avLst/>
              <a:gdLst/>
              <a:ahLst/>
              <a:cxnLst/>
              <a:rect l="l" t="t" r="r" b="b"/>
              <a:pathLst>
                <a:path w="235" h="1869" extrusionOk="0">
                  <a:moveTo>
                    <a:pt x="101" y="1"/>
                  </a:moveTo>
                  <a:cubicBezTo>
                    <a:pt x="34" y="1"/>
                    <a:pt x="1" y="67"/>
                    <a:pt x="1" y="134"/>
                  </a:cubicBezTo>
                  <a:lnTo>
                    <a:pt x="1" y="1769"/>
                  </a:lnTo>
                  <a:cubicBezTo>
                    <a:pt x="1" y="1835"/>
                    <a:pt x="34" y="1869"/>
                    <a:pt x="101" y="1869"/>
                  </a:cubicBezTo>
                  <a:cubicBezTo>
                    <a:pt x="167" y="1869"/>
                    <a:pt x="234" y="1835"/>
                    <a:pt x="234" y="1769"/>
                  </a:cubicBezTo>
                  <a:lnTo>
                    <a:pt x="234" y="134"/>
                  </a:lnTo>
                  <a:cubicBezTo>
                    <a:pt x="234" y="67"/>
                    <a:pt x="167" y="1"/>
                    <a:pt x="101"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2" name="Google Shape;3492;p113">
              <a:extLst>
                <a:ext uri="{FF2B5EF4-FFF2-40B4-BE49-F238E27FC236}">
                  <a16:creationId xmlns:a16="http://schemas.microsoft.com/office/drawing/2014/main" id="{52015934-55BB-83AA-D912-7E247E91AACB}"/>
                </a:ext>
              </a:extLst>
            </p:cNvPr>
            <p:cNvSpPr/>
            <p:nvPr/>
          </p:nvSpPr>
          <p:spPr>
            <a:xfrm>
              <a:off x="6502225" y="2223370"/>
              <a:ext cx="590442" cy="485147"/>
            </a:xfrm>
            <a:custGeom>
              <a:avLst/>
              <a:gdLst/>
              <a:ahLst/>
              <a:cxnLst/>
              <a:rect l="l" t="t" r="r" b="b"/>
              <a:pathLst>
                <a:path w="26501" h="21775" extrusionOk="0">
                  <a:moveTo>
                    <a:pt x="23191" y="1"/>
                  </a:moveTo>
                  <a:cubicBezTo>
                    <a:pt x="21993" y="1"/>
                    <a:pt x="20869" y="724"/>
                    <a:pt x="20429" y="1889"/>
                  </a:cubicBezTo>
                  <a:lnTo>
                    <a:pt x="20429" y="1956"/>
                  </a:lnTo>
                  <a:cubicBezTo>
                    <a:pt x="20262" y="2456"/>
                    <a:pt x="19996" y="3056"/>
                    <a:pt x="19762" y="3590"/>
                  </a:cubicBezTo>
                  <a:lnTo>
                    <a:pt x="19062" y="5258"/>
                  </a:lnTo>
                  <a:cubicBezTo>
                    <a:pt x="18561" y="6359"/>
                    <a:pt x="18061" y="7460"/>
                    <a:pt x="17527" y="8527"/>
                  </a:cubicBezTo>
                  <a:cubicBezTo>
                    <a:pt x="17027" y="9628"/>
                    <a:pt x="16460" y="10662"/>
                    <a:pt x="15859" y="11663"/>
                  </a:cubicBezTo>
                  <a:cubicBezTo>
                    <a:pt x="15326" y="12597"/>
                    <a:pt x="14692" y="13531"/>
                    <a:pt x="13991" y="14398"/>
                  </a:cubicBezTo>
                  <a:cubicBezTo>
                    <a:pt x="13691" y="14798"/>
                    <a:pt x="13357" y="15132"/>
                    <a:pt x="12991" y="15465"/>
                  </a:cubicBezTo>
                  <a:cubicBezTo>
                    <a:pt x="12657" y="15765"/>
                    <a:pt x="12323" y="16032"/>
                    <a:pt x="11956" y="16232"/>
                  </a:cubicBezTo>
                  <a:cubicBezTo>
                    <a:pt x="11089" y="16733"/>
                    <a:pt x="10122" y="17066"/>
                    <a:pt x="9154" y="17233"/>
                  </a:cubicBezTo>
                  <a:cubicBezTo>
                    <a:pt x="8621" y="17333"/>
                    <a:pt x="8087" y="17400"/>
                    <a:pt x="7520" y="17467"/>
                  </a:cubicBezTo>
                  <a:cubicBezTo>
                    <a:pt x="6986" y="17500"/>
                    <a:pt x="6386" y="17533"/>
                    <a:pt x="5819" y="17533"/>
                  </a:cubicBezTo>
                  <a:cubicBezTo>
                    <a:pt x="5252" y="17533"/>
                    <a:pt x="4651" y="17500"/>
                    <a:pt x="4051" y="17467"/>
                  </a:cubicBezTo>
                  <a:cubicBezTo>
                    <a:pt x="3784" y="17433"/>
                    <a:pt x="3484" y="17433"/>
                    <a:pt x="3184" y="17400"/>
                  </a:cubicBezTo>
                  <a:lnTo>
                    <a:pt x="2350" y="17300"/>
                  </a:lnTo>
                  <a:lnTo>
                    <a:pt x="2216" y="17300"/>
                  </a:lnTo>
                  <a:cubicBezTo>
                    <a:pt x="2159" y="17294"/>
                    <a:pt x="2102" y="17291"/>
                    <a:pt x="2047" y="17291"/>
                  </a:cubicBezTo>
                  <a:cubicBezTo>
                    <a:pt x="540" y="17291"/>
                    <a:pt x="1" y="19425"/>
                    <a:pt x="1449" y="20069"/>
                  </a:cubicBezTo>
                  <a:cubicBezTo>
                    <a:pt x="2083" y="20369"/>
                    <a:pt x="2750" y="20602"/>
                    <a:pt x="3417" y="20836"/>
                  </a:cubicBezTo>
                  <a:cubicBezTo>
                    <a:pt x="4051" y="21036"/>
                    <a:pt x="4718" y="21203"/>
                    <a:pt x="5385" y="21369"/>
                  </a:cubicBezTo>
                  <a:cubicBezTo>
                    <a:pt x="6646" y="21640"/>
                    <a:pt x="7907" y="21775"/>
                    <a:pt x="9192" y="21775"/>
                  </a:cubicBezTo>
                  <a:cubicBezTo>
                    <a:pt x="9335" y="21775"/>
                    <a:pt x="9478" y="21773"/>
                    <a:pt x="9621" y="21770"/>
                  </a:cubicBezTo>
                  <a:cubicBezTo>
                    <a:pt x="11156" y="21736"/>
                    <a:pt x="12690" y="21436"/>
                    <a:pt x="14125" y="20869"/>
                  </a:cubicBezTo>
                  <a:cubicBezTo>
                    <a:pt x="14892" y="20536"/>
                    <a:pt x="15626" y="20102"/>
                    <a:pt x="16293" y="19602"/>
                  </a:cubicBezTo>
                  <a:cubicBezTo>
                    <a:pt x="16893" y="19135"/>
                    <a:pt x="17494" y="18601"/>
                    <a:pt x="18027" y="18067"/>
                  </a:cubicBezTo>
                  <a:cubicBezTo>
                    <a:pt x="19862" y="15999"/>
                    <a:pt x="21463" y="13697"/>
                    <a:pt x="22697" y="11229"/>
                  </a:cubicBezTo>
                  <a:cubicBezTo>
                    <a:pt x="23331" y="10061"/>
                    <a:pt x="23932" y="8861"/>
                    <a:pt x="24465" y="7660"/>
                  </a:cubicBezTo>
                  <a:cubicBezTo>
                    <a:pt x="24732" y="7059"/>
                    <a:pt x="24966" y="6492"/>
                    <a:pt x="25233" y="5858"/>
                  </a:cubicBezTo>
                  <a:cubicBezTo>
                    <a:pt x="25466" y="5225"/>
                    <a:pt x="25700" y="4624"/>
                    <a:pt x="25933" y="3957"/>
                  </a:cubicBezTo>
                  <a:cubicBezTo>
                    <a:pt x="26500" y="2456"/>
                    <a:pt x="25733" y="755"/>
                    <a:pt x="24232" y="188"/>
                  </a:cubicBezTo>
                  <a:cubicBezTo>
                    <a:pt x="23889" y="61"/>
                    <a:pt x="23537" y="1"/>
                    <a:pt x="231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3" name="Google Shape;3493;p113">
              <a:extLst>
                <a:ext uri="{FF2B5EF4-FFF2-40B4-BE49-F238E27FC236}">
                  <a16:creationId xmlns:a16="http://schemas.microsoft.com/office/drawing/2014/main" id="{8779D1FC-1426-4E54-F2DB-DB5F32FA8AAA}"/>
                </a:ext>
              </a:extLst>
            </p:cNvPr>
            <p:cNvSpPr/>
            <p:nvPr/>
          </p:nvSpPr>
          <p:spPr>
            <a:xfrm>
              <a:off x="7178847" y="2234132"/>
              <a:ext cx="314393" cy="557045"/>
            </a:xfrm>
            <a:custGeom>
              <a:avLst/>
              <a:gdLst/>
              <a:ahLst/>
              <a:cxnLst/>
              <a:rect l="l" t="t" r="r" b="b"/>
              <a:pathLst>
                <a:path w="14111" h="25002" extrusionOk="0">
                  <a:moveTo>
                    <a:pt x="7832" y="0"/>
                  </a:moveTo>
                  <a:cubicBezTo>
                    <a:pt x="7479" y="0"/>
                    <a:pt x="7120" y="66"/>
                    <a:pt x="6772" y="205"/>
                  </a:cubicBezTo>
                  <a:cubicBezTo>
                    <a:pt x="5271" y="772"/>
                    <a:pt x="4504" y="2473"/>
                    <a:pt x="5071" y="3974"/>
                  </a:cubicBezTo>
                  <a:cubicBezTo>
                    <a:pt x="5438" y="4942"/>
                    <a:pt x="5838" y="5976"/>
                    <a:pt x="6172" y="6977"/>
                  </a:cubicBezTo>
                  <a:cubicBezTo>
                    <a:pt x="6505" y="8011"/>
                    <a:pt x="6839" y="9045"/>
                    <a:pt x="7139" y="10079"/>
                  </a:cubicBezTo>
                  <a:cubicBezTo>
                    <a:pt x="7739" y="12080"/>
                    <a:pt x="8240" y="14148"/>
                    <a:pt x="8607" y="16250"/>
                  </a:cubicBezTo>
                  <a:cubicBezTo>
                    <a:pt x="8673" y="16750"/>
                    <a:pt x="8740" y="17251"/>
                    <a:pt x="8807" y="17751"/>
                  </a:cubicBezTo>
                  <a:cubicBezTo>
                    <a:pt x="8840" y="17984"/>
                    <a:pt x="8840" y="18218"/>
                    <a:pt x="8874" y="18451"/>
                  </a:cubicBezTo>
                  <a:cubicBezTo>
                    <a:pt x="8874" y="18485"/>
                    <a:pt x="8874" y="18518"/>
                    <a:pt x="8874" y="18585"/>
                  </a:cubicBezTo>
                  <a:cubicBezTo>
                    <a:pt x="8673" y="18685"/>
                    <a:pt x="8440" y="18785"/>
                    <a:pt x="8206" y="18885"/>
                  </a:cubicBezTo>
                  <a:cubicBezTo>
                    <a:pt x="6338" y="19552"/>
                    <a:pt x="4370" y="19986"/>
                    <a:pt x="2402" y="20153"/>
                  </a:cubicBezTo>
                  <a:lnTo>
                    <a:pt x="2336" y="20153"/>
                  </a:lnTo>
                  <a:cubicBezTo>
                    <a:pt x="1001" y="20253"/>
                    <a:pt x="1" y="21420"/>
                    <a:pt x="134" y="22788"/>
                  </a:cubicBezTo>
                  <a:cubicBezTo>
                    <a:pt x="228" y="24042"/>
                    <a:pt x="1295" y="25001"/>
                    <a:pt x="2530" y="25001"/>
                  </a:cubicBezTo>
                  <a:cubicBezTo>
                    <a:pt x="2609" y="25001"/>
                    <a:pt x="2689" y="24997"/>
                    <a:pt x="2769" y="24989"/>
                  </a:cubicBezTo>
                  <a:cubicBezTo>
                    <a:pt x="3403" y="24956"/>
                    <a:pt x="3970" y="24889"/>
                    <a:pt x="4571" y="24789"/>
                  </a:cubicBezTo>
                  <a:cubicBezTo>
                    <a:pt x="5171" y="24723"/>
                    <a:pt x="5738" y="24622"/>
                    <a:pt x="6338" y="24522"/>
                  </a:cubicBezTo>
                  <a:cubicBezTo>
                    <a:pt x="7573" y="24322"/>
                    <a:pt x="8807" y="24022"/>
                    <a:pt x="9974" y="23622"/>
                  </a:cubicBezTo>
                  <a:cubicBezTo>
                    <a:pt x="10708" y="23355"/>
                    <a:pt x="11409" y="23021"/>
                    <a:pt x="12043" y="22588"/>
                  </a:cubicBezTo>
                  <a:cubicBezTo>
                    <a:pt x="12510" y="22287"/>
                    <a:pt x="12910" y="21921"/>
                    <a:pt x="13243" y="21487"/>
                  </a:cubicBezTo>
                  <a:cubicBezTo>
                    <a:pt x="13444" y="21187"/>
                    <a:pt x="13644" y="20886"/>
                    <a:pt x="13777" y="20553"/>
                  </a:cubicBezTo>
                  <a:cubicBezTo>
                    <a:pt x="13944" y="20153"/>
                    <a:pt x="14044" y="19752"/>
                    <a:pt x="14077" y="19319"/>
                  </a:cubicBezTo>
                  <a:lnTo>
                    <a:pt x="14077" y="19185"/>
                  </a:lnTo>
                  <a:lnTo>
                    <a:pt x="14077" y="18952"/>
                  </a:lnTo>
                  <a:lnTo>
                    <a:pt x="14111" y="18952"/>
                  </a:lnTo>
                  <a:lnTo>
                    <a:pt x="14111" y="18718"/>
                  </a:lnTo>
                  <a:lnTo>
                    <a:pt x="14111" y="18218"/>
                  </a:lnTo>
                  <a:cubicBezTo>
                    <a:pt x="14111" y="17918"/>
                    <a:pt x="14077" y="17617"/>
                    <a:pt x="14044" y="17284"/>
                  </a:cubicBezTo>
                  <a:cubicBezTo>
                    <a:pt x="14011" y="16683"/>
                    <a:pt x="13944" y="16083"/>
                    <a:pt x="13877" y="15483"/>
                  </a:cubicBezTo>
                  <a:cubicBezTo>
                    <a:pt x="13544" y="13181"/>
                    <a:pt x="13077" y="10879"/>
                    <a:pt x="12510" y="8644"/>
                  </a:cubicBezTo>
                  <a:cubicBezTo>
                    <a:pt x="12209" y="7510"/>
                    <a:pt x="11909" y="6409"/>
                    <a:pt x="11609" y="5309"/>
                  </a:cubicBezTo>
                  <a:cubicBezTo>
                    <a:pt x="11275" y="4208"/>
                    <a:pt x="10975" y="3140"/>
                    <a:pt x="10575" y="2006"/>
                  </a:cubicBezTo>
                  <a:cubicBezTo>
                    <a:pt x="10575" y="1973"/>
                    <a:pt x="10541" y="1906"/>
                    <a:pt x="10541" y="1873"/>
                  </a:cubicBezTo>
                  <a:cubicBezTo>
                    <a:pt x="10106" y="720"/>
                    <a:pt x="9001" y="0"/>
                    <a:pt x="78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4" name="Google Shape;3494;p113">
              <a:extLst>
                <a:ext uri="{FF2B5EF4-FFF2-40B4-BE49-F238E27FC236}">
                  <a16:creationId xmlns:a16="http://schemas.microsoft.com/office/drawing/2014/main" id="{B20CFC99-F4AA-8D52-2A25-05BE71E8F199}"/>
                </a:ext>
              </a:extLst>
            </p:cNvPr>
            <p:cNvSpPr/>
            <p:nvPr/>
          </p:nvSpPr>
          <p:spPr>
            <a:xfrm>
              <a:off x="6489169" y="2613270"/>
              <a:ext cx="90680" cy="79540"/>
            </a:xfrm>
            <a:custGeom>
              <a:avLst/>
              <a:gdLst/>
              <a:ahLst/>
              <a:cxnLst/>
              <a:rect l="l" t="t" r="r" b="b"/>
              <a:pathLst>
                <a:path w="4070" h="3570" extrusionOk="0">
                  <a:moveTo>
                    <a:pt x="0" y="0"/>
                  </a:moveTo>
                  <a:lnTo>
                    <a:pt x="867" y="3569"/>
                  </a:lnTo>
                  <a:lnTo>
                    <a:pt x="1168" y="3569"/>
                  </a:lnTo>
                  <a:cubicBezTo>
                    <a:pt x="2902" y="3536"/>
                    <a:pt x="4070" y="1768"/>
                    <a:pt x="3403" y="167"/>
                  </a:cubicBezTo>
                  <a:lnTo>
                    <a:pt x="0"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5" name="Google Shape;3495;p113">
              <a:extLst>
                <a:ext uri="{FF2B5EF4-FFF2-40B4-BE49-F238E27FC236}">
                  <a16:creationId xmlns:a16="http://schemas.microsoft.com/office/drawing/2014/main" id="{734B1678-E040-91A6-F495-984BE7C40631}"/>
                </a:ext>
              </a:extLst>
            </p:cNvPr>
            <p:cNvSpPr/>
            <p:nvPr/>
          </p:nvSpPr>
          <p:spPr>
            <a:xfrm>
              <a:off x="6421527" y="2613270"/>
              <a:ext cx="87716" cy="92172"/>
            </a:xfrm>
            <a:custGeom>
              <a:avLst/>
              <a:gdLst/>
              <a:ahLst/>
              <a:cxnLst/>
              <a:rect l="l" t="t" r="r" b="b"/>
              <a:pathLst>
                <a:path w="3937" h="4137" extrusionOk="0">
                  <a:moveTo>
                    <a:pt x="3036" y="0"/>
                  </a:moveTo>
                  <a:lnTo>
                    <a:pt x="1" y="1868"/>
                  </a:lnTo>
                  <a:lnTo>
                    <a:pt x="2202" y="4136"/>
                  </a:lnTo>
                  <a:lnTo>
                    <a:pt x="3937" y="3569"/>
                  </a:lnTo>
                  <a:lnTo>
                    <a:pt x="3036"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6" name="Google Shape;3496;p113">
              <a:extLst>
                <a:ext uri="{FF2B5EF4-FFF2-40B4-BE49-F238E27FC236}">
                  <a16:creationId xmlns:a16="http://schemas.microsoft.com/office/drawing/2014/main" id="{9A4C34BC-466D-08D3-83A8-B8EEF2C41996}"/>
                </a:ext>
              </a:extLst>
            </p:cNvPr>
            <p:cNvSpPr/>
            <p:nvPr/>
          </p:nvSpPr>
          <p:spPr>
            <a:xfrm>
              <a:off x="5860428" y="2307054"/>
              <a:ext cx="698612" cy="403580"/>
            </a:xfrm>
            <a:custGeom>
              <a:avLst/>
              <a:gdLst/>
              <a:ahLst/>
              <a:cxnLst/>
              <a:rect l="l" t="t" r="r" b="b"/>
              <a:pathLst>
                <a:path w="31356" h="18114" extrusionOk="0">
                  <a:moveTo>
                    <a:pt x="167" y="1"/>
                  </a:moveTo>
                  <a:lnTo>
                    <a:pt x="0" y="268"/>
                  </a:lnTo>
                  <a:lnTo>
                    <a:pt x="31156" y="18114"/>
                  </a:lnTo>
                  <a:lnTo>
                    <a:pt x="31356" y="17780"/>
                  </a:lnTo>
                  <a:lnTo>
                    <a:pt x="16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7" name="Google Shape;3497;p113">
              <a:extLst>
                <a:ext uri="{FF2B5EF4-FFF2-40B4-BE49-F238E27FC236}">
                  <a16:creationId xmlns:a16="http://schemas.microsoft.com/office/drawing/2014/main" id="{CBAD23E0-D095-064B-730A-33BD3874A5A4}"/>
                </a:ext>
              </a:extLst>
            </p:cNvPr>
            <p:cNvSpPr/>
            <p:nvPr/>
          </p:nvSpPr>
          <p:spPr>
            <a:xfrm>
              <a:off x="6928397" y="2212676"/>
              <a:ext cx="468972" cy="662964"/>
            </a:xfrm>
            <a:custGeom>
              <a:avLst/>
              <a:gdLst/>
              <a:ahLst/>
              <a:cxnLst/>
              <a:rect l="l" t="t" r="r" b="b"/>
              <a:pathLst>
                <a:path w="21049" h="29756" extrusionOk="0">
                  <a:moveTo>
                    <a:pt x="7372" y="0"/>
                  </a:moveTo>
                  <a:cubicBezTo>
                    <a:pt x="6738" y="0"/>
                    <a:pt x="6138" y="34"/>
                    <a:pt x="5604" y="101"/>
                  </a:cubicBezTo>
                  <a:cubicBezTo>
                    <a:pt x="4137" y="234"/>
                    <a:pt x="2902" y="1301"/>
                    <a:pt x="2569" y="2736"/>
                  </a:cubicBezTo>
                  <a:cubicBezTo>
                    <a:pt x="1601" y="6605"/>
                    <a:pt x="0" y="15311"/>
                    <a:pt x="367" y="28821"/>
                  </a:cubicBezTo>
                  <a:lnTo>
                    <a:pt x="17813" y="29755"/>
                  </a:lnTo>
                  <a:cubicBezTo>
                    <a:pt x="17946" y="21516"/>
                    <a:pt x="18914" y="13277"/>
                    <a:pt x="20648" y="5238"/>
                  </a:cubicBezTo>
                  <a:cubicBezTo>
                    <a:pt x="21049" y="3370"/>
                    <a:pt x="19881" y="1502"/>
                    <a:pt x="18013" y="1101"/>
                  </a:cubicBezTo>
                  <a:cubicBezTo>
                    <a:pt x="17713" y="1035"/>
                    <a:pt x="17379" y="968"/>
                    <a:pt x="17079" y="901"/>
                  </a:cubicBezTo>
                  <a:cubicBezTo>
                    <a:pt x="16612" y="834"/>
                    <a:pt x="16145" y="734"/>
                    <a:pt x="15678" y="668"/>
                  </a:cubicBezTo>
                  <a:cubicBezTo>
                    <a:pt x="13210" y="301"/>
                    <a:pt x="10741" y="67"/>
                    <a:pt x="82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8" name="Google Shape;3498;p113">
              <a:extLst>
                <a:ext uri="{FF2B5EF4-FFF2-40B4-BE49-F238E27FC236}">
                  <a16:creationId xmlns:a16="http://schemas.microsoft.com/office/drawing/2014/main" id="{A62B3667-1939-60AC-34C6-FE4FA71168DC}"/>
                </a:ext>
              </a:extLst>
            </p:cNvPr>
            <p:cNvSpPr/>
            <p:nvPr/>
          </p:nvSpPr>
          <p:spPr>
            <a:xfrm>
              <a:off x="7100822" y="2040986"/>
              <a:ext cx="177638" cy="227969"/>
            </a:xfrm>
            <a:custGeom>
              <a:avLst/>
              <a:gdLst/>
              <a:ahLst/>
              <a:cxnLst/>
              <a:rect l="l" t="t" r="r" b="b"/>
              <a:pathLst>
                <a:path w="7973" h="10232" extrusionOk="0">
                  <a:moveTo>
                    <a:pt x="7972" y="1"/>
                  </a:moveTo>
                  <a:lnTo>
                    <a:pt x="3069" y="3437"/>
                  </a:lnTo>
                  <a:cubicBezTo>
                    <a:pt x="3369" y="5305"/>
                    <a:pt x="3269" y="7306"/>
                    <a:pt x="534" y="7673"/>
                  </a:cubicBezTo>
                  <a:cubicBezTo>
                    <a:pt x="0" y="8440"/>
                    <a:pt x="934" y="9941"/>
                    <a:pt x="2969" y="10175"/>
                  </a:cubicBezTo>
                  <a:cubicBezTo>
                    <a:pt x="3311" y="10213"/>
                    <a:pt x="3626" y="10232"/>
                    <a:pt x="3916" y="10232"/>
                  </a:cubicBezTo>
                  <a:cubicBezTo>
                    <a:pt x="5892" y="10232"/>
                    <a:pt x="6776" y="9391"/>
                    <a:pt x="7939" y="8374"/>
                  </a:cubicBezTo>
                  <a:cubicBezTo>
                    <a:pt x="6405" y="6639"/>
                    <a:pt x="7305" y="2336"/>
                    <a:pt x="7972"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499" name="Google Shape;3499;p113">
              <a:extLst>
                <a:ext uri="{FF2B5EF4-FFF2-40B4-BE49-F238E27FC236}">
                  <a16:creationId xmlns:a16="http://schemas.microsoft.com/office/drawing/2014/main" id="{56994DBC-BFDF-76DE-B231-A8344950E9B8}"/>
                </a:ext>
              </a:extLst>
            </p:cNvPr>
            <p:cNvSpPr/>
            <p:nvPr/>
          </p:nvSpPr>
          <p:spPr>
            <a:xfrm>
              <a:off x="7144669" y="2252802"/>
              <a:ext cx="57995" cy="42399"/>
            </a:xfrm>
            <a:custGeom>
              <a:avLst/>
              <a:gdLst/>
              <a:ahLst/>
              <a:cxnLst/>
              <a:rect l="l" t="t" r="r" b="b"/>
              <a:pathLst>
                <a:path w="2603" h="1903" extrusionOk="0">
                  <a:moveTo>
                    <a:pt x="1435" y="1"/>
                  </a:moveTo>
                  <a:lnTo>
                    <a:pt x="0" y="635"/>
                  </a:lnTo>
                  <a:lnTo>
                    <a:pt x="467" y="1569"/>
                  </a:lnTo>
                  <a:cubicBezTo>
                    <a:pt x="501" y="1702"/>
                    <a:pt x="634" y="1769"/>
                    <a:pt x="767" y="1802"/>
                  </a:cubicBezTo>
                  <a:lnTo>
                    <a:pt x="1535" y="1902"/>
                  </a:lnTo>
                  <a:cubicBezTo>
                    <a:pt x="1668" y="1902"/>
                    <a:pt x="1768" y="1869"/>
                    <a:pt x="1868" y="1802"/>
                  </a:cubicBezTo>
                  <a:lnTo>
                    <a:pt x="2602" y="1102"/>
                  </a:lnTo>
                  <a:lnTo>
                    <a:pt x="143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0" name="Google Shape;3500;p113">
              <a:extLst>
                <a:ext uri="{FF2B5EF4-FFF2-40B4-BE49-F238E27FC236}">
                  <a16:creationId xmlns:a16="http://schemas.microsoft.com/office/drawing/2014/main" id="{4CD6AD5A-AC9C-0D6C-0E9A-C34B70144E3C}"/>
                </a:ext>
              </a:extLst>
            </p:cNvPr>
            <p:cNvSpPr/>
            <p:nvPr/>
          </p:nvSpPr>
          <p:spPr>
            <a:xfrm>
              <a:off x="7176619" y="2211941"/>
              <a:ext cx="119688" cy="94400"/>
            </a:xfrm>
            <a:custGeom>
              <a:avLst/>
              <a:gdLst/>
              <a:ahLst/>
              <a:cxnLst/>
              <a:rect l="l" t="t" r="r" b="b"/>
              <a:pathLst>
                <a:path w="5372" h="4237" extrusionOk="0">
                  <a:moveTo>
                    <a:pt x="4304" y="0"/>
                  </a:moveTo>
                  <a:cubicBezTo>
                    <a:pt x="3036" y="934"/>
                    <a:pt x="1568" y="1568"/>
                    <a:pt x="1" y="1835"/>
                  </a:cubicBezTo>
                  <a:cubicBezTo>
                    <a:pt x="1" y="1835"/>
                    <a:pt x="1368" y="2869"/>
                    <a:pt x="1402" y="4237"/>
                  </a:cubicBezTo>
                  <a:cubicBezTo>
                    <a:pt x="2903" y="3536"/>
                    <a:pt x="4237" y="2535"/>
                    <a:pt x="5371" y="1334"/>
                  </a:cubicBezTo>
                  <a:lnTo>
                    <a:pt x="43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1" name="Google Shape;3501;p113">
              <a:extLst>
                <a:ext uri="{FF2B5EF4-FFF2-40B4-BE49-F238E27FC236}">
                  <a16:creationId xmlns:a16="http://schemas.microsoft.com/office/drawing/2014/main" id="{EB0B4F95-D6CB-2DF8-3688-06ECC02D1347}"/>
                </a:ext>
              </a:extLst>
            </p:cNvPr>
            <p:cNvSpPr/>
            <p:nvPr/>
          </p:nvSpPr>
          <p:spPr>
            <a:xfrm>
              <a:off x="7093380" y="2203764"/>
              <a:ext cx="83260" cy="97364"/>
            </a:xfrm>
            <a:custGeom>
              <a:avLst/>
              <a:gdLst/>
              <a:ahLst/>
              <a:cxnLst/>
              <a:rect l="l" t="t" r="r" b="b"/>
              <a:pathLst>
                <a:path w="3737" h="4370" extrusionOk="0">
                  <a:moveTo>
                    <a:pt x="1668" y="0"/>
                  </a:moveTo>
                  <a:lnTo>
                    <a:pt x="1" y="467"/>
                  </a:lnTo>
                  <a:cubicBezTo>
                    <a:pt x="101" y="1668"/>
                    <a:pt x="367" y="3803"/>
                    <a:pt x="1802" y="4370"/>
                  </a:cubicBezTo>
                  <a:cubicBezTo>
                    <a:pt x="1835" y="3002"/>
                    <a:pt x="3737" y="2202"/>
                    <a:pt x="3737" y="2202"/>
                  </a:cubicBezTo>
                  <a:cubicBezTo>
                    <a:pt x="2269" y="1835"/>
                    <a:pt x="1602" y="1001"/>
                    <a:pt x="1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2" name="Google Shape;3502;p113">
              <a:extLst>
                <a:ext uri="{FF2B5EF4-FFF2-40B4-BE49-F238E27FC236}">
                  <a16:creationId xmlns:a16="http://schemas.microsoft.com/office/drawing/2014/main" id="{033BA594-3EC7-8E36-B562-CB9B1322DC5A}"/>
                </a:ext>
              </a:extLst>
            </p:cNvPr>
            <p:cNvSpPr/>
            <p:nvPr/>
          </p:nvSpPr>
          <p:spPr>
            <a:xfrm>
              <a:off x="7169177" y="2072201"/>
              <a:ext cx="66172" cy="75106"/>
            </a:xfrm>
            <a:custGeom>
              <a:avLst/>
              <a:gdLst/>
              <a:ahLst/>
              <a:cxnLst/>
              <a:rect l="l" t="t" r="r" b="b"/>
              <a:pathLst>
                <a:path w="2970" h="3371" extrusionOk="0">
                  <a:moveTo>
                    <a:pt x="2903" y="1"/>
                  </a:moveTo>
                  <a:lnTo>
                    <a:pt x="1" y="2036"/>
                  </a:lnTo>
                  <a:cubicBezTo>
                    <a:pt x="101" y="2469"/>
                    <a:pt x="134" y="2936"/>
                    <a:pt x="134" y="3370"/>
                  </a:cubicBezTo>
                  <a:cubicBezTo>
                    <a:pt x="1135" y="3303"/>
                    <a:pt x="2636" y="2336"/>
                    <a:pt x="2836" y="1302"/>
                  </a:cubicBezTo>
                  <a:cubicBezTo>
                    <a:pt x="2936" y="868"/>
                    <a:pt x="2970" y="435"/>
                    <a:pt x="29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3" name="Google Shape;3503;p113">
              <a:extLst>
                <a:ext uri="{FF2B5EF4-FFF2-40B4-BE49-F238E27FC236}">
                  <a16:creationId xmlns:a16="http://schemas.microsoft.com/office/drawing/2014/main" id="{B9A695AC-4F54-CC5B-57DC-92233CC1CB66}"/>
                </a:ext>
              </a:extLst>
            </p:cNvPr>
            <p:cNvSpPr/>
            <p:nvPr/>
          </p:nvSpPr>
          <p:spPr>
            <a:xfrm>
              <a:off x="7080748" y="1879724"/>
              <a:ext cx="55767" cy="120423"/>
            </a:xfrm>
            <a:custGeom>
              <a:avLst/>
              <a:gdLst/>
              <a:ahLst/>
              <a:cxnLst/>
              <a:rect l="l" t="t" r="r" b="b"/>
              <a:pathLst>
                <a:path w="2503" h="5405" extrusionOk="0">
                  <a:moveTo>
                    <a:pt x="1268" y="0"/>
                  </a:moveTo>
                  <a:cubicBezTo>
                    <a:pt x="568" y="0"/>
                    <a:pt x="0" y="1201"/>
                    <a:pt x="0" y="2702"/>
                  </a:cubicBezTo>
                  <a:cubicBezTo>
                    <a:pt x="0" y="4203"/>
                    <a:pt x="568" y="5404"/>
                    <a:pt x="1268" y="5404"/>
                  </a:cubicBezTo>
                  <a:cubicBezTo>
                    <a:pt x="1935" y="5404"/>
                    <a:pt x="2502" y="4203"/>
                    <a:pt x="2502" y="2702"/>
                  </a:cubicBezTo>
                  <a:cubicBezTo>
                    <a:pt x="2502" y="1235"/>
                    <a:pt x="1935" y="0"/>
                    <a:pt x="126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4" name="Google Shape;3504;p113">
              <a:extLst>
                <a:ext uri="{FF2B5EF4-FFF2-40B4-BE49-F238E27FC236}">
                  <a16:creationId xmlns:a16="http://schemas.microsoft.com/office/drawing/2014/main" id="{8F1AD5D3-A6BB-A696-5FC4-93E13FFE8D6B}"/>
                </a:ext>
              </a:extLst>
            </p:cNvPr>
            <p:cNvSpPr/>
            <p:nvPr/>
          </p:nvSpPr>
          <p:spPr>
            <a:xfrm>
              <a:off x="7059203" y="1962650"/>
              <a:ext cx="73591" cy="89031"/>
            </a:xfrm>
            <a:custGeom>
              <a:avLst/>
              <a:gdLst/>
              <a:ahLst/>
              <a:cxnLst/>
              <a:rect l="l" t="t" r="r" b="b"/>
              <a:pathLst>
                <a:path w="3303" h="3996" extrusionOk="0">
                  <a:moveTo>
                    <a:pt x="1648" y="1"/>
                  </a:moveTo>
                  <a:cubicBezTo>
                    <a:pt x="1349" y="1"/>
                    <a:pt x="1042" y="107"/>
                    <a:pt x="767" y="348"/>
                  </a:cubicBezTo>
                  <a:cubicBezTo>
                    <a:pt x="0" y="1082"/>
                    <a:pt x="367" y="2516"/>
                    <a:pt x="901" y="3283"/>
                  </a:cubicBezTo>
                  <a:cubicBezTo>
                    <a:pt x="1205" y="3731"/>
                    <a:pt x="1644" y="3996"/>
                    <a:pt x="2052" y="3996"/>
                  </a:cubicBezTo>
                  <a:cubicBezTo>
                    <a:pt x="2405" y="3996"/>
                    <a:pt x="2735" y="3798"/>
                    <a:pt x="2936" y="3350"/>
                  </a:cubicBezTo>
                  <a:cubicBezTo>
                    <a:pt x="3269" y="2616"/>
                    <a:pt x="3302" y="1749"/>
                    <a:pt x="3002" y="982"/>
                  </a:cubicBezTo>
                  <a:cubicBezTo>
                    <a:pt x="2761" y="391"/>
                    <a:pt x="2219" y="1"/>
                    <a:pt x="1648"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5" name="Google Shape;3505;p113">
              <a:extLst>
                <a:ext uri="{FF2B5EF4-FFF2-40B4-BE49-F238E27FC236}">
                  <a16:creationId xmlns:a16="http://schemas.microsoft.com/office/drawing/2014/main" id="{E9B3810D-F414-886D-9411-A4765A0DBF50}"/>
                </a:ext>
              </a:extLst>
            </p:cNvPr>
            <p:cNvSpPr/>
            <p:nvPr/>
          </p:nvSpPr>
          <p:spPr>
            <a:xfrm>
              <a:off x="7059203" y="1962650"/>
              <a:ext cx="73591" cy="89031"/>
            </a:xfrm>
            <a:custGeom>
              <a:avLst/>
              <a:gdLst/>
              <a:ahLst/>
              <a:cxnLst/>
              <a:rect l="l" t="t" r="r" b="b"/>
              <a:pathLst>
                <a:path w="3303" h="3996" extrusionOk="0">
                  <a:moveTo>
                    <a:pt x="1648" y="1"/>
                  </a:moveTo>
                  <a:cubicBezTo>
                    <a:pt x="1349" y="1"/>
                    <a:pt x="1042" y="107"/>
                    <a:pt x="767" y="348"/>
                  </a:cubicBezTo>
                  <a:cubicBezTo>
                    <a:pt x="0" y="1082"/>
                    <a:pt x="367" y="2516"/>
                    <a:pt x="901" y="3283"/>
                  </a:cubicBezTo>
                  <a:cubicBezTo>
                    <a:pt x="1205" y="3731"/>
                    <a:pt x="1644" y="3996"/>
                    <a:pt x="2052" y="3996"/>
                  </a:cubicBezTo>
                  <a:cubicBezTo>
                    <a:pt x="2405" y="3996"/>
                    <a:pt x="2735" y="3798"/>
                    <a:pt x="2936" y="3350"/>
                  </a:cubicBezTo>
                  <a:cubicBezTo>
                    <a:pt x="3269" y="2616"/>
                    <a:pt x="3302" y="1749"/>
                    <a:pt x="3002" y="982"/>
                  </a:cubicBezTo>
                  <a:cubicBezTo>
                    <a:pt x="2761" y="391"/>
                    <a:pt x="2219" y="1"/>
                    <a:pt x="164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6" name="Google Shape;3506;p113">
              <a:extLst>
                <a:ext uri="{FF2B5EF4-FFF2-40B4-BE49-F238E27FC236}">
                  <a16:creationId xmlns:a16="http://schemas.microsoft.com/office/drawing/2014/main" id="{C4E99949-8CB1-FA22-84A3-E2DE8ABB440B}"/>
                </a:ext>
              </a:extLst>
            </p:cNvPr>
            <p:cNvSpPr/>
            <p:nvPr/>
          </p:nvSpPr>
          <p:spPr>
            <a:xfrm>
              <a:off x="7074064" y="1846994"/>
              <a:ext cx="228726" cy="284048"/>
            </a:xfrm>
            <a:custGeom>
              <a:avLst/>
              <a:gdLst/>
              <a:ahLst/>
              <a:cxnLst/>
              <a:rect l="l" t="t" r="r" b="b"/>
              <a:pathLst>
                <a:path w="10266" h="12749" extrusionOk="0">
                  <a:moveTo>
                    <a:pt x="5485" y="1"/>
                  </a:moveTo>
                  <a:cubicBezTo>
                    <a:pt x="5055" y="1"/>
                    <a:pt x="4614" y="65"/>
                    <a:pt x="4170" y="202"/>
                  </a:cubicBezTo>
                  <a:cubicBezTo>
                    <a:pt x="901" y="1169"/>
                    <a:pt x="0" y="5939"/>
                    <a:pt x="434" y="8875"/>
                  </a:cubicBezTo>
                  <a:cubicBezTo>
                    <a:pt x="758" y="11165"/>
                    <a:pt x="2701" y="12749"/>
                    <a:pt x="4752" y="12749"/>
                  </a:cubicBezTo>
                  <a:cubicBezTo>
                    <a:pt x="5659" y="12749"/>
                    <a:pt x="6587" y="12439"/>
                    <a:pt x="7406" y="11743"/>
                  </a:cubicBezTo>
                  <a:cubicBezTo>
                    <a:pt x="9173" y="10242"/>
                    <a:pt x="9307" y="8341"/>
                    <a:pt x="9807" y="5139"/>
                  </a:cubicBezTo>
                  <a:cubicBezTo>
                    <a:pt x="10265" y="2361"/>
                    <a:pt x="8093" y="1"/>
                    <a:pt x="5485"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7" name="Google Shape;3507;p113">
              <a:extLst>
                <a:ext uri="{FF2B5EF4-FFF2-40B4-BE49-F238E27FC236}">
                  <a16:creationId xmlns:a16="http://schemas.microsoft.com/office/drawing/2014/main" id="{87894A2A-C652-EA2A-1DE4-F2E93508C542}"/>
                </a:ext>
              </a:extLst>
            </p:cNvPr>
            <p:cNvSpPr/>
            <p:nvPr/>
          </p:nvSpPr>
          <p:spPr>
            <a:xfrm>
              <a:off x="7221201" y="1875602"/>
              <a:ext cx="139228" cy="162443"/>
            </a:xfrm>
            <a:custGeom>
              <a:avLst/>
              <a:gdLst/>
              <a:ahLst/>
              <a:cxnLst/>
              <a:rect l="l" t="t" r="r" b="b"/>
              <a:pathLst>
                <a:path w="6249" h="7291" extrusionOk="0">
                  <a:moveTo>
                    <a:pt x="3639" y="0"/>
                  </a:moveTo>
                  <a:cubicBezTo>
                    <a:pt x="3254" y="0"/>
                    <a:pt x="2820" y="97"/>
                    <a:pt x="2336" y="319"/>
                  </a:cubicBezTo>
                  <a:cubicBezTo>
                    <a:pt x="902" y="953"/>
                    <a:pt x="1" y="2587"/>
                    <a:pt x="935" y="3921"/>
                  </a:cubicBezTo>
                  <a:cubicBezTo>
                    <a:pt x="1869" y="5256"/>
                    <a:pt x="701" y="6423"/>
                    <a:pt x="701" y="6423"/>
                  </a:cubicBezTo>
                  <a:lnTo>
                    <a:pt x="2169" y="7291"/>
                  </a:lnTo>
                  <a:cubicBezTo>
                    <a:pt x="2169" y="7291"/>
                    <a:pt x="5638" y="5189"/>
                    <a:pt x="5972" y="3588"/>
                  </a:cubicBezTo>
                  <a:cubicBezTo>
                    <a:pt x="6249" y="2288"/>
                    <a:pt x="5516" y="0"/>
                    <a:pt x="363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8" name="Google Shape;3508;p113">
              <a:extLst>
                <a:ext uri="{FF2B5EF4-FFF2-40B4-BE49-F238E27FC236}">
                  <a16:creationId xmlns:a16="http://schemas.microsoft.com/office/drawing/2014/main" id="{6F9D6DF5-5E14-31ED-1154-6315457FE628}"/>
                </a:ext>
              </a:extLst>
            </p:cNvPr>
            <p:cNvSpPr/>
            <p:nvPr/>
          </p:nvSpPr>
          <p:spPr>
            <a:xfrm>
              <a:off x="7307424" y="1872505"/>
              <a:ext cx="60223" cy="20609"/>
            </a:xfrm>
            <a:custGeom>
              <a:avLst/>
              <a:gdLst/>
              <a:ahLst/>
              <a:cxnLst/>
              <a:rect l="l" t="t" r="r" b="b"/>
              <a:pathLst>
                <a:path w="2703" h="925" extrusionOk="0">
                  <a:moveTo>
                    <a:pt x="996" y="0"/>
                  </a:moveTo>
                  <a:cubicBezTo>
                    <a:pt x="600" y="0"/>
                    <a:pt x="234" y="95"/>
                    <a:pt x="0" y="224"/>
                  </a:cubicBezTo>
                  <a:lnTo>
                    <a:pt x="367" y="591"/>
                  </a:lnTo>
                  <a:cubicBezTo>
                    <a:pt x="656" y="453"/>
                    <a:pt x="963" y="386"/>
                    <a:pt x="1270" y="386"/>
                  </a:cubicBezTo>
                  <a:cubicBezTo>
                    <a:pt x="1779" y="386"/>
                    <a:pt x="2286" y="571"/>
                    <a:pt x="2702" y="925"/>
                  </a:cubicBezTo>
                  <a:cubicBezTo>
                    <a:pt x="2315" y="232"/>
                    <a:pt x="1617" y="0"/>
                    <a:pt x="9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09" name="Google Shape;3509;p113">
              <a:extLst>
                <a:ext uri="{FF2B5EF4-FFF2-40B4-BE49-F238E27FC236}">
                  <a16:creationId xmlns:a16="http://schemas.microsoft.com/office/drawing/2014/main" id="{3ADB0414-F553-B286-D52A-19CE948A8C13}"/>
                </a:ext>
              </a:extLst>
            </p:cNvPr>
            <p:cNvSpPr/>
            <p:nvPr/>
          </p:nvSpPr>
          <p:spPr>
            <a:xfrm>
              <a:off x="7058780" y="1789868"/>
              <a:ext cx="274668" cy="122741"/>
            </a:xfrm>
            <a:custGeom>
              <a:avLst/>
              <a:gdLst/>
              <a:ahLst/>
              <a:cxnLst/>
              <a:rect l="l" t="t" r="r" b="b"/>
              <a:pathLst>
                <a:path w="12328" h="5509" extrusionOk="0">
                  <a:moveTo>
                    <a:pt x="5112" y="1"/>
                  </a:moveTo>
                  <a:cubicBezTo>
                    <a:pt x="5045" y="1"/>
                    <a:pt x="4971" y="10"/>
                    <a:pt x="4889" y="31"/>
                  </a:cubicBezTo>
                  <a:cubicBezTo>
                    <a:pt x="5283" y="115"/>
                    <a:pt x="5321" y="1076"/>
                    <a:pt x="4224" y="1076"/>
                  </a:cubicBezTo>
                  <a:cubicBezTo>
                    <a:pt x="4020" y="1076"/>
                    <a:pt x="3776" y="1043"/>
                    <a:pt x="3488" y="965"/>
                  </a:cubicBezTo>
                  <a:cubicBezTo>
                    <a:pt x="3307" y="916"/>
                    <a:pt x="3126" y="893"/>
                    <a:pt x="2949" y="893"/>
                  </a:cubicBezTo>
                  <a:cubicBezTo>
                    <a:pt x="1305" y="893"/>
                    <a:pt x="0" y="2864"/>
                    <a:pt x="1687" y="4400"/>
                  </a:cubicBezTo>
                  <a:cubicBezTo>
                    <a:pt x="2601" y="5214"/>
                    <a:pt x="4241" y="5508"/>
                    <a:pt x="5921" y="5508"/>
                  </a:cubicBezTo>
                  <a:cubicBezTo>
                    <a:pt x="8167" y="5508"/>
                    <a:pt x="10483" y="4982"/>
                    <a:pt x="11227" y="4467"/>
                  </a:cubicBezTo>
                  <a:cubicBezTo>
                    <a:pt x="12328" y="3700"/>
                    <a:pt x="12061" y="1999"/>
                    <a:pt x="10593" y="1565"/>
                  </a:cubicBezTo>
                  <a:cubicBezTo>
                    <a:pt x="10225" y="1449"/>
                    <a:pt x="9766" y="1397"/>
                    <a:pt x="9270" y="1397"/>
                  </a:cubicBezTo>
                  <a:cubicBezTo>
                    <a:pt x="8193" y="1397"/>
                    <a:pt x="6936" y="1644"/>
                    <a:pt x="6023" y="2032"/>
                  </a:cubicBezTo>
                  <a:cubicBezTo>
                    <a:pt x="5837" y="2112"/>
                    <a:pt x="5705" y="2145"/>
                    <a:pt x="5614" y="2145"/>
                  </a:cubicBezTo>
                  <a:cubicBezTo>
                    <a:pt x="5250" y="2145"/>
                    <a:pt x="5543" y="1612"/>
                    <a:pt x="5623" y="1398"/>
                  </a:cubicBezTo>
                  <a:cubicBezTo>
                    <a:pt x="5775" y="1033"/>
                    <a:pt x="5816" y="1"/>
                    <a:pt x="51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0" name="Google Shape;3510;p113">
              <a:extLst>
                <a:ext uri="{FF2B5EF4-FFF2-40B4-BE49-F238E27FC236}">
                  <a16:creationId xmlns:a16="http://schemas.microsoft.com/office/drawing/2014/main" id="{523C8649-8358-6604-C4E9-AF6BB998470E}"/>
                </a:ext>
              </a:extLst>
            </p:cNvPr>
            <p:cNvSpPr/>
            <p:nvPr/>
          </p:nvSpPr>
          <p:spPr>
            <a:xfrm>
              <a:off x="7240384" y="1993017"/>
              <a:ext cx="91593" cy="77245"/>
            </a:xfrm>
            <a:custGeom>
              <a:avLst/>
              <a:gdLst/>
              <a:ahLst/>
              <a:cxnLst/>
              <a:rect l="l" t="t" r="r" b="b"/>
              <a:pathLst>
                <a:path w="4111" h="3467" extrusionOk="0">
                  <a:moveTo>
                    <a:pt x="2455" y="1"/>
                  </a:moveTo>
                  <a:cubicBezTo>
                    <a:pt x="1574" y="1"/>
                    <a:pt x="731" y="918"/>
                    <a:pt x="408" y="1654"/>
                  </a:cubicBezTo>
                  <a:cubicBezTo>
                    <a:pt x="0" y="2531"/>
                    <a:pt x="299" y="3467"/>
                    <a:pt x="1221" y="3467"/>
                  </a:cubicBezTo>
                  <a:cubicBezTo>
                    <a:pt x="1281" y="3467"/>
                    <a:pt x="1343" y="3463"/>
                    <a:pt x="1408" y="3455"/>
                  </a:cubicBezTo>
                  <a:cubicBezTo>
                    <a:pt x="2209" y="3355"/>
                    <a:pt x="2943" y="2921"/>
                    <a:pt x="3443" y="2287"/>
                  </a:cubicBezTo>
                  <a:cubicBezTo>
                    <a:pt x="4110" y="1520"/>
                    <a:pt x="3777" y="353"/>
                    <a:pt x="2809" y="52"/>
                  </a:cubicBezTo>
                  <a:cubicBezTo>
                    <a:pt x="2691" y="17"/>
                    <a:pt x="2573" y="1"/>
                    <a:pt x="2455"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1" name="Google Shape;3511;p113">
              <a:extLst>
                <a:ext uri="{FF2B5EF4-FFF2-40B4-BE49-F238E27FC236}">
                  <a16:creationId xmlns:a16="http://schemas.microsoft.com/office/drawing/2014/main" id="{CE1F3C90-E923-D621-5AD8-46C66E1A6385}"/>
                </a:ext>
              </a:extLst>
            </p:cNvPr>
            <p:cNvSpPr/>
            <p:nvPr/>
          </p:nvSpPr>
          <p:spPr>
            <a:xfrm>
              <a:off x="7166949" y="1959998"/>
              <a:ext cx="14905" cy="21656"/>
            </a:xfrm>
            <a:custGeom>
              <a:avLst/>
              <a:gdLst/>
              <a:ahLst/>
              <a:cxnLst/>
              <a:rect l="l" t="t" r="r" b="b"/>
              <a:pathLst>
                <a:path w="669" h="972" extrusionOk="0">
                  <a:moveTo>
                    <a:pt x="401" y="0"/>
                  </a:moveTo>
                  <a:cubicBezTo>
                    <a:pt x="234" y="0"/>
                    <a:pt x="68" y="200"/>
                    <a:pt x="34" y="467"/>
                  </a:cubicBezTo>
                  <a:cubicBezTo>
                    <a:pt x="1" y="734"/>
                    <a:pt x="134" y="934"/>
                    <a:pt x="301" y="967"/>
                  </a:cubicBezTo>
                  <a:cubicBezTo>
                    <a:pt x="313" y="970"/>
                    <a:pt x="326" y="971"/>
                    <a:pt x="338" y="971"/>
                  </a:cubicBezTo>
                  <a:cubicBezTo>
                    <a:pt x="492" y="971"/>
                    <a:pt x="637" y="781"/>
                    <a:pt x="668" y="534"/>
                  </a:cubicBezTo>
                  <a:cubicBezTo>
                    <a:pt x="668" y="267"/>
                    <a:pt x="568" y="33"/>
                    <a:pt x="4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2" name="Google Shape;3512;p113">
              <a:extLst>
                <a:ext uri="{FF2B5EF4-FFF2-40B4-BE49-F238E27FC236}">
                  <a16:creationId xmlns:a16="http://schemas.microsoft.com/office/drawing/2014/main" id="{C252A0B2-0434-EB34-0101-86408777E7E2}"/>
                </a:ext>
              </a:extLst>
            </p:cNvPr>
            <p:cNvSpPr/>
            <p:nvPr/>
          </p:nvSpPr>
          <p:spPr>
            <a:xfrm>
              <a:off x="7101557" y="1954050"/>
              <a:ext cx="14883" cy="21567"/>
            </a:xfrm>
            <a:custGeom>
              <a:avLst/>
              <a:gdLst/>
              <a:ahLst/>
              <a:cxnLst/>
              <a:rect l="l" t="t" r="r" b="b"/>
              <a:pathLst>
                <a:path w="668" h="968" extrusionOk="0">
                  <a:moveTo>
                    <a:pt x="367" y="0"/>
                  </a:moveTo>
                  <a:cubicBezTo>
                    <a:pt x="201" y="0"/>
                    <a:pt x="34" y="200"/>
                    <a:pt x="0" y="467"/>
                  </a:cubicBezTo>
                  <a:cubicBezTo>
                    <a:pt x="0" y="701"/>
                    <a:pt x="101" y="934"/>
                    <a:pt x="267" y="968"/>
                  </a:cubicBezTo>
                  <a:cubicBezTo>
                    <a:pt x="434" y="968"/>
                    <a:pt x="601" y="767"/>
                    <a:pt x="634" y="501"/>
                  </a:cubicBezTo>
                  <a:cubicBezTo>
                    <a:pt x="668" y="267"/>
                    <a:pt x="534" y="34"/>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3" name="Google Shape;3513;p113">
              <a:extLst>
                <a:ext uri="{FF2B5EF4-FFF2-40B4-BE49-F238E27FC236}">
                  <a16:creationId xmlns:a16="http://schemas.microsoft.com/office/drawing/2014/main" id="{7E249B78-9BBA-D1B3-1A5F-DD95886A4915}"/>
                </a:ext>
              </a:extLst>
            </p:cNvPr>
            <p:cNvSpPr/>
            <p:nvPr/>
          </p:nvSpPr>
          <p:spPr>
            <a:xfrm>
              <a:off x="7103785" y="1970403"/>
              <a:ext cx="32729" cy="55388"/>
            </a:xfrm>
            <a:custGeom>
              <a:avLst/>
              <a:gdLst/>
              <a:ahLst/>
              <a:cxnLst/>
              <a:rect l="l" t="t" r="r" b="b"/>
              <a:pathLst>
                <a:path w="1469" h="2486" extrusionOk="0">
                  <a:moveTo>
                    <a:pt x="1468" y="0"/>
                  </a:moveTo>
                  <a:cubicBezTo>
                    <a:pt x="1068" y="767"/>
                    <a:pt x="568" y="1501"/>
                    <a:pt x="1" y="2135"/>
                  </a:cubicBezTo>
                  <a:cubicBezTo>
                    <a:pt x="277" y="2356"/>
                    <a:pt x="645" y="2485"/>
                    <a:pt x="1009" y="2485"/>
                  </a:cubicBezTo>
                  <a:cubicBezTo>
                    <a:pt x="1085" y="2485"/>
                    <a:pt x="1160" y="2480"/>
                    <a:pt x="1235" y="2468"/>
                  </a:cubicBezTo>
                  <a:lnTo>
                    <a:pt x="1468" y="0"/>
                  </a:lnTo>
                  <a:close/>
                </a:path>
              </a:pathLst>
            </a:custGeom>
            <a:solidFill>
              <a:srgbClr val="ED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4" name="Google Shape;3514;p113">
              <a:extLst>
                <a:ext uri="{FF2B5EF4-FFF2-40B4-BE49-F238E27FC236}">
                  <a16:creationId xmlns:a16="http://schemas.microsoft.com/office/drawing/2014/main" id="{41F11866-1579-4335-408B-D3142292E3DC}"/>
                </a:ext>
              </a:extLst>
            </p:cNvPr>
            <p:cNvSpPr/>
            <p:nvPr/>
          </p:nvSpPr>
          <p:spPr>
            <a:xfrm>
              <a:off x="7144669" y="2024900"/>
              <a:ext cx="45184" cy="18359"/>
            </a:xfrm>
            <a:custGeom>
              <a:avLst/>
              <a:gdLst/>
              <a:ahLst/>
              <a:cxnLst/>
              <a:rect l="l" t="t" r="r" b="b"/>
              <a:pathLst>
                <a:path w="2028" h="824" extrusionOk="0">
                  <a:moveTo>
                    <a:pt x="1918" y="0"/>
                  </a:moveTo>
                  <a:cubicBezTo>
                    <a:pt x="1901" y="0"/>
                    <a:pt x="1884" y="7"/>
                    <a:pt x="1868" y="22"/>
                  </a:cubicBezTo>
                  <a:cubicBezTo>
                    <a:pt x="1483" y="467"/>
                    <a:pt x="914" y="701"/>
                    <a:pt x="324" y="701"/>
                  </a:cubicBezTo>
                  <a:cubicBezTo>
                    <a:pt x="249" y="701"/>
                    <a:pt x="175" y="697"/>
                    <a:pt x="100" y="690"/>
                  </a:cubicBezTo>
                  <a:cubicBezTo>
                    <a:pt x="67" y="690"/>
                    <a:pt x="34" y="690"/>
                    <a:pt x="34" y="756"/>
                  </a:cubicBezTo>
                  <a:cubicBezTo>
                    <a:pt x="0" y="790"/>
                    <a:pt x="34" y="823"/>
                    <a:pt x="100" y="823"/>
                  </a:cubicBezTo>
                  <a:lnTo>
                    <a:pt x="434" y="823"/>
                  </a:lnTo>
                  <a:cubicBezTo>
                    <a:pt x="1034" y="823"/>
                    <a:pt x="1601" y="556"/>
                    <a:pt x="2002" y="123"/>
                  </a:cubicBezTo>
                  <a:cubicBezTo>
                    <a:pt x="2027" y="71"/>
                    <a:pt x="1974" y="0"/>
                    <a:pt x="19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5" name="Google Shape;3515;p113">
              <a:extLst>
                <a:ext uri="{FF2B5EF4-FFF2-40B4-BE49-F238E27FC236}">
                  <a16:creationId xmlns:a16="http://schemas.microsoft.com/office/drawing/2014/main" id="{8AB1FBEE-2EFB-B13F-C1C0-77037EC46AEE}"/>
                </a:ext>
              </a:extLst>
            </p:cNvPr>
            <p:cNvSpPr/>
            <p:nvPr/>
          </p:nvSpPr>
          <p:spPr>
            <a:xfrm>
              <a:off x="7176619" y="1930255"/>
              <a:ext cx="31237" cy="22325"/>
            </a:xfrm>
            <a:custGeom>
              <a:avLst/>
              <a:gdLst/>
              <a:ahLst/>
              <a:cxnLst/>
              <a:rect l="l" t="t" r="r" b="b"/>
              <a:pathLst>
                <a:path w="1402" h="1002" extrusionOk="0">
                  <a:moveTo>
                    <a:pt x="167" y="1"/>
                  </a:moveTo>
                  <a:cubicBezTo>
                    <a:pt x="67" y="1"/>
                    <a:pt x="1" y="67"/>
                    <a:pt x="1" y="134"/>
                  </a:cubicBezTo>
                  <a:cubicBezTo>
                    <a:pt x="1" y="234"/>
                    <a:pt x="67" y="301"/>
                    <a:pt x="134" y="301"/>
                  </a:cubicBezTo>
                  <a:cubicBezTo>
                    <a:pt x="534" y="334"/>
                    <a:pt x="901" y="568"/>
                    <a:pt x="1101" y="901"/>
                  </a:cubicBezTo>
                  <a:cubicBezTo>
                    <a:pt x="1101" y="968"/>
                    <a:pt x="1168" y="1001"/>
                    <a:pt x="1235" y="1001"/>
                  </a:cubicBezTo>
                  <a:cubicBezTo>
                    <a:pt x="1235" y="968"/>
                    <a:pt x="1268" y="968"/>
                    <a:pt x="1301" y="968"/>
                  </a:cubicBezTo>
                  <a:cubicBezTo>
                    <a:pt x="1368" y="935"/>
                    <a:pt x="1402" y="835"/>
                    <a:pt x="1335" y="768"/>
                  </a:cubicBezTo>
                  <a:cubicBezTo>
                    <a:pt x="1101" y="334"/>
                    <a:pt x="668" y="34"/>
                    <a:pt x="16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6" name="Google Shape;3516;p113">
              <a:extLst>
                <a:ext uri="{FF2B5EF4-FFF2-40B4-BE49-F238E27FC236}">
                  <a16:creationId xmlns:a16="http://schemas.microsoft.com/office/drawing/2014/main" id="{6463E59F-A28B-4085-0F06-708FD595B4DD}"/>
                </a:ext>
              </a:extLst>
            </p:cNvPr>
            <p:cNvSpPr/>
            <p:nvPr/>
          </p:nvSpPr>
          <p:spPr>
            <a:xfrm>
              <a:off x="7085204" y="1917622"/>
              <a:ext cx="31237" cy="22325"/>
            </a:xfrm>
            <a:custGeom>
              <a:avLst/>
              <a:gdLst/>
              <a:ahLst/>
              <a:cxnLst/>
              <a:rect l="l" t="t" r="r" b="b"/>
              <a:pathLst>
                <a:path w="1402" h="1002" extrusionOk="0">
                  <a:moveTo>
                    <a:pt x="1235" y="1"/>
                  </a:moveTo>
                  <a:cubicBezTo>
                    <a:pt x="734" y="67"/>
                    <a:pt x="301" y="334"/>
                    <a:pt x="34" y="768"/>
                  </a:cubicBezTo>
                  <a:cubicBezTo>
                    <a:pt x="1" y="835"/>
                    <a:pt x="34" y="935"/>
                    <a:pt x="101" y="968"/>
                  </a:cubicBezTo>
                  <a:cubicBezTo>
                    <a:pt x="134" y="1001"/>
                    <a:pt x="134" y="1001"/>
                    <a:pt x="167" y="1001"/>
                  </a:cubicBezTo>
                  <a:cubicBezTo>
                    <a:pt x="234" y="1001"/>
                    <a:pt x="267" y="968"/>
                    <a:pt x="301" y="935"/>
                  </a:cubicBezTo>
                  <a:cubicBezTo>
                    <a:pt x="501" y="568"/>
                    <a:pt x="835" y="368"/>
                    <a:pt x="1235" y="301"/>
                  </a:cubicBezTo>
                  <a:cubicBezTo>
                    <a:pt x="1335" y="301"/>
                    <a:pt x="1402" y="234"/>
                    <a:pt x="1402" y="167"/>
                  </a:cubicBezTo>
                  <a:cubicBezTo>
                    <a:pt x="1402" y="67"/>
                    <a:pt x="1302" y="1"/>
                    <a:pt x="12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7" name="Google Shape;3517;p113">
              <a:extLst>
                <a:ext uri="{FF2B5EF4-FFF2-40B4-BE49-F238E27FC236}">
                  <a16:creationId xmlns:a16="http://schemas.microsoft.com/office/drawing/2014/main" id="{3993984A-C02E-228D-E6DE-9AD363C2583E}"/>
                </a:ext>
              </a:extLst>
            </p:cNvPr>
            <p:cNvSpPr/>
            <p:nvPr/>
          </p:nvSpPr>
          <p:spPr>
            <a:xfrm>
              <a:off x="6793870" y="4340460"/>
              <a:ext cx="98121" cy="183587"/>
            </a:xfrm>
            <a:custGeom>
              <a:avLst/>
              <a:gdLst/>
              <a:ahLst/>
              <a:cxnLst/>
              <a:rect l="l" t="t" r="r" b="b"/>
              <a:pathLst>
                <a:path w="4404" h="8240" extrusionOk="0">
                  <a:moveTo>
                    <a:pt x="1368" y="0"/>
                  </a:moveTo>
                  <a:lnTo>
                    <a:pt x="1" y="8006"/>
                  </a:lnTo>
                  <a:lnTo>
                    <a:pt x="3036" y="8239"/>
                  </a:lnTo>
                  <a:lnTo>
                    <a:pt x="4404" y="234"/>
                  </a:lnTo>
                  <a:lnTo>
                    <a:pt x="1368"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8" name="Google Shape;3518;p113">
              <a:extLst>
                <a:ext uri="{FF2B5EF4-FFF2-40B4-BE49-F238E27FC236}">
                  <a16:creationId xmlns:a16="http://schemas.microsoft.com/office/drawing/2014/main" id="{93019E63-D204-E06F-ABEE-C2FA38138994}"/>
                </a:ext>
              </a:extLst>
            </p:cNvPr>
            <p:cNvSpPr/>
            <p:nvPr/>
          </p:nvSpPr>
          <p:spPr>
            <a:xfrm>
              <a:off x="6631850" y="4481381"/>
              <a:ext cx="246016" cy="96250"/>
            </a:xfrm>
            <a:custGeom>
              <a:avLst/>
              <a:gdLst/>
              <a:ahLst/>
              <a:cxnLst/>
              <a:rect l="l" t="t" r="r" b="b"/>
              <a:pathLst>
                <a:path w="11042" h="4320" extrusionOk="0">
                  <a:moveTo>
                    <a:pt x="6784" y="1"/>
                  </a:moveTo>
                  <a:cubicBezTo>
                    <a:pt x="6624" y="1"/>
                    <a:pt x="6455" y="38"/>
                    <a:pt x="6305" y="113"/>
                  </a:cubicBezTo>
                  <a:cubicBezTo>
                    <a:pt x="5238" y="647"/>
                    <a:pt x="3703" y="1147"/>
                    <a:pt x="1001" y="1214"/>
                  </a:cubicBezTo>
                  <a:cubicBezTo>
                    <a:pt x="401" y="1214"/>
                    <a:pt x="1" y="2515"/>
                    <a:pt x="1335" y="2748"/>
                  </a:cubicBezTo>
                  <a:cubicBezTo>
                    <a:pt x="2703" y="3015"/>
                    <a:pt x="5004" y="3349"/>
                    <a:pt x="5972" y="3516"/>
                  </a:cubicBezTo>
                  <a:cubicBezTo>
                    <a:pt x="7573" y="3816"/>
                    <a:pt x="8440" y="4049"/>
                    <a:pt x="9708" y="4316"/>
                  </a:cubicBezTo>
                  <a:cubicBezTo>
                    <a:pt x="9730" y="4319"/>
                    <a:pt x="9752" y="4320"/>
                    <a:pt x="9774" y="4320"/>
                  </a:cubicBezTo>
                  <a:cubicBezTo>
                    <a:pt x="10055" y="4320"/>
                    <a:pt x="10346" y="4127"/>
                    <a:pt x="10408" y="3849"/>
                  </a:cubicBezTo>
                  <a:lnTo>
                    <a:pt x="11009" y="1014"/>
                  </a:lnTo>
                  <a:cubicBezTo>
                    <a:pt x="11042" y="880"/>
                    <a:pt x="10975" y="747"/>
                    <a:pt x="10842" y="747"/>
                  </a:cubicBezTo>
                  <a:lnTo>
                    <a:pt x="6939" y="13"/>
                  </a:lnTo>
                  <a:cubicBezTo>
                    <a:pt x="6889" y="5"/>
                    <a:pt x="6837" y="1"/>
                    <a:pt x="67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19" name="Google Shape;3519;p113">
              <a:extLst>
                <a:ext uri="{FF2B5EF4-FFF2-40B4-BE49-F238E27FC236}">
                  <a16:creationId xmlns:a16="http://schemas.microsoft.com/office/drawing/2014/main" id="{45335972-5BC4-00AE-A88E-3FEBC6E7CCA9}"/>
                </a:ext>
              </a:extLst>
            </p:cNvPr>
            <p:cNvSpPr/>
            <p:nvPr/>
          </p:nvSpPr>
          <p:spPr>
            <a:xfrm>
              <a:off x="6808731" y="4340460"/>
              <a:ext cx="83260" cy="97364"/>
            </a:xfrm>
            <a:custGeom>
              <a:avLst/>
              <a:gdLst/>
              <a:ahLst/>
              <a:cxnLst/>
              <a:rect l="l" t="t" r="r" b="b"/>
              <a:pathLst>
                <a:path w="3737" h="4370" extrusionOk="0">
                  <a:moveTo>
                    <a:pt x="701" y="0"/>
                  </a:moveTo>
                  <a:lnTo>
                    <a:pt x="1" y="4136"/>
                  </a:lnTo>
                  <a:lnTo>
                    <a:pt x="3036" y="4370"/>
                  </a:lnTo>
                  <a:lnTo>
                    <a:pt x="3737" y="234"/>
                  </a:lnTo>
                  <a:lnTo>
                    <a:pt x="7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0" name="Google Shape;3520;p113">
              <a:extLst>
                <a:ext uri="{FF2B5EF4-FFF2-40B4-BE49-F238E27FC236}">
                  <a16:creationId xmlns:a16="http://schemas.microsoft.com/office/drawing/2014/main" id="{C3950A6A-3175-0231-0E81-C13919A6A4E2}"/>
                </a:ext>
              </a:extLst>
            </p:cNvPr>
            <p:cNvSpPr/>
            <p:nvPr/>
          </p:nvSpPr>
          <p:spPr>
            <a:xfrm>
              <a:off x="6794606" y="2855543"/>
              <a:ext cx="393175" cy="1530257"/>
            </a:xfrm>
            <a:custGeom>
              <a:avLst/>
              <a:gdLst/>
              <a:ahLst/>
              <a:cxnLst/>
              <a:rect l="l" t="t" r="r" b="b"/>
              <a:pathLst>
                <a:path w="17647" h="68683" extrusionOk="0">
                  <a:moveTo>
                    <a:pt x="6372" y="0"/>
                  </a:moveTo>
                  <a:cubicBezTo>
                    <a:pt x="6372" y="0"/>
                    <a:pt x="3770" y="26753"/>
                    <a:pt x="2670" y="36226"/>
                  </a:cubicBezTo>
                  <a:cubicBezTo>
                    <a:pt x="1469" y="46667"/>
                    <a:pt x="1" y="68483"/>
                    <a:pt x="1" y="68483"/>
                  </a:cubicBezTo>
                  <a:lnTo>
                    <a:pt x="5071" y="68683"/>
                  </a:lnTo>
                  <a:cubicBezTo>
                    <a:pt x="5071" y="68683"/>
                    <a:pt x="8540" y="48469"/>
                    <a:pt x="10275" y="38395"/>
                  </a:cubicBezTo>
                  <a:cubicBezTo>
                    <a:pt x="12210" y="26953"/>
                    <a:pt x="17647" y="601"/>
                    <a:pt x="17647" y="601"/>
                  </a:cubicBezTo>
                  <a:lnTo>
                    <a:pt x="63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1" name="Google Shape;3521;p113">
              <a:extLst>
                <a:ext uri="{FF2B5EF4-FFF2-40B4-BE49-F238E27FC236}">
                  <a16:creationId xmlns:a16="http://schemas.microsoft.com/office/drawing/2014/main" id="{DC7EC80C-13A6-B758-71B8-06A477C786F0}"/>
                </a:ext>
              </a:extLst>
            </p:cNvPr>
            <p:cNvSpPr/>
            <p:nvPr/>
          </p:nvSpPr>
          <p:spPr>
            <a:xfrm>
              <a:off x="7039864" y="3112699"/>
              <a:ext cx="85488" cy="441478"/>
            </a:xfrm>
            <a:custGeom>
              <a:avLst/>
              <a:gdLst/>
              <a:ahLst/>
              <a:cxnLst/>
              <a:rect l="l" t="t" r="r" b="b"/>
              <a:pathLst>
                <a:path w="3837" h="19815" extrusionOk="0">
                  <a:moveTo>
                    <a:pt x="2769" y="0"/>
                  </a:moveTo>
                  <a:cubicBezTo>
                    <a:pt x="301" y="3169"/>
                    <a:pt x="1" y="13677"/>
                    <a:pt x="535" y="19814"/>
                  </a:cubicBezTo>
                  <a:cubicBezTo>
                    <a:pt x="1535" y="14544"/>
                    <a:pt x="2736" y="8373"/>
                    <a:pt x="3837" y="2936"/>
                  </a:cubicBezTo>
                  <a:lnTo>
                    <a:pt x="276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2" name="Google Shape;3522;p113">
              <a:extLst>
                <a:ext uri="{FF2B5EF4-FFF2-40B4-BE49-F238E27FC236}">
                  <a16:creationId xmlns:a16="http://schemas.microsoft.com/office/drawing/2014/main" id="{48520C51-7273-CA82-3617-4C3CBD82358E}"/>
                </a:ext>
              </a:extLst>
            </p:cNvPr>
            <p:cNvSpPr/>
            <p:nvPr/>
          </p:nvSpPr>
          <p:spPr>
            <a:xfrm>
              <a:off x="6776046" y="4353828"/>
              <a:ext cx="145689" cy="63186"/>
            </a:xfrm>
            <a:custGeom>
              <a:avLst/>
              <a:gdLst/>
              <a:ahLst/>
              <a:cxnLst/>
              <a:rect l="l" t="t" r="r" b="b"/>
              <a:pathLst>
                <a:path w="6539" h="2836" extrusionOk="0">
                  <a:moveTo>
                    <a:pt x="267" y="1"/>
                  </a:moveTo>
                  <a:lnTo>
                    <a:pt x="0" y="2236"/>
                  </a:lnTo>
                  <a:lnTo>
                    <a:pt x="5904" y="2836"/>
                  </a:lnTo>
                  <a:lnTo>
                    <a:pt x="6538" y="768"/>
                  </a:lnTo>
                  <a:lnTo>
                    <a:pt x="2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3" name="Google Shape;3523;p113">
              <a:extLst>
                <a:ext uri="{FF2B5EF4-FFF2-40B4-BE49-F238E27FC236}">
                  <a16:creationId xmlns:a16="http://schemas.microsoft.com/office/drawing/2014/main" id="{7B31B96E-A43A-FE44-31D8-9F4C82C154E0}"/>
                </a:ext>
              </a:extLst>
            </p:cNvPr>
            <p:cNvSpPr/>
            <p:nvPr/>
          </p:nvSpPr>
          <p:spPr>
            <a:xfrm>
              <a:off x="6751516" y="4471690"/>
              <a:ext cx="37921" cy="21144"/>
            </a:xfrm>
            <a:custGeom>
              <a:avLst/>
              <a:gdLst/>
              <a:ahLst/>
              <a:cxnLst/>
              <a:rect l="l" t="t" r="r" b="b"/>
              <a:pathLst>
                <a:path w="1702" h="949" extrusionOk="0">
                  <a:moveTo>
                    <a:pt x="317" y="123"/>
                  </a:moveTo>
                  <a:cubicBezTo>
                    <a:pt x="334" y="123"/>
                    <a:pt x="351" y="131"/>
                    <a:pt x="367" y="148"/>
                  </a:cubicBezTo>
                  <a:cubicBezTo>
                    <a:pt x="767" y="281"/>
                    <a:pt x="1101" y="515"/>
                    <a:pt x="1401" y="782"/>
                  </a:cubicBezTo>
                  <a:cubicBezTo>
                    <a:pt x="1320" y="795"/>
                    <a:pt x="1238" y="802"/>
                    <a:pt x="1157" y="802"/>
                  </a:cubicBezTo>
                  <a:cubicBezTo>
                    <a:pt x="840" y="802"/>
                    <a:pt x="533" y="701"/>
                    <a:pt x="267" y="515"/>
                  </a:cubicBezTo>
                  <a:cubicBezTo>
                    <a:pt x="200" y="415"/>
                    <a:pt x="167" y="315"/>
                    <a:pt x="200" y="215"/>
                  </a:cubicBezTo>
                  <a:cubicBezTo>
                    <a:pt x="200" y="181"/>
                    <a:pt x="234" y="148"/>
                    <a:pt x="267" y="148"/>
                  </a:cubicBezTo>
                  <a:cubicBezTo>
                    <a:pt x="284" y="131"/>
                    <a:pt x="300" y="123"/>
                    <a:pt x="317" y="123"/>
                  </a:cubicBezTo>
                  <a:close/>
                  <a:moveTo>
                    <a:pt x="324" y="0"/>
                  </a:moveTo>
                  <a:cubicBezTo>
                    <a:pt x="291" y="0"/>
                    <a:pt x="261" y="5"/>
                    <a:pt x="234" y="14"/>
                  </a:cubicBezTo>
                  <a:cubicBezTo>
                    <a:pt x="134" y="14"/>
                    <a:pt x="67" y="114"/>
                    <a:pt x="67" y="181"/>
                  </a:cubicBezTo>
                  <a:cubicBezTo>
                    <a:pt x="0" y="348"/>
                    <a:pt x="34" y="481"/>
                    <a:pt x="134" y="615"/>
                  </a:cubicBezTo>
                  <a:cubicBezTo>
                    <a:pt x="300" y="748"/>
                    <a:pt x="501" y="848"/>
                    <a:pt x="734" y="882"/>
                  </a:cubicBezTo>
                  <a:cubicBezTo>
                    <a:pt x="1001" y="948"/>
                    <a:pt x="1301" y="948"/>
                    <a:pt x="1601" y="948"/>
                  </a:cubicBezTo>
                  <a:cubicBezTo>
                    <a:pt x="1668" y="948"/>
                    <a:pt x="1701" y="848"/>
                    <a:pt x="1635" y="815"/>
                  </a:cubicBezTo>
                  <a:cubicBezTo>
                    <a:pt x="1542" y="722"/>
                    <a:pt x="734" y="0"/>
                    <a:pt x="3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4" name="Google Shape;3524;p113">
              <a:extLst>
                <a:ext uri="{FF2B5EF4-FFF2-40B4-BE49-F238E27FC236}">
                  <a16:creationId xmlns:a16="http://schemas.microsoft.com/office/drawing/2014/main" id="{1D59C51B-C636-34FB-D7E5-931F5793CD13}"/>
                </a:ext>
              </a:extLst>
            </p:cNvPr>
            <p:cNvSpPr/>
            <p:nvPr/>
          </p:nvSpPr>
          <p:spPr>
            <a:xfrm>
              <a:off x="6767870" y="4457141"/>
              <a:ext cx="23060" cy="35693"/>
            </a:xfrm>
            <a:custGeom>
              <a:avLst/>
              <a:gdLst/>
              <a:ahLst/>
              <a:cxnLst/>
              <a:rect l="l" t="t" r="r" b="b"/>
              <a:pathLst>
                <a:path w="1035" h="1602" extrusionOk="0">
                  <a:moveTo>
                    <a:pt x="434" y="167"/>
                  </a:moveTo>
                  <a:cubicBezTo>
                    <a:pt x="500" y="167"/>
                    <a:pt x="534" y="200"/>
                    <a:pt x="601" y="267"/>
                  </a:cubicBezTo>
                  <a:cubicBezTo>
                    <a:pt x="767" y="601"/>
                    <a:pt x="834" y="968"/>
                    <a:pt x="767" y="1335"/>
                  </a:cubicBezTo>
                  <a:cubicBezTo>
                    <a:pt x="500" y="1034"/>
                    <a:pt x="167" y="401"/>
                    <a:pt x="267" y="200"/>
                  </a:cubicBezTo>
                  <a:cubicBezTo>
                    <a:pt x="267" y="200"/>
                    <a:pt x="300" y="167"/>
                    <a:pt x="400" y="167"/>
                  </a:cubicBezTo>
                  <a:close/>
                  <a:moveTo>
                    <a:pt x="400" y="0"/>
                  </a:moveTo>
                  <a:cubicBezTo>
                    <a:pt x="300" y="0"/>
                    <a:pt x="167" y="67"/>
                    <a:pt x="134" y="167"/>
                  </a:cubicBezTo>
                  <a:cubicBezTo>
                    <a:pt x="0" y="501"/>
                    <a:pt x="500" y="1335"/>
                    <a:pt x="801" y="1568"/>
                  </a:cubicBezTo>
                  <a:lnTo>
                    <a:pt x="834" y="1568"/>
                  </a:lnTo>
                  <a:lnTo>
                    <a:pt x="867" y="1601"/>
                  </a:lnTo>
                  <a:cubicBezTo>
                    <a:pt x="901" y="1568"/>
                    <a:pt x="934" y="1535"/>
                    <a:pt x="934" y="1535"/>
                  </a:cubicBezTo>
                  <a:cubicBezTo>
                    <a:pt x="934" y="1501"/>
                    <a:pt x="1034" y="534"/>
                    <a:pt x="701" y="167"/>
                  </a:cubicBezTo>
                  <a:cubicBezTo>
                    <a:pt x="634" y="67"/>
                    <a:pt x="534" y="34"/>
                    <a:pt x="4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5" name="Google Shape;3525;p113">
              <a:extLst>
                <a:ext uri="{FF2B5EF4-FFF2-40B4-BE49-F238E27FC236}">
                  <a16:creationId xmlns:a16="http://schemas.microsoft.com/office/drawing/2014/main" id="{277A4AA6-56D4-6049-499C-43AAAED513D9}"/>
                </a:ext>
              </a:extLst>
            </p:cNvPr>
            <p:cNvSpPr/>
            <p:nvPr/>
          </p:nvSpPr>
          <p:spPr>
            <a:xfrm>
              <a:off x="7251680" y="4347880"/>
              <a:ext cx="86246" cy="168726"/>
            </a:xfrm>
            <a:custGeom>
              <a:avLst/>
              <a:gdLst/>
              <a:ahLst/>
              <a:cxnLst/>
              <a:rect l="l" t="t" r="r" b="b"/>
              <a:pathLst>
                <a:path w="3871" h="7573" extrusionOk="0">
                  <a:moveTo>
                    <a:pt x="1" y="1"/>
                  </a:moveTo>
                  <a:lnTo>
                    <a:pt x="634" y="7573"/>
                  </a:lnTo>
                  <a:lnTo>
                    <a:pt x="3870" y="7573"/>
                  </a:lnTo>
                  <a:lnTo>
                    <a:pt x="3270" y="1"/>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6" name="Google Shape;3526;p113">
              <a:extLst>
                <a:ext uri="{FF2B5EF4-FFF2-40B4-BE49-F238E27FC236}">
                  <a16:creationId xmlns:a16="http://schemas.microsoft.com/office/drawing/2014/main" id="{AFAE2B91-F2C3-D483-B962-B134C2579A7A}"/>
                </a:ext>
              </a:extLst>
            </p:cNvPr>
            <p:cNvSpPr/>
            <p:nvPr/>
          </p:nvSpPr>
          <p:spPr>
            <a:xfrm>
              <a:off x="7127558" y="4498002"/>
              <a:ext cx="239332" cy="82525"/>
            </a:xfrm>
            <a:custGeom>
              <a:avLst/>
              <a:gdLst/>
              <a:ahLst/>
              <a:cxnLst/>
              <a:rect l="l" t="t" r="r" b="b"/>
              <a:pathLst>
                <a:path w="10742" h="3704" extrusionOk="0">
                  <a:moveTo>
                    <a:pt x="5772" y="1"/>
                  </a:moveTo>
                  <a:cubicBezTo>
                    <a:pt x="5572" y="1"/>
                    <a:pt x="5405" y="68"/>
                    <a:pt x="5238" y="201"/>
                  </a:cubicBezTo>
                  <a:cubicBezTo>
                    <a:pt x="4437" y="935"/>
                    <a:pt x="3070" y="1702"/>
                    <a:pt x="568" y="2236"/>
                  </a:cubicBezTo>
                  <a:cubicBezTo>
                    <a:pt x="1" y="2369"/>
                    <a:pt x="168" y="3704"/>
                    <a:pt x="1535" y="3704"/>
                  </a:cubicBezTo>
                  <a:cubicBezTo>
                    <a:pt x="2903" y="3704"/>
                    <a:pt x="5371" y="3604"/>
                    <a:pt x="6372" y="3604"/>
                  </a:cubicBezTo>
                  <a:cubicBezTo>
                    <a:pt x="7973" y="3604"/>
                    <a:pt x="8907" y="3704"/>
                    <a:pt x="10208" y="3704"/>
                  </a:cubicBezTo>
                  <a:cubicBezTo>
                    <a:pt x="10508" y="3704"/>
                    <a:pt x="10742" y="3437"/>
                    <a:pt x="10675" y="3137"/>
                  </a:cubicBezTo>
                  <a:lnTo>
                    <a:pt x="10041" y="201"/>
                  </a:lnTo>
                  <a:cubicBezTo>
                    <a:pt x="10008" y="68"/>
                    <a:pt x="9875" y="1"/>
                    <a:pt x="97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7" name="Google Shape;3527;p113">
              <a:extLst>
                <a:ext uri="{FF2B5EF4-FFF2-40B4-BE49-F238E27FC236}">
                  <a16:creationId xmlns:a16="http://schemas.microsoft.com/office/drawing/2014/main" id="{DEE1B8F8-5B9B-9399-7897-3653F92D562F}"/>
                </a:ext>
              </a:extLst>
            </p:cNvPr>
            <p:cNvSpPr/>
            <p:nvPr/>
          </p:nvSpPr>
          <p:spPr>
            <a:xfrm>
              <a:off x="7251680" y="4347880"/>
              <a:ext cx="79540" cy="86981"/>
            </a:xfrm>
            <a:custGeom>
              <a:avLst/>
              <a:gdLst/>
              <a:ahLst/>
              <a:cxnLst/>
              <a:rect l="l" t="t" r="r" b="b"/>
              <a:pathLst>
                <a:path w="3570" h="3904" extrusionOk="0">
                  <a:moveTo>
                    <a:pt x="1" y="1"/>
                  </a:moveTo>
                  <a:lnTo>
                    <a:pt x="334" y="3904"/>
                  </a:lnTo>
                  <a:lnTo>
                    <a:pt x="3570" y="3904"/>
                  </a:lnTo>
                  <a:lnTo>
                    <a:pt x="327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8" name="Google Shape;3528;p113">
              <a:extLst>
                <a:ext uri="{FF2B5EF4-FFF2-40B4-BE49-F238E27FC236}">
                  <a16:creationId xmlns:a16="http://schemas.microsoft.com/office/drawing/2014/main" id="{83231D48-8455-54ED-D611-358F2C07C31F}"/>
                </a:ext>
              </a:extLst>
            </p:cNvPr>
            <p:cNvSpPr/>
            <p:nvPr/>
          </p:nvSpPr>
          <p:spPr>
            <a:xfrm>
              <a:off x="7074064" y="2862227"/>
              <a:ext cx="274267" cy="1523573"/>
            </a:xfrm>
            <a:custGeom>
              <a:avLst/>
              <a:gdLst/>
              <a:ahLst/>
              <a:cxnLst/>
              <a:rect l="l" t="t" r="r" b="b"/>
              <a:pathLst>
                <a:path w="12310" h="68383" extrusionOk="0">
                  <a:moveTo>
                    <a:pt x="0" y="1"/>
                  </a:moveTo>
                  <a:lnTo>
                    <a:pt x="0" y="1"/>
                  </a:lnTo>
                  <a:cubicBezTo>
                    <a:pt x="0" y="1"/>
                    <a:pt x="2202" y="27921"/>
                    <a:pt x="3336" y="37394"/>
                  </a:cubicBezTo>
                  <a:cubicBezTo>
                    <a:pt x="4604" y="47802"/>
                    <a:pt x="7239" y="68183"/>
                    <a:pt x="7239" y="68183"/>
                  </a:cubicBezTo>
                  <a:lnTo>
                    <a:pt x="12309" y="68383"/>
                  </a:lnTo>
                  <a:cubicBezTo>
                    <a:pt x="12309" y="68383"/>
                    <a:pt x="11942" y="47902"/>
                    <a:pt x="11242" y="37728"/>
                  </a:cubicBezTo>
                  <a:cubicBezTo>
                    <a:pt x="10441" y="26119"/>
                    <a:pt x="11242" y="601"/>
                    <a:pt x="11242" y="601"/>
                  </a:cubicBez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29" name="Google Shape;3529;p113">
              <a:extLst>
                <a:ext uri="{FF2B5EF4-FFF2-40B4-BE49-F238E27FC236}">
                  <a16:creationId xmlns:a16="http://schemas.microsoft.com/office/drawing/2014/main" id="{C502084B-2AF3-EFE4-B539-12E8D15611DA}"/>
                </a:ext>
              </a:extLst>
            </p:cNvPr>
            <p:cNvSpPr/>
            <p:nvPr/>
          </p:nvSpPr>
          <p:spPr>
            <a:xfrm>
              <a:off x="7215274" y="4361270"/>
              <a:ext cx="141211" cy="49818"/>
            </a:xfrm>
            <a:custGeom>
              <a:avLst/>
              <a:gdLst/>
              <a:ahLst/>
              <a:cxnLst/>
              <a:rect l="l" t="t" r="r" b="b"/>
              <a:pathLst>
                <a:path w="6338" h="2236" extrusionOk="0">
                  <a:moveTo>
                    <a:pt x="0" y="0"/>
                  </a:moveTo>
                  <a:lnTo>
                    <a:pt x="634" y="2235"/>
                  </a:lnTo>
                  <a:lnTo>
                    <a:pt x="6338" y="2235"/>
                  </a:lnTo>
                  <a:lnTo>
                    <a:pt x="6338" y="134"/>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0" name="Google Shape;3530;p113">
              <a:extLst>
                <a:ext uri="{FF2B5EF4-FFF2-40B4-BE49-F238E27FC236}">
                  <a16:creationId xmlns:a16="http://schemas.microsoft.com/office/drawing/2014/main" id="{706A0B0B-F62B-651E-4FF7-65770DB0A7DF}"/>
                </a:ext>
              </a:extLst>
            </p:cNvPr>
            <p:cNvSpPr/>
            <p:nvPr/>
          </p:nvSpPr>
          <p:spPr>
            <a:xfrm>
              <a:off x="7214517" y="4491987"/>
              <a:ext cx="37921" cy="18671"/>
            </a:xfrm>
            <a:custGeom>
              <a:avLst/>
              <a:gdLst/>
              <a:ahLst/>
              <a:cxnLst/>
              <a:rect l="l" t="t" r="r" b="b"/>
              <a:pathLst>
                <a:path w="1702" h="838" extrusionOk="0">
                  <a:moveTo>
                    <a:pt x="251" y="146"/>
                  </a:moveTo>
                  <a:cubicBezTo>
                    <a:pt x="268" y="146"/>
                    <a:pt x="284" y="154"/>
                    <a:pt x="301" y="171"/>
                  </a:cubicBezTo>
                  <a:cubicBezTo>
                    <a:pt x="701" y="238"/>
                    <a:pt x="1068" y="371"/>
                    <a:pt x="1435" y="604"/>
                  </a:cubicBezTo>
                  <a:cubicBezTo>
                    <a:pt x="1260" y="648"/>
                    <a:pt x="1086" y="673"/>
                    <a:pt x="914" y="673"/>
                  </a:cubicBezTo>
                  <a:cubicBezTo>
                    <a:pt x="692" y="673"/>
                    <a:pt x="474" y="632"/>
                    <a:pt x="268" y="538"/>
                  </a:cubicBezTo>
                  <a:cubicBezTo>
                    <a:pt x="168" y="471"/>
                    <a:pt x="134" y="371"/>
                    <a:pt x="168" y="238"/>
                  </a:cubicBezTo>
                  <a:cubicBezTo>
                    <a:pt x="168" y="204"/>
                    <a:pt x="168" y="171"/>
                    <a:pt x="201" y="171"/>
                  </a:cubicBezTo>
                  <a:cubicBezTo>
                    <a:pt x="218" y="154"/>
                    <a:pt x="234" y="146"/>
                    <a:pt x="251" y="146"/>
                  </a:cubicBezTo>
                  <a:close/>
                  <a:moveTo>
                    <a:pt x="309" y="0"/>
                  </a:moveTo>
                  <a:cubicBezTo>
                    <a:pt x="241" y="0"/>
                    <a:pt x="182" y="11"/>
                    <a:pt x="134" y="37"/>
                  </a:cubicBezTo>
                  <a:cubicBezTo>
                    <a:pt x="67" y="71"/>
                    <a:pt x="1" y="171"/>
                    <a:pt x="1" y="238"/>
                  </a:cubicBezTo>
                  <a:cubicBezTo>
                    <a:pt x="1" y="404"/>
                    <a:pt x="34" y="571"/>
                    <a:pt x="168" y="671"/>
                  </a:cubicBezTo>
                  <a:cubicBezTo>
                    <a:pt x="334" y="805"/>
                    <a:pt x="568" y="838"/>
                    <a:pt x="801" y="838"/>
                  </a:cubicBezTo>
                  <a:cubicBezTo>
                    <a:pt x="1068" y="838"/>
                    <a:pt x="1368" y="771"/>
                    <a:pt x="1635" y="705"/>
                  </a:cubicBezTo>
                  <a:cubicBezTo>
                    <a:pt x="1669" y="705"/>
                    <a:pt x="1702" y="671"/>
                    <a:pt x="1702" y="638"/>
                  </a:cubicBezTo>
                  <a:cubicBezTo>
                    <a:pt x="1702" y="604"/>
                    <a:pt x="1702" y="571"/>
                    <a:pt x="1669" y="571"/>
                  </a:cubicBezTo>
                  <a:cubicBezTo>
                    <a:pt x="1582" y="513"/>
                    <a:pt x="762" y="0"/>
                    <a:pt x="3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1" name="Google Shape;3531;p113">
              <a:extLst>
                <a:ext uri="{FF2B5EF4-FFF2-40B4-BE49-F238E27FC236}">
                  <a16:creationId xmlns:a16="http://schemas.microsoft.com/office/drawing/2014/main" id="{8606378F-31B5-15C1-C832-862E16F7F4E0}"/>
                </a:ext>
              </a:extLst>
            </p:cNvPr>
            <p:cNvSpPr/>
            <p:nvPr/>
          </p:nvSpPr>
          <p:spPr>
            <a:xfrm>
              <a:off x="7227907" y="4475433"/>
              <a:ext cx="24530" cy="32997"/>
            </a:xfrm>
            <a:custGeom>
              <a:avLst/>
              <a:gdLst/>
              <a:ahLst/>
              <a:cxnLst/>
              <a:rect l="l" t="t" r="r" b="b"/>
              <a:pathLst>
                <a:path w="1101" h="1481" extrusionOk="0">
                  <a:moveTo>
                    <a:pt x="367" y="147"/>
                  </a:moveTo>
                  <a:cubicBezTo>
                    <a:pt x="434" y="147"/>
                    <a:pt x="501" y="147"/>
                    <a:pt x="534" y="213"/>
                  </a:cubicBezTo>
                  <a:cubicBezTo>
                    <a:pt x="767" y="514"/>
                    <a:pt x="901" y="847"/>
                    <a:pt x="934" y="1214"/>
                  </a:cubicBezTo>
                  <a:cubicBezTo>
                    <a:pt x="601" y="981"/>
                    <a:pt x="167" y="447"/>
                    <a:pt x="234" y="213"/>
                  </a:cubicBezTo>
                  <a:cubicBezTo>
                    <a:pt x="234" y="213"/>
                    <a:pt x="234" y="147"/>
                    <a:pt x="334" y="147"/>
                  </a:cubicBezTo>
                  <a:close/>
                  <a:moveTo>
                    <a:pt x="414" y="1"/>
                  </a:moveTo>
                  <a:cubicBezTo>
                    <a:pt x="386" y="1"/>
                    <a:pt x="359" y="5"/>
                    <a:pt x="334" y="13"/>
                  </a:cubicBezTo>
                  <a:cubicBezTo>
                    <a:pt x="200" y="13"/>
                    <a:pt x="100" y="80"/>
                    <a:pt x="67" y="213"/>
                  </a:cubicBezTo>
                  <a:cubicBezTo>
                    <a:pt x="0" y="547"/>
                    <a:pt x="667" y="1281"/>
                    <a:pt x="1001" y="1448"/>
                  </a:cubicBezTo>
                  <a:lnTo>
                    <a:pt x="1034" y="1448"/>
                  </a:lnTo>
                  <a:cubicBezTo>
                    <a:pt x="1034" y="1481"/>
                    <a:pt x="1068" y="1481"/>
                    <a:pt x="1068" y="1481"/>
                  </a:cubicBezTo>
                  <a:cubicBezTo>
                    <a:pt x="1101" y="1448"/>
                    <a:pt x="1101" y="1414"/>
                    <a:pt x="1101" y="1414"/>
                  </a:cubicBezTo>
                  <a:cubicBezTo>
                    <a:pt x="1101" y="1347"/>
                    <a:pt x="1034" y="413"/>
                    <a:pt x="634" y="113"/>
                  </a:cubicBezTo>
                  <a:cubicBezTo>
                    <a:pt x="584" y="38"/>
                    <a:pt x="496" y="1"/>
                    <a:pt x="4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2" name="Google Shape;3532;p113">
              <a:extLst>
                <a:ext uri="{FF2B5EF4-FFF2-40B4-BE49-F238E27FC236}">
                  <a16:creationId xmlns:a16="http://schemas.microsoft.com/office/drawing/2014/main" id="{D6C04A97-F377-6299-6655-7F9A9D4BD3F8}"/>
                </a:ext>
              </a:extLst>
            </p:cNvPr>
            <p:cNvSpPr/>
            <p:nvPr/>
          </p:nvSpPr>
          <p:spPr>
            <a:xfrm>
              <a:off x="7144669" y="2206727"/>
              <a:ext cx="276495" cy="1356362"/>
            </a:xfrm>
            <a:custGeom>
              <a:avLst/>
              <a:gdLst/>
              <a:ahLst/>
              <a:cxnLst/>
              <a:rect l="l" t="t" r="r" b="b"/>
              <a:pathLst>
                <a:path w="12410" h="60878" extrusionOk="0">
                  <a:moveTo>
                    <a:pt x="5804" y="1"/>
                  </a:moveTo>
                  <a:cubicBezTo>
                    <a:pt x="5804" y="1"/>
                    <a:pt x="3069" y="7773"/>
                    <a:pt x="2068" y="19114"/>
                  </a:cubicBezTo>
                  <a:cubicBezTo>
                    <a:pt x="1034" y="30456"/>
                    <a:pt x="0" y="54039"/>
                    <a:pt x="867" y="60878"/>
                  </a:cubicBezTo>
                  <a:cubicBezTo>
                    <a:pt x="7105" y="59944"/>
                    <a:pt x="10674" y="57842"/>
                    <a:pt x="10674" y="57842"/>
                  </a:cubicBezTo>
                  <a:cubicBezTo>
                    <a:pt x="10674" y="57842"/>
                    <a:pt x="8506" y="29288"/>
                    <a:pt x="9440" y="21649"/>
                  </a:cubicBezTo>
                  <a:cubicBezTo>
                    <a:pt x="10241" y="14878"/>
                    <a:pt x="11575" y="7539"/>
                    <a:pt x="12176" y="4170"/>
                  </a:cubicBezTo>
                  <a:cubicBezTo>
                    <a:pt x="12409" y="2936"/>
                    <a:pt x="11675" y="1735"/>
                    <a:pt x="10474" y="1402"/>
                  </a:cubicBezTo>
                  <a:lnTo>
                    <a:pt x="5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3" name="Google Shape;3533;p113">
              <a:extLst>
                <a:ext uri="{FF2B5EF4-FFF2-40B4-BE49-F238E27FC236}">
                  <a16:creationId xmlns:a16="http://schemas.microsoft.com/office/drawing/2014/main" id="{C5B67BC6-55FC-E3D3-6543-B9F5D859683C}"/>
                </a:ext>
              </a:extLst>
            </p:cNvPr>
            <p:cNvSpPr/>
            <p:nvPr/>
          </p:nvSpPr>
          <p:spPr>
            <a:xfrm>
              <a:off x="7250187" y="2394770"/>
              <a:ext cx="85488" cy="29744"/>
            </a:xfrm>
            <a:custGeom>
              <a:avLst/>
              <a:gdLst/>
              <a:ahLst/>
              <a:cxnLst/>
              <a:rect l="l" t="t" r="r" b="b"/>
              <a:pathLst>
                <a:path w="3837" h="1335" extrusionOk="0">
                  <a:moveTo>
                    <a:pt x="68" y="0"/>
                  </a:moveTo>
                  <a:lnTo>
                    <a:pt x="1" y="567"/>
                  </a:lnTo>
                  <a:lnTo>
                    <a:pt x="3770" y="1334"/>
                  </a:lnTo>
                  <a:lnTo>
                    <a:pt x="3837" y="767"/>
                  </a:lnTo>
                  <a:lnTo>
                    <a:pt x="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4" name="Google Shape;3534;p113">
              <a:extLst>
                <a:ext uri="{FF2B5EF4-FFF2-40B4-BE49-F238E27FC236}">
                  <a16:creationId xmlns:a16="http://schemas.microsoft.com/office/drawing/2014/main" id="{52DAB420-8AAC-82A9-5572-A5F9897A8561}"/>
                </a:ext>
              </a:extLst>
            </p:cNvPr>
            <p:cNvSpPr/>
            <p:nvPr/>
          </p:nvSpPr>
          <p:spPr>
            <a:xfrm>
              <a:off x="6820629" y="2201536"/>
              <a:ext cx="311430" cy="1348920"/>
            </a:xfrm>
            <a:custGeom>
              <a:avLst/>
              <a:gdLst/>
              <a:ahLst/>
              <a:cxnLst/>
              <a:rect l="l" t="t" r="r" b="b"/>
              <a:pathLst>
                <a:path w="13978" h="60544" extrusionOk="0">
                  <a:moveTo>
                    <a:pt x="13977" y="0"/>
                  </a:moveTo>
                  <a:lnTo>
                    <a:pt x="8773" y="500"/>
                  </a:lnTo>
                  <a:cubicBezTo>
                    <a:pt x="7639" y="634"/>
                    <a:pt x="6705" y="1468"/>
                    <a:pt x="6472" y="2569"/>
                  </a:cubicBezTo>
                  <a:cubicBezTo>
                    <a:pt x="5771" y="5938"/>
                    <a:pt x="4270" y="13376"/>
                    <a:pt x="3436" y="20415"/>
                  </a:cubicBezTo>
                  <a:cubicBezTo>
                    <a:pt x="2502" y="28087"/>
                    <a:pt x="0" y="57875"/>
                    <a:pt x="0" y="57875"/>
                  </a:cubicBezTo>
                  <a:cubicBezTo>
                    <a:pt x="0" y="57875"/>
                    <a:pt x="1969" y="60277"/>
                    <a:pt x="6205" y="60543"/>
                  </a:cubicBezTo>
                  <a:cubicBezTo>
                    <a:pt x="7472" y="53739"/>
                    <a:pt x="8640" y="33891"/>
                    <a:pt x="9941" y="22583"/>
                  </a:cubicBezTo>
                  <a:cubicBezTo>
                    <a:pt x="10875" y="14978"/>
                    <a:pt x="12209" y="7439"/>
                    <a:pt x="139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35" name="Google Shape;3535;p113">
              <a:extLst>
                <a:ext uri="{FF2B5EF4-FFF2-40B4-BE49-F238E27FC236}">
                  <a16:creationId xmlns:a16="http://schemas.microsoft.com/office/drawing/2014/main" id="{155D69A8-672A-2443-901D-CCFEEDF17677}"/>
                </a:ext>
              </a:extLst>
            </p:cNvPr>
            <p:cNvSpPr/>
            <p:nvPr/>
          </p:nvSpPr>
          <p:spPr>
            <a:xfrm>
              <a:off x="7085939" y="2272876"/>
              <a:ext cx="92930" cy="477906"/>
            </a:xfrm>
            <a:custGeom>
              <a:avLst/>
              <a:gdLst/>
              <a:ahLst/>
              <a:cxnLst/>
              <a:rect l="l" t="t" r="r" b="b"/>
              <a:pathLst>
                <a:path w="4171" h="21450" extrusionOk="0">
                  <a:moveTo>
                    <a:pt x="3870" y="0"/>
                  </a:moveTo>
                  <a:lnTo>
                    <a:pt x="3370" y="634"/>
                  </a:lnTo>
                  <a:lnTo>
                    <a:pt x="1" y="15912"/>
                  </a:lnTo>
                  <a:cubicBezTo>
                    <a:pt x="268" y="17780"/>
                    <a:pt x="668" y="19648"/>
                    <a:pt x="1168" y="21449"/>
                  </a:cubicBezTo>
                  <a:cubicBezTo>
                    <a:pt x="2503" y="18180"/>
                    <a:pt x="3437" y="16279"/>
                    <a:pt x="3437" y="16279"/>
                  </a:cubicBezTo>
                  <a:lnTo>
                    <a:pt x="4171" y="434"/>
                  </a:lnTo>
                  <a:lnTo>
                    <a:pt x="38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3" name="Rechteck 2">
            <a:extLst>
              <a:ext uri="{FF2B5EF4-FFF2-40B4-BE49-F238E27FC236}">
                <a16:creationId xmlns:a16="http://schemas.microsoft.com/office/drawing/2014/main" id="{29393B6D-F948-AF28-0E5D-72B339B1B22C}"/>
              </a:ext>
            </a:extLst>
          </p:cNvPr>
          <p:cNvSpPr/>
          <p:nvPr/>
        </p:nvSpPr>
        <p:spPr>
          <a:xfrm>
            <a:off x="4546649" y="2036793"/>
            <a:ext cx="1475009" cy="177692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2" name="Diagramm 1">
            <a:extLst>
              <a:ext uri="{FF2B5EF4-FFF2-40B4-BE49-F238E27FC236}">
                <a16:creationId xmlns:a16="http://schemas.microsoft.com/office/drawing/2014/main" id="{B7E90118-737F-9F2D-EF43-73B97D94310B}"/>
              </a:ext>
            </a:extLst>
          </p:cNvPr>
          <p:cNvGraphicFramePr/>
          <p:nvPr>
            <p:extLst>
              <p:ext uri="{D42A27DB-BD31-4B8C-83A1-F6EECF244321}">
                <p14:modId xmlns:p14="http://schemas.microsoft.com/office/powerpoint/2010/main" val="437491578"/>
              </p:ext>
            </p:extLst>
          </p:nvPr>
        </p:nvGraphicFramePr>
        <p:xfrm>
          <a:off x="4591454" y="2104137"/>
          <a:ext cx="1385398" cy="1707934"/>
        </p:xfrm>
        <a:graphic>
          <a:graphicData uri="http://schemas.openxmlformats.org/drawingml/2006/chart">
            <c:chart xmlns:c="http://schemas.openxmlformats.org/drawingml/2006/chart" xmlns:r="http://schemas.openxmlformats.org/officeDocument/2006/relationships" r:id="rId3"/>
          </a:graphicData>
        </a:graphic>
      </p:graphicFrame>
      <p:sp>
        <p:nvSpPr>
          <p:cNvPr id="3539" name="Google Shape;3539;p113">
            <a:extLst>
              <a:ext uri="{FF2B5EF4-FFF2-40B4-BE49-F238E27FC236}">
                <a16:creationId xmlns:a16="http://schemas.microsoft.com/office/drawing/2014/main" id="{84CEB7CB-F5F1-DFB2-5684-6007C9A26E0F}"/>
              </a:ext>
            </a:extLst>
          </p:cNvPr>
          <p:cNvSpPr/>
          <p:nvPr/>
        </p:nvSpPr>
        <p:spPr>
          <a:xfrm>
            <a:off x="4504314" y="2928823"/>
            <a:ext cx="225900" cy="22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cxnSp>
        <p:nvCxnSpPr>
          <p:cNvPr id="3408" name="Google Shape;3408;p113">
            <a:extLst>
              <a:ext uri="{FF2B5EF4-FFF2-40B4-BE49-F238E27FC236}">
                <a16:creationId xmlns:a16="http://schemas.microsoft.com/office/drawing/2014/main" id="{ECD3AF3D-47BF-2723-13EE-9236D954FB5B}"/>
              </a:ext>
            </a:extLst>
          </p:cNvPr>
          <p:cNvCxnSpPr/>
          <p:nvPr/>
        </p:nvCxnSpPr>
        <p:spPr>
          <a:xfrm rot="10800000">
            <a:off x="1284776" y="3041773"/>
            <a:ext cx="3219300" cy="0"/>
          </a:xfrm>
          <a:prstGeom prst="straightConnector1">
            <a:avLst/>
          </a:prstGeom>
          <a:noFill/>
          <a:ln w="38100" cap="flat" cmpd="sng">
            <a:solidFill>
              <a:schemeClr val="dk1"/>
            </a:solidFill>
            <a:prstDash val="solid"/>
            <a:round/>
            <a:headEnd type="none" w="med" len="med"/>
            <a:tailEnd type="none" w="med" len="med"/>
          </a:ln>
        </p:spPr>
      </p:cxnSp>
      <p:cxnSp>
        <p:nvCxnSpPr>
          <p:cNvPr id="3536" name="Google Shape;3536;p113">
            <a:extLst>
              <a:ext uri="{FF2B5EF4-FFF2-40B4-BE49-F238E27FC236}">
                <a16:creationId xmlns:a16="http://schemas.microsoft.com/office/drawing/2014/main" id="{3BB63F89-CD8B-592E-E76E-1AE2CD6DBA58}"/>
              </a:ext>
            </a:extLst>
          </p:cNvPr>
          <p:cNvCxnSpPr/>
          <p:nvPr/>
        </p:nvCxnSpPr>
        <p:spPr>
          <a:xfrm rot="10800000">
            <a:off x="1104338" y="4052225"/>
            <a:ext cx="4992300" cy="0"/>
          </a:xfrm>
          <a:prstGeom prst="straightConnector1">
            <a:avLst/>
          </a:prstGeom>
          <a:noFill/>
          <a:ln w="38100" cap="flat" cmpd="sng">
            <a:solidFill>
              <a:schemeClr val="dk1"/>
            </a:solidFill>
            <a:prstDash val="solid"/>
            <a:round/>
            <a:headEnd type="none" w="med" len="med"/>
            <a:tailEnd type="none" w="med" len="med"/>
          </a:ln>
        </p:spPr>
      </p:cxnSp>
      <p:cxnSp>
        <p:nvCxnSpPr>
          <p:cNvPr id="3537" name="Google Shape;3537;p113">
            <a:extLst>
              <a:ext uri="{FF2B5EF4-FFF2-40B4-BE49-F238E27FC236}">
                <a16:creationId xmlns:a16="http://schemas.microsoft.com/office/drawing/2014/main" id="{CF4581E0-407E-F84D-F95C-D1D9DAC97E0F}"/>
              </a:ext>
            </a:extLst>
          </p:cNvPr>
          <p:cNvCxnSpPr>
            <a:cxnSpLocks/>
          </p:cNvCxnSpPr>
          <p:nvPr/>
        </p:nvCxnSpPr>
        <p:spPr>
          <a:xfrm flipH="1">
            <a:off x="573437" y="2036794"/>
            <a:ext cx="3851226" cy="10637"/>
          </a:xfrm>
          <a:prstGeom prst="straightConnector1">
            <a:avLst/>
          </a:prstGeom>
          <a:noFill/>
          <a:ln w="38100" cap="flat" cmpd="sng">
            <a:solidFill>
              <a:schemeClr val="dk1"/>
            </a:solidFill>
            <a:prstDash val="solid"/>
            <a:round/>
            <a:headEnd type="none" w="med" len="med"/>
            <a:tailEnd type="none" w="med" len="med"/>
          </a:ln>
        </p:spPr>
      </p:cxnSp>
      <p:sp>
        <p:nvSpPr>
          <p:cNvPr id="3538" name="Google Shape;3538;p113">
            <a:extLst>
              <a:ext uri="{FF2B5EF4-FFF2-40B4-BE49-F238E27FC236}">
                <a16:creationId xmlns:a16="http://schemas.microsoft.com/office/drawing/2014/main" id="{B2E49820-DF6B-A5EF-F4C4-7735E8578DB2}"/>
              </a:ext>
            </a:extLst>
          </p:cNvPr>
          <p:cNvSpPr/>
          <p:nvPr/>
        </p:nvSpPr>
        <p:spPr>
          <a:xfrm>
            <a:off x="4342776" y="1911688"/>
            <a:ext cx="225900" cy="22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3540" name="Google Shape;3540;p113">
            <a:extLst>
              <a:ext uri="{FF2B5EF4-FFF2-40B4-BE49-F238E27FC236}">
                <a16:creationId xmlns:a16="http://schemas.microsoft.com/office/drawing/2014/main" id="{A4C7A8B3-30A1-B474-299B-3F2D0673BE56}"/>
              </a:ext>
            </a:extLst>
          </p:cNvPr>
          <p:cNvSpPr/>
          <p:nvPr/>
        </p:nvSpPr>
        <p:spPr>
          <a:xfrm>
            <a:off x="5974156" y="3939275"/>
            <a:ext cx="225900" cy="225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8" name="Google Shape;1721;p80">
            <a:extLst>
              <a:ext uri="{FF2B5EF4-FFF2-40B4-BE49-F238E27FC236}">
                <a16:creationId xmlns:a16="http://schemas.microsoft.com/office/drawing/2014/main" id="{7C6937B8-76ED-74BA-68A6-944E5FF1616B}"/>
              </a:ext>
            </a:extLst>
          </p:cNvPr>
          <p:cNvGrpSpPr/>
          <p:nvPr/>
        </p:nvGrpSpPr>
        <p:grpSpPr>
          <a:xfrm rot="1873678" flipH="1">
            <a:off x="5871677" y="1939250"/>
            <a:ext cx="255906" cy="870828"/>
            <a:chOff x="3167700" y="238125"/>
            <a:chExt cx="1230625" cy="5172775"/>
          </a:xfrm>
        </p:grpSpPr>
        <p:sp>
          <p:nvSpPr>
            <p:cNvPr id="9" name="Google Shape;1722;p80">
              <a:extLst>
                <a:ext uri="{FF2B5EF4-FFF2-40B4-BE49-F238E27FC236}">
                  <a16:creationId xmlns:a16="http://schemas.microsoft.com/office/drawing/2014/main" id="{825261B3-4648-7492-A2A3-59BA0C146B30}"/>
                </a:ext>
              </a:extLst>
            </p:cNvPr>
            <p:cNvSpPr/>
            <p:nvPr/>
          </p:nvSpPr>
          <p:spPr>
            <a:xfrm>
              <a:off x="3310100" y="3874000"/>
              <a:ext cx="993900" cy="1536900"/>
            </a:xfrm>
            <a:custGeom>
              <a:avLst/>
              <a:gdLst/>
              <a:ahLst/>
              <a:cxnLst/>
              <a:rect l="l" t="t" r="r" b="b"/>
              <a:pathLst>
                <a:path w="39756" h="61476" extrusionOk="0">
                  <a:moveTo>
                    <a:pt x="20193" y="1"/>
                  </a:moveTo>
                  <a:cubicBezTo>
                    <a:pt x="19862" y="1"/>
                    <a:pt x="19527" y="7"/>
                    <a:pt x="19186" y="21"/>
                  </a:cubicBezTo>
                  <a:cubicBezTo>
                    <a:pt x="0" y="860"/>
                    <a:pt x="480" y="24004"/>
                    <a:pt x="7015" y="38034"/>
                  </a:cubicBezTo>
                  <a:cubicBezTo>
                    <a:pt x="7182" y="38463"/>
                    <a:pt x="7539" y="38655"/>
                    <a:pt x="7901" y="38655"/>
                  </a:cubicBezTo>
                  <a:cubicBezTo>
                    <a:pt x="8448" y="38655"/>
                    <a:pt x="9006" y="38216"/>
                    <a:pt x="8934" y="37494"/>
                  </a:cubicBezTo>
                  <a:cubicBezTo>
                    <a:pt x="8814" y="36055"/>
                    <a:pt x="8814" y="34556"/>
                    <a:pt x="8934" y="33057"/>
                  </a:cubicBezTo>
                  <a:cubicBezTo>
                    <a:pt x="8994" y="32638"/>
                    <a:pt x="9353" y="32278"/>
                    <a:pt x="9773" y="32158"/>
                  </a:cubicBezTo>
                  <a:cubicBezTo>
                    <a:pt x="9819" y="32153"/>
                    <a:pt x="9864" y="32150"/>
                    <a:pt x="9910" y="32150"/>
                  </a:cubicBezTo>
                  <a:cubicBezTo>
                    <a:pt x="10401" y="32150"/>
                    <a:pt x="10862" y="32443"/>
                    <a:pt x="10972" y="32937"/>
                  </a:cubicBezTo>
                  <a:cubicBezTo>
                    <a:pt x="13071" y="42650"/>
                    <a:pt x="21884" y="53922"/>
                    <a:pt x="24882" y="60877"/>
                  </a:cubicBezTo>
                  <a:cubicBezTo>
                    <a:pt x="25062" y="61117"/>
                    <a:pt x="25242" y="61297"/>
                    <a:pt x="25482" y="61417"/>
                  </a:cubicBezTo>
                  <a:cubicBezTo>
                    <a:pt x="25601" y="61457"/>
                    <a:pt x="25723" y="61476"/>
                    <a:pt x="25843" y="61476"/>
                  </a:cubicBezTo>
                  <a:cubicBezTo>
                    <a:pt x="26266" y="61476"/>
                    <a:pt x="26660" y="61238"/>
                    <a:pt x="26801" y="60817"/>
                  </a:cubicBezTo>
                  <a:cubicBezTo>
                    <a:pt x="29199" y="54522"/>
                    <a:pt x="28719" y="47627"/>
                    <a:pt x="27880" y="42830"/>
                  </a:cubicBezTo>
                  <a:cubicBezTo>
                    <a:pt x="27820" y="42471"/>
                    <a:pt x="28000" y="42051"/>
                    <a:pt x="28299" y="41871"/>
                  </a:cubicBezTo>
                  <a:cubicBezTo>
                    <a:pt x="28474" y="41746"/>
                    <a:pt x="28691" y="41684"/>
                    <a:pt x="28906" y="41684"/>
                  </a:cubicBezTo>
                  <a:cubicBezTo>
                    <a:pt x="29206" y="41684"/>
                    <a:pt x="29504" y="41806"/>
                    <a:pt x="29678" y="42051"/>
                  </a:cubicBezTo>
                  <a:cubicBezTo>
                    <a:pt x="30518" y="43190"/>
                    <a:pt x="31357" y="44269"/>
                    <a:pt x="32317" y="45288"/>
                  </a:cubicBezTo>
                  <a:cubicBezTo>
                    <a:pt x="32539" y="45511"/>
                    <a:pt x="32794" y="45634"/>
                    <a:pt x="33082" y="45634"/>
                  </a:cubicBezTo>
                  <a:cubicBezTo>
                    <a:pt x="33183" y="45634"/>
                    <a:pt x="33287" y="45619"/>
                    <a:pt x="33396" y="45588"/>
                  </a:cubicBezTo>
                  <a:cubicBezTo>
                    <a:pt x="33875" y="45408"/>
                    <a:pt x="34175" y="44869"/>
                    <a:pt x="34055" y="44329"/>
                  </a:cubicBezTo>
                  <a:cubicBezTo>
                    <a:pt x="32197" y="38693"/>
                    <a:pt x="31297" y="30719"/>
                    <a:pt x="34775" y="23224"/>
                  </a:cubicBezTo>
                  <a:cubicBezTo>
                    <a:pt x="39755" y="12443"/>
                    <a:pt x="34428" y="1"/>
                    <a:pt x="20193" y="1"/>
                  </a:cubicBezTo>
                  <a:close/>
                </a:path>
              </a:pathLst>
            </a:custGeom>
            <a:solidFill>
              <a:srgbClr val="7E57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 name="Google Shape;1723;p80">
              <a:extLst>
                <a:ext uri="{FF2B5EF4-FFF2-40B4-BE49-F238E27FC236}">
                  <a16:creationId xmlns:a16="http://schemas.microsoft.com/office/drawing/2014/main" id="{CCE6721D-E422-4BE1-3393-6F8A6DBC5555}"/>
                </a:ext>
              </a:extLst>
            </p:cNvPr>
            <p:cNvSpPr/>
            <p:nvPr/>
          </p:nvSpPr>
          <p:spPr>
            <a:xfrm>
              <a:off x="3310100" y="3874000"/>
              <a:ext cx="993900" cy="1536900"/>
            </a:xfrm>
            <a:custGeom>
              <a:avLst/>
              <a:gdLst/>
              <a:ahLst/>
              <a:cxnLst/>
              <a:rect l="l" t="t" r="r" b="b"/>
              <a:pathLst>
                <a:path w="39756" h="61476" extrusionOk="0">
                  <a:moveTo>
                    <a:pt x="20193" y="1"/>
                  </a:moveTo>
                  <a:cubicBezTo>
                    <a:pt x="19862" y="1"/>
                    <a:pt x="19527" y="7"/>
                    <a:pt x="19186" y="21"/>
                  </a:cubicBezTo>
                  <a:cubicBezTo>
                    <a:pt x="0" y="860"/>
                    <a:pt x="480" y="24004"/>
                    <a:pt x="7015" y="38034"/>
                  </a:cubicBezTo>
                  <a:cubicBezTo>
                    <a:pt x="7182" y="38463"/>
                    <a:pt x="7539" y="38655"/>
                    <a:pt x="7901" y="38655"/>
                  </a:cubicBezTo>
                  <a:cubicBezTo>
                    <a:pt x="8448" y="38655"/>
                    <a:pt x="9006" y="38216"/>
                    <a:pt x="8934" y="37494"/>
                  </a:cubicBezTo>
                  <a:cubicBezTo>
                    <a:pt x="8814" y="36055"/>
                    <a:pt x="8814" y="34556"/>
                    <a:pt x="8934" y="33057"/>
                  </a:cubicBezTo>
                  <a:cubicBezTo>
                    <a:pt x="8994" y="32638"/>
                    <a:pt x="9353" y="32278"/>
                    <a:pt x="9773" y="32158"/>
                  </a:cubicBezTo>
                  <a:cubicBezTo>
                    <a:pt x="9819" y="32153"/>
                    <a:pt x="9864" y="32150"/>
                    <a:pt x="9910" y="32150"/>
                  </a:cubicBezTo>
                  <a:cubicBezTo>
                    <a:pt x="10401" y="32150"/>
                    <a:pt x="10862" y="32443"/>
                    <a:pt x="10972" y="32937"/>
                  </a:cubicBezTo>
                  <a:cubicBezTo>
                    <a:pt x="13071" y="42650"/>
                    <a:pt x="21884" y="53922"/>
                    <a:pt x="24882" y="60877"/>
                  </a:cubicBezTo>
                  <a:cubicBezTo>
                    <a:pt x="25062" y="61117"/>
                    <a:pt x="25242" y="61297"/>
                    <a:pt x="25482" y="61417"/>
                  </a:cubicBezTo>
                  <a:cubicBezTo>
                    <a:pt x="25601" y="61457"/>
                    <a:pt x="25723" y="61476"/>
                    <a:pt x="25843" y="61476"/>
                  </a:cubicBezTo>
                  <a:cubicBezTo>
                    <a:pt x="26266" y="61476"/>
                    <a:pt x="26660" y="61238"/>
                    <a:pt x="26801" y="60817"/>
                  </a:cubicBezTo>
                  <a:cubicBezTo>
                    <a:pt x="29199" y="54522"/>
                    <a:pt x="28719" y="47627"/>
                    <a:pt x="27880" y="42830"/>
                  </a:cubicBezTo>
                  <a:cubicBezTo>
                    <a:pt x="27820" y="42471"/>
                    <a:pt x="28000" y="42051"/>
                    <a:pt x="28299" y="41871"/>
                  </a:cubicBezTo>
                  <a:cubicBezTo>
                    <a:pt x="28474" y="41746"/>
                    <a:pt x="28691" y="41684"/>
                    <a:pt x="28906" y="41684"/>
                  </a:cubicBezTo>
                  <a:cubicBezTo>
                    <a:pt x="29206" y="41684"/>
                    <a:pt x="29504" y="41806"/>
                    <a:pt x="29678" y="42051"/>
                  </a:cubicBezTo>
                  <a:cubicBezTo>
                    <a:pt x="30518" y="43190"/>
                    <a:pt x="31357" y="44269"/>
                    <a:pt x="32317" y="45288"/>
                  </a:cubicBezTo>
                  <a:cubicBezTo>
                    <a:pt x="32539" y="45511"/>
                    <a:pt x="32794" y="45634"/>
                    <a:pt x="33082" y="45634"/>
                  </a:cubicBezTo>
                  <a:cubicBezTo>
                    <a:pt x="33183" y="45634"/>
                    <a:pt x="33287" y="45619"/>
                    <a:pt x="33396" y="45588"/>
                  </a:cubicBezTo>
                  <a:cubicBezTo>
                    <a:pt x="33875" y="45408"/>
                    <a:pt x="34175" y="44869"/>
                    <a:pt x="34055" y="44329"/>
                  </a:cubicBezTo>
                  <a:cubicBezTo>
                    <a:pt x="32197" y="38693"/>
                    <a:pt x="31297" y="30719"/>
                    <a:pt x="34775" y="23224"/>
                  </a:cubicBezTo>
                  <a:cubicBezTo>
                    <a:pt x="39755" y="12443"/>
                    <a:pt x="34428" y="1"/>
                    <a:pt x="201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1" name="Google Shape;1724;p80">
              <a:extLst>
                <a:ext uri="{FF2B5EF4-FFF2-40B4-BE49-F238E27FC236}">
                  <a16:creationId xmlns:a16="http://schemas.microsoft.com/office/drawing/2014/main" id="{7AB5E46C-AC56-9BAA-50C0-065F6C132C6C}"/>
                </a:ext>
              </a:extLst>
            </p:cNvPr>
            <p:cNvSpPr/>
            <p:nvPr/>
          </p:nvSpPr>
          <p:spPr>
            <a:xfrm>
              <a:off x="3263625" y="3678150"/>
              <a:ext cx="1049250" cy="667050"/>
            </a:xfrm>
            <a:custGeom>
              <a:avLst/>
              <a:gdLst/>
              <a:ahLst/>
              <a:cxnLst/>
              <a:rect l="l" t="t" r="r" b="b"/>
              <a:pathLst>
                <a:path w="41970" h="26682" extrusionOk="0">
                  <a:moveTo>
                    <a:pt x="6296" y="1"/>
                  </a:moveTo>
                  <a:cubicBezTo>
                    <a:pt x="5636" y="1"/>
                    <a:pt x="5037" y="480"/>
                    <a:pt x="4857" y="1140"/>
                  </a:cubicBezTo>
                  <a:lnTo>
                    <a:pt x="0" y="25063"/>
                  </a:lnTo>
                  <a:lnTo>
                    <a:pt x="0" y="25242"/>
                  </a:lnTo>
                  <a:cubicBezTo>
                    <a:pt x="0" y="26022"/>
                    <a:pt x="660" y="26681"/>
                    <a:pt x="1439" y="26681"/>
                  </a:cubicBezTo>
                  <a:lnTo>
                    <a:pt x="40651" y="26681"/>
                  </a:lnTo>
                  <a:cubicBezTo>
                    <a:pt x="41430" y="26561"/>
                    <a:pt x="41970" y="25842"/>
                    <a:pt x="41850" y="25063"/>
                  </a:cubicBezTo>
                  <a:lnTo>
                    <a:pt x="36934" y="1140"/>
                  </a:lnTo>
                  <a:cubicBezTo>
                    <a:pt x="36814" y="480"/>
                    <a:pt x="36274" y="1"/>
                    <a:pt x="356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2" name="Google Shape;1725;p80">
              <a:extLst>
                <a:ext uri="{FF2B5EF4-FFF2-40B4-BE49-F238E27FC236}">
                  <a16:creationId xmlns:a16="http://schemas.microsoft.com/office/drawing/2014/main" id="{A2B047F2-BBEF-04B8-74AC-87611FE1A706}"/>
                </a:ext>
              </a:extLst>
            </p:cNvPr>
            <p:cNvSpPr/>
            <p:nvPr/>
          </p:nvSpPr>
          <p:spPr>
            <a:xfrm>
              <a:off x="3456975" y="3676550"/>
              <a:ext cx="658050" cy="766075"/>
            </a:xfrm>
            <a:custGeom>
              <a:avLst/>
              <a:gdLst/>
              <a:ahLst/>
              <a:cxnLst/>
              <a:rect l="l" t="t" r="r" b="b"/>
              <a:pathLst>
                <a:path w="26322" h="30643" extrusionOk="0">
                  <a:moveTo>
                    <a:pt x="4390" y="0"/>
                  </a:moveTo>
                  <a:cubicBezTo>
                    <a:pt x="3664" y="0"/>
                    <a:pt x="3116" y="578"/>
                    <a:pt x="3059" y="1264"/>
                  </a:cubicBezTo>
                  <a:lnTo>
                    <a:pt x="1" y="29084"/>
                  </a:lnTo>
                  <a:lnTo>
                    <a:pt x="1" y="29204"/>
                  </a:lnTo>
                  <a:cubicBezTo>
                    <a:pt x="1" y="29983"/>
                    <a:pt x="660" y="30583"/>
                    <a:pt x="1440" y="30643"/>
                  </a:cubicBezTo>
                  <a:lnTo>
                    <a:pt x="25003" y="30643"/>
                  </a:lnTo>
                  <a:cubicBezTo>
                    <a:pt x="25782" y="30523"/>
                    <a:pt x="26322" y="29803"/>
                    <a:pt x="26202" y="29084"/>
                  </a:cubicBezTo>
                  <a:lnTo>
                    <a:pt x="23144" y="1264"/>
                  </a:lnTo>
                  <a:cubicBezTo>
                    <a:pt x="23087" y="578"/>
                    <a:pt x="22539" y="0"/>
                    <a:pt x="21812" y="0"/>
                  </a:cubicBezTo>
                  <a:cubicBezTo>
                    <a:pt x="21777" y="0"/>
                    <a:pt x="21741" y="2"/>
                    <a:pt x="21705" y="5"/>
                  </a:cubicBezTo>
                  <a:lnTo>
                    <a:pt x="4498" y="5"/>
                  </a:lnTo>
                  <a:cubicBezTo>
                    <a:pt x="4461" y="2"/>
                    <a:pt x="4426" y="0"/>
                    <a:pt x="439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3" name="Google Shape;1726;p80">
              <a:extLst>
                <a:ext uri="{FF2B5EF4-FFF2-40B4-BE49-F238E27FC236}">
                  <a16:creationId xmlns:a16="http://schemas.microsoft.com/office/drawing/2014/main" id="{0E41A2DA-069E-81C9-0472-D9B03A9CEA46}"/>
                </a:ext>
              </a:extLst>
            </p:cNvPr>
            <p:cNvSpPr/>
            <p:nvPr/>
          </p:nvSpPr>
          <p:spPr>
            <a:xfrm>
              <a:off x="4362325" y="1410275"/>
              <a:ext cx="30000" cy="371750"/>
            </a:xfrm>
            <a:custGeom>
              <a:avLst/>
              <a:gdLst/>
              <a:ahLst/>
              <a:cxnLst/>
              <a:rect l="l" t="t" r="r" b="b"/>
              <a:pathLst>
                <a:path w="1200" h="14870" extrusionOk="0">
                  <a:moveTo>
                    <a:pt x="720" y="0"/>
                  </a:moveTo>
                  <a:lnTo>
                    <a:pt x="0" y="60"/>
                  </a:lnTo>
                  <a:lnTo>
                    <a:pt x="420" y="14870"/>
                  </a:lnTo>
                  <a:lnTo>
                    <a:pt x="1200" y="14870"/>
                  </a:lnTo>
                  <a:lnTo>
                    <a:pt x="72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4" name="Google Shape;1727;p80">
              <a:extLst>
                <a:ext uri="{FF2B5EF4-FFF2-40B4-BE49-F238E27FC236}">
                  <a16:creationId xmlns:a16="http://schemas.microsoft.com/office/drawing/2014/main" id="{9825770A-3AC4-AA6D-7E76-FE8DD1CBE099}"/>
                </a:ext>
              </a:extLst>
            </p:cNvPr>
            <p:cNvSpPr/>
            <p:nvPr/>
          </p:nvSpPr>
          <p:spPr>
            <a:xfrm>
              <a:off x="4375825" y="1877950"/>
              <a:ext cx="22500" cy="109425"/>
            </a:xfrm>
            <a:custGeom>
              <a:avLst/>
              <a:gdLst/>
              <a:ahLst/>
              <a:cxnLst/>
              <a:rect l="l" t="t" r="r" b="b"/>
              <a:pathLst>
                <a:path w="900" h="4377" extrusionOk="0">
                  <a:moveTo>
                    <a:pt x="0" y="0"/>
                  </a:moveTo>
                  <a:lnTo>
                    <a:pt x="120" y="4377"/>
                  </a:lnTo>
                  <a:lnTo>
                    <a:pt x="899" y="4317"/>
                  </a:lnTo>
                  <a:lnTo>
                    <a:pt x="77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5" name="Google Shape;1728;p80">
              <a:extLst>
                <a:ext uri="{FF2B5EF4-FFF2-40B4-BE49-F238E27FC236}">
                  <a16:creationId xmlns:a16="http://schemas.microsoft.com/office/drawing/2014/main" id="{7BE451EA-B837-1B96-1800-933B467C9CD1}"/>
                </a:ext>
              </a:extLst>
            </p:cNvPr>
            <p:cNvSpPr/>
            <p:nvPr/>
          </p:nvSpPr>
          <p:spPr>
            <a:xfrm>
              <a:off x="3167700" y="238125"/>
              <a:ext cx="1227625" cy="3771325"/>
            </a:xfrm>
            <a:custGeom>
              <a:avLst/>
              <a:gdLst/>
              <a:ahLst/>
              <a:cxnLst/>
              <a:rect l="l" t="t" r="r" b="b"/>
              <a:pathLst>
                <a:path w="49105" h="150853" extrusionOk="0">
                  <a:moveTo>
                    <a:pt x="24702" y="0"/>
                  </a:moveTo>
                  <a:cubicBezTo>
                    <a:pt x="24702" y="0"/>
                    <a:pt x="3418" y="17567"/>
                    <a:pt x="3418" y="46707"/>
                  </a:cubicBezTo>
                  <a:lnTo>
                    <a:pt x="240" y="137961"/>
                  </a:lnTo>
                  <a:cubicBezTo>
                    <a:pt x="0" y="144856"/>
                    <a:pt x="5336" y="150612"/>
                    <a:pt x="12231" y="150852"/>
                  </a:cubicBezTo>
                  <a:lnTo>
                    <a:pt x="36694" y="150852"/>
                  </a:lnTo>
                  <a:cubicBezTo>
                    <a:pt x="36730" y="150852"/>
                    <a:pt x="36766" y="150852"/>
                    <a:pt x="36802" y="150852"/>
                  </a:cubicBezTo>
                  <a:cubicBezTo>
                    <a:pt x="43587" y="150852"/>
                    <a:pt x="49104" y="145240"/>
                    <a:pt x="49104" y="138441"/>
                  </a:cubicBezTo>
                  <a:lnTo>
                    <a:pt x="49104" y="137961"/>
                  </a:lnTo>
                  <a:lnTo>
                    <a:pt x="45987" y="46707"/>
                  </a:lnTo>
                  <a:cubicBezTo>
                    <a:pt x="46047" y="17627"/>
                    <a:pt x="24702" y="0"/>
                    <a:pt x="247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6" name="Google Shape;1729;p80">
              <a:extLst>
                <a:ext uri="{FF2B5EF4-FFF2-40B4-BE49-F238E27FC236}">
                  <a16:creationId xmlns:a16="http://schemas.microsoft.com/office/drawing/2014/main" id="{F6FEC9D1-9FF9-254B-E880-E1A48D650CAC}"/>
                </a:ext>
              </a:extLst>
            </p:cNvPr>
            <p:cNvSpPr/>
            <p:nvPr/>
          </p:nvSpPr>
          <p:spPr>
            <a:xfrm>
              <a:off x="3413525" y="238125"/>
              <a:ext cx="759950" cy="653550"/>
            </a:xfrm>
            <a:custGeom>
              <a:avLst/>
              <a:gdLst/>
              <a:ahLst/>
              <a:cxnLst/>
              <a:rect l="l" t="t" r="r" b="b"/>
              <a:pathLst>
                <a:path w="30398" h="26142" extrusionOk="0">
                  <a:moveTo>
                    <a:pt x="14869" y="0"/>
                  </a:moveTo>
                  <a:cubicBezTo>
                    <a:pt x="9113" y="5216"/>
                    <a:pt x="4257" y="11392"/>
                    <a:pt x="600" y="18227"/>
                  </a:cubicBezTo>
                  <a:cubicBezTo>
                    <a:pt x="240" y="19006"/>
                    <a:pt x="0" y="19906"/>
                    <a:pt x="0" y="20745"/>
                  </a:cubicBezTo>
                  <a:cubicBezTo>
                    <a:pt x="0" y="23743"/>
                    <a:pt x="2398" y="26141"/>
                    <a:pt x="5396" y="26141"/>
                  </a:cubicBezTo>
                  <a:lnTo>
                    <a:pt x="24162" y="26141"/>
                  </a:lnTo>
                  <a:cubicBezTo>
                    <a:pt x="25002" y="26141"/>
                    <a:pt x="25901" y="25961"/>
                    <a:pt x="26681" y="25542"/>
                  </a:cubicBezTo>
                  <a:cubicBezTo>
                    <a:pt x="29319" y="24223"/>
                    <a:pt x="30398" y="20925"/>
                    <a:pt x="29019" y="18287"/>
                  </a:cubicBezTo>
                  <a:cubicBezTo>
                    <a:pt x="25422" y="11392"/>
                    <a:pt x="20625" y="5216"/>
                    <a:pt x="148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7" name="Google Shape;1730;p80">
              <a:extLst>
                <a:ext uri="{FF2B5EF4-FFF2-40B4-BE49-F238E27FC236}">
                  <a16:creationId xmlns:a16="http://schemas.microsoft.com/office/drawing/2014/main" id="{F9C96B24-6818-3642-F23F-312780873011}"/>
                </a:ext>
              </a:extLst>
            </p:cNvPr>
            <p:cNvSpPr/>
            <p:nvPr/>
          </p:nvSpPr>
          <p:spPr>
            <a:xfrm>
              <a:off x="3397025" y="1455250"/>
              <a:ext cx="774950" cy="776450"/>
            </a:xfrm>
            <a:custGeom>
              <a:avLst/>
              <a:gdLst/>
              <a:ahLst/>
              <a:cxnLst/>
              <a:rect l="l" t="t" r="r" b="b"/>
              <a:pathLst>
                <a:path w="30998" h="31058" extrusionOk="0">
                  <a:moveTo>
                    <a:pt x="15529" y="0"/>
                  </a:moveTo>
                  <a:cubicBezTo>
                    <a:pt x="6955" y="0"/>
                    <a:pt x="1" y="6955"/>
                    <a:pt x="1" y="15529"/>
                  </a:cubicBezTo>
                  <a:cubicBezTo>
                    <a:pt x="1" y="24103"/>
                    <a:pt x="6955" y="31058"/>
                    <a:pt x="15529" y="31058"/>
                  </a:cubicBezTo>
                  <a:cubicBezTo>
                    <a:pt x="24103" y="31058"/>
                    <a:pt x="30998" y="24103"/>
                    <a:pt x="30998" y="15529"/>
                  </a:cubicBezTo>
                  <a:cubicBezTo>
                    <a:pt x="30998" y="6955"/>
                    <a:pt x="24103" y="0"/>
                    <a:pt x="155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 name="Google Shape;1731;p80">
              <a:extLst>
                <a:ext uri="{FF2B5EF4-FFF2-40B4-BE49-F238E27FC236}">
                  <a16:creationId xmlns:a16="http://schemas.microsoft.com/office/drawing/2014/main" id="{3B13FEE5-CCB0-D8C4-AD63-01BACE2FC52D}"/>
                </a:ext>
              </a:extLst>
            </p:cNvPr>
            <p:cNvSpPr/>
            <p:nvPr/>
          </p:nvSpPr>
          <p:spPr>
            <a:xfrm>
              <a:off x="3522925" y="1579650"/>
              <a:ext cx="524650" cy="523150"/>
            </a:xfrm>
            <a:custGeom>
              <a:avLst/>
              <a:gdLst/>
              <a:ahLst/>
              <a:cxnLst/>
              <a:rect l="l" t="t" r="r" b="b"/>
              <a:pathLst>
                <a:path w="20986" h="20926" extrusionOk="0">
                  <a:moveTo>
                    <a:pt x="10613" y="1"/>
                  </a:moveTo>
                  <a:cubicBezTo>
                    <a:pt x="5217" y="121"/>
                    <a:pt x="780" y="4318"/>
                    <a:pt x="421" y="9714"/>
                  </a:cubicBezTo>
                  <a:cubicBezTo>
                    <a:pt x="1" y="15110"/>
                    <a:pt x="3778" y="19906"/>
                    <a:pt x="9114" y="20866"/>
                  </a:cubicBezTo>
                  <a:cubicBezTo>
                    <a:pt x="9654" y="20866"/>
                    <a:pt x="10074" y="20926"/>
                    <a:pt x="10613" y="20926"/>
                  </a:cubicBezTo>
                  <a:cubicBezTo>
                    <a:pt x="14990" y="20926"/>
                    <a:pt x="18947" y="18168"/>
                    <a:pt x="20446" y="14091"/>
                  </a:cubicBezTo>
                  <a:lnTo>
                    <a:pt x="20566" y="13671"/>
                  </a:lnTo>
                  <a:cubicBezTo>
                    <a:pt x="20566" y="13431"/>
                    <a:pt x="20746" y="13191"/>
                    <a:pt x="20746" y="12951"/>
                  </a:cubicBezTo>
                  <a:cubicBezTo>
                    <a:pt x="20866" y="12352"/>
                    <a:pt x="20986" y="11692"/>
                    <a:pt x="20986" y="11033"/>
                  </a:cubicBezTo>
                  <a:lnTo>
                    <a:pt x="20986" y="10553"/>
                  </a:lnTo>
                  <a:cubicBezTo>
                    <a:pt x="20926" y="5637"/>
                    <a:pt x="17448" y="1380"/>
                    <a:pt x="12652" y="300"/>
                  </a:cubicBezTo>
                  <a:cubicBezTo>
                    <a:pt x="11992" y="180"/>
                    <a:pt x="11213" y="61"/>
                    <a:pt x="106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cxnSp>
        <p:nvCxnSpPr>
          <p:cNvPr id="6" name="Gerade Verbindung 5">
            <a:extLst>
              <a:ext uri="{FF2B5EF4-FFF2-40B4-BE49-F238E27FC236}">
                <a16:creationId xmlns:a16="http://schemas.microsoft.com/office/drawing/2014/main" id="{3E3F31C4-CD40-A26C-F169-0F4CE84D328D}"/>
              </a:ext>
            </a:extLst>
          </p:cNvPr>
          <p:cNvCxnSpPr>
            <a:cxnSpLocks/>
          </p:cNvCxnSpPr>
          <p:nvPr/>
        </p:nvCxnSpPr>
        <p:spPr>
          <a:xfrm>
            <a:off x="5569527" y="2300628"/>
            <a:ext cx="706742" cy="41589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DE1713E1-80A0-42E8-F474-95CA0098B288}"/>
              </a:ext>
            </a:extLst>
          </p:cNvPr>
          <p:cNvSpPr/>
          <p:nvPr/>
        </p:nvSpPr>
        <p:spPr>
          <a:xfrm rot="7538605" flipV="1">
            <a:off x="5823615" y="2151170"/>
            <a:ext cx="278781"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2874071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37"/>
                                        </p:tgtEl>
                                        <p:attrNameLst>
                                          <p:attrName>style.visibility</p:attrName>
                                        </p:attrNameLst>
                                      </p:cBhvr>
                                      <p:to>
                                        <p:strVal val="visible"/>
                                      </p:to>
                                    </p:set>
                                    <p:anim calcmode="lin" valueType="num">
                                      <p:cBhvr additive="base">
                                        <p:cTn id="7" dur="1000"/>
                                        <p:tgtEl>
                                          <p:spTgt spid="3537"/>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08"/>
                                        </p:tgtEl>
                                        <p:attrNameLst>
                                          <p:attrName>style.visibility</p:attrName>
                                        </p:attrNameLst>
                                      </p:cBhvr>
                                      <p:to>
                                        <p:strVal val="visible"/>
                                      </p:to>
                                    </p:set>
                                    <p:anim calcmode="lin" valueType="num">
                                      <p:cBhvr additive="base">
                                        <p:cTn id="12" dur="1000"/>
                                        <p:tgtEl>
                                          <p:spTgt spid="340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536"/>
                                        </p:tgtEl>
                                        <p:attrNameLst>
                                          <p:attrName>style.visibility</p:attrName>
                                        </p:attrNameLst>
                                      </p:cBhvr>
                                      <p:to>
                                        <p:strVal val="visible"/>
                                      </p:to>
                                    </p:set>
                                    <p:anim calcmode="lin" valueType="num">
                                      <p:cBhvr additive="base">
                                        <p:cTn id="17" dur="1000"/>
                                        <p:tgtEl>
                                          <p:spTgt spid="353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23225FFB-655C-5CD9-598D-78E3A2BBE138}"/>
              </a:ext>
            </a:extLst>
          </p:cNvPr>
          <p:cNvPicPr>
            <a:picLocks noChangeAspect="1"/>
          </p:cNvPicPr>
          <p:nvPr/>
        </p:nvPicPr>
        <p:blipFill>
          <a:blip r:embed="rId3"/>
          <a:stretch>
            <a:fillRect/>
          </a:stretch>
        </p:blipFill>
        <p:spPr>
          <a:xfrm>
            <a:off x="56611" y="2368557"/>
            <a:ext cx="9030778" cy="406385"/>
          </a:xfrm>
          <a:prstGeom prst="rect">
            <a:avLst/>
          </a:prstGeom>
        </p:spPr>
      </p:pic>
      <p:sp>
        <p:nvSpPr>
          <p:cNvPr id="7" name="Textfeld 6">
            <a:extLst>
              <a:ext uri="{FF2B5EF4-FFF2-40B4-BE49-F238E27FC236}">
                <a16:creationId xmlns:a16="http://schemas.microsoft.com/office/drawing/2014/main" id="{7782DEA2-39DF-6187-2071-1B9AE1ACD9E0}"/>
              </a:ext>
            </a:extLst>
          </p:cNvPr>
          <p:cNvSpPr txBox="1"/>
          <p:nvPr/>
        </p:nvSpPr>
        <p:spPr>
          <a:xfrm>
            <a:off x="303042" y="573437"/>
            <a:ext cx="8537915" cy="523220"/>
          </a:xfrm>
          <a:prstGeom prst="rect">
            <a:avLst/>
          </a:prstGeom>
          <a:noFill/>
        </p:spPr>
        <p:txBody>
          <a:bodyPr wrap="none" rtlCol="0">
            <a:spAutoFit/>
          </a:bodyPr>
          <a:lstStyle/>
          <a:p>
            <a:r>
              <a:rPr lang="de-DE" sz="2800" b="1">
                <a:solidFill>
                  <a:schemeClr val="tx1"/>
                </a:solidFill>
              </a:rPr>
              <a:t>Architektur am Beispiel des Buchungsprozesses</a:t>
            </a:r>
          </a:p>
        </p:txBody>
      </p:sp>
    </p:spTree>
    <p:extLst>
      <p:ext uri="{BB962C8B-B14F-4D97-AF65-F5344CB8AC3E}">
        <p14:creationId xmlns:p14="http://schemas.microsoft.com/office/powerpoint/2010/main" val="22207185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Google Shape;360;p22">
            <a:extLst>
              <a:ext uri="{FF2B5EF4-FFF2-40B4-BE49-F238E27FC236}">
                <a16:creationId xmlns:a16="http://schemas.microsoft.com/office/drawing/2014/main" id="{527EF752-D94B-E7F6-AED8-C9B3C54F598E}"/>
              </a:ext>
            </a:extLst>
          </p:cNvPr>
          <p:cNvSpPr/>
          <p:nvPr/>
        </p:nvSpPr>
        <p:spPr>
          <a:xfrm>
            <a:off x="4118946" y="2703728"/>
            <a:ext cx="1049" cy="8136"/>
          </a:xfrm>
          <a:custGeom>
            <a:avLst/>
            <a:gdLst/>
            <a:ahLst/>
            <a:cxnLst/>
            <a:rect l="l" t="t" r="r" b="b"/>
            <a:pathLst>
              <a:path w="37" h="287" extrusionOk="0">
                <a:moveTo>
                  <a:pt x="36" y="0"/>
                </a:moveTo>
                <a:cubicBezTo>
                  <a:pt x="24" y="84"/>
                  <a:pt x="24" y="155"/>
                  <a:pt x="1" y="274"/>
                </a:cubicBezTo>
                <a:cubicBezTo>
                  <a:pt x="12" y="274"/>
                  <a:pt x="12" y="274"/>
                  <a:pt x="12" y="286"/>
                </a:cubicBezTo>
                <a:cubicBezTo>
                  <a:pt x="24" y="191"/>
                  <a:pt x="36" y="96"/>
                  <a:pt x="36" y="0"/>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6" name="Google Shape;361;p22">
            <a:extLst>
              <a:ext uri="{FF2B5EF4-FFF2-40B4-BE49-F238E27FC236}">
                <a16:creationId xmlns:a16="http://schemas.microsoft.com/office/drawing/2014/main" id="{6F01A950-3CF7-2A84-75E2-A62911DFC3B6}"/>
              </a:ext>
            </a:extLst>
          </p:cNvPr>
          <p:cNvSpPr/>
          <p:nvPr/>
        </p:nvSpPr>
        <p:spPr>
          <a:xfrm>
            <a:off x="4119287" y="2711497"/>
            <a:ext cx="28" cy="28"/>
          </a:xfrm>
          <a:custGeom>
            <a:avLst/>
            <a:gdLst/>
            <a:ahLst/>
            <a:cxnLst/>
            <a:rect l="l" t="t" r="r" b="b"/>
            <a:pathLst>
              <a:path w="1" h="1" extrusionOk="0">
                <a:moveTo>
                  <a:pt x="0" y="0"/>
                </a:moveTo>
                <a:lnTo>
                  <a:pt x="0" y="0"/>
                </a:ln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grpSp>
        <p:nvGrpSpPr>
          <p:cNvPr id="7" name="Google Shape;362;p22">
            <a:extLst>
              <a:ext uri="{FF2B5EF4-FFF2-40B4-BE49-F238E27FC236}">
                <a16:creationId xmlns:a16="http://schemas.microsoft.com/office/drawing/2014/main" id="{FCE9D2BA-CF3F-9A26-8DAF-4D7D9B40C434}"/>
              </a:ext>
            </a:extLst>
          </p:cNvPr>
          <p:cNvGrpSpPr/>
          <p:nvPr/>
        </p:nvGrpSpPr>
        <p:grpSpPr>
          <a:xfrm>
            <a:off x="4555771" y="3554221"/>
            <a:ext cx="1142121" cy="1051866"/>
            <a:chOff x="4555771" y="3554221"/>
            <a:chExt cx="1142121" cy="1051866"/>
          </a:xfrm>
        </p:grpSpPr>
        <p:sp>
          <p:nvSpPr>
            <p:cNvPr id="8" name="Google Shape;363;p22">
              <a:extLst>
                <a:ext uri="{FF2B5EF4-FFF2-40B4-BE49-F238E27FC236}">
                  <a16:creationId xmlns:a16="http://schemas.microsoft.com/office/drawing/2014/main" id="{1978A39C-8088-3544-F31D-0FF6187E73E7}"/>
                </a:ext>
              </a:extLst>
            </p:cNvPr>
            <p:cNvSpPr/>
            <p:nvPr/>
          </p:nvSpPr>
          <p:spPr>
            <a:xfrm>
              <a:off x="4555771" y="3554221"/>
              <a:ext cx="1142121" cy="1051866"/>
            </a:xfrm>
            <a:custGeom>
              <a:avLst/>
              <a:gdLst/>
              <a:ahLst/>
              <a:cxnLst/>
              <a:rect l="l" t="t" r="r" b="b"/>
              <a:pathLst>
                <a:path w="37672" h="34695" extrusionOk="0">
                  <a:moveTo>
                    <a:pt x="10621" y="0"/>
                  </a:moveTo>
                  <a:cubicBezTo>
                    <a:pt x="10621" y="0"/>
                    <a:pt x="10621" y="12"/>
                    <a:pt x="10621" y="12"/>
                  </a:cubicBezTo>
                  <a:cubicBezTo>
                    <a:pt x="10704" y="60"/>
                    <a:pt x="10740" y="83"/>
                    <a:pt x="10823" y="131"/>
                  </a:cubicBezTo>
                  <a:cubicBezTo>
                    <a:pt x="10716" y="5167"/>
                    <a:pt x="11193" y="10156"/>
                    <a:pt x="11871" y="15145"/>
                  </a:cubicBezTo>
                  <a:cubicBezTo>
                    <a:pt x="8275" y="18121"/>
                    <a:pt x="4227" y="20574"/>
                    <a:pt x="1" y="22538"/>
                  </a:cubicBezTo>
                  <a:cubicBezTo>
                    <a:pt x="8573" y="28896"/>
                    <a:pt x="17646" y="32718"/>
                    <a:pt x="28123" y="34695"/>
                  </a:cubicBezTo>
                  <a:cubicBezTo>
                    <a:pt x="31826" y="30051"/>
                    <a:pt x="34934" y="25265"/>
                    <a:pt x="37672" y="19991"/>
                  </a:cubicBezTo>
                  <a:cubicBezTo>
                    <a:pt x="34755" y="15228"/>
                    <a:pt x="32159" y="10370"/>
                    <a:pt x="30207" y="5132"/>
                  </a:cubicBezTo>
                  <a:cubicBezTo>
                    <a:pt x="22956" y="4941"/>
                    <a:pt x="17015" y="3417"/>
                    <a:pt x="10621" y="0"/>
                  </a:cubicBezTo>
                  <a:close/>
                </a:path>
              </a:pathLst>
            </a:custGeom>
            <a:solidFill>
              <a:schemeClr val="tx2">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9" name="Google Shape;364;p22">
              <a:extLst>
                <a:ext uri="{FF2B5EF4-FFF2-40B4-BE49-F238E27FC236}">
                  <a16:creationId xmlns:a16="http://schemas.microsoft.com/office/drawing/2014/main" id="{8B5237FB-0730-631E-9DFD-9C8E3F9A00C1}"/>
                </a:ext>
              </a:extLst>
            </p:cNvPr>
            <p:cNvSpPr txBox="1"/>
            <p:nvPr/>
          </p:nvSpPr>
          <p:spPr>
            <a:xfrm>
              <a:off x="4880524" y="3884725"/>
              <a:ext cx="817367"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3500" noProof="1">
                  <a:solidFill>
                    <a:schemeClr val="tx1"/>
                  </a:solidFill>
                  <a:latin typeface="Titillium Web" pitchFamily="2" charset="77"/>
                  <a:ea typeface="Fira Sans Extra Condensed Medium"/>
                  <a:cs typeface="Fira Sans Extra Condensed Medium"/>
                  <a:sym typeface="Fira Sans Extra Condensed Medium"/>
                </a:rPr>
                <a:t>01</a:t>
              </a:r>
            </a:p>
          </p:txBody>
        </p:sp>
      </p:grpSp>
      <p:grpSp>
        <p:nvGrpSpPr>
          <p:cNvPr id="10" name="Google Shape;365;p22">
            <a:extLst>
              <a:ext uri="{FF2B5EF4-FFF2-40B4-BE49-F238E27FC236}">
                <a16:creationId xmlns:a16="http://schemas.microsoft.com/office/drawing/2014/main" id="{F4053D48-0BB0-D9E0-BB7E-997AD1A183F4}"/>
              </a:ext>
            </a:extLst>
          </p:cNvPr>
          <p:cNvGrpSpPr/>
          <p:nvPr/>
        </p:nvGrpSpPr>
        <p:grpSpPr>
          <a:xfrm>
            <a:off x="4029495" y="3158580"/>
            <a:ext cx="886211" cy="1078970"/>
            <a:chOff x="4029495" y="3158580"/>
            <a:chExt cx="886211" cy="1078970"/>
          </a:xfrm>
        </p:grpSpPr>
        <p:sp>
          <p:nvSpPr>
            <p:cNvPr id="11" name="Google Shape;366;p22">
              <a:extLst>
                <a:ext uri="{FF2B5EF4-FFF2-40B4-BE49-F238E27FC236}">
                  <a16:creationId xmlns:a16="http://schemas.microsoft.com/office/drawing/2014/main" id="{E02A4D19-BF1F-FDBB-1C6C-7451BB34215C}"/>
                </a:ext>
              </a:extLst>
            </p:cNvPr>
            <p:cNvSpPr/>
            <p:nvPr/>
          </p:nvSpPr>
          <p:spPr>
            <a:xfrm>
              <a:off x="4029495" y="3158580"/>
              <a:ext cx="886211" cy="1078970"/>
            </a:xfrm>
            <a:custGeom>
              <a:avLst/>
              <a:gdLst/>
              <a:ahLst/>
              <a:cxnLst/>
              <a:rect l="l" t="t" r="r" b="b"/>
              <a:pathLst>
                <a:path w="29231" h="35589" extrusionOk="0">
                  <a:moveTo>
                    <a:pt x="14550" y="1"/>
                  </a:moveTo>
                  <a:cubicBezTo>
                    <a:pt x="13097" y="4251"/>
                    <a:pt x="12026" y="8645"/>
                    <a:pt x="11192" y="13050"/>
                  </a:cubicBezTo>
                  <a:cubicBezTo>
                    <a:pt x="8585" y="13600"/>
                    <a:pt x="5917" y="13880"/>
                    <a:pt x="3250" y="13880"/>
                  </a:cubicBezTo>
                  <a:cubicBezTo>
                    <a:pt x="2165" y="13880"/>
                    <a:pt x="1081" y="13833"/>
                    <a:pt x="0" y="13741"/>
                  </a:cubicBezTo>
                  <a:lnTo>
                    <a:pt x="0" y="13741"/>
                  </a:lnTo>
                  <a:cubicBezTo>
                    <a:pt x="4370" y="22325"/>
                    <a:pt x="9954" y="29397"/>
                    <a:pt x="17360" y="35588"/>
                  </a:cubicBezTo>
                  <a:cubicBezTo>
                    <a:pt x="21586" y="33624"/>
                    <a:pt x="25634" y="31171"/>
                    <a:pt x="29230" y="28195"/>
                  </a:cubicBezTo>
                  <a:cubicBezTo>
                    <a:pt x="28552" y="23206"/>
                    <a:pt x="28075" y="18217"/>
                    <a:pt x="28194" y="13181"/>
                  </a:cubicBezTo>
                  <a:cubicBezTo>
                    <a:pt x="22586" y="9573"/>
                    <a:pt x="18395" y="5466"/>
                    <a:pt x="14550" y="1"/>
                  </a:cubicBezTo>
                  <a:close/>
                </a:path>
              </a:pathLst>
            </a:custGeom>
            <a:solidFill>
              <a:schemeClr val="tx2">
                <a:lumMod val="60000"/>
                <a:lumOff val="4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12" name="Google Shape;367;p22">
              <a:extLst>
                <a:ext uri="{FF2B5EF4-FFF2-40B4-BE49-F238E27FC236}">
                  <a16:creationId xmlns:a16="http://schemas.microsoft.com/office/drawing/2014/main" id="{83343B15-B572-473E-F1AC-C3037C1CECFE}"/>
                </a:ext>
              </a:extLst>
            </p:cNvPr>
            <p:cNvSpPr txBox="1"/>
            <p:nvPr/>
          </p:nvSpPr>
          <p:spPr>
            <a:xfrm>
              <a:off x="4201625" y="3505725"/>
              <a:ext cx="6789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3000" noProof="1">
                  <a:solidFill>
                    <a:schemeClr val="tx1"/>
                  </a:solidFill>
                  <a:latin typeface="Titillium Web" pitchFamily="2" charset="77"/>
                  <a:ea typeface="Fira Sans Extra Condensed Medium"/>
                  <a:cs typeface="Fira Sans Extra Condensed Medium"/>
                  <a:sym typeface="Fira Sans Extra Condensed Medium"/>
                </a:rPr>
                <a:t>02</a:t>
              </a:r>
            </a:p>
          </p:txBody>
        </p:sp>
      </p:grpSp>
      <p:grpSp>
        <p:nvGrpSpPr>
          <p:cNvPr id="13" name="Google Shape;368;p22">
            <a:extLst>
              <a:ext uri="{FF2B5EF4-FFF2-40B4-BE49-F238E27FC236}">
                <a16:creationId xmlns:a16="http://schemas.microsoft.com/office/drawing/2014/main" id="{0C387737-7A5A-B5C5-71AC-7D1DFAEB7B1A}"/>
              </a:ext>
            </a:extLst>
          </p:cNvPr>
          <p:cNvGrpSpPr/>
          <p:nvPr/>
        </p:nvGrpSpPr>
        <p:grpSpPr>
          <a:xfrm>
            <a:off x="3811700" y="2471317"/>
            <a:ext cx="678900" cy="1108074"/>
            <a:chOff x="3811700" y="2471317"/>
            <a:chExt cx="678900" cy="1108074"/>
          </a:xfrm>
          <a:solidFill>
            <a:schemeClr val="tx2">
              <a:lumMod val="75000"/>
            </a:schemeClr>
          </a:solidFill>
        </p:grpSpPr>
        <p:sp>
          <p:nvSpPr>
            <p:cNvPr id="14" name="Google Shape;369;p22">
              <a:extLst>
                <a:ext uri="{FF2B5EF4-FFF2-40B4-BE49-F238E27FC236}">
                  <a16:creationId xmlns:a16="http://schemas.microsoft.com/office/drawing/2014/main" id="{69181E53-E7DA-01BF-9239-002E6FA9F94F}"/>
                </a:ext>
              </a:extLst>
            </p:cNvPr>
            <p:cNvSpPr/>
            <p:nvPr/>
          </p:nvSpPr>
          <p:spPr>
            <a:xfrm>
              <a:off x="3831675" y="2471317"/>
              <a:ext cx="638941" cy="1108074"/>
            </a:xfrm>
            <a:custGeom>
              <a:avLst/>
              <a:gdLst/>
              <a:ahLst/>
              <a:cxnLst/>
              <a:rect l="l" t="t" r="r" b="b"/>
              <a:pathLst>
                <a:path w="21075" h="36549" extrusionOk="0">
                  <a:moveTo>
                    <a:pt x="14252" y="0"/>
                  </a:moveTo>
                  <a:cubicBezTo>
                    <a:pt x="11883" y="2917"/>
                    <a:pt x="9776" y="5989"/>
                    <a:pt x="7716" y="9132"/>
                  </a:cubicBezTo>
                  <a:cubicBezTo>
                    <a:pt x="5287" y="7811"/>
                    <a:pt x="2787" y="5739"/>
                    <a:pt x="1048" y="3572"/>
                  </a:cubicBezTo>
                  <a:lnTo>
                    <a:pt x="1048" y="3572"/>
                  </a:lnTo>
                  <a:cubicBezTo>
                    <a:pt x="1" y="15145"/>
                    <a:pt x="1846" y="25742"/>
                    <a:pt x="6525" y="36410"/>
                  </a:cubicBezTo>
                  <a:cubicBezTo>
                    <a:pt x="7606" y="36502"/>
                    <a:pt x="8690" y="36549"/>
                    <a:pt x="9775" y="36549"/>
                  </a:cubicBezTo>
                  <a:cubicBezTo>
                    <a:pt x="12442" y="36549"/>
                    <a:pt x="15110" y="36269"/>
                    <a:pt x="17717" y="35719"/>
                  </a:cubicBezTo>
                  <a:cubicBezTo>
                    <a:pt x="18527" y="31397"/>
                    <a:pt x="19575" y="27099"/>
                    <a:pt x="20991" y="22920"/>
                  </a:cubicBezTo>
                  <a:cubicBezTo>
                    <a:pt x="21027" y="22836"/>
                    <a:pt x="21051" y="22753"/>
                    <a:pt x="21075" y="22670"/>
                  </a:cubicBezTo>
                  <a:cubicBezTo>
                    <a:pt x="16848" y="15478"/>
                    <a:pt x="14705" y="8335"/>
                    <a:pt x="14252"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15" name="Google Shape;370;p22">
              <a:extLst>
                <a:ext uri="{FF2B5EF4-FFF2-40B4-BE49-F238E27FC236}">
                  <a16:creationId xmlns:a16="http://schemas.microsoft.com/office/drawing/2014/main" id="{D8D485B7-E714-FB57-5C42-D2A655B16CDA}"/>
                </a:ext>
              </a:extLst>
            </p:cNvPr>
            <p:cNvSpPr txBox="1"/>
            <p:nvPr/>
          </p:nvSpPr>
          <p:spPr>
            <a:xfrm>
              <a:off x="3811700" y="2823588"/>
              <a:ext cx="6789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500" noProof="1">
                  <a:solidFill>
                    <a:schemeClr val="tx1"/>
                  </a:solidFill>
                  <a:latin typeface="Titillium Web" pitchFamily="2" charset="77"/>
                  <a:ea typeface="Fira Sans Extra Condensed Medium"/>
                  <a:cs typeface="Fira Sans Extra Condensed Medium"/>
                  <a:sym typeface="Fira Sans Extra Condensed Medium"/>
                </a:rPr>
                <a:t>03</a:t>
              </a:r>
            </a:p>
          </p:txBody>
        </p:sp>
      </p:grpSp>
      <p:grpSp>
        <p:nvGrpSpPr>
          <p:cNvPr id="16" name="Google Shape;371;p22">
            <a:extLst>
              <a:ext uri="{FF2B5EF4-FFF2-40B4-BE49-F238E27FC236}">
                <a16:creationId xmlns:a16="http://schemas.microsoft.com/office/drawing/2014/main" id="{D421EBE5-B49B-A78F-3934-BCB64B1C2100}"/>
              </a:ext>
            </a:extLst>
          </p:cNvPr>
          <p:cNvGrpSpPr/>
          <p:nvPr/>
        </p:nvGrpSpPr>
        <p:grpSpPr>
          <a:xfrm>
            <a:off x="3779590" y="1442925"/>
            <a:ext cx="844796" cy="1305290"/>
            <a:chOff x="3779590" y="1442925"/>
            <a:chExt cx="844796" cy="1305290"/>
          </a:xfrm>
          <a:solidFill>
            <a:schemeClr val="tx2">
              <a:lumMod val="50000"/>
            </a:schemeClr>
          </a:solidFill>
        </p:grpSpPr>
        <p:sp>
          <p:nvSpPr>
            <p:cNvPr id="17" name="Google Shape;372;p22">
              <a:extLst>
                <a:ext uri="{FF2B5EF4-FFF2-40B4-BE49-F238E27FC236}">
                  <a16:creationId xmlns:a16="http://schemas.microsoft.com/office/drawing/2014/main" id="{6CFCD735-8486-F5B8-9AEC-C8F2C4FE3C3D}"/>
                </a:ext>
              </a:extLst>
            </p:cNvPr>
            <p:cNvSpPr/>
            <p:nvPr/>
          </p:nvSpPr>
          <p:spPr>
            <a:xfrm>
              <a:off x="3863447" y="1442925"/>
              <a:ext cx="760939" cy="1305290"/>
            </a:xfrm>
            <a:custGeom>
              <a:avLst/>
              <a:gdLst/>
              <a:ahLst/>
              <a:cxnLst/>
              <a:rect l="l" t="t" r="r" b="b"/>
              <a:pathLst>
                <a:path w="25099" h="43054" extrusionOk="0">
                  <a:moveTo>
                    <a:pt x="21801" y="1"/>
                  </a:moveTo>
                  <a:cubicBezTo>
                    <a:pt x="9645" y="9871"/>
                    <a:pt x="2370" y="21991"/>
                    <a:pt x="0" y="37481"/>
                  </a:cubicBezTo>
                  <a:cubicBezTo>
                    <a:pt x="1727" y="39648"/>
                    <a:pt x="4227" y="41732"/>
                    <a:pt x="6668" y="43053"/>
                  </a:cubicBezTo>
                  <a:cubicBezTo>
                    <a:pt x="8728" y="39910"/>
                    <a:pt x="10835" y="36838"/>
                    <a:pt x="13204" y="33921"/>
                  </a:cubicBezTo>
                  <a:cubicBezTo>
                    <a:pt x="13490" y="22134"/>
                    <a:pt x="17550" y="12562"/>
                    <a:pt x="25099" y="3572"/>
                  </a:cubicBezTo>
                  <a:cubicBezTo>
                    <a:pt x="23777" y="2144"/>
                    <a:pt x="23122" y="1429"/>
                    <a:pt x="21801" y="1"/>
                  </a:cubicBezTo>
                  <a:close/>
                </a:path>
              </a:pathLst>
            </a:custGeom>
            <a:solidFill>
              <a:schemeClr val="tx2">
                <a:lumMod val="5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18" name="Google Shape;373;p22">
              <a:extLst>
                <a:ext uri="{FF2B5EF4-FFF2-40B4-BE49-F238E27FC236}">
                  <a16:creationId xmlns:a16="http://schemas.microsoft.com/office/drawing/2014/main" id="{F7D87363-5580-527D-97E2-A7709C4BE5A2}"/>
                </a:ext>
              </a:extLst>
            </p:cNvPr>
            <p:cNvSpPr txBox="1"/>
            <p:nvPr/>
          </p:nvSpPr>
          <p:spPr>
            <a:xfrm>
              <a:off x="3779590" y="2060472"/>
              <a:ext cx="6789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noProof="1">
                  <a:solidFill>
                    <a:schemeClr val="tx1"/>
                  </a:solidFill>
                  <a:latin typeface="Titillium Web" pitchFamily="2" charset="77"/>
                  <a:ea typeface="Fira Sans Extra Condensed Medium"/>
                  <a:cs typeface="Fira Sans Extra Condensed Medium"/>
                  <a:sym typeface="Fira Sans Extra Condensed Medium"/>
                </a:rPr>
                <a:t>04</a:t>
              </a:r>
            </a:p>
          </p:txBody>
        </p:sp>
      </p:grpSp>
      <p:grpSp>
        <p:nvGrpSpPr>
          <p:cNvPr id="19" name="Google Shape;374;p22">
            <a:extLst>
              <a:ext uri="{FF2B5EF4-FFF2-40B4-BE49-F238E27FC236}">
                <a16:creationId xmlns:a16="http://schemas.microsoft.com/office/drawing/2014/main" id="{20C4EAD6-3D80-8850-45E9-BE3D9A382530}"/>
              </a:ext>
            </a:extLst>
          </p:cNvPr>
          <p:cNvGrpSpPr/>
          <p:nvPr/>
        </p:nvGrpSpPr>
        <p:grpSpPr>
          <a:xfrm>
            <a:off x="5966025" y="704488"/>
            <a:ext cx="2328600" cy="784362"/>
            <a:chOff x="5500850" y="703650"/>
            <a:chExt cx="2328600" cy="784362"/>
          </a:xfrm>
        </p:grpSpPr>
        <p:sp>
          <p:nvSpPr>
            <p:cNvPr id="20" name="Google Shape;375;p22">
              <a:extLst>
                <a:ext uri="{FF2B5EF4-FFF2-40B4-BE49-F238E27FC236}">
                  <a16:creationId xmlns:a16="http://schemas.microsoft.com/office/drawing/2014/main" id="{6F9B8F64-6493-E5A8-B132-8FEC4F343D21}"/>
                </a:ext>
              </a:extLst>
            </p:cNvPr>
            <p:cNvSpPr txBox="1"/>
            <p:nvPr/>
          </p:nvSpPr>
          <p:spPr>
            <a:xfrm>
              <a:off x="5500850" y="955212"/>
              <a:ext cx="23286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sz="1200" noProof="1">
                  <a:solidFill>
                    <a:schemeClr val="tx1"/>
                  </a:solidFill>
                  <a:latin typeface="Titillium Web" pitchFamily="2" charset="77"/>
                  <a:ea typeface="Roboto"/>
                  <a:cs typeface="Roboto"/>
                  <a:sym typeface="Roboto"/>
                </a:rPr>
                <a:t>Personas zur nutzerzentrierten Bedarfsermittlung verwendet</a:t>
              </a:r>
            </a:p>
          </p:txBody>
        </p:sp>
        <p:sp>
          <p:nvSpPr>
            <p:cNvPr id="21" name="Google Shape;376;p22">
              <a:extLst>
                <a:ext uri="{FF2B5EF4-FFF2-40B4-BE49-F238E27FC236}">
                  <a16:creationId xmlns:a16="http://schemas.microsoft.com/office/drawing/2014/main" id="{600CE0D4-8DD9-C883-84DE-FE8F6820BDBD}"/>
                </a:ext>
              </a:extLst>
            </p:cNvPr>
            <p:cNvSpPr/>
            <p:nvPr/>
          </p:nvSpPr>
          <p:spPr>
            <a:xfrm>
              <a:off x="5604025" y="703650"/>
              <a:ext cx="1875728" cy="271200"/>
            </a:xfrm>
            <a:prstGeom prst="roundRect">
              <a:avLst>
                <a:gd name="adj" fmla="val 50000"/>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de-DE" sz="1200" noProof="1">
                  <a:solidFill>
                    <a:schemeClr val="tx1"/>
                  </a:solidFill>
                  <a:latin typeface="Titillium Web" pitchFamily="2" charset="77"/>
                  <a:ea typeface="Fira Sans Extra Condensed Medium"/>
                  <a:cs typeface="Fira Sans Extra Condensed Medium"/>
                  <a:sym typeface="Fira Sans Extra Condensed Medium"/>
                </a:rPr>
                <a:t>1.Anforderungsanalyse</a:t>
              </a:r>
              <a:endParaRPr lang="de-DE" sz="1050" noProof="1">
                <a:solidFill>
                  <a:schemeClr val="tx1"/>
                </a:solidFill>
                <a:latin typeface="Titillium Web" pitchFamily="2" charset="77"/>
              </a:endParaRPr>
            </a:p>
          </p:txBody>
        </p:sp>
      </p:grpSp>
      <p:grpSp>
        <p:nvGrpSpPr>
          <p:cNvPr id="22" name="Google Shape;377;p22">
            <a:extLst>
              <a:ext uri="{FF2B5EF4-FFF2-40B4-BE49-F238E27FC236}">
                <a16:creationId xmlns:a16="http://schemas.microsoft.com/office/drawing/2014/main" id="{1F549E6B-C75F-0E86-FC93-A89D44F6424F}"/>
              </a:ext>
            </a:extLst>
          </p:cNvPr>
          <p:cNvGrpSpPr/>
          <p:nvPr/>
        </p:nvGrpSpPr>
        <p:grpSpPr>
          <a:xfrm>
            <a:off x="5966025" y="1687879"/>
            <a:ext cx="2328600" cy="784362"/>
            <a:chOff x="5500850" y="1655600"/>
            <a:chExt cx="2328600" cy="784362"/>
          </a:xfrm>
        </p:grpSpPr>
        <p:sp>
          <p:nvSpPr>
            <p:cNvPr id="23" name="Google Shape;378;p22">
              <a:extLst>
                <a:ext uri="{FF2B5EF4-FFF2-40B4-BE49-F238E27FC236}">
                  <a16:creationId xmlns:a16="http://schemas.microsoft.com/office/drawing/2014/main" id="{D825029F-F791-2FCE-EDEF-937C49AEADA9}"/>
                </a:ext>
              </a:extLst>
            </p:cNvPr>
            <p:cNvSpPr txBox="1"/>
            <p:nvPr/>
          </p:nvSpPr>
          <p:spPr>
            <a:xfrm>
              <a:off x="5500850" y="1907162"/>
              <a:ext cx="23286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sz="1200" noProof="1">
                  <a:solidFill>
                    <a:schemeClr val="tx1"/>
                  </a:solidFill>
                  <a:latin typeface="Titillium Web" pitchFamily="2" charset="77"/>
                  <a:ea typeface="Roboto"/>
                  <a:cs typeface="Roboto"/>
                  <a:sym typeface="Roboto"/>
                </a:rPr>
                <a:t>In Java auf Basis vorheriger technischer Recherche</a:t>
              </a:r>
            </a:p>
          </p:txBody>
        </p:sp>
        <p:sp>
          <p:nvSpPr>
            <p:cNvPr id="24" name="Google Shape;379;p22">
              <a:extLst>
                <a:ext uri="{FF2B5EF4-FFF2-40B4-BE49-F238E27FC236}">
                  <a16:creationId xmlns:a16="http://schemas.microsoft.com/office/drawing/2014/main" id="{B95E4C80-AA42-95A2-2050-B16B85BC31C4}"/>
                </a:ext>
              </a:extLst>
            </p:cNvPr>
            <p:cNvSpPr/>
            <p:nvPr/>
          </p:nvSpPr>
          <p:spPr>
            <a:xfrm>
              <a:off x="5604025" y="1655600"/>
              <a:ext cx="1875728" cy="271200"/>
            </a:xfrm>
            <a:prstGeom prst="roundRect">
              <a:avLst>
                <a:gd name="adj" fmla="val 50000"/>
              </a:avLst>
            </a:pr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1200" noProof="1">
                  <a:solidFill>
                    <a:schemeClr val="tx1"/>
                  </a:solidFill>
                  <a:latin typeface="Titillium Web" pitchFamily="2" charset="77"/>
                  <a:ea typeface="Fira Sans Extra Condensed Medium"/>
                  <a:cs typeface="Fira Sans Extra Condensed Medium"/>
                  <a:sym typeface="Fira Sans Extra Condensed Medium"/>
                </a:rPr>
                <a:t>2.Entwicklung</a:t>
              </a:r>
              <a:endParaRPr lang="de-DE" sz="1050" noProof="1">
                <a:solidFill>
                  <a:schemeClr val="tx1"/>
                </a:solidFill>
                <a:latin typeface="Titillium Web" pitchFamily="2" charset="77"/>
              </a:endParaRPr>
            </a:p>
          </p:txBody>
        </p:sp>
      </p:grpSp>
      <p:grpSp>
        <p:nvGrpSpPr>
          <p:cNvPr id="25" name="Google Shape;380;p22">
            <a:extLst>
              <a:ext uri="{FF2B5EF4-FFF2-40B4-BE49-F238E27FC236}">
                <a16:creationId xmlns:a16="http://schemas.microsoft.com/office/drawing/2014/main" id="{822DA0A3-AF6A-9861-59FC-1D5F4AA973AC}"/>
              </a:ext>
            </a:extLst>
          </p:cNvPr>
          <p:cNvGrpSpPr/>
          <p:nvPr/>
        </p:nvGrpSpPr>
        <p:grpSpPr>
          <a:xfrm>
            <a:off x="5966025" y="2671271"/>
            <a:ext cx="2328600" cy="784362"/>
            <a:chOff x="5500850" y="2564550"/>
            <a:chExt cx="2328600" cy="784362"/>
          </a:xfrm>
        </p:grpSpPr>
        <p:sp>
          <p:nvSpPr>
            <p:cNvPr id="26" name="Google Shape;381;p22">
              <a:extLst>
                <a:ext uri="{FF2B5EF4-FFF2-40B4-BE49-F238E27FC236}">
                  <a16:creationId xmlns:a16="http://schemas.microsoft.com/office/drawing/2014/main" id="{D0D3DB59-1372-ACE3-2E68-E551379A76BE}"/>
                </a:ext>
              </a:extLst>
            </p:cNvPr>
            <p:cNvSpPr txBox="1"/>
            <p:nvPr/>
          </p:nvSpPr>
          <p:spPr>
            <a:xfrm>
              <a:off x="5500850" y="2816112"/>
              <a:ext cx="23286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sz="1200" noProof="1">
                  <a:solidFill>
                    <a:schemeClr val="tx1"/>
                  </a:solidFill>
                  <a:latin typeface="Titillium Web" pitchFamily="2" charset="77"/>
                  <a:ea typeface="Roboto"/>
                  <a:cs typeface="Roboto"/>
                  <a:sym typeface="Roboto"/>
                </a:rPr>
                <a:t>Funktionssicherung mithilfe von Uni-Tests</a:t>
              </a:r>
            </a:p>
          </p:txBody>
        </p:sp>
        <p:sp>
          <p:nvSpPr>
            <p:cNvPr id="27" name="Google Shape;382;p22">
              <a:extLst>
                <a:ext uri="{FF2B5EF4-FFF2-40B4-BE49-F238E27FC236}">
                  <a16:creationId xmlns:a16="http://schemas.microsoft.com/office/drawing/2014/main" id="{90045109-71EB-AE66-FB92-AD800F12FBDF}"/>
                </a:ext>
              </a:extLst>
            </p:cNvPr>
            <p:cNvSpPr/>
            <p:nvPr/>
          </p:nvSpPr>
          <p:spPr>
            <a:xfrm>
              <a:off x="5604025" y="2564550"/>
              <a:ext cx="1875728" cy="271200"/>
            </a:xfrm>
            <a:prstGeom prst="roundRect">
              <a:avLst>
                <a:gd name="adj" fmla="val 50000"/>
              </a:avLst>
            </a:prstGeom>
            <a:solidFill>
              <a:schemeClr val="tx2">
                <a:lumMod val="7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1200" noProof="1">
                  <a:solidFill>
                    <a:schemeClr val="tx1"/>
                  </a:solidFill>
                  <a:latin typeface="Titillium Web" pitchFamily="2" charset="77"/>
                  <a:ea typeface="Fira Sans Extra Condensed Medium"/>
                  <a:cs typeface="Fira Sans Extra Condensed Medium"/>
                  <a:sym typeface="Fira Sans Extra Condensed Medium"/>
                </a:rPr>
                <a:t>3.Testphase</a:t>
              </a:r>
              <a:endParaRPr lang="de-DE" sz="1050" noProof="1">
                <a:solidFill>
                  <a:schemeClr val="tx1"/>
                </a:solidFill>
                <a:latin typeface="Titillium Web" pitchFamily="2" charset="77"/>
              </a:endParaRPr>
            </a:p>
          </p:txBody>
        </p:sp>
      </p:grpSp>
      <p:grpSp>
        <p:nvGrpSpPr>
          <p:cNvPr id="28" name="Google Shape;383;p22">
            <a:extLst>
              <a:ext uri="{FF2B5EF4-FFF2-40B4-BE49-F238E27FC236}">
                <a16:creationId xmlns:a16="http://schemas.microsoft.com/office/drawing/2014/main" id="{ED92CDC5-2FE3-8821-8047-1B682EF14E8C}"/>
              </a:ext>
            </a:extLst>
          </p:cNvPr>
          <p:cNvGrpSpPr/>
          <p:nvPr/>
        </p:nvGrpSpPr>
        <p:grpSpPr>
          <a:xfrm>
            <a:off x="5966025" y="3654663"/>
            <a:ext cx="2328600" cy="784362"/>
            <a:chOff x="5500850" y="3501425"/>
            <a:chExt cx="2328600" cy="784362"/>
          </a:xfrm>
        </p:grpSpPr>
        <p:sp>
          <p:nvSpPr>
            <p:cNvPr id="29" name="Google Shape;384;p22">
              <a:extLst>
                <a:ext uri="{FF2B5EF4-FFF2-40B4-BE49-F238E27FC236}">
                  <a16:creationId xmlns:a16="http://schemas.microsoft.com/office/drawing/2014/main" id="{3736EDB5-B64B-64F8-5CA4-25C166127E7F}"/>
                </a:ext>
              </a:extLst>
            </p:cNvPr>
            <p:cNvSpPr txBox="1"/>
            <p:nvPr/>
          </p:nvSpPr>
          <p:spPr>
            <a:xfrm>
              <a:off x="5500850" y="3752987"/>
              <a:ext cx="23286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sz="1200" noProof="1">
                  <a:solidFill>
                    <a:schemeClr val="tx1"/>
                  </a:solidFill>
                  <a:latin typeface="Titillium Web" pitchFamily="2" charset="77"/>
                  <a:ea typeface="Roboto"/>
                  <a:cs typeface="Roboto"/>
                  <a:sym typeface="Roboto"/>
                </a:rPr>
                <a:t>Konzept finalisiert und zur Weiterentwicklung vorbereitet</a:t>
              </a:r>
            </a:p>
          </p:txBody>
        </p:sp>
        <p:sp>
          <p:nvSpPr>
            <p:cNvPr id="30" name="Google Shape;385;p22">
              <a:extLst>
                <a:ext uri="{FF2B5EF4-FFF2-40B4-BE49-F238E27FC236}">
                  <a16:creationId xmlns:a16="http://schemas.microsoft.com/office/drawing/2014/main" id="{B549FBDD-F1D3-21FA-301E-1B98BB994958}"/>
                </a:ext>
              </a:extLst>
            </p:cNvPr>
            <p:cNvSpPr/>
            <p:nvPr/>
          </p:nvSpPr>
          <p:spPr>
            <a:xfrm>
              <a:off x="5604025" y="3501425"/>
              <a:ext cx="1875728" cy="271200"/>
            </a:xfrm>
            <a:prstGeom prst="roundRect">
              <a:avLst>
                <a:gd name="adj" fmla="val 50000"/>
              </a:avLst>
            </a:prstGeom>
            <a:solidFill>
              <a:schemeClr val="tx2">
                <a:lumMod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1200" noProof="1">
                  <a:solidFill>
                    <a:schemeClr val="tx1"/>
                  </a:solidFill>
                  <a:latin typeface="Titillium Web" pitchFamily="2" charset="77"/>
                  <a:ea typeface="Fira Sans Extra Condensed Medium"/>
                  <a:cs typeface="Fira Sans Extra Condensed Medium"/>
                  <a:sym typeface="Fira Sans Extra Condensed Medium"/>
                </a:rPr>
                <a:t>4.Konzeptübergabe</a:t>
              </a:r>
              <a:endParaRPr lang="de-DE" sz="1050" noProof="1">
                <a:solidFill>
                  <a:schemeClr val="tx1"/>
                </a:solidFill>
                <a:latin typeface="Titillium Web" pitchFamily="2" charset="77"/>
              </a:endParaRPr>
            </a:p>
          </p:txBody>
        </p:sp>
      </p:grpSp>
      <p:sp>
        <p:nvSpPr>
          <p:cNvPr id="31" name="Google Shape;386;p22">
            <a:extLst>
              <a:ext uri="{FF2B5EF4-FFF2-40B4-BE49-F238E27FC236}">
                <a16:creationId xmlns:a16="http://schemas.microsoft.com/office/drawing/2014/main" id="{1D98B63E-646F-C49A-C2C9-65D8EAB5F077}"/>
              </a:ext>
            </a:extLst>
          </p:cNvPr>
          <p:cNvSpPr txBox="1"/>
          <p:nvPr/>
        </p:nvSpPr>
        <p:spPr>
          <a:xfrm>
            <a:off x="925846" y="1068777"/>
            <a:ext cx="3125004" cy="84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DE" sz="2800" noProof="1">
                <a:solidFill>
                  <a:schemeClr val="tx1"/>
                </a:solidFill>
                <a:latin typeface="Titillium Web" pitchFamily="2" charset="77"/>
                <a:ea typeface="Fira Sans Extra Condensed Medium"/>
                <a:cs typeface="Fira Sans Extra Condensed Medium"/>
                <a:sym typeface="Fira Sans Extra Condensed Medium"/>
              </a:rPr>
              <a:t>Prozess Diagramm</a:t>
            </a:r>
          </a:p>
        </p:txBody>
      </p:sp>
      <p:sp>
        <p:nvSpPr>
          <p:cNvPr id="32" name="Google Shape;387;p22">
            <a:extLst>
              <a:ext uri="{FF2B5EF4-FFF2-40B4-BE49-F238E27FC236}">
                <a16:creationId xmlns:a16="http://schemas.microsoft.com/office/drawing/2014/main" id="{5A9A8E87-8092-26D4-F3E1-A8FF531D1B29}"/>
              </a:ext>
            </a:extLst>
          </p:cNvPr>
          <p:cNvSpPr txBox="1"/>
          <p:nvPr/>
        </p:nvSpPr>
        <p:spPr>
          <a:xfrm>
            <a:off x="943792" y="1981178"/>
            <a:ext cx="2631000" cy="144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sz="1200" b="0" i="0" u="none" strike="noStrike">
                <a:solidFill>
                  <a:schemeClr val="tx1"/>
                </a:solidFill>
                <a:effectLst/>
                <a:latin typeface="Titillium Web" pitchFamily="2" charset="77"/>
              </a:rPr>
              <a:t>Von der präzisen Planung über die Entwicklung einer Java-basierten Benutzeroberfläche bis hin zu intensiven Tests und der finalen Installation.</a:t>
            </a:r>
            <a:br>
              <a:rPr lang="de-DE" sz="1200">
                <a:solidFill>
                  <a:schemeClr val="tx1"/>
                </a:solidFill>
                <a:latin typeface="Titillium Web" pitchFamily="2" charset="77"/>
              </a:rPr>
            </a:br>
            <a:r>
              <a:rPr lang="de-DE" sz="1200" b="0" i="0" u="none" strike="noStrike">
                <a:solidFill>
                  <a:schemeClr val="tx1"/>
                </a:solidFill>
                <a:effectLst/>
                <a:latin typeface="Titillium Web" pitchFamily="2" charset="77"/>
              </a:rPr>
              <a:t>So stellen wir sicher, dass das Entertainment-System reibungslos in die Bordumgebung integriert wird und höchste Ansprüche erfüllt</a:t>
            </a:r>
            <a:endParaRPr lang="de-DE" sz="1200" noProof="1">
              <a:solidFill>
                <a:schemeClr val="tx1"/>
              </a:solidFill>
              <a:latin typeface="Titillium Web" pitchFamily="2" charset="77"/>
              <a:ea typeface="Roboto"/>
              <a:cs typeface="Roboto"/>
              <a:sym typeface="Roboto"/>
            </a:endParaRPr>
          </a:p>
        </p:txBody>
      </p:sp>
      <p:grpSp>
        <p:nvGrpSpPr>
          <p:cNvPr id="33" name="Google Shape;388;p22">
            <a:extLst>
              <a:ext uri="{FF2B5EF4-FFF2-40B4-BE49-F238E27FC236}">
                <a16:creationId xmlns:a16="http://schemas.microsoft.com/office/drawing/2014/main" id="{7D561119-4449-80F2-0DC5-E49F6FBB6180}"/>
              </a:ext>
            </a:extLst>
          </p:cNvPr>
          <p:cNvGrpSpPr/>
          <p:nvPr/>
        </p:nvGrpSpPr>
        <p:grpSpPr>
          <a:xfrm>
            <a:off x="4088125" y="536665"/>
            <a:ext cx="1199679" cy="1352022"/>
            <a:chOff x="5066658" y="536650"/>
            <a:chExt cx="1461954" cy="1647602"/>
          </a:xfrm>
        </p:grpSpPr>
        <p:sp>
          <p:nvSpPr>
            <p:cNvPr id="34" name="Google Shape;389;p22">
              <a:extLst>
                <a:ext uri="{FF2B5EF4-FFF2-40B4-BE49-F238E27FC236}">
                  <a16:creationId xmlns:a16="http://schemas.microsoft.com/office/drawing/2014/main" id="{35AF50F2-9647-DD33-9FEF-980DC5734F34}"/>
                </a:ext>
              </a:extLst>
            </p:cNvPr>
            <p:cNvSpPr/>
            <p:nvPr/>
          </p:nvSpPr>
          <p:spPr>
            <a:xfrm>
              <a:off x="5302962" y="634546"/>
              <a:ext cx="1195605" cy="1389348"/>
            </a:xfrm>
            <a:custGeom>
              <a:avLst/>
              <a:gdLst/>
              <a:ahLst/>
              <a:cxnLst/>
              <a:rect l="l" t="t" r="r" b="b"/>
              <a:pathLst>
                <a:path w="42173" h="49007" extrusionOk="0">
                  <a:moveTo>
                    <a:pt x="27587" y="0"/>
                  </a:moveTo>
                  <a:lnTo>
                    <a:pt x="27587" y="0"/>
                  </a:lnTo>
                  <a:cubicBezTo>
                    <a:pt x="23646" y="1774"/>
                    <a:pt x="19276" y="4477"/>
                    <a:pt x="15073" y="8573"/>
                  </a:cubicBezTo>
                  <a:cubicBezTo>
                    <a:pt x="14359" y="9251"/>
                    <a:pt x="13669" y="9978"/>
                    <a:pt x="12978" y="10752"/>
                  </a:cubicBezTo>
                  <a:cubicBezTo>
                    <a:pt x="10847" y="13109"/>
                    <a:pt x="9073" y="15490"/>
                    <a:pt x="7584" y="17824"/>
                  </a:cubicBezTo>
                  <a:cubicBezTo>
                    <a:pt x="5739" y="20717"/>
                    <a:pt x="4346" y="23539"/>
                    <a:pt x="3286" y="26158"/>
                  </a:cubicBezTo>
                  <a:cubicBezTo>
                    <a:pt x="24" y="34219"/>
                    <a:pt x="0" y="40291"/>
                    <a:pt x="0" y="40291"/>
                  </a:cubicBezTo>
                  <a:lnTo>
                    <a:pt x="11811" y="49006"/>
                  </a:lnTo>
                  <a:cubicBezTo>
                    <a:pt x="11811" y="49006"/>
                    <a:pt x="18252" y="46982"/>
                    <a:pt x="25468" y="40755"/>
                  </a:cubicBezTo>
                  <a:cubicBezTo>
                    <a:pt x="27646" y="38886"/>
                    <a:pt x="29885" y="36624"/>
                    <a:pt x="32040" y="33921"/>
                  </a:cubicBezTo>
                  <a:cubicBezTo>
                    <a:pt x="33492" y="32123"/>
                    <a:pt x="34897" y="30111"/>
                    <a:pt x="36219" y="27897"/>
                  </a:cubicBezTo>
                  <a:cubicBezTo>
                    <a:pt x="37076" y="26444"/>
                    <a:pt x="37826" y="25003"/>
                    <a:pt x="38481" y="23587"/>
                  </a:cubicBezTo>
                  <a:cubicBezTo>
                    <a:pt x="40612" y="18979"/>
                    <a:pt x="41696" y="14597"/>
                    <a:pt x="42172" y="10764"/>
                  </a:cubicBezTo>
                  <a:lnTo>
                    <a:pt x="42172" y="10764"/>
                  </a:lnTo>
                  <a:cubicBezTo>
                    <a:pt x="42130" y="10790"/>
                    <a:pt x="41506" y="11133"/>
                    <a:pt x="40310" y="11133"/>
                  </a:cubicBezTo>
                  <a:cubicBezTo>
                    <a:pt x="38810" y="11133"/>
                    <a:pt x="36409" y="10594"/>
                    <a:pt x="33123" y="8216"/>
                  </a:cubicBezTo>
                  <a:cubicBezTo>
                    <a:pt x="33052" y="8168"/>
                    <a:pt x="32980" y="8120"/>
                    <a:pt x="32909" y="8061"/>
                  </a:cubicBezTo>
                  <a:cubicBezTo>
                    <a:pt x="29551" y="5584"/>
                    <a:pt x="28278" y="3417"/>
                    <a:pt x="27801" y="1941"/>
                  </a:cubicBezTo>
                  <a:cubicBezTo>
                    <a:pt x="27432" y="762"/>
                    <a:pt x="27575" y="48"/>
                    <a:pt x="27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35" name="Google Shape;390;p22">
              <a:extLst>
                <a:ext uri="{FF2B5EF4-FFF2-40B4-BE49-F238E27FC236}">
                  <a16:creationId xmlns:a16="http://schemas.microsoft.com/office/drawing/2014/main" id="{61854F49-5175-54AB-8472-638710610A9D}"/>
                </a:ext>
              </a:extLst>
            </p:cNvPr>
            <p:cNvSpPr/>
            <p:nvPr/>
          </p:nvSpPr>
          <p:spPr>
            <a:xfrm>
              <a:off x="5456538" y="2010410"/>
              <a:ext cx="134719" cy="173842"/>
            </a:xfrm>
            <a:custGeom>
              <a:avLst/>
              <a:gdLst/>
              <a:ahLst/>
              <a:cxnLst/>
              <a:rect l="l" t="t" r="r" b="b"/>
              <a:pathLst>
                <a:path w="4752" h="6132" extrusionOk="0">
                  <a:moveTo>
                    <a:pt x="3084" y="0"/>
                  </a:moveTo>
                  <a:lnTo>
                    <a:pt x="1" y="4751"/>
                  </a:lnTo>
                  <a:lnTo>
                    <a:pt x="1870" y="6132"/>
                  </a:lnTo>
                  <a:lnTo>
                    <a:pt x="4751" y="1226"/>
                  </a:lnTo>
                  <a:lnTo>
                    <a:pt x="3084" y="0"/>
                  </a:lnTo>
                  <a:close/>
                </a:path>
              </a:pathLst>
            </a:custGeom>
            <a:solidFill>
              <a:srgbClr val="EB7D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36" name="Google Shape;391;p22">
              <a:extLst>
                <a:ext uri="{FF2B5EF4-FFF2-40B4-BE49-F238E27FC236}">
                  <a16:creationId xmlns:a16="http://schemas.microsoft.com/office/drawing/2014/main" id="{28F4D18C-1E11-14D6-72ED-36BF390EB2A4}"/>
                </a:ext>
              </a:extLst>
            </p:cNvPr>
            <p:cNvSpPr/>
            <p:nvPr/>
          </p:nvSpPr>
          <p:spPr>
            <a:xfrm>
              <a:off x="5348522" y="1936471"/>
              <a:ext cx="148554" cy="173530"/>
            </a:xfrm>
            <a:custGeom>
              <a:avLst/>
              <a:gdLst/>
              <a:ahLst/>
              <a:cxnLst/>
              <a:rect l="l" t="t" r="r" b="b"/>
              <a:pathLst>
                <a:path w="5240" h="6121" extrusionOk="0">
                  <a:moveTo>
                    <a:pt x="3358" y="1"/>
                  </a:moveTo>
                  <a:lnTo>
                    <a:pt x="1" y="4549"/>
                  </a:lnTo>
                  <a:lnTo>
                    <a:pt x="2120" y="6120"/>
                  </a:lnTo>
                  <a:lnTo>
                    <a:pt x="5239" y="1382"/>
                  </a:lnTo>
                  <a:lnTo>
                    <a:pt x="3358" y="1"/>
                  </a:lnTo>
                  <a:close/>
                </a:path>
              </a:pathLst>
            </a:custGeom>
            <a:solidFill>
              <a:srgbClr val="EB7D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37" name="Google Shape;392;p22">
              <a:extLst>
                <a:ext uri="{FF2B5EF4-FFF2-40B4-BE49-F238E27FC236}">
                  <a16:creationId xmlns:a16="http://schemas.microsoft.com/office/drawing/2014/main" id="{12EA3668-87C8-EADF-0B78-4502E4CFDBC7}"/>
                </a:ext>
              </a:extLst>
            </p:cNvPr>
            <p:cNvSpPr/>
            <p:nvPr/>
          </p:nvSpPr>
          <p:spPr>
            <a:xfrm>
              <a:off x="5240845" y="1862560"/>
              <a:ext cx="149886" cy="158675"/>
            </a:xfrm>
            <a:custGeom>
              <a:avLst/>
              <a:gdLst/>
              <a:ahLst/>
              <a:cxnLst/>
              <a:rect l="l" t="t" r="r" b="b"/>
              <a:pathLst>
                <a:path w="5287" h="5597" extrusionOk="0">
                  <a:moveTo>
                    <a:pt x="3632" y="0"/>
                  </a:moveTo>
                  <a:lnTo>
                    <a:pt x="0" y="4358"/>
                  </a:lnTo>
                  <a:lnTo>
                    <a:pt x="1679" y="5596"/>
                  </a:lnTo>
                  <a:lnTo>
                    <a:pt x="5287" y="1226"/>
                  </a:lnTo>
                  <a:lnTo>
                    <a:pt x="3632" y="0"/>
                  </a:lnTo>
                  <a:close/>
                </a:path>
              </a:pathLst>
            </a:custGeom>
            <a:solidFill>
              <a:srgbClr val="EB7D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38" name="Google Shape;393;p22">
              <a:extLst>
                <a:ext uri="{FF2B5EF4-FFF2-40B4-BE49-F238E27FC236}">
                  <a16:creationId xmlns:a16="http://schemas.microsoft.com/office/drawing/2014/main" id="{9BB1BBCF-EF91-9B3E-2649-A277C425842E}"/>
                </a:ext>
              </a:extLst>
            </p:cNvPr>
            <p:cNvSpPr/>
            <p:nvPr/>
          </p:nvSpPr>
          <p:spPr>
            <a:xfrm>
              <a:off x="5408597" y="1975623"/>
              <a:ext cx="135400" cy="169476"/>
            </a:xfrm>
            <a:custGeom>
              <a:avLst/>
              <a:gdLst/>
              <a:ahLst/>
              <a:cxnLst/>
              <a:rect l="l" t="t" r="r" b="b"/>
              <a:pathLst>
                <a:path w="4776" h="5978" extrusionOk="0">
                  <a:moveTo>
                    <a:pt x="3120" y="1"/>
                  </a:moveTo>
                  <a:lnTo>
                    <a:pt x="1" y="4739"/>
                  </a:lnTo>
                  <a:lnTo>
                    <a:pt x="1692" y="5978"/>
                  </a:lnTo>
                  <a:lnTo>
                    <a:pt x="4775" y="1227"/>
                  </a:lnTo>
                  <a:lnTo>
                    <a:pt x="312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39" name="Google Shape;394;p22">
              <a:extLst>
                <a:ext uri="{FF2B5EF4-FFF2-40B4-BE49-F238E27FC236}">
                  <a16:creationId xmlns:a16="http://schemas.microsoft.com/office/drawing/2014/main" id="{69C0921C-CC07-3894-9532-0C0DB027BF07}"/>
                </a:ext>
              </a:extLst>
            </p:cNvPr>
            <p:cNvSpPr/>
            <p:nvPr/>
          </p:nvSpPr>
          <p:spPr>
            <a:xfrm>
              <a:off x="5288446" y="1897318"/>
              <a:ext cx="155301" cy="168115"/>
            </a:xfrm>
            <a:custGeom>
              <a:avLst/>
              <a:gdLst/>
              <a:ahLst/>
              <a:cxnLst/>
              <a:rect l="l" t="t" r="r" b="b"/>
              <a:pathLst>
                <a:path w="5478" h="5930" extrusionOk="0">
                  <a:moveTo>
                    <a:pt x="3608" y="0"/>
                  </a:moveTo>
                  <a:lnTo>
                    <a:pt x="0" y="4370"/>
                  </a:lnTo>
                  <a:lnTo>
                    <a:pt x="2120" y="5930"/>
                  </a:lnTo>
                  <a:lnTo>
                    <a:pt x="5477" y="1382"/>
                  </a:lnTo>
                  <a:lnTo>
                    <a:pt x="360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40" name="Google Shape;395;p22">
              <a:extLst>
                <a:ext uri="{FF2B5EF4-FFF2-40B4-BE49-F238E27FC236}">
                  <a16:creationId xmlns:a16="http://schemas.microsoft.com/office/drawing/2014/main" id="{55B542C1-FC3B-5A7B-C602-03F203B5CEE1}"/>
                </a:ext>
              </a:extLst>
            </p:cNvPr>
            <p:cNvSpPr/>
            <p:nvPr/>
          </p:nvSpPr>
          <p:spPr>
            <a:xfrm>
              <a:off x="5187517" y="1827434"/>
              <a:ext cx="156294" cy="158675"/>
            </a:xfrm>
            <a:custGeom>
              <a:avLst/>
              <a:gdLst/>
              <a:ahLst/>
              <a:cxnLst/>
              <a:rect l="l" t="t" r="r" b="b"/>
              <a:pathLst>
                <a:path w="5513" h="5597" extrusionOk="0">
                  <a:moveTo>
                    <a:pt x="3834" y="1"/>
                  </a:moveTo>
                  <a:lnTo>
                    <a:pt x="0" y="4204"/>
                  </a:lnTo>
                  <a:lnTo>
                    <a:pt x="1881" y="5597"/>
                  </a:lnTo>
                  <a:lnTo>
                    <a:pt x="5513" y="1239"/>
                  </a:lnTo>
                  <a:lnTo>
                    <a:pt x="38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41" name="Google Shape;396;p22">
              <a:extLst>
                <a:ext uri="{FF2B5EF4-FFF2-40B4-BE49-F238E27FC236}">
                  <a16:creationId xmlns:a16="http://schemas.microsoft.com/office/drawing/2014/main" id="{BD06ADEF-D1FF-1161-AF84-78ECC5B8BD5E}"/>
                </a:ext>
              </a:extLst>
            </p:cNvPr>
            <p:cNvSpPr/>
            <p:nvPr/>
          </p:nvSpPr>
          <p:spPr>
            <a:xfrm>
              <a:off x="5775513" y="877143"/>
              <a:ext cx="566433" cy="499952"/>
            </a:xfrm>
            <a:custGeom>
              <a:avLst/>
              <a:gdLst/>
              <a:ahLst/>
              <a:cxnLst/>
              <a:rect l="l" t="t" r="r" b="b"/>
              <a:pathLst>
                <a:path w="19980" h="17635" extrusionOk="0">
                  <a:moveTo>
                    <a:pt x="10004" y="2067"/>
                  </a:moveTo>
                  <a:cubicBezTo>
                    <a:pt x="11395" y="2067"/>
                    <a:pt x="12798" y="2496"/>
                    <a:pt x="14003" y="3385"/>
                  </a:cubicBezTo>
                  <a:cubicBezTo>
                    <a:pt x="14134" y="3480"/>
                    <a:pt x="14253" y="3576"/>
                    <a:pt x="14372" y="3671"/>
                  </a:cubicBezTo>
                  <a:cubicBezTo>
                    <a:pt x="15193" y="4385"/>
                    <a:pt x="15824" y="5255"/>
                    <a:pt x="16217" y="6207"/>
                  </a:cubicBezTo>
                  <a:cubicBezTo>
                    <a:pt x="17110" y="8326"/>
                    <a:pt x="16884" y="10839"/>
                    <a:pt x="15420" y="12827"/>
                  </a:cubicBezTo>
                  <a:cubicBezTo>
                    <a:pt x="14102" y="14619"/>
                    <a:pt x="12064" y="15568"/>
                    <a:pt x="9998" y="15568"/>
                  </a:cubicBezTo>
                  <a:cubicBezTo>
                    <a:pt x="9059" y="15568"/>
                    <a:pt x="8114" y="15372"/>
                    <a:pt x="7228" y="14970"/>
                  </a:cubicBezTo>
                  <a:cubicBezTo>
                    <a:pt x="6799" y="14779"/>
                    <a:pt x="6383" y="14541"/>
                    <a:pt x="5990" y="14244"/>
                  </a:cubicBezTo>
                  <a:cubicBezTo>
                    <a:pt x="4406" y="13077"/>
                    <a:pt x="3478" y="11351"/>
                    <a:pt x="3287" y="9541"/>
                  </a:cubicBezTo>
                  <a:cubicBezTo>
                    <a:pt x="3108" y="7922"/>
                    <a:pt x="3513" y="6231"/>
                    <a:pt x="4561" y="4814"/>
                  </a:cubicBezTo>
                  <a:cubicBezTo>
                    <a:pt x="5886" y="3019"/>
                    <a:pt x="7932" y="2067"/>
                    <a:pt x="10004" y="2067"/>
                  </a:cubicBezTo>
                  <a:close/>
                  <a:moveTo>
                    <a:pt x="10000" y="0"/>
                  </a:moveTo>
                  <a:cubicBezTo>
                    <a:pt x="7295" y="0"/>
                    <a:pt x="4624" y="1238"/>
                    <a:pt x="2894" y="3588"/>
                  </a:cubicBezTo>
                  <a:cubicBezTo>
                    <a:pt x="1" y="7505"/>
                    <a:pt x="834" y="13017"/>
                    <a:pt x="4752" y="15911"/>
                  </a:cubicBezTo>
                  <a:cubicBezTo>
                    <a:pt x="6331" y="17074"/>
                    <a:pt x="8168" y="17635"/>
                    <a:pt x="9986" y="17635"/>
                  </a:cubicBezTo>
                  <a:cubicBezTo>
                    <a:pt x="12691" y="17635"/>
                    <a:pt x="15357" y="16395"/>
                    <a:pt x="17086" y="14053"/>
                  </a:cubicBezTo>
                  <a:cubicBezTo>
                    <a:pt x="19980" y="10136"/>
                    <a:pt x="19146" y="4612"/>
                    <a:pt x="15229" y="1718"/>
                  </a:cubicBezTo>
                  <a:cubicBezTo>
                    <a:pt x="13654" y="560"/>
                    <a:pt x="11819" y="0"/>
                    <a:pt x="1000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grpSp>
          <p:nvGrpSpPr>
            <p:cNvPr id="42" name="Google Shape;397;p22">
              <a:extLst>
                <a:ext uri="{FF2B5EF4-FFF2-40B4-BE49-F238E27FC236}">
                  <a16:creationId xmlns:a16="http://schemas.microsoft.com/office/drawing/2014/main" id="{3D9A19F2-C351-C482-8290-AA714E14D826}"/>
                </a:ext>
              </a:extLst>
            </p:cNvPr>
            <p:cNvGrpSpPr/>
            <p:nvPr/>
          </p:nvGrpSpPr>
          <p:grpSpPr>
            <a:xfrm>
              <a:off x="5732307" y="1303227"/>
              <a:ext cx="784814" cy="788527"/>
              <a:chOff x="5732307" y="1303227"/>
              <a:chExt cx="784814" cy="788527"/>
            </a:xfrm>
          </p:grpSpPr>
          <p:sp>
            <p:nvSpPr>
              <p:cNvPr id="51" name="Google Shape;398;p22">
                <a:extLst>
                  <a:ext uri="{FF2B5EF4-FFF2-40B4-BE49-F238E27FC236}">
                    <a16:creationId xmlns:a16="http://schemas.microsoft.com/office/drawing/2014/main" id="{531FC9DC-9788-1E3E-CA36-6B232E8F7AA4}"/>
                  </a:ext>
                </a:extLst>
              </p:cNvPr>
              <p:cNvSpPr/>
              <p:nvPr/>
            </p:nvSpPr>
            <p:spPr>
              <a:xfrm>
                <a:off x="5775201" y="1303227"/>
                <a:ext cx="741920" cy="788527"/>
              </a:xfrm>
              <a:custGeom>
                <a:avLst/>
                <a:gdLst/>
                <a:ahLst/>
                <a:cxnLst/>
                <a:rect l="l" t="t" r="r" b="b"/>
                <a:pathLst>
                  <a:path w="26170" h="27814" extrusionOk="0">
                    <a:moveTo>
                      <a:pt x="21824" y="1"/>
                    </a:moveTo>
                    <a:cubicBezTo>
                      <a:pt x="21169" y="1417"/>
                      <a:pt x="20419" y="2858"/>
                      <a:pt x="19562" y="4311"/>
                    </a:cubicBezTo>
                    <a:cubicBezTo>
                      <a:pt x="18240" y="6525"/>
                      <a:pt x="16835" y="8537"/>
                      <a:pt x="15383" y="10335"/>
                    </a:cubicBezTo>
                    <a:lnTo>
                      <a:pt x="15478" y="10407"/>
                    </a:lnTo>
                    <a:cubicBezTo>
                      <a:pt x="15478" y="10407"/>
                      <a:pt x="15169" y="24123"/>
                      <a:pt x="0" y="27516"/>
                    </a:cubicBezTo>
                    <a:cubicBezTo>
                      <a:pt x="313" y="27688"/>
                      <a:pt x="1017" y="27814"/>
                      <a:pt x="2006" y="27814"/>
                    </a:cubicBezTo>
                    <a:cubicBezTo>
                      <a:pt x="5797" y="27814"/>
                      <a:pt x="13780" y="25969"/>
                      <a:pt x="20003" y="17848"/>
                    </a:cubicBezTo>
                    <a:cubicBezTo>
                      <a:pt x="26170" y="9787"/>
                      <a:pt x="23324" y="2668"/>
                      <a:pt x="21824"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52" name="Google Shape;399;p22">
                <a:extLst>
                  <a:ext uri="{FF2B5EF4-FFF2-40B4-BE49-F238E27FC236}">
                    <a16:creationId xmlns:a16="http://schemas.microsoft.com/office/drawing/2014/main" id="{D2CA8814-C989-9A76-B6D1-C2F07A263C8A}"/>
                  </a:ext>
                </a:extLst>
              </p:cNvPr>
              <p:cNvSpPr/>
              <p:nvPr/>
            </p:nvSpPr>
            <p:spPr>
              <a:xfrm>
                <a:off x="5732307" y="1596233"/>
                <a:ext cx="481723" cy="487081"/>
              </a:xfrm>
              <a:custGeom>
                <a:avLst/>
                <a:gdLst/>
                <a:ahLst/>
                <a:cxnLst/>
                <a:rect l="l" t="t" r="r" b="b"/>
                <a:pathLst>
                  <a:path w="16992" h="17181" extrusionOk="0">
                    <a:moveTo>
                      <a:pt x="16896" y="0"/>
                    </a:moveTo>
                    <a:cubicBezTo>
                      <a:pt x="14741" y="2703"/>
                      <a:pt x="12502" y="4965"/>
                      <a:pt x="10324" y="6834"/>
                    </a:cubicBezTo>
                    <a:cubicBezTo>
                      <a:pt x="11514" y="14776"/>
                      <a:pt x="1" y="16359"/>
                      <a:pt x="1513" y="17181"/>
                    </a:cubicBezTo>
                    <a:cubicBezTo>
                      <a:pt x="16682" y="13788"/>
                      <a:pt x="16991" y="72"/>
                      <a:pt x="16991" y="72"/>
                    </a:cubicBezTo>
                    <a:lnTo>
                      <a:pt x="16896"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grpSp>
        <p:sp>
          <p:nvSpPr>
            <p:cNvPr id="43" name="Google Shape;400;p22">
              <a:extLst>
                <a:ext uri="{FF2B5EF4-FFF2-40B4-BE49-F238E27FC236}">
                  <a16:creationId xmlns:a16="http://schemas.microsoft.com/office/drawing/2014/main" id="{A2791EAB-C45A-3484-480C-84E3C8DC5DBD}"/>
                </a:ext>
              </a:extLst>
            </p:cNvPr>
            <p:cNvSpPr/>
            <p:nvPr/>
          </p:nvSpPr>
          <p:spPr>
            <a:xfrm>
              <a:off x="5276284" y="1776799"/>
              <a:ext cx="360527" cy="282564"/>
            </a:xfrm>
            <a:custGeom>
              <a:avLst/>
              <a:gdLst/>
              <a:ahLst/>
              <a:cxnLst/>
              <a:rect l="l" t="t" r="r" b="b"/>
              <a:pathLst>
                <a:path w="12717" h="9967" extrusionOk="0">
                  <a:moveTo>
                    <a:pt x="941" y="1"/>
                  </a:moveTo>
                  <a:lnTo>
                    <a:pt x="1" y="1275"/>
                  </a:lnTo>
                  <a:lnTo>
                    <a:pt x="703" y="1787"/>
                  </a:lnTo>
                  <a:lnTo>
                    <a:pt x="2382" y="3025"/>
                  </a:lnTo>
                  <a:lnTo>
                    <a:pt x="4037" y="4251"/>
                  </a:lnTo>
                  <a:lnTo>
                    <a:pt x="5906" y="5633"/>
                  </a:lnTo>
                  <a:lnTo>
                    <a:pt x="7787" y="7014"/>
                  </a:lnTo>
                  <a:lnTo>
                    <a:pt x="9442" y="8240"/>
                  </a:lnTo>
                  <a:lnTo>
                    <a:pt x="11109" y="9466"/>
                  </a:lnTo>
                  <a:lnTo>
                    <a:pt x="11776" y="9966"/>
                  </a:lnTo>
                  <a:lnTo>
                    <a:pt x="12716" y="8693"/>
                  </a:lnTo>
                  <a:lnTo>
                    <a:pt x="9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44" name="Google Shape;401;p22">
              <a:extLst>
                <a:ext uri="{FF2B5EF4-FFF2-40B4-BE49-F238E27FC236}">
                  <a16:creationId xmlns:a16="http://schemas.microsoft.com/office/drawing/2014/main" id="{44B15499-BC88-0EF3-E34F-43BE4FCC2D8D}"/>
                </a:ext>
              </a:extLst>
            </p:cNvPr>
            <p:cNvSpPr/>
            <p:nvPr/>
          </p:nvSpPr>
          <p:spPr>
            <a:xfrm>
              <a:off x="5522369" y="1375324"/>
              <a:ext cx="378416" cy="424088"/>
            </a:xfrm>
            <a:custGeom>
              <a:avLst/>
              <a:gdLst/>
              <a:ahLst/>
              <a:cxnLst/>
              <a:rect l="l" t="t" r="r" b="b"/>
              <a:pathLst>
                <a:path w="13348" h="14959" extrusionOk="0">
                  <a:moveTo>
                    <a:pt x="10176" y="1"/>
                  </a:moveTo>
                  <a:cubicBezTo>
                    <a:pt x="9316" y="1"/>
                    <a:pt x="8466" y="396"/>
                    <a:pt x="7918" y="1137"/>
                  </a:cubicBezTo>
                  <a:cubicBezTo>
                    <a:pt x="7001" y="2387"/>
                    <a:pt x="0" y="13983"/>
                    <a:pt x="1250" y="14900"/>
                  </a:cubicBezTo>
                  <a:cubicBezTo>
                    <a:pt x="1304" y="14940"/>
                    <a:pt x="1372" y="14959"/>
                    <a:pt x="1454" y="14959"/>
                  </a:cubicBezTo>
                  <a:cubicBezTo>
                    <a:pt x="3254" y="14959"/>
                    <a:pt x="11553" y="5655"/>
                    <a:pt x="12430" y="4470"/>
                  </a:cubicBezTo>
                  <a:cubicBezTo>
                    <a:pt x="13347" y="3220"/>
                    <a:pt x="13085" y="1470"/>
                    <a:pt x="11835" y="553"/>
                  </a:cubicBezTo>
                  <a:cubicBezTo>
                    <a:pt x="11337" y="180"/>
                    <a:pt x="10754" y="1"/>
                    <a:pt x="101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grpSp>
          <p:nvGrpSpPr>
            <p:cNvPr id="45" name="Google Shape;402;p22">
              <a:extLst>
                <a:ext uri="{FF2B5EF4-FFF2-40B4-BE49-F238E27FC236}">
                  <a16:creationId xmlns:a16="http://schemas.microsoft.com/office/drawing/2014/main" id="{286211FE-4647-4EC5-B515-9DAB04B1AF0B}"/>
                </a:ext>
              </a:extLst>
            </p:cNvPr>
            <p:cNvGrpSpPr/>
            <p:nvPr/>
          </p:nvGrpSpPr>
          <p:grpSpPr>
            <a:xfrm>
              <a:off x="6080681" y="536650"/>
              <a:ext cx="447930" cy="413570"/>
              <a:chOff x="6080681" y="536650"/>
              <a:chExt cx="447930" cy="413570"/>
            </a:xfrm>
          </p:grpSpPr>
          <p:sp>
            <p:nvSpPr>
              <p:cNvPr id="49" name="Google Shape;403;p22">
                <a:extLst>
                  <a:ext uri="{FF2B5EF4-FFF2-40B4-BE49-F238E27FC236}">
                    <a16:creationId xmlns:a16="http://schemas.microsoft.com/office/drawing/2014/main" id="{2ACAC1FB-D6D3-A8CB-E6F1-0B5F590132E4}"/>
                  </a:ext>
                </a:extLst>
              </p:cNvPr>
              <p:cNvSpPr/>
              <p:nvPr/>
            </p:nvSpPr>
            <p:spPr>
              <a:xfrm>
                <a:off x="6091143" y="536650"/>
                <a:ext cx="437469" cy="413570"/>
              </a:xfrm>
              <a:custGeom>
                <a:avLst/>
                <a:gdLst/>
                <a:ahLst/>
                <a:cxnLst/>
                <a:rect l="l" t="t" r="r" b="b"/>
                <a:pathLst>
                  <a:path w="15431" h="14588" extrusionOk="0">
                    <a:moveTo>
                      <a:pt x="13609" y="0"/>
                    </a:moveTo>
                    <a:cubicBezTo>
                      <a:pt x="13609" y="0"/>
                      <a:pt x="11488" y="6683"/>
                      <a:pt x="5183" y="6683"/>
                    </a:cubicBezTo>
                    <a:cubicBezTo>
                      <a:pt x="3697" y="6683"/>
                      <a:pt x="1978" y="6312"/>
                      <a:pt x="0" y="5394"/>
                    </a:cubicBezTo>
                    <a:lnTo>
                      <a:pt x="0" y="5394"/>
                    </a:lnTo>
                    <a:cubicBezTo>
                      <a:pt x="477" y="6870"/>
                      <a:pt x="1750" y="9037"/>
                      <a:pt x="5108" y="11514"/>
                    </a:cubicBezTo>
                    <a:cubicBezTo>
                      <a:pt x="8500" y="14025"/>
                      <a:pt x="10971" y="14588"/>
                      <a:pt x="12504" y="14588"/>
                    </a:cubicBezTo>
                    <a:cubicBezTo>
                      <a:pt x="13704" y="14588"/>
                      <a:pt x="14329" y="14243"/>
                      <a:pt x="14371" y="14217"/>
                    </a:cubicBezTo>
                    <a:cubicBezTo>
                      <a:pt x="15431" y="5811"/>
                      <a:pt x="13609" y="0"/>
                      <a:pt x="1360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50" name="Google Shape;404;p22">
                <a:extLst>
                  <a:ext uri="{FF2B5EF4-FFF2-40B4-BE49-F238E27FC236}">
                    <a16:creationId xmlns:a16="http://schemas.microsoft.com/office/drawing/2014/main" id="{04816DE5-58B7-47FE-1A79-2F353D021DB7}"/>
                  </a:ext>
                </a:extLst>
              </p:cNvPr>
              <p:cNvSpPr/>
              <p:nvPr/>
            </p:nvSpPr>
            <p:spPr>
              <a:xfrm>
                <a:off x="6080681" y="536650"/>
                <a:ext cx="396305" cy="189463"/>
              </a:xfrm>
              <a:custGeom>
                <a:avLst/>
                <a:gdLst/>
                <a:ahLst/>
                <a:cxnLst/>
                <a:rect l="l" t="t" r="r" b="b"/>
                <a:pathLst>
                  <a:path w="13979" h="6683" extrusionOk="0">
                    <a:moveTo>
                      <a:pt x="13971" y="0"/>
                    </a:moveTo>
                    <a:cubicBezTo>
                      <a:pt x="13733" y="0"/>
                      <a:pt x="7727" y="35"/>
                      <a:pt x="155" y="3453"/>
                    </a:cubicBezTo>
                    <a:cubicBezTo>
                      <a:pt x="143" y="3501"/>
                      <a:pt x="0" y="4215"/>
                      <a:pt x="369" y="5394"/>
                    </a:cubicBezTo>
                    <a:cubicBezTo>
                      <a:pt x="2347" y="6312"/>
                      <a:pt x="4066" y="6683"/>
                      <a:pt x="5552" y="6683"/>
                    </a:cubicBezTo>
                    <a:cubicBezTo>
                      <a:pt x="11857" y="6683"/>
                      <a:pt x="13978" y="0"/>
                      <a:pt x="13978" y="0"/>
                    </a:cubicBezTo>
                    <a:cubicBezTo>
                      <a:pt x="13978" y="0"/>
                      <a:pt x="13976" y="0"/>
                      <a:pt x="13971"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grpSp>
        <p:grpSp>
          <p:nvGrpSpPr>
            <p:cNvPr id="46" name="Google Shape;405;p22">
              <a:extLst>
                <a:ext uri="{FF2B5EF4-FFF2-40B4-BE49-F238E27FC236}">
                  <a16:creationId xmlns:a16="http://schemas.microsoft.com/office/drawing/2014/main" id="{EEF0FAA6-9516-DC39-905B-A5C4749E61BF}"/>
                </a:ext>
              </a:extLst>
            </p:cNvPr>
            <p:cNvGrpSpPr/>
            <p:nvPr/>
          </p:nvGrpSpPr>
          <p:grpSpPr>
            <a:xfrm>
              <a:off x="5066658" y="871105"/>
              <a:ext cx="663645" cy="833583"/>
              <a:chOff x="5066658" y="871105"/>
              <a:chExt cx="663645" cy="833583"/>
            </a:xfrm>
          </p:grpSpPr>
          <p:sp>
            <p:nvSpPr>
              <p:cNvPr id="47" name="Google Shape;406;p22">
                <a:extLst>
                  <a:ext uri="{FF2B5EF4-FFF2-40B4-BE49-F238E27FC236}">
                    <a16:creationId xmlns:a16="http://schemas.microsoft.com/office/drawing/2014/main" id="{A319943D-2A96-F530-077C-23685923CBA2}"/>
                  </a:ext>
                </a:extLst>
              </p:cNvPr>
              <p:cNvSpPr/>
              <p:nvPr/>
            </p:nvSpPr>
            <p:spPr>
              <a:xfrm>
                <a:off x="5149017" y="1139842"/>
                <a:ext cx="368975" cy="564845"/>
              </a:xfrm>
              <a:custGeom>
                <a:avLst/>
                <a:gdLst/>
                <a:ahLst/>
                <a:cxnLst/>
                <a:rect l="l" t="t" r="r" b="b"/>
                <a:pathLst>
                  <a:path w="13015" h="19924" extrusionOk="0">
                    <a:moveTo>
                      <a:pt x="13014" y="1"/>
                    </a:moveTo>
                    <a:lnTo>
                      <a:pt x="13014" y="1"/>
                    </a:lnTo>
                    <a:cubicBezTo>
                      <a:pt x="13014" y="1"/>
                      <a:pt x="1" y="4335"/>
                      <a:pt x="1239" y="19837"/>
                    </a:cubicBezTo>
                    <a:cubicBezTo>
                      <a:pt x="1300" y="19896"/>
                      <a:pt x="1353" y="19924"/>
                      <a:pt x="1400" y="19924"/>
                    </a:cubicBezTo>
                    <a:cubicBezTo>
                      <a:pt x="2313" y="19924"/>
                      <a:pt x="948" y="9332"/>
                      <a:pt x="8716" y="8335"/>
                    </a:cubicBezTo>
                    <a:cubicBezTo>
                      <a:pt x="9776" y="5716"/>
                      <a:pt x="11169" y="2894"/>
                      <a:pt x="13014"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sp>
            <p:nvSpPr>
              <p:cNvPr id="48" name="Google Shape;407;p22">
                <a:extLst>
                  <a:ext uri="{FF2B5EF4-FFF2-40B4-BE49-F238E27FC236}">
                    <a16:creationId xmlns:a16="http://schemas.microsoft.com/office/drawing/2014/main" id="{AB058898-2AFE-1F31-09B0-88A1076DB5E9}"/>
                  </a:ext>
                </a:extLst>
              </p:cNvPr>
              <p:cNvSpPr/>
              <p:nvPr/>
            </p:nvSpPr>
            <p:spPr>
              <a:xfrm>
                <a:off x="5066658" y="871105"/>
                <a:ext cx="663645" cy="831109"/>
              </a:xfrm>
              <a:custGeom>
                <a:avLst/>
                <a:gdLst/>
                <a:ahLst/>
                <a:cxnLst/>
                <a:rect l="l" t="t" r="r" b="b"/>
                <a:pathLst>
                  <a:path w="23409" h="29316" extrusionOk="0">
                    <a:moveTo>
                      <a:pt x="20731" y="1"/>
                    </a:moveTo>
                    <a:cubicBezTo>
                      <a:pt x="17052" y="1"/>
                      <a:pt x="11787" y="1284"/>
                      <a:pt x="7478" y="7349"/>
                    </a:cubicBezTo>
                    <a:cubicBezTo>
                      <a:pt x="1" y="17862"/>
                      <a:pt x="2894" y="28113"/>
                      <a:pt x="4144" y="29316"/>
                    </a:cubicBezTo>
                    <a:cubicBezTo>
                      <a:pt x="2906" y="13814"/>
                      <a:pt x="15919" y="9480"/>
                      <a:pt x="15919" y="9480"/>
                    </a:cubicBezTo>
                    <a:cubicBezTo>
                      <a:pt x="17408" y="7146"/>
                      <a:pt x="19182" y="4765"/>
                      <a:pt x="21313" y="2408"/>
                    </a:cubicBezTo>
                    <a:cubicBezTo>
                      <a:pt x="22004" y="1634"/>
                      <a:pt x="22694" y="907"/>
                      <a:pt x="23408" y="229"/>
                    </a:cubicBezTo>
                    <a:cubicBezTo>
                      <a:pt x="22680" y="103"/>
                      <a:pt x="21769" y="1"/>
                      <a:pt x="2073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solidFill>
                    <a:schemeClr val="tx1"/>
                  </a:solidFill>
                  <a:latin typeface="Titillium Web" pitchFamily="2" charset="77"/>
                </a:endParaRPr>
              </a:p>
            </p:txBody>
          </p:sp>
        </p:grpSp>
      </p:grpSp>
    </p:spTree>
    <p:extLst>
      <p:ext uri="{BB962C8B-B14F-4D97-AF65-F5344CB8AC3E}">
        <p14:creationId xmlns:p14="http://schemas.microsoft.com/office/powerpoint/2010/main" val="39518262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1505">
          <a:extLst>
            <a:ext uri="{FF2B5EF4-FFF2-40B4-BE49-F238E27FC236}">
              <a16:creationId xmlns:a16="http://schemas.microsoft.com/office/drawing/2014/main" id="{C8B77760-FABA-2A9E-91CE-DCD860C2DA56}"/>
            </a:ext>
          </a:extLst>
        </p:cNvPr>
        <p:cNvGrpSpPr/>
        <p:nvPr/>
      </p:nvGrpSpPr>
      <p:grpSpPr>
        <a:xfrm>
          <a:off x="0" y="0"/>
          <a:ext cx="0" cy="0"/>
          <a:chOff x="0" y="0"/>
          <a:chExt cx="0" cy="0"/>
        </a:xfrm>
      </p:grpSpPr>
      <p:sp>
        <p:nvSpPr>
          <p:cNvPr id="1506" name="Google Shape;1506;p75">
            <a:extLst>
              <a:ext uri="{FF2B5EF4-FFF2-40B4-BE49-F238E27FC236}">
                <a16:creationId xmlns:a16="http://schemas.microsoft.com/office/drawing/2014/main" id="{10EA8A83-D325-B12C-77BE-CFF968707CDA}"/>
              </a:ext>
            </a:extLst>
          </p:cNvPr>
          <p:cNvSpPr txBox="1">
            <a:spLocks noGrp="1"/>
          </p:cNvSpPr>
          <p:nvPr>
            <p:ph type="title"/>
          </p:nvPr>
        </p:nvSpPr>
        <p:spPr>
          <a:xfrm>
            <a:off x="1330036" y="488374"/>
            <a:ext cx="6660573" cy="4343400"/>
          </a:xfrm>
          <a:prstGeom prst="rect">
            <a:avLst/>
          </a:prstGeom>
        </p:spPr>
        <p:txBody>
          <a:bodyPr spcFirstLastPara="1" wrap="square" lIns="91425" tIns="91425" rIns="91425" bIns="91425" anchor="ctr" anchorCtr="0">
            <a:noAutofit/>
          </a:bodyPr>
          <a:lstStyle/>
          <a:p>
            <a:pPr algn="l"/>
            <a:r>
              <a:rPr lang="de-DE" sz="2400" b="1" i="0" u="none" strike="noStrike">
                <a:solidFill>
                  <a:schemeClr val="tx1"/>
                </a:solidFill>
                <a:effectLst/>
              </a:rPr>
              <a:t>Abschluss mit Schubkraft!</a:t>
            </a:r>
            <a:br>
              <a:rPr lang="de-DE" sz="1800" b="1" i="0" u="none" strike="noStrike">
                <a:solidFill>
                  <a:schemeClr val="tx1"/>
                </a:solidFill>
                <a:effectLst/>
              </a:rPr>
            </a:br>
            <a:br>
              <a:rPr lang="de-DE" sz="1800" b="1" i="0" u="none" strike="noStrike">
                <a:solidFill>
                  <a:schemeClr val="tx1"/>
                </a:solidFill>
                <a:effectLst/>
              </a:rPr>
            </a:br>
            <a:r>
              <a:rPr lang="de-DE" sz="1800" b="0" i="0" u="none" strike="noStrike">
                <a:solidFill>
                  <a:schemeClr val="tx1"/>
                </a:solidFill>
                <a:effectLst/>
              </a:rPr>
              <a:t>Was als Idee begann, hat heute Formen angenommen – und zwar mit ordentlich Zündung.</a:t>
            </a:r>
            <a:br>
              <a:rPr lang="de-DE" sz="1800" b="0" i="0" u="none" strike="noStrike">
                <a:solidFill>
                  <a:schemeClr val="tx1"/>
                </a:solidFill>
                <a:effectLst/>
              </a:rPr>
            </a:br>
            <a:r>
              <a:rPr lang="de-DE" sz="1800" b="0" i="0" u="none" strike="noStrike">
                <a:solidFill>
                  <a:schemeClr val="tx1"/>
                </a:solidFill>
                <a:effectLst/>
              </a:rPr>
              <a:t>Mit unserer Vision für das Projekt setzen wir neue Maßstäbe für Erlebniswelten im All.</a:t>
            </a:r>
            <a:br>
              <a:rPr lang="de-DE" sz="1800" b="0" i="0" u="none" strike="noStrike">
                <a:solidFill>
                  <a:schemeClr val="tx1"/>
                </a:solidFill>
                <a:effectLst/>
              </a:rPr>
            </a:br>
            <a:r>
              <a:rPr lang="de-DE" sz="1800" b="0" i="0" u="none" strike="noStrike">
                <a:solidFill>
                  <a:schemeClr val="tx1"/>
                </a:solidFill>
                <a:effectLst/>
              </a:rPr>
              <a:t>Wir danken Ihnen für Ihr Interesse und Ihr Vertrauen.</a:t>
            </a:r>
            <a:br>
              <a:rPr lang="de-DE" sz="1800" b="0" i="0" u="none" strike="noStrike">
                <a:solidFill>
                  <a:schemeClr val="tx1"/>
                </a:solidFill>
                <a:effectLst/>
              </a:rPr>
            </a:br>
            <a:r>
              <a:rPr lang="de-DE" sz="1800" b="0" i="0" u="none" strike="noStrike">
                <a:solidFill>
                  <a:schemeClr val="tx1"/>
                </a:solidFill>
                <a:effectLst/>
              </a:rPr>
              <a:t>Gemeinsam mit starken Partnern wollen wir diese Technologie zur Marktreife bringen – Schritt für Schritt, mit Präzision und Weitblick.</a:t>
            </a:r>
            <a:br>
              <a:rPr lang="de-DE" sz="1800" b="0" i="0" u="none" strike="noStrike">
                <a:solidFill>
                  <a:schemeClr val="tx1"/>
                </a:solidFill>
                <a:effectLst/>
              </a:rPr>
            </a:br>
            <a:r>
              <a:rPr lang="de-DE" sz="1800" b="0" i="0" u="none" strike="noStrike">
                <a:solidFill>
                  <a:schemeClr val="tx1"/>
                </a:solidFill>
                <a:effectLst/>
              </a:rPr>
              <a:t>Wir freuen uns darauf, die nächsten Etappen dieser Reise gemeinsam mit Ihnen zu gestalten.</a:t>
            </a:r>
            <a:br>
              <a:rPr lang="de-DE" sz="1800" b="0" i="0" u="none" strike="noStrike">
                <a:solidFill>
                  <a:schemeClr val="tx1"/>
                </a:solidFill>
                <a:effectLst/>
              </a:rPr>
            </a:br>
            <a:endParaRPr lang="de-DE" sz="1800" b="0" i="0" u="none" strike="noStrike">
              <a:solidFill>
                <a:schemeClr val="tx1"/>
              </a:solidFill>
              <a:effectLst/>
            </a:endParaRPr>
          </a:p>
        </p:txBody>
      </p:sp>
    </p:spTree>
    <p:extLst>
      <p:ext uri="{BB962C8B-B14F-4D97-AF65-F5344CB8AC3E}">
        <p14:creationId xmlns:p14="http://schemas.microsoft.com/office/powerpoint/2010/main" val="39220690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bgerundetes Rechteck 2">
            <a:extLst>
              <a:ext uri="{FF2B5EF4-FFF2-40B4-BE49-F238E27FC236}">
                <a16:creationId xmlns:a16="http://schemas.microsoft.com/office/drawing/2014/main" id="{F554366A-EBC7-74B2-CBF8-F5B4FAC229DA}"/>
              </a:ext>
            </a:extLst>
          </p:cNvPr>
          <p:cNvSpPr/>
          <p:nvPr/>
        </p:nvSpPr>
        <p:spPr>
          <a:xfrm>
            <a:off x="464234" y="391257"/>
            <a:ext cx="8215532" cy="4360985"/>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feld 7">
            <a:extLst>
              <a:ext uri="{FF2B5EF4-FFF2-40B4-BE49-F238E27FC236}">
                <a16:creationId xmlns:a16="http://schemas.microsoft.com/office/drawing/2014/main" id="{FFB82451-097F-F0B2-827E-E0312CE1A65B}"/>
              </a:ext>
            </a:extLst>
          </p:cNvPr>
          <p:cNvSpPr txBox="1"/>
          <p:nvPr/>
        </p:nvSpPr>
        <p:spPr>
          <a:xfrm>
            <a:off x="2912012" y="1134215"/>
            <a:ext cx="1119217" cy="307777"/>
          </a:xfrm>
          <a:prstGeom prst="rect">
            <a:avLst/>
          </a:prstGeom>
          <a:noFill/>
        </p:spPr>
        <p:txBody>
          <a:bodyPr wrap="none" rtlCol="0">
            <a:spAutoFit/>
          </a:bodyPr>
          <a:lstStyle/>
          <a:p>
            <a:r>
              <a:rPr lang="de-DE">
                <a:solidFill>
                  <a:schemeClr val="tx1"/>
                </a:solidFill>
              </a:rPr>
              <a:t>Hintergrund</a:t>
            </a:r>
          </a:p>
        </p:txBody>
      </p:sp>
      <p:sp>
        <p:nvSpPr>
          <p:cNvPr id="9" name="Textfeld 8">
            <a:extLst>
              <a:ext uri="{FF2B5EF4-FFF2-40B4-BE49-F238E27FC236}">
                <a16:creationId xmlns:a16="http://schemas.microsoft.com/office/drawing/2014/main" id="{93C4311D-0F02-3F55-BF48-DC536209AECC}"/>
              </a:ext>
            </a:extLst>
          </p:cNvPr>
          <p:cNvSpPr txBox="1"/>
          <p:nvPr/>
        </p:nvSpPr>
        <p:spPr>
          <a:xfrm>
            <a:off x="5048622" y="1132724"/>
            <a:ext cx="572593" cy="307777"/>
          </a:xfrm>
          <a:prstGeom prst="rect">
            <a:avLst/>
          </a:prstGeom>
          <a:noFill/>
        </p:spPr>
        <p:txBody>
          <a:bodyPr wrap="none" rtlCol="0">
            <a:spAutoFit/>
          </a:bodyPr>
          <a:lstStyle/>
          <a:p>
            <a:r>
              <a:rPr lang="de-DE">
                <a:solidFill>
                  <a:schemeClr val="tx1"/>
                </a:solidFill>
              </a:rPr>
              <a:t>Ziele</a:t>
            </a:r>
          </a:p>
        </p:txBody>
      </p:sp>
      <p:sp>
        <p:nvSpPr>
          <p:cNvPr id="10" name="Textfeld 9">
            <a:extLst>
              <a:ext uri="{FF2B5EF4-FFF2-40B4-BE49-F238E27FC236}">
                <a16:creationId xmlns:a16="http://schemas.microsoft.com/office/drawing/2014/main" id="{740ADC7C-C788-5497-0496-7DA108F66850}"/>
              </a:ext>
            </a:extLst>
          </p:cNvPr>
          <p:cNvSpPr txBox="1"/>
          <p:nvPr/>
        </p:nvSpPr>
        <p:spPr>
          <a:xfrm>
            <a:off x="6704672" y="1132725"/>
            <a:ext cx="1039067" cy="307777"/>
          </a:xfrm>
          <a:prstGeom prst="rect">
            <a:avLst/>
          </a:prstGeom>
          <a:noFill/>
        </p:spPr>
        <p:txBody>
          <a:bodyPr wrap="none" rtlCol="0">
            <a:spAutoFit/>
          </a:bodyPr>
          <a:lstStyle/>
          <a:p>
            <a:r>
              <a:rPr lang="de-DE">
                <a:solidFill>
                  <a:schemeClr val="tx1"/>
                </a:solidFill>
              </a:rPr>
              <a:t>Frustration</a:t>
            </a:r>
          </a:p>
        </p:txBody>
      </p:sp>
      <p:cxnSp>
        <p:nvCxnSpPr>
          <p:cNvPr id="12" name="Gerade Verbindung 11">
            <a:extLst>
              <a:ext uri="{FF2B5EF4-FFF2-40B4-BE49-F238E27FC236}">
                <a16:creationId xmlns:a16="http://schemas.microsoft.com/office/drawing/2014/main" id="{B23078F9-5406-FB54-FF72-0E82A470A7FD}"/>
              </a:ext>
            </a:extLst>
          </p:cNvPr>
          <p:cNvCxnSpPr/>
          <p:nvPr/>
        </p:nvCxnSpPr>
        <p:spPr>
          <a:xfrm>
            <a:off x="4417256"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 Verbindung 12">
            <a:extLst>
              <a:ext uri="{FF2B5EF4-FFF2-40B4-BE49-F238E27FC236}">
                <a16:creationId xmlns:a16="http://schemas.microsoft.com/office/drawing/2014/main" id="{7ADA97B4-68F1-22DE-9D70-304383105161}"/>
              </a:ext>
            </a:extLst>
          </p:cNvPr>
          <p:cNvCxnSpPr>
            <a:cxnSpLocks/>
          </p:cNvCxnSpPr>
          <p:nvPr/>
        </p:nvCxnSpPr>
        <p:spPr>
          <a:xfrm>
            <a:off x="6271847" y="1108718"/>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22F89DC4-F659-5C12-26C4-330DD88C39F2}"/>
              </a:ext>
            </a:extLst>
          </p:cNvPr>
          <p:cNvSpPr txBox="1"/>
          <p:nvPr/>
        </p:nvSpPr>
        <p:spPr>
          <a:xfrm>
            <a:off x="2646469" y="1584945"/>
            <a:ext cx="1675426" cy="2246769"/>
          </a:xfrm>
          <a:prstGeom prst="rect">
            <a:avLst/>
          </a:prstGeom>
          <a:noFill/>
        </p:spPr>
        <p:txBody>
          <a:bodyPr wrap="square" rtlCol="0">
            <a:spAutoFit/>
          </a:bodyPr>
          <a:lstStyle/>
          <a:p>
            <a:pPr marL="171450" lvl="0" indent="-171450">
              <a:spcAft>
                <a:spcPts val="1200"/>
              </a:spcAft>
              <a:buClr>
                <a:schemeClr val="tx1"/>
              </a:buClr>
              <a:buFont typeface="Arial" panose="020B0604020202020204" pitchFamily="34" charset="0"/>
              <a:buChar char="•"/>
            </a:pPr>
            <a:r>
              <a:rPr kumimoji="0" lang="de-DE" sz="1200" b="0" i="0" u="none" strike="noStrike" kern="1200" cap="none" spc="0" normalizeH="0" baseline="0" noProof="0">
                <a:ln>
                  <a:noFill/>
                </a:ln>
                <a:solidFill>
                  <a:srgbClr val="FFFFFF"/>
                </a:solidFill>
                <a:effectLst/>
                <a:uLnTx/>
                <a:uFillTx/>
                <a:latin typeface="Arial"/>
                <a:ea typeface="+mn-ea"/>
                <a:cs typeface="+mn-cs"/>
              </a:rPr>
              <a:t>Fachkraft für Lagerlogistik, Weiterbildung Aviation Supply Chain </a:t>
            </a:r>
          </a:p>
          <a:p>
            <a:pPr marL="171450" lvl="0" indent="-171450">
              <a:spcAft>
                <a:spcPts val="1200"/>
              </a:spcAft>
              <a:buClr>
                <a:schemeClr val="tx1"/>
              </a:buClr>
              <a:buFont typeface="Arial" panose="020B0604020202020204" pitchFamily="34" charset="0"/>
              <a:buChar char="•"/>
            </a:pPr>
            <a:r>
              <a:rPr kumimoji="0" lang="de-DE" sz="1200" b="0" i="0" u="none" strike="noStrike" kern="1200" cap="none" spc="0" normalizeH="0" baseline="0" noProof="0">
                <a:ln>
                  <a:noFill/>
                </a:ln>
                <a:solidFill>
                  <a:srgbClr val="FFFFFF"/>
                </a:solidFill>
                <a:effectLst/>
                <a:uLnTx/>
                <a:uFillTx/>
                <a:latin typeface="Arial"/>
                <a:ea typeface="+mn-ea"/>
                <a:cs typeface="+mn-cs"/>
              </a:rPr>
              <a:t>15+ Jahre, zertifiziert für sicherheitskritische Bauteile</a:t>
            </a:r>
          </a:p>
          <a:p>
            <a:pPr marL="171450" indent="-171450">
              <a:spcAft>
                <a:spcPts val="1200"/>
              </a:spcAft>
              <a:buClr>
                <a:schemeClr val="tx1"/>
              </a:buClr>
              <a:buFont typeface="Arial" panose="020B0604020202020204" pitchFamily="34" charset="0"/>
              <a:buChar char="•"/>
            </a:pPr>
            <a:endParaRPr lang="de-DE" sz="1200">
              <a:solidFill>
                <a:schemeClr val="tx1"/>
              </a:solidFill>
            </a:endParaRPr>
          </a:p>
        </p:txBody>
      </p:sp>
      <p:sp>
        <p:nvSpPr>
          <p:cNvPr id="16" name="Textfeld 15">
            <a:extLst>
              <a:ext uri="{FF2B5EF4-FFF2-40B4-BE49-F238E27FC236}">
                <a16:creationId xmlns:a16="http://schemas.microsoft.com/office/drawing/2014/main" id="{3BBB7859-B881-1A04-1E09-6D2B67F28169}"/>
              </a:ext>
            </a:extLst>
          </p:cNvPr>
          <p:cNvSpPr txBox="1"/>
          <p:nvPr/>
        </p:nvSpPr>
        <p:spPr>
          <a:xfrm>
            <a:off x="4460225" y="1584945"/>
            <a:ext cx="1577929" cy="2431435"/>
          </a:xfrm>
          <a:prstGeom prst="rect">
            <a:avLst/>
          </a:prstGeom>
          <a:noFill/>
        </p:spPr>
        <p:txBody>
          <a:bodyPr wrap="square">
            <a:spAutoFit/>
          </a:bodyPr>
          <a:lstStyle/>
          <a:p>
            <a:pPr marL="285750" indent="-285750">
              <a:spcAft>
                <a:spcPts val="1200"/>
              </a:spcAft>
              <a:buClr>
                <a:schemeClr val="tx1"/>
              </a:buClr>
              <a:buFont typeface="Arial" panose="020B0604020202020204" pitchFamily="34" charset="0"/>
              <a:buChar char="•"/>
            </a:pPr>
            <a:r>
              <a:rPr lang="de-DE" sz="1200">
                <a:solidFill>
                  <a:schemeClr val="tx1"/>
                </a:solidFill>
              </a:rPr>
              <a:t>Teile rechtzeitig beschaffen &amp; Bestand dokumentieren</a:t>
            </a:r>
          </a:p>
          <a:p>
            <a:pPr marL="285750" indent="-285750">
              <a:spcAft>
                <a:spcPts val="1200"/>
              </a:spcAft>
              <a:buClr>
                <a:schemeClr val="tx1"/>
              </a:buClr>
              <a:buFont typeface="Arial" panose="020B0604020202020204" pitchFamily="34" charset="0"/>
              <a:buChar char="•"/>
            </a:pPr>
            <a:r>
              <a:rPr lang="de-DE" sz="1200">
                <a:solidFill>
                  <a:schemeClr val="tx1"/>
                </a:solidFill>
              </a:rPr>
              <a:t>Engpässe schnell lösen &amp; KI-Vorschläge nutzen</a:t>
            </a:r>
          </a:p>
          <a:p>
            <a:pPr marL="285750" indent="-285750">
              <a:spcAft>
                <a:spcPts val="1200"/>
              </a:spcAft>
              <a:buClr>
                <a:schemeClr val="tx1"/>
              </a:buClr>
              <a:buFont typeface="Arial" panose="020B0604020202020204" pitchFamily="34" charset="0"/>
              <a:buChar char="•"/>
            </a:pPr>
            <a:r>
              <a:rPr lang="de-DE" sz="1200">
                <a:solidFill>
                  <a:schemeClr val="tx1"/>
                </a:solidFill>
              </a:rPr>
              <a:t>Kannibalisierungen sicher durchführen</a:t>
            </a:r>
          </a:p>
        </p:txBody>
      </p:sp>
      <p:sp>
        <p:nvSpPr>
          <p:cNvPr id="18" name="Textfeld 17">
            <a:extLst>
              <a:ext uri="{FF2B5EF4-FFF2-40B4-BE49-F238E27FC236}">
                <a16:creationId xmlns:a16="http://schemas.microsoft.com/office/drawing/2014/main" id="{318EAADF-5C77-B955-B959-9AA359C9CFD4}"/>
              </a:ext>
            </a:extLst>
          </p:cNvPr>
          <p:cNvSpPr txBox="1"/>
          <p:nvPr/>
        </p:nvSpPr>
        <p:spPr>
          <a:xfrm>
            <a:off x="6504130" y="1623830"/>
            <a:ext cx="1737728" cy="2246769"/>
          </a:xfrm>
          <a:prstGeom prst="rect">
            <a:avLst/>
          </a:prstGeom>
          <a:noFill/>
        </p:spPr>
        <p:txBody>
          <a:bodyPr wrap="square">
            <a:spAutoFit/>
          </a:bodyPr>
          <a:lstStyle/>
          <a:p>
            <a:pPr marL="285750" lvl="0" indent="-285750" defTabSz="1219170" eaLnBrk="1" fontAlgn="auto" latinLnBrk="0" hangingPunct="1">
              <a:spcAft>
                <a:spcPts val="1200"/>
              </a:spcAft>
              <a:buClr>
                <a:schemeClr val="tx1"/>
              </a:buClr>
              <a:buSzTx/>
              <a:buFont typeface="Arial" panose="020B0604020202020204" pitchFamily="34" charset="0"/>
              <a:buChar char="•"/>
              <a:tabLst/>
              <a:defRPr/>
            </a:pPr>
            <a:r>
              <a:rPr lang="de-DE" sz="1200">
                <a:solidFill>
                  <a:schemeClr val="tx1"/>
                </a:solidFill>
              </a:rPr>
              <a:t>Fehlende Teile &amp; Lieferverzögerungen</a:t>
            </a:r>
          </a:p>
          <a:p>
            <a:pPr marL="285750" lvl="0" indent="-285750" defTabSz="1219170" eaLnBrk="1" fontAlgn="auto" latinLnBrk="0" hangingPunct="1">
              <a:spcAft>
                <a:spcPts val="1200"/>
              </a:spcAft>
              <a:buClr>
                <a:schemeClr val="tx1"/>
              </a:buClr>
              <a:buSzTx/>
              <a:buFont typeface="Arial" panose="020B0604020202020204" pitchFamily="34" charset="0"/>
              <a:buChar char="•"/>
              <a:tabLst/>
              <a:defRPr/>
            </a:pPr>
            <a:r>
              <a:rPr lang="de-DE" sz="1200">
                <a:solidFill>
                  <a:schemeClr val="tx1"/>
                </a:solidFill>
              </a:rPr>
              <a:t>Parallele Anfragen aus demselben Lager </a:t>
            </a:r>
          </a:p>
          <a:p>
            <a:pPr marL="285750" lvl="0" indent="-285750" defTabSz="1219170" eaLnBrk="1" fontAlgn="auto" latinLnBrk="0" hangingPunct="1">
              <a:spcAft>
                <a:spcPts val="1200"/>
              </a:spcAft>
              <a:buClr>
                <a:schemeClr val="tx1"/>
              </a:buClr>
              <a:buSzTx/>
              <a:buFont typeface="Arial" panose="020B0604020202020204" pitchFamily="34" charset="0"/>
              <a:buChar char="•"/>
              <a:tabLst/>
              <a:defRPr/>
            </a:pPr>
            <a:r>
              <a:rPr lang="de-DE" sz="1200">
                <a:solidFill>
                  <a:schemeClr val="tx1"/>
                </a:solidFill>
              </a:rPr>
              <a:t>Kein Echtzeit-Überblick über Wartungsprioritäten</a:t>
            </a:r>
          </a:p>
        </p:txBody>
      </p:sp>
      <p:cxnSp>
        <p:nvCxnSpPr>
          <p:cNvPr id="24" name="Gerade Verbindung 11">
            <a:extLst>
              <a:ext uri="{FF2B5EF4-FFF2-40B4-BE49-F238E27FC236}">
                <a16:creationId xmlns:a16="http://schemas.microsoft.com/office/drawing/2014/main" id="{D900DC03-9378-945B-7B7E-C6E14E675E86}"/>
              </a:ext>
            </a:extLst>
          </p:cNvPr>
          <p:cNvCxnSpPr/>
          <p:nvPr/>
        </p:nvCxnSpPr>
        <p:spPr>
          <a:xfrm>
            <a:off x="6271847" y="1144741"/>
            <a:ext cx="0" cy="2599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Abgerundetes Rechteck 26">
            <a:extLst>
              <a:ext uri="{FF2B5EF4-FFF2-40B4-BE49-F238E27FC236}">
                <a16:creationId xmlns:a16="http://schemas.microsoft.com/office/drawing/2014/main" id="{A9A33AAD-C6A1-72BE-36C9-34A0D2643229}"/>
              </a:ext>
            </a:extLst>
          </p:cNvPr>
          <p:cNvSpPr/>
          <p:nvPr/>
        </p:nvSpPr>
        <p:spPr>
          <a:xfrm>
            <a:off x="578351" y="590550"/>
            <a:ext cx="1929788" cy="361049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8" name="Grafik 27" descr="Ein Bild, das Kleidung, Cartoon, Spielzeug, Menschliches Gesicht enthält.&#10;&#10;Automatisch generierte Beschreibung">
            <a:extLst>
              <a:ext uri="{FF2B5EF4-FFF2-40B4-BE49-F238E27FC236}">
                <a16:creationId xmlns:a16="http://schemas.microsoft.com/office/drawing/2014/main" id="{F5302F30-4732-31BB-4677-BBA45FCE20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33" y="775026"/>
            <a:ext cx="1547465" cy="3061044"/>
          </a:xfrm>
          <a:prstGeom prst="rect">
            <a:avLst/>
          </a:prstGeom>
        </p:spPr>
      </p:pic>
      <p:sp>
        <p:nvSpPr>
          <p:cNvPr id="29" name="Textfeld 28">
            <a:extLst>
              <a:ext uri="{FF2B5EF4-FFF2-40B4-BE49-F238E27FC236}">
                <a16:creationId xmlns:a16="http://schemas.microsoft.com/office/drawing/2014/main" id="{57A4DC3D-D926-820A-FEA4-8760683B6F91}"/>
              </a:ext>
            </a:extLst>
          </p:cNvPr>
          <p:cNvSpPr txBox="1"/>
          <p:nvPr/>
        </p:nvSpPr>
        <p:spPr>
          <a:xfrm>
            <a:off x="643661" y="3821186"/>
            <a:ext cx="1842136" cy="307777"/>
          </a:xfrm>
          <a:prstGeom prst="rect">
            <a:avLst/>
          </a:prstGeom>
          <a:noFill/>
        </p:spPr>
        <p:txBody>
          <a:bodyPr wrap="square" rtlCol="0">
            <a:spAutoFit/>
          </a:bodyPr>
          <a:lstStyle/>
          <a:p>
            <a:pPr algn="ctr"/>
            <a:r>
              <a:rPr kumimoji="0" lang="de-DE" sz="1400" b="0" i="0" u="none" strike="noStrike" kern="1200" cap="none" spc="0" normalizeH="0" baseline="0" noProof="0">
                <a:ln>
                  <a:noFill/>
                </a:ln>
                <a:solidFill>
                  <a:schemeClr val="bg1"/>
                </a:solidFill>
                <a:effectLst/>
                <a:uLnTx/>
                <a:uFillTx/>
                <a:latin typeface="Arial"/>
                <a:ea typeface="+mn-ea"/>
                <a:cs typeface="+mn-cs"/>
              </a:rPr>
              <a:t>Lagerlogistiker</a:t>
            </a:r>
            <a:endParaRPr lang="de-DE">
              <a:solidFill>
                <a:schemeClr val="bg1"/>
              </a:solidFill>
            </a:endParaRPr>
          </a:p>
        </p:txBody>
      </p:sp>
      <p:pic>
        <p:nvPicPr>
          <p:cNvPr id="30" name="Grafik 29" descr="Ein Bild, das Kleidung, Cartoon, Lächeln, Person enthält.&#10;&#10;Automatisch generierte Beschreibung">
            <a:extLst>
              <a:ext uri="{FF2B5EF4-FFF2-40B4-BE49-F238E27FC236}">
                <a16:creationId xmlns:a16="http://schemas.microsoft.com/office/drawing/2014/main" id="{720DC060-CA7F-D258-66C9-2464B03BFB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694" y="845315"/>
            <a:ext cx="1504654" cy="2975872"/>
          </a:xfrm>
          <a:prstGeom prst="rect">
            <a:avLst/>
          </a:prstGeom>
        </p:spPr>
      </p:pic>
      <p:sp>
        <p:nvSpPr>
          <p:cNvPr id="31" name="Abgerundetes Rechteck 30">
            <a:extLst>
              <a:ext uri="{FF2B5EF4-FFF2-40B4-BE49-F238E27FC236}">
                <a16:creationId xmlns:a16="http://schemas.microsoft.com/office/drawing/2014/main" id="{7C6303BE-A75E-6863-6ACB-9EB225BE2401}"/>
              </a:ext>
            </a:extLst>
          </p:cNvPr>
          <p:cNvSpPr/>
          <p:nvPr/>
        </p:nvSpPr>
        <p:spPr>
          <a:xfrm>
            <a:off x="578350" y="590549"/>
            <a:ext cx="1972739" cy="3939409"/>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2" name="Grafik 31" descr="Ein Bild, das Kleidung, Cartoon, Spielzeug, Menschliches Gesicht enthält.&#10;&#10;Automatisch generierte Beschreibung">
            <a:extLst>
              <a:ext uri="{FF2B5EF4-FFF2-40B4-BE49-F238E27FC236}">
                <a16:creationId xmlns:a16="http://schemas.microsoft.com/office/drawing/2014/main" id="{243152D5-EB9C-83CF-5BB1-2699761406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33" y="775026"/>
            <a:ext cx="1547465" cy="3061044"/>
          </a:xfrm>
          <a:prstGeom prst="rect">
            <a:avLst/>
          </a:prstGeom>
        </p:spPr>
      </p:pic>
      <p:sp>
        <p:nvSpPr>
          <p:cNvPr id="33" name="Textfeld 32">
            <a:extLst>
              <a:ext uri="{FF2B5EF4-FFF2-40B4-BE49-F238E27FC236}">
                <a16:creationId xmlns:a16="http://schemas.microsoft.com/office/drawing/2014/main" id="{CF9C65B7-C2B3-F3F5-47A3-63AA91211250}"/>
              </a:ext>
            </a:extLst>
          </p:cNvPr>
          <p:cNvSpPr txBox="1"/>
          <p:nvPr/>
        </p:nvSpPr>
        <p:spPr>
          <a:xfrm>
            <a:off x="626702" y="3845893"/>
            <a:ext cx="1842136" cy="307777"/>
          </a:xfrm>
          <a:prstGeom prst="rect">
            <a:avLst/>
          </a:prstGeom>
          <a:noFill/>
        </p:spPr>
        <p:txBody>
          <a:bodyPr wrap="square" rtlCol="0">
            <a:spAutoFit/>
          </a:bodyPr>
          <a:lstStyle/>
          <a:p>
            <a:pPr algn="ctr"/>
            <a:r>
              <a:rPr kumimoji="0" lang="de-DE" sz="1400" b="0" i="0" u="none" strike="noStrike" kern="1200" cap="none" spc="0" normalizeH="0" baseline="0" noProof="0">
                <a:ln>
                  <a:noFill/>
                </a:ln>
                <a:solidFill>
                  <a:schemeClr val="bg1"/>
                </a:solidFill>
                <a:effectLst/>
                <a:uLnTx/>
                <a:uFillTx/>
                <a:latin typeface="Arial"/>
                <a:ea typeface="+mn-ea"/>
                <a:cs typeface="+mn-cs"/>
              </a:rPr>
              <a:t>Lagerlogistiker</a:t>
            </a:r>
            <a:endParaRPr lang="de-DE">
              <a:solidFill>
                <a:schemeClr val="bg1"/>
              </a:solidFill>
            </a:endParaRPr>
          </a:p>
        </p:txBody>
      </p:sp>
      <p:sp>
        <p:nvSpPr>
          <p:cNvPr id="34" name="Textfeld 33">
            <a:extLst>
              <a:ext uri="{FF2B5EF4-FFF2-40B4-BE49-F238E27FC236}">
                <a16:creationId xmlns:a16="http://schemas.microsoft.com/office/drawing/2014/main" id="{6E013933-D818-314F-E075-34AA4A45A07D}"/>
              </a:ext>
            </a:extLst>
          </p:cNvPr>
          <p:cNvSpPr txBox="1"/>
          <p:nvPr/>
        </p:nvSpPr>
        <p:spPr>
          <a:xfrm>
            <a:off x="772891" y="4075896"/>
            <a:ext cx="1583655" cy="954107"/>
          </a:xfrm>
          <a:prstGeom prst="rect">
            <a:avLst/>
          </a:prstGeom>
          <a:noFill/>
        </p:spPr>
        <p:txBody>
          <a:bodyPr wrap="square" rtlCol="0">
            <a:spAutoFit/>
          </a:bodyPr>
          <a:lstStyle/>
          <a:p>
            <a:pPr algn="ctr"/>
            <a:r>
              <a:rPr kumimoji="0" lang="de-DE" sz="1400" b="0" i="0" u="none" strike="noStrike" kern="1200" cap="none" spc="0" normalizeH="0" baseline="0" noProof="0">
                <a:ln>
                  <a:noFill/>
                </a:ln>
                <a:solidFill>
                  <a:schemeClr val="bg1"/>
                </a:solidFill>
                <a:effectLst/>
                <a:uLnTx/>
                <a:uFillTx/>
                <a:latin typeface="Arial"/>
                <a:ea typeface="+mn-ea"/>
                <a:cs typeface="+mn-cs"/>
              </a:rPr>
              <a:t>Angelo De Simone</a:t>
            </a:r>
          </a:p>
          <a:p>
            <a:pPr algn="ctr"/>
            <a:endParaRPr lang="de-DE">
              <a:solidFill>
                <a:schemeClr val="bg1"/>
              </a:solidFill>
            </a:endParaRPr>
          </a:p>
          <a:p>
            <a:pPr algn="ctr"/>
            <a:endParaRPr lang="de-DE">
              <a:solidFill>
                <a:schemeClr val="bg1"/>
              </a:solidFill>
            </a:endParaRPr>
          </a:p>
        </p:txBody>
      </p:sp>
      <p:pic>
        <p:nvPicPr>
          <p:cNvPr id="35" name="Grafik 34" descr="Ein Bild, das Kleidung, Cartoon, Lächeln, Person enthält.&#10;&#10;Automatisch generierte Beschreibung">
            <a:extLst>
              <a:ext uri="{FF2B5EF4-FFF2-40B4-BE49-F238E27FC236}">
                <a16:creationId xmlns:a16="http://schemas.microsoft.com/office/drawing/2014/main" id="{B0AC8712-3C92-FBB4-3D0E-42C1E0B69A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117" y="801767"/>
            <a:ext cx="1567754" cy="3100669"/>
          </a:xfrm>
          <a:prstGeom prst="rect">
            <a:avLst/>
          </a:prstGeom>
        </p:spPr>
      </p:pic>
      <p:pic>
        <p:nvPicPr>
          <p:cNvPr id="38" name="Grafik 37" descr="Ein Bild, das Kleidung, Cartoon, Person, gelb enthält.&#10;&#10;Automatisch generierte Beschreibung">
            <a:extLst>
              <a:ext uri="{FF2B5EF4-FFF2-40B4-BE49-F238E27FC236}">
                <a16:creationId xmlns:a16="http://schemas.microsoft.com/office/drawing/2014/main" id="{5E2E5F45-9E3C-9D90-4A4D-B40F82253427}"/>
              </a:ext>
            </a:extLst>
          </p:cNvPr>
          <p:cNvPicPr>
            <a:picLocks noChangeAspect="1"/>
          </p:cNvPicPr>
          <p:nvPr/>
        </p:nvPicPr>
        <p:blipFill>
          <a:blip r:embed="rId5"/>
          <a:stretch>
            <a:fillRect/>
          </a:stretch>
        </p:blipFill>
        <p:spPr>
          <a:xfrm>
            <a:off x="794344" y="685896"/>
            <a:ext cx="1568970" cy="3211486"/>
          </a:xfrm>
          <a:prstGeom prst="rect">
            <a:avLst/>
          </a:prstGeom>
        </p:spPr>
      </p:pic>
    </p:spTree>
    <p:extLst>
      <p:ext uri="{BB962C8B-B14F-4D97-AF65-F5344CB8AC3E}">
        <p14:creationId xmlns:p14="http://schemas.microsoft.com/office/powerpoint/2010/main" val="1797383541"/>
      </p:ext>
    </p:extLst>
  </p:cSld>
  <p:clrMapOvr>
    <a:masterClrMapping/>
  </p:clrMapOvr>
  <p:transition spd="slow">
    <p:push di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797">
          <a:extLst>
            <a:ext uri="{FF2B5EF4-FFF2-40B4-BE49-F238E27FC236}">
              <a16:creationId xmlns:a16="http://schemas.microsoft.com/office/drawing/2014/main" id="{EDC39F1F-6130-8711-21B8-73FA9420BD7D}"/>
            </a:ext>
          </a:extLst>
        </p:cNvPr>
        <p:cNvGrpSpPr/>
        <p:nvPr/>
      </p:nvGrpSpPr>
      <p:grpSpPr>
        <a:xfrm>
          <a:off x="0" y="0"/>
          <a:ext cx="0" cy="0"/>
          <a:chOff x="0" y="0"/>
          <a:chExt cx="0" cy="0"/>
        </a:xfrm>
      </p:grpSpPr>
      <p:grpSp>
        <p:nvGrpSpPr>
          <p:cNvPr id="1798" name="Google Shape;1798;p83">
            <a:extLst>
              <a:ext uri="{FF2B5EF4-FFF2-40B4-BE49-F238E27FC236}">
                <a16:creationId xmlns:a16="http://schemas.microsoft.com/office/drawing/2014/main" id="{90A0C651-64FB-96E0-C9A1-BE96647F2D74}"/>
              </a:ext>
            </a:extLst>
          </p:cNvPr>
          <p:cNvGrpSpPr/>
          <p:nvPr/>
        </p:nvGrpSpPr>
        <p:grpSpPr>
          <a:xfrm>
            <a:off x="5835904" y="1249472"/>
            <a:ext cx="3247800" cy="3247800"/>
            <a:chOff x="2948100" y="1244713"/>
            <a:chExt cx="3247800" cy="3247800"/>
          </a:xfrm>
        </p:grpSpPr>
        <p:sp>
          <p:nvSpPr>
            <p:cNvPr id="1799" name="Google Shape;1799;p83">
              <a:extLst>
                <a:ext uri="{FF2B5EF4-FFF2-40B4-BE49-F238E27FC236}">
                  <a16:creationId xmlns:a16="http://schemas.microsoft.com/office/drawing/2014/main" id="{BEDDB652-0FB4-60A4-B412-3FBD34A26969}"/>
                </a:ext>
              </a:extLst>
            </p:cNvPr>
            <p:cNvSpPr/>
            <p:nvPr/>
          </p:nvSpPr>
          <p:spPr>
            <a:xfrm>
              <a:off x="3138600" y="1435225"/>
              <a:ext cx="2866800" cy="2866800"/>
            </a:xfrm>
            <a:prstGeom prst="ellipse">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0" name="Google Shape;1800;p83">
              <a:extLst>
                <a:ext uri="{FF2B5EF4-FFF2-40B4-BE49-F238E27FC236}">
                  <a16:creationId xmlns:a16="http://schemas.microsoft.com/office/drawing/2014/main" id="{C5FFE397-8AFB-C9F2-6E2D-665A3B6B0D9E}"/>
                </a:ext>
              </a:extLst>
            </p:cNvPr>
            <p:cNvSpPr/>
            <p:nvPr/>
          </p:nvSpPr>
          <p:spPr>
            <a:xfrm>
              <a:off x="3024300" y="1320925"/>
              <a:ext cx="3095400" cy="3095400"/>
            </a:xfrm>
            <a:prstGeom prst="ellipse">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1" name="Google Shape;1801;p83">
              <a:extLst>
                <a:ext uri="{FF2B5EF4-FFF2-40B4-BE49-F238E27FC236}">
                  <a16:creationId xmlns:a16="http://schemas.microsoft.com/office/drawing/2014/main" id="{C97D5941-E783-9697-34FF-F3FD9D6A1F41}"/>
                </a:ext>
              </a:extLst>
            </p:cNvPr>
            <p:cNvSpPr/>
            <p:nvPr/>
          </p:nvSpPr>
          <p:spPr>
            <a:xfrm>
              <a:off x="2948100" y="1244713"/>
              <a:ext cx="3247800" cy="3247800"/>
            </a:xfrm>
            <a:prstGeom prst="ellipse">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sp>
        <p:nvSpPr>
          <p:cNvPr id="1803" name="Google Shape;1803;p83">
            <a:extLst>
              <a:ext uri="{FF2B5EF4-FFF2-40B4-BE49-F238E27FC236}">
                <a16:creationId xmlns:a16="http://schemas.microsoft.com/office/drawing/2014/main" id="{B4147E8F-9186-1890-1CD0-9562FAFA038C}"/>
              </a:ext>
            </a:extLst>
          </p:cNvPr>
          <p:cNvSpPr/>
          <p:nvPr/>
        </p:nvSpPr>
        <p:spPr>
          <a:xfrm>
            <a:off x="7352560" y="2783420"/>
            <a:ext cx="437513" cy="544643"/>
          </a:xfrm>
          <a:custGeom>
            <a:avLst/>
            <a:gdLst/>
            <a:ahLst/>
            <a:cxnLst/>
            <a:rect l="l" t="t" r="r" b="b"/>
            <a:pathLst>
              <a:path w="19615" h="24418" extrusionOk="0">
                <a:moveTo>
                  <a:pt x="7672" y="1"/>
                </a:moveTo>
                <a:lnTo>
                  <a:pt x="0" y="6639"/>
                </a:lnTo>
                <a:cubicBezTo>
                  <a:pt x="0" y="6639"/>
                  <a:pt x="10741" y="14511"/>
                  <a:pt x="10174" y="16012"/>
                </a:cubicBezTo>
                <a:cubicBezTo>
                  <a:pt x="9607" y="17480"/>
                  <a:pt x="67" y="20849"/>
                  <a:pt x="67" y="20849"/>
                </a:cubicBezTo>
                <a:lnTo>
                  <a:pt x="1668" y="24418"/>
                </a:lnTo>
                <a:cubicBezTo>
                  <a:pt x="1668" y="24418"/>
                  <a:pt x="14711" y="22483"/>
                  <a:pt x="16779" y="18314"/>
                </a:cubicBezTo>
                <a:cubicBezTo>
                  <a:pt x="19614" y="12643"/>
                  <a:pt x="9040" y="734"/>
                  <a:pt x="7672"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4" name="Google Shape;1804;p83">
            <a:extLst>
              <a:ext uri="{FF2B5EF4-FFF2-40B4-BE49-F238E27FC236}">
                <a16:creationId xmlns:a16="http://schemas.microsoft.com/office/drawing/2014/main" id="{152C5EFF-9EEB-AC2B-0E2E-DA1B606785C1}"/>
              </a:ext>
            </a:extLst>
          </p:cNvPr>
          <p:cNvSpPr/>
          <p:nvPr/>
        </p:nvSpPr>
        <p:spPr>
          <a:xfrm>
            <a:off x="7352560" y="2783420"/>
            <a:ext cx="437513" cy="544643"/>
          </a:xfrm>
          <a:custGeom>
            <a:avLst/>
            <a:gdLst/>
            <a:ahLst/>
            <a:cxnLst/>
            <a:rect l="l" t="t" r="r" b="b"/>
            <a:pathLst>
              <a:path w="19615" h="24418" extrusionOk="0">
                <a:moveTo>
                  <a:pt x="7672" y="1"/>
                </a:moveTo>
                <a:lnTo>
                  <a:pt x="0" y="6639"/>
                </a:lnTo>
                <a:cubicBezTo>
                  <a:pt x="0" y="6639"/>
                  <a:pt x="10741" y="14511"/>
                  <a:pt x="10174" y="16012"/>
                </a:cubicBezTo>
                <a:cubicBezTo>
                  <a:pt x="9607" y="17480"/>
                  <a:pt x="67" y="20849"/>
                  <a:pt x="67" y="20849"/>
                </a:cubicBezTo>
                <a:lnTo>
                  <a:pt x="1668" y="24418"/>
                </a:lnTo>
                <a:cubicBezTo>
                  <a:pt x="1668" y="24418"/>
                  <a:pt x="14711" y="22483"/>
                  <a:pt x="16779" y="18314"/>
                </a:cubicBezTo>
                <a:cubicBezTo>
                  <a:pt x="19614" y="12643"/>
                  <a:pt x="9040" y="734"/>
                  <a:pt x="76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5" name="Google Shape;1805;p83">
            <a:extLst>
              <a:ext uri="{FF2B5EF4-FFF2-40B4-BE49-F238E27FC236}">
                <a16:creationId xmlns:a16="http://schemas.microsoft.com/office/drawing/2014/main" id="{DB210F29-7530-BE03-DF5A-962B0B6F78A2}"/>
              </a:ext>
            </a:extLst>
          </p:cNvPr>
          <p:cNvSpPr/>
          <p:nvPr/>
        </p:nvSpPr>
        <p:spPr>
          <a:xfrm>
            <a:off x="7394226" y="3194122"/>
            <a:ext cx="97473" cy="125020"/>
          </a:xfrm>
          <a:custGeom>
            <a:avLst/>
            <a:gdLst/>
            <a:ahLst/>
            <a:cxnLst/>
            <a:rect l="l" t="t" r="r" b="b"/>
            <a:pathLst>
              <a:path w="4370" h="5605" extrusionOk="0">
                <a:moveTo>
                  <a:pt x="4370" y="1"/>
                </a:moveTo>
                <a:lnTo>
                  <a:pt x="0" y="1769"/>
                </a:lnTo>
                <a:lnTo>
                  <a:pt x="2001" y="5605"/>
                </a:lnTo>
                <a:lnTo>
                  <a:pt x="2235" y="5538"/>
                </a:lnTo>
                <a:lnTo>
                  <a:pt x="1001" y="3036"/>
                </a:lnTo>
                <a:cubicBezTo>
                  <a:pt x="3036" y="2436"/>
                  <a:pt x="4003" y="1368"/>
                  <a:pt x="437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6" name="Google Shape;1806;p83">
            <a:extLst>
              <a:ext uri="{FF2B5EF4-FFF2-40B4-BE49-F238E27FC236}">
                <a16:creationId xmlns:a16="http://schemas.microsoft.com/office/drawing/2014/main" id="{A4D64023-43CC-4B87-CCF3-D14FEC06A546}"/>
              </a:ext>
            </a:extLst>
          </p:cNvPr>
          <p:cNvSpPr/>
          <p:nvPr/>
        </p:nvSpPr>
        <p:spPr>
          <a:xfrm>
            <a:off x="7194061" y="3216449"/>
            <a:ext cx="253742" cy="234180"/>
          </a:xfrm>
          <a:custGeom>
            <a:avLst/>
            <a:gdLst/>
            <a:ahLst/>
            <a:cxnLst/>
            <a:rect l="l" t="t" r="r" b="b"/>
            <a:pathLst>
              <a:path w="11376" h="10499" extrusionOk="0">
                <a:moveTo>
                  <a:pt x="8607" y="0"/>
                </a:moveTo>
                <a:lnTo>
                  <a:pt x="301" y="2802"/>
                </a:lnTo>
                <a:cubicBezTo>
                  <a:pt x="101" y="2869"/>
                  <a:pt x="1" y="3136"/>
                  <a:pt x="134" y="3303"/>
                </a:cubicBezTo>
                <a:lnTo>
                  <a:pt x="4704" y="10241"/>
                </a:lnTo>
                <a:cubicBezTo>
                  <a:pt x="4810" y="10410"/>
                  <a:pt x="4996" y="10499"/>
                  <a:pt x="5177" y="10499"/>
                </a:cubicBezTo>
                <a:cubicBezTo>
                  <a:pt x="5282" y="10499"/>
                  <a:pt x="5386" y="10469"/>
                  <a:pt x="5472" y="10408"/>
                </a:cubicBezTo>
                <a:lnTo>
                  <a:pt x="5905" y="10174"/>
                </a:lnTo>
                <a:cubicBezTo>
                  <a:pt x="6205" y="9974"/>
                  <a:pt x="6372" y="9574"/>
                  <a:pt x="6239" y="9207"/>
                </a:cubicBezTo>
                <a:lnTo>
                  <a:pt x="5638" y="7272"/>
                </a:lnTo>
                <a:cubicBezTo>
                  <a:pt x="5538" y="6939"/>
                  <a:pt x="5705" y="6638"/>
                  <a:pt x="6039" y="6572"/>
                </a:cubicBezTo>
                <a:lnTo>
                  <a:pt x="11376" y="5371"/>
                </a:lnTo>
                <a:lnTo>
                  <a:pt x="8607"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7" name="Google Shape;1807;p83">
            <a:extLst>
              <a:ext uri="{FF2B5EF4-FFF2-40B4-BE49-F238E27FC236}">
                <a16:creationId xmlns:a16="http://schemas.microsoft.com/office/drawing/2014/main" id="{04AC05A6-16B5-CAC8-6704-02266A71690B}"/>
              </a:ext>
            </a:extLst>
          </p:cNvPr>
          <p:cNvSpPr/>
          <p:nvPr/>
        </p:nvSpPr>
        <p:spPr>
          <a:xfrm>
            <a:off x="7194061" y="3216449"/>
            <a:ext cx="253742" cy="234180"/>
          </a:xfrm>
          <a:custGeom>
            <a:avLst/>
            <a:gdLst/>
            <a:ahLst/>
            <a:cxnLst/>
            <a:rect l="l" t="t" r="r" b="b"/>
            <a:pathLst>
              <a:path w="11376" h="10499" extrusionOk="0">
                <a:moveTo>
                  <a:pt x="8607" y="0"/>
                </a:moveTo>
                <a:lnTo>
                  <a:pt x="301" y="2802"/>
                </a:lnTo>
                <a:cubicBezTo>
                  <a:pt x="101" y="2869"/>
                  <a:pt x="1" y="3136"/>
                  <a:pt x="134" y="3303"/>
                </a:cubicBezTo>
                <a:lnTo>
                  <a:pt x="4704" y="10241"/>
                </a:lnTo>
                <a:cubicBezTo>
                  <a:pt x="4810" y="10410"/>
                  <a:pt x="4996" y="10499"/>
                  <a:pt x="5177" y="10499"/>
                </a:cubicBezTo>
                <a:cubicBezTo>
                  <a:pt x="5282" y="10499"/>
                  <a:pt x="5386" y="10469"/>
                  <a:pt x="5472" y="10408"/>
                </a:cubicBezTo>
                <a:lnTo>
                  <a:pt x="5905" y="10174"/>
                </a:lnTo>
                <a:cubicBezTo>
                  <a:pt x="6205" y="9974"/>
                  <a:pt x="6372" y="9574"/>
                  <a:pt x="6239" y="9207"/>
                </a:cubicBezTo>
                <a:lnTo>
                  <a:pt x="5638" y="7272"/>
                </a:lnTo>
                <a:cubicBezTo>
                  <a:pt x="5538" y="6939"/>
                  <a:pt x="5705" y="6638"/>
                  <a:pt x="6039" y="6572"/>
                </a:cubicBezTo>
                <a:lnTo>
                  <a:pt x="11376" y="5371"/>
                </a:lnTo>
                <a:lnTo>
                  <a:pt x="86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8" name="Google Shape;1808;p83">
            <a:extLst>
              <a:ext uri="{FF2B5EF4-FFF2-40B4-BE49-F238E27FC236}">
                <a16:creationId xmlns:a16="http://schemas.microsoft.com/office/drawing/2014/main" id="{FAB099F6-B11A-B289-E6CD-88A71595AA05}"/>
              </a:ext>
            </a:extLst>
          </p:cNvPr>
          <p:cNvSpPr/>
          <p:nvPr/>
        </p:nvSpPr>
        <p:spPr>
          <a:xfrm>
            <a:off x="7276656" y="3215713"/>
            <a:ext cx="133205" cy="49227"/>
          </a:xfrm>
          <a:custGeom>
            <a:avLst/>
            <a:gdLst/>
            <a:ahLst/>
            <a:cxnLst/>
            <a:rect l="l" t="t" r="r" b="b"/>
            <a:pathLst>
              <a:path w="5972" h="2207" extrusionOk="0">
                <a:moveTo>
                  <a:pt x="4904" y="0"/>
                </a:moveTo>
                <a:lnTo>
                  <a:pt x="1" y="1701"/>
                </a:lnTo>
                <a:cubicBezTo>
                  <a:pt x="1349" y="2027"/>
                  <a:pt x="2746" y="2206"/>
                  <a:pt x="4146" y="2206"/>
                </a:cubicBezTo>
                <a:cubicBezTo>
                  <a:pt x="4755" y="2206"/>
                  <a:pt x="5365" y="2172"/>
                  <a:pt x="5972" y="2102"/>
                </a:cubicBezTo>
                <a:lnTo>
                  <a:pt x="490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09" name="Google Shape;1809;p83">
            <a:extLst>
              <a:ext uri="{FF2B5EF4-FFF2-40B4-BE49-F238E27FC236}">
                <a16:creationId xmlns:a16="http://schemas.microsoft.com/office/drawing/2014/main" id="{A4F25D37-B15C-C0C5-7DDD-9770C8EED074}"/>
              </a:ext>
            </a:extLst>
          </p:cNvPr>
          <p:cNvSpPr/>
          <p:nvPr/>
        </p:nvSpPr>
        <p:spPr>
          <a:xfrm>
            <a:off x="7486479" y="2844424"/>
            <a:ext cx="64751" cy="232173"/>
          </a:xfrm>
          <a:custGeom>
            <a:avLst/>
            <a:gdLst/>
            <a:ahLst/>
            <a:cxnLst/>
            <a:rect l="l" t="t" r="r" b="b"/>
            <a:pathLst>
              <a:path w="2903" h="10409" extrusionOk="0">
                <a:moveTo>
                  <a:pt x="768" y="1"/>
                </a:moveTo>
                <a:lnTo>
                  <a:pt x="0" y="201"/>
                </a:lnTo>
                <a:cubicBezTo>
                  <a:pt x="734" y="3270"/>
                  <a:pt x="1101" y="6439"/>
                  <a:pt x="1134" y="9608"/>
                </a:cubicBezTo>
                <a:lnTo>
                  <a:pt x="2035" y="10408"/>
                </a:lnTo>
                <a:cubicBezTo>
                  <a:pt x="2902" y="7173"/>
                  <a:pt x="1301" y="4104"/>
                  <a:pt x="7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0" name="Google Shape;1810;p83">
            <a:extLst>
              <a:ext uri="{FF2B5EF4-FFF2-40B4-BE49-F238E27FC236}">
                <a16:creationId xmlns:a16="http://schemas.microsoft.com/office/drawing/2014/main" id="{BC4834F7-33A0-B623-C614-E8D064271496}"/>
              </a:ext>
            </a:extLst>
          </p:cNvPr>
          <p:cNvSpPr/>
          <p:nvPr/>
        </p:nvSpPr>
        <p:spPr>
          <a:xfrm>
            <a:off x="6789314" y="3302747"/>
            <a:ext cx="200165" cy="315504"/>
          </a:xfrm>
          <a:custGeom>
            <a:avLst/>
            <a:gdLst/>
            <a:ahLst/>
            <a:cxnLst/>
            <a:rect l="l" t="t" r="r" b="b"/>
            <a:pathLst>
              <a:path w="8974" h="14145" extrusionOk="0">
                <a:moveTo>
                  <a:pt x="7473" y="1"/>
                </a:moveTo>
                <a:lnTo>
                  <a:pt x="1" y="3003"/>
                </a:lnTo>
                <a:lnTo>
                  <a:pt x="1402" y="14144"/>
                </a:lnTo>
                <a:lnTo>
                  <a:pt x="8974" y="11242"/>
                </a:lnTo>
                <a:lnTo>
                  <a:pt x="7473"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1" name="Google Shape;1811;p83">
            <a:extLst>
              <a:ext uri="{FF2B5EF4-FFF2-40B4-BE49-F238E27FC236}">
                <a16:creationId xmlns:a16="http://schemas.microsoft.com/office/drawing/2014/main" id="{70CEF695-4F0C-CFE1-3A8E-59CFDC76C32C}"/>
              </a:ext>
            </a:extLst>
          </p:cNvPr>
          <p:cNvSpPr/>
          <p:nvPr/>
        </p:nvSpPr>
        <p:spPr>
          <a:xfrm>
            <a:off x="6789314" y="3302747"/>
            <a:ext cx="200165" cy="315504"/>
          </a:xfrm>
          <a:custGeom>
            <a:avLst/>
            <a:gdLst/>
            <a:ahLst/>
            <a:cxnLst/>
            <a:rect l="l" t="t" r="r" b="b"/>
            <a:pathLst>
              <a:path w="8974" h="14145" extrusionOk="0">
                <a:moveTo>
                  <a:pt x="7473" y="1"/>
                </a:moveTo>
                <a:lnTo>
                  <a:pt x="1" y="3003"/>
                </a:lnTo>
                <a:lnTo>
                  <a:pt x="1402" y="14144"/>
                </a:lnTo>
                <a:lnTo>
                  <a:pt x="8974" y="11242"/>
                </a:lnTo>
                <a:lnTo>
                  <a:pt x="74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2" name="Google Shape;1812;p83">
            <a:extLst>
              <a:ext uri="{FF2B5EF4-FFF2-40B4-BE49-F238E27FC236}">
                <a16:creationId xmlns:a16="http://schemas.microsoft.com/office/drawing/2014/main" id="{7CE8A4E3-8CA1-EE52-C961-D34D38F2AD25}"/>
              </a:ext>
            </a:extLst>
          </p:cNvPr>
          <p:cNvSpPr/>
          <p:nvPr/>
        </p:nvSpPr>
        <p:spPr>
          <a:xfrm>
            <a:off x="6883062" y="2707003"/>
            <a:ext cx="1570673" cy="798385"/>
          </a:xfrm>
          <a:custGeom>
            <a:avLst/>
            <a:gdLst/>
            <a:ahLst/>
            <a:cxnLst/>
            <a:rect l="l" t="t" r="r" b="b"/>
            <a:pathLst>
              <a:path w="70418" h="35794" extrusionOk="0">
                <a:moveTo>
                  <a:pt x="52221" y="0"/>
                </a:moveTo>
                <a:cubicBezTo>
                  <a:pt x="50860" y="0"/>
                  <a:pt x="49476" y="109"/>
                  <a:pt x="48068" y="324"/>
                </a:cubicBezTo>
                <a:lnTo>
                  <a:pt x="13577" y="10231"/>
                </a:lnTo>
                <a:cubicBezTo>
                  <a:pt x="9040" y="11132"/>
                  <a:pt x="4504" y="17770"/>
                  <a:pt x="1" y="27010"/>
                </a:cubicBezTo>
                <a:cubicBezTo>
                  <a:pt x="9995" y="33124"/>
                  <a:pt x="16363" y="35793"/>
                  <a:pt x="19971" y="35793"/>
                </a:cubicBezTo>
                <a:cubicBezTo>
                  <a:pt x="20458" y="35793"/>
                  <a:pt x="20894" y="35745"/>
                  <a:pt x="21283" y="35650"/>
                </a:cubicBezTo>
                <a:lnTo>
                  <a:pt x="56941" y="26276"/>
                </a:lnTo>
                <a:cubicBezTo>
                  <a:pt x="64146" y="23708"/>
                  <a:pt x="69183" y="18270"/>
                  <a:pt x="70418" y="7896"/>
                </a:cubicBezTo>
                <a:cubicBezTo>
                  <a:pt x="64937" y="2581"/>
                  <a:pt x="58858" y="0"/>
                  <a:pt x="52221"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3" name="Google Shape;1813;p83">
            <a:extLst>
              <a:ext uri="{FF2B5EF4-FFF2-40B4-BE49-F238E27FC236}">
                <a16:creationId xmlns:a16="http://schemas.microsoft.com/office/drawing/2014/main" id="{A6811D07-5DC4-DC75-6E20-751DC9E23D09}"/>
              </a:ext>
            </a:extLst>
          </p:cNvPr>
          <p:cNvSpPr/>
          <p:nvPr/>
        </p:nvSpPr>
        <p:spPr>
          <a:xfrm>
            <a:off x="6650175" y="3206769"/>
            <a:ext cx="367586" cy="261192"/>
          </a:xfrm>
          <a:custGeom>
            <a:avLst/>
            <a:gdLst/>
            <a:ahLst/>
            <a:cxnLst/>
            <a:rect l="l" t="t" r="r" b="b"/>
            <a:pathLst>
              <a:path w="16480" h="11710" extrusionOk="0">
                <a:moveTo>
                  <a:pt x="12977" y="1"/>
                </a:moveTo>
                <a:lnTo>
                  <a:pt x="835" y="5705"/>
                </a:lnTo>
                <a:cubicBezTo>
                  <a:pt x="1" y="8407"/>
                  <a:pt x="535" y="10141"/>
                  <a:pt x="3170" y="11709"/>
                </a:cubicBezTo>
                <a:lnTo>
                  <a:pt x="15512" y="7640"/>
                </a:lnTo>
                <a:cubicBezTo>
                  <a:pt x="16479" y="5204"/>
                  <a:pt x="16146" y="2102"/>
                  <a:pt x="12977"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4" name="Google Shape;1814;p83">
            <a:extLst>
              <a:ext uri="{FF2B5EF4-FFF2-40B4-BE49-F238E27FC236}">
                <a16:creationId xmlns:a16="http://schemas.microsoft.com/office/drawing/2014/main" id="{11483AB4-10F8-C6B0-F3A3-69EBD306406A}"/>
              </a:ext>
            </a:extLst>
          </p:cNvPr>
          <p:cNvSpPr/>
          <p:nvPr/>
        </p:nvSpPr>
        <p:spPr>
          <a:xfrm>
            <a:off x="5933672" y="3272390"/>
            <a:ext cx="729173" cy="400062"/>
          </a:xfrm>
          <a:custGeom>
            <a:avLst/>
            <a:gdLst/>
            <a:ahLst/>
            <a:cxnLst/>
            <a:rect l="l" t="t" r="r" b="b"/>
            <a:pathLst>
              <a:path w="32691" h="17936" extrusionOk="0">
                <a:moveTo>
                  <a:pt x="25051" y="0"/>
                </a:moveTo>
                <a:cubicBezTo>
                  <a:pt x="24841" y="0"/>
                  <a:pt x="24630" y="9"/>
                  <a:pt x="24418" y="28"/>
                </a:cubicBezTo>
                <a:lnTo>
                  <a:pt x="19482" y="461"/>
                </a:lnTo>
                <a:cubicBezTo>
                  <a:pt x="17947" y="595"/>
                  <a:pt x="16479" y="1228"/>
                  <a:pt x="15345" y="2262"/>
                </a:cubicBezTo>
                <a:lnTo>
                  <a:pt x="1" y="16139"/>
                </a:lnTo>
                <a:lnTo>
                  <a:pt x="20782" y="17907"/>
                </a:lnTo>
                <a:cubicBezTo>
                  <a:pt x="20989" y="17926"/>
                  <a:pt x="21196" y="17935"/>
                  <a:pt x="21404" y="17935"/>
                </a:cubicBezTo>
                <a:cubicBezTo>
                  <a:pt x="22305" y="17935"/>
                  <a:pt x="23211" y="17759"/>
                  <a:pt x="24051" y="17407"/>
                </a:cubicBezTo>
                <a:lnTo>
                  <a:pt x="28021" y="15772"/>
                </a:lnTo>
                <a:cubicBezTo>
                  <a:pt x="30223" y="14905"/>
                  <a:pt x="31824" y="12970"/>
                  <a:pt x="32291" y="10635"/>
                </a:cubicBezTo>
                <a:lnTo>
                  <a:pt x="32457" y="9868"/>
                </a:lnTo>
                <a:cubicBezTo>
                  <a:pt x="32691" y="8667"/>
                  <a:pt x="32624" y="7466"/>
                  <a:pt x="32257" y="6299"/>
                </a:cubicBezTo>
                <a:lnTo>
                  <a:pt x="31790" y="4898"/>
                </a:lnTo>
                <a:cubicBezTo>
                  <a:pt x="31523" y="3997"/>
                  <a:pt x="31056" y="3196"/>
                  <a:pt x="30456" y="2463"/>
                </a:cubicBezTo>
                <a:cubicBezTo>
                  <a:pt x="29093" y="888"/>
                  <a:pt x="27125" y="0"/>
                  <a:pt x="25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5" name="Google Shape;1815;p83">
            <a:extLst>
              <a:ext uri="{FF2B5EF4-FFF2-40B4-BE49-F238E27FC236}">
                <a16:creationId xmlns:a16="http://schemas.microsoft.com/office/drawing/2014/main" id="{69B06A50-263B-0B6B-8DDC-EA6C3E158AEF}"/>
              </a:ext>
            </a:extLst>
          </p:cNvPr>
          <p:cNvSpPr/>
          <p:nvPr/>
        </p:nvSpPr>
        <p:spPr>
          <a:xfrm>
            <a:off x="6270723" y="3351350"/>
            <a:ext cx="371289" cy="204113"/>
          </a:xfrm>
          <a:custGeom>
            <a:avLst/>
            <a:gdLst/>
            <a:ahLst/>
            <a:cxnLst/>
            <a:rect l="l" t="t" r="r" b="b"/>
            <a:pathLst>
              <a:path w="16646" h="9151" extrusionOk="0">
                <a:moveTo>
                  <a:pt x="12804" y="1"/>
                </a:moveTo>
                <a:cubicBezTo>
                  <a:pt x="12673" y="1"/>
                  <a:pt x="12541" y="8"/>
                  <a:pt x="12410" y="23"/>
                </a:cubicBezTo>
                <a:lnTo>
                  <a:pt x="9874" y="257"/>
                </a:lnTo>
                <a:cubicBezTo>
                  <a:pt x="9107" y="324"/>
                  <a:pt x="8373" y="624"/>
                  <a:pt x="7806" y="1158"/>
                </a:cubicBezTo>
                <a:lnTo>
                  <a:pt x="1" y="8229"/>
                </a:lnTo>
                <a:lnTo>
                  <a:pt x="10575" y="9130"/>
                </a:lnTo>
                <a:cubicBezTo>
                  <a:pt x="10693" y="9144"/>
                  <a:pt x="10812" y="9151"/>
                  <a:pt x="10930" y="9151"/>
                </a:cubicBezTo>
                <a:cubicBezTo>
                  <a:pt x="11377" y="9151"/>
                  <a:pt x="11820" y="9055"/>
                  <a:pt x="12243" y="8896"/>
                </a:cubicBezTo>
                <a:lnTo>
                  <a:pt x="14244" y="8063"/>
                </a:lnTo>
                <a:cubicBezTo>
                  <a:pt x="15378" y="7596"/>
                  <a:pt x="16179" y="6595"/>
                  <a:pt x="16446" y="5427"/>
                </a:cubicBezTo>
                <a:lnTo>
                  <a:pt x="16513" y="5027"/>
                </a:lnTo>
                <a:cubicBezTo>
                  <a:pt x="16646" y="4427"/>
                  <a:pt x="16613" y="3793"/>
                  <a:pt x="16412" y="3226"/>
                </a:cubicBezTo>
                <a:lnTo>
                  <a:pt x="16179" y="2492"/>
                </a:lnTo>
                <a:cubicBezTo>
                  <a:pt x="16046" y="2058"/>
                  <a:pt x="15812" y="1625"/>
                  <a:pt x="15512" y="1258"/>
                </a:cubicBezTo>
                <a:cubicBezTo>
                  <a:pt x="14831" y="459"/>
                  <a:pt x="13836" y="1"/>
                  <a:pt x="128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6" name="Google Shape;1816;p83">
            <a:extLst>
              <a:ext uri="{FF2B5EF4-FFF2-40B4-BE49-F238E27FC236}">
                <a16:creationId xmlns:a16="http://schemas.microsoft.com/office/drawing/2014/main" id="{B05ED04E-4DFA-26AD-76B4-F298ADA7CF90}"/>
              </a:ext>
            </a:extLst>
          </p:cNvPr>
          <p:cNvSpPr/>
          <p:nvPr/>
        </p:nvSpPr>
        <p:spPr>
          <a:xfrm>
            <a:off x="6395720" y="3385142"/>
            <a:ext cx="232173" cy="127652"/>
          </a:xfrm>
          <a:custGeom>
            <a:avLst/>
            <a:gdLst/>
            <a:ahLst/>
            <a:cxnLst/>
            <a:rect l="l" t="t" r="r" b="b"/>
            <a:pathLst>
              <a:path w="10409" h="5723" extrusionOk="0">
                <a:moveTo>
                  <a:pt x="8000" y="0"/>
                </a:moveTo>
                <a:cubicBezTo>
                  <a:pt x="7936" y="0"/>
                  <a:pt x="7871" y="3"/>
                  <a:pt x="7806" y="9"/>
                </a:cubicBezTo>
                <a:lnTo>
                  <a:pt x="6205" y="176"/>
                </a:lnTo>
                <a:cubicBezTo>
                  <a:pt x="5705" y="210"/>
                  <a:pt x="5271" y="410"/>
                  <a:pt x="4904" y="743"/>
                </a:cubicBezTo>
                <a:lnTo>
                  <a:pt x="1" y="5146"/>
                </a:lnTo>
                <a:lnTo>
                  <a:pt x="6639" y="5714"/>
                </a:lnTo>
                <a:cubicBezTo>
                  <a:pt x="6698" y="5719"/>
                  <a:pt x="6758" y="5722"/>
                  <a:pt x="6819" y="5722"/>
                </a:cubicBezTo>
                <a:cubicBezTo>
                  <a:pt x="7101" y="5722"/>
                  <a:pt x="7398" y="5662"/>
                  <a:pt x="7673" y="5580"/>
                </a:cubicBezTo>
                <a:lnTo>
                  <a:pt x="8907" y="5046"/>
                </a:lnTo>
                <a:cubicBezTo>
                  <a:pt x="9608" y="4746"/>
                  <a:pt x="10141" y="4146"/>
                  <a:pt x="10275" y="3412"/>
                </a:cubicBezTo>
                <a:lnTo>
                  <a:pt x="10341" y="3145"/>
                </a:lnTo>
                <a:cubicBezTo>
                  <a:pt x="10408" y="2778"/>
                  <a:pt x="10375" y="2378"/>
                  <a:pt x="10275" y="2044"/>
                </a:cubicBezTo>
                <a:lnTo>
                  <a:pt x="10108" y="1577"/>
                </a:lnTo>
                <a:cubicBezTo>
                  <a:pt x="10041" y="1310"/>
                  <a:pt x="9908" y="1044"/>
                  <a:pt x="9708" y="810"/>
                </a:cubicBezTo>
                <a:cubicBezTo>
                  <a:pt x="9284" y="295"/>
                  <a:pt x="8640" y="0"/>
                  <a:pt x="80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7" name="Google Shape;1817;p83">
            <a:extLst>
              <a:ext uri="{FF2B5EF4-FFF2-40B4-BE49-F238E27FC236}">
                <a16:creationId xmlns:a16="http://schemas.microsoft.com/office/drawing/2014/main" id="{25650DE7-11F6-4B71-09AA-BCEAF3417DF9}"/>
              </a:ext>
            </a:extLst>
          </p:cNvPr>
          <p:cNvSpPr/>
          <p:nvPr/>
        </p:nvSpPr>
        <p:spPr>
          <a:xfrm>
            <a:off x="6883062" y="2706178"/>
            <a:ext cx="1569937" cy="799210"/>
          </a:xfrm>
          <a:custGeom>
            <a:avLst/>
            <a:gdLst/>
            <a:ahLst/>
            <a:cxnLst/>
            <a:rect l="l" t="t" r="r" b="b"/>
            <a:pathLst>
              <a:path w="70385" h="35831" extrusionOk="0">
                <a:moveTo>
                  <a:pt x="52187" y="1"/>
                </a:moveTo>
                <a:cubicBezTo>
                  <a:pt x="50918" y="1"/>
                  <a:pt x="49633" y="99"/>
                  <a:pt x="48335" y="295"/>
                </a:cubicBezTo>
                <a:lnTo>
                  <a:pt x="13844" y="10202"/>
                </a:lnTo>
                <a:cubicBezTo>
                  <a:pt x="9040" y="11169"/>
                  <a:pt x="4504" y="17807"/>
                  <a:pt x="1" y="27047"/>
                </a:cubicBezTo>
                <a:cubicBezTo>
                  <a:pt x="9995" y="33161"/>
                  <a:pt x="16363" y="35830"/>
                  <a:pt x="19949" y="35830"/>
                </a:cubicBezTo>
                <a:cubicBezTo>
                  <a:pt x="20432" y="35830"/>
                  <a:pt x="20865" y="35782"/>
                  <a:pt x="21249" y="35687"/>
                </a:cubicBezTo>
                <a:lnTo>
                  <a:pt x="56908" y="26313"/>
                </a:lnTo>
                <a:cubicBezTo>
                  <a:pt x="64146" y="23745"/>
                  <a:pt x="69183" y="18307"/>
                  <a:pt x="70384" y="7933"/>
                </a:cubicBezTo>
                <a:cubicBezTo>
                  <a:pt x="64855" y="2599"/>
                  <a:pt x="58717" y="1"/>
                  <a:pt x="521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8" name="Google Shape;1818;p83">
            <a:extLst>
              <a:ext uri="{FF2B5EF4-FFF2-40B4-BE49-F238E27FC236}">
                <a16:creationId xmlns:a16="http://schemas.microsoft.com/office/drawing/2014/main" id="{645CE170-958B-59BE-855B-4571F66DFD7A}"/>
              </a:ext>
            </a:extLst>
          </p:cNvPr>
          <p:cNvSpPr/>
          <p:nvPr/>
        </p:nvSpPr>
        <p:spPr>
          <a:xfrm>
            <a:off x="6650175" y="3206769"/>
            <a:ext cx="345995" cy="261192"/>
          </a:xfrm>
          <a:custGeom>
            <a:avLst/>
            <a:gdLst/>
            <a:ahLst/>
            <a:cxnLst/>
            <a:rect l="l" t="t" r="r" b="b"/>
            <a:pathLst>
              <a:path w="15512" h="11710" extrusionOk="0">
                <a:moveTo>
                  <a:pt x="12977" y="1"/>
                </a:moveTo>
                <a:lnTo>
                  <a:pt x="835" y="5705"/>
                </a:lnTo>
                <a:cubicBezTo>
                  <a:pt x="1" y="8407"/>
                  <a:pt x="535" y="10141"/>
                  <a:pt x="3170" y="11709"/>
                </a:cubicBezTo>
                <a:lnTo>
                  <a:pt x="15512" y="7640"/>
                </a:lnTo>
                <a:cubicBezTo>
                  <a:pt x="13877" y="6038"/>
                  <a:pt x="12210" y="3370"/>
                  <a:pt x="129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19" name="Google Shape;1819;p83">
            <a:extLst>
              <a:ext uri="{FF2B5EF4-FFF2-40B4-BE49-F238E27FC236}">
                <a16:creationId xmlns:a16="http://schemas.microsoft.com/office/drawing/2014/main" id="{F19A4241-4C84-BE13-5C32-DC1C689C2621}"/>
              </a:ext>
            </a:extLst>
          </p:cNvPr>
          <p:cNvSpPr/>
          <p:nvPr/>
        </p:nvSpPr>
        <p:spPr>
          <a:xfrm>
            <a:off x="6626376" y="3338458"/>
            <a:ext cx="305824" cy="410747"/>
          </a:xfrm>
          <a:custGeom>
            <a:avLst/>
            <a:gdLst/>
            <a:ahLst/>
            <a:cxnLst/>
            <a:rect l="l" t="t" r="r" b="b"/>
            <a:pathLst>
              <a:path w="13711" h="18415" extrusionOk="0">
                <a:moveTo>
                  <a:pt x="13710" y="1"/>
                </a:moveTo>
                <a:lnTo>
                  <a:pt x="5037" y="3337"/>
                </a:lnTo>
                <a:lnTo>
                  <a:pt x="0" y="18414"/>
                </a:lnTo>
                <a:lnTo>
                  <a:pt x="11609" y="13978"/>
                </a:lnTo>
                <a:lnTo>
                  <a:pt x="137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0" name="Google Shape;1820;p83">
            <a:extLst>
              <a:ext uri="{FF2B5EF4-FFF2-40B4-BE49-F238E27FC236}">
                <a16:creationId xmlns:a16="http://schemas.microsoft.com/office/drawing/2014/main" id="{64C23A47-3011-F2A3-CCB1-F5F9B97A0870}"/>
              </a:ext>
            </a:extLst>
          </p:cNvPr>
          <p:cNvSpPr/>
          <p:nvPr/>
        </p:nvSpPr>
        <p:spPr>
          <a:xfrm>
            <a:off x="6401675" y="3044567"/>
            <a:ext cx="512658" cy="294671"/>
          </a:xfrm>
          <a:custGeom>
            <a:avLst/>
            <a:gdLst/>
            <a:ahLst/>
            <a:cxnLst/>
            <a:rect l="l" t="t" r="r" b="b"/>
            <a:pathLst>
              <a:path w="22984" h="13211" extrusionOk="0">
                <a:moveTo>
                  <a:pt x="12643" y="1"/>
                </a:moveTo>
                <a:lnTo>
                  <a:pt x="1" y="3837"/>
                </a:lnTo>
                <a:lnTo>
                  <a:pt x="12977" y="13210"/>
                </a:lnTo>
                <a:lnTo>
                  <a:pt x="22984" y="9107"/>
                </a:lnTo>
                <a:lnTo>
                  <a:pt x="1264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1" name="Google Shape;1821;p83">
            <a:extLst>
              <a:ext uri="{FF2B5EF4-FFF2-40B4-BE49-F238E27FC236}">
                <a16:creationId xmlns:a16="http://schemas.microsoft.com/office/drawing/2014/main" id="{1A395D59-DF5A-92F9-2436-80C2B566D5BC}"/>
              </a:ext>
            </a:extLst>
          </p:cNvPr>
          <p:cNvSpPr/>
          <p:nvPr/>
        </p:nvSpPr>
        <p:spPr>
          <a:xfrm>
            <a:off x="7756548" y="2736535"/>
            <a:ext cx="270114" cy="599246"/>
          </a:xfrm>
          <a:custGeom>
            <a:avLst/>
            <a:gdLst/>
            <a:ahLst/>
            <a:cxnLst/>
            <a:rect l="l" t="t" r="r" b="b"/>
            <a:pathLst>
              <a:path w="12110" h="26866" extrusionOk="0">
                <a:moveTo>
                  <a:pt x="5371" y="1"/>
                </a:moveTo>
                <a:lnTo>
                  <a:pt x="3637" y="501"/>
                </a:lnTo>
                <a:cubicBezTo>
                  <a:pt x="2903" y="735"/>
                  <a:pt x="2102" y="2069"/>
                  <a:pt x="1802" y="3737"/>
                </a:cubicBezTo>
                <a:cubicBezTo>
                  <a:pt x="1" y="10875"/>
                  <a:pt x="2269" y="20682"/>
                  <a:pt x="7406" y="25586"/>
                </a:cubicBezTo>
                <a:cubicBezTo>
                  <a:pt x="8234" y="26353"/>
                  <a:pt x="8921" y="26866"/>
                  <a:pt x="10271" y="26866"/>
                </a:cubicBezTo>
                <a:cubicBezTo>
                  <a:pt x="10389" y="26866"/>
                  <a:pt x="10513" y="26862"/>
                  <a:pt x="10642" y="26854"/>
                </a:cubicBezTo>
                <a:lnTo>
                  <a:pt x="12110" y="26453"/>
                </a:lnTo>
                <a:lnTo>
                  <a:pt x="12110" y="26453"/>
                </a:lnTo>
                <a:cubicBezTo>
                  <a:pt x="11975" y="26461"/>
                  <a:pt x="11839" y="26465"/>
                  <a:pt x="11701" y="26465"/>
                </a:cubicBezTo>
                <a:cubicBezTo>
                  <a:pt x="10642" y="26465"/>
                  <a:pt x="9512" y="26220"/>
                  <a:pt x="8774" y="25453"/>
                </a:cubicBezTo>
                <a:cubicBezTo>
                  <a:pt x="3670" y="19048"/>
                  <a:pt x="1669" y="11676"/>
                  <a:pt x="3170" y="3637"/>
                </a:cubicBezTo>
                <a:cubicBezTo>
                  <a:pt x="3337" y="2169"/>
                  <a:pt x="4137" y="835"/>
                  <a:pt x="53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2" name="Google Shape;1822;p83">
            <a:extLst>
              <a:ext uri="{FF2B5EF4-FFF2-40B4-BE49-F238E27FC236}">
                <a16:creationId xmlns:a16="http://schemas.microsoft.com/office/drawing/2014/main" id="{3195540F-D742-F51F-DB05-F410B3A677A6}"/>
              </a:ext>
            </a:extLst>
          </p:cNvPr>
          <p:cNvSpPr/>
          <p:nvPr/>
        </p:nvSpPr>
        <p:spPr>
          <a:xfrm>
            <a:off x="7666525" y="2762587"/>
            <a:ext cx="269377" cy="597083"/>
          </a:xfrm>
          <a:custGeom>
            <a:avLst/>
            <a:gdLst/>
            <a:ahLst/>
            <a:cxnLst/>
            <a:rect l="l" t="t" r="r" b="b"/>
            <a:pathLst>
              <a:path w="12077" h="26769" extrusionOk="0">
                <a:moveTo>
                  <a:pt x="5371" y="0"/>
                </a:moveTo>
                <a:lnTo>
                  <a:pt x="3703" y="501"/>
                </a:lnTo>
                <a:cubicBezTo>
                  <a:pt x="3203" y="634"/>
                  <a:pt x="2036" y="2069"/>
                  <a:pt x="1769" y="3737"/>
                </a:cubicBezTo>
                <a:cubicBezTo>
                  <a:pt x="1" y="10842"/>
                  <a:pt x="2269" y="20649"/>
                  <a:pt x="7406" y="25585"/>
                </a:cubicBezTo>
                <a:cubicBezTo>
                  <a:pt x="8181" y="26390"/>
                  <a:pt x="8796" y="26769"/>
                  <a:pt x="10037" y="26769"/>
                </a:cubicBezTo>
                <a:cubicBezTo>
                  <a:pt x="10185" y="26769"/>
                  <a:pt x="10342" y="26764"/>
                  <a:pt x="10508" y="26753"/>
                </a:cubicBezTo>
                <a:lnTo>
                  <a:pt x="12076" y="26353"/>
                </a:lnTo>
                <a:lnTo>
                  <a:pt x="12076" y="26353"/>
                </a:lnTo>
                <a:cubicBezTo>
                  <a:pt x="11940" y="26360"/>
                  <a:pt x="11800" y="26365"/>
                  <a:pt x="11659" y="26365"/>
                </a:cubicBezTo>
                <a:cubicBezTo>
                  <a:pt x="10584" y="26365"/>
                  <a:pt x="9389" y="26126"/>
                  <a:pt x="8740" y="25419"/>
                </a:cubicBezTo>
                <a:cubicBezTo>
                  <a:pt x="3670" y="18947"/>
                  <a:pt x="1635" y="11676"/>
                  <a:pt x="3170" y="3603"/>
                </a:cubicBezTo>
                <a:cubicBezTo>
                  <a:pt x="3403" y="2169"/>
                  <a:pt x="4304" y="468"/>
                  <a:pt x="53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3" name="Google Shape;1823;p83">
            <a:extLst>
              <a:ext uri="{FF2B5EF4-FFF2-40B4-BE49-F238E27FC236}">
                <a16:creationId xmlns:a16="http://schemas.microsoft.com/office/drawing/2014/main" id="{FA97B630-5EE9-4971-AFA9-38C50E2B0BB4}"/>
              </a:ext>
            </a:extLst>
          </p:cNvPr>
          <p:cNvSpPr/>
          <p:nvPr/>
        </p:nvSpPr>
        <p:spPr>
          <a:xfrm>
            <a:off x="8420233" y="2821026"/>
            <a:ext cx="302947" cy="91874"/>
          </a:xfrm>
          <a:custGeom>
            <a:avLst/>
            <a:gdLst/>
            <a:ahLst/>
            <a:cxnLst/>
            <a:rect l="l" t="t" r="r" b="b"/>
            <a:pathLst>
              <a:path w="13582" h="4119" extrusionOk="0">
                <a:moveTo>
                  <a:pt x="12741" y="1"/>
                </a:moveTo>
                <a:cubicBezTo>
                  <a:pt x="12480" y="1"/>
                  <a:pt x="12078" y="37"/>
                  <a:pt x="11509" y="116"/>
                </a:cubicBezTo>
                <a:lnTo>
                  <a:pt x="301" y="2251"/>
                </a:lnTo>
                <a:cubicBezTo>
                  <a:pt x="1" y="3118"/>
                  <a:pt x="134" y="3785"/>
                  <a:pt x="968" y="4119"/>
                </a:cubicBezTo>
                <a:lnTo>
                  <a:pt x="11709" y="883"/>
                </a:lnTo>
                <a:cubicBezTo>
                  <a:pt x="12956" y="374"/>
                  <a:pt x="13582" y="1"/>
                  <a:pt x="12741"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4" name="Google Shape;1824;p83">
            <a:extLst>
              <a:ext uri="{FF2B5EF4-FFF2-40B4-BE49-F238E27FC236}">
                <a16:creationId xmlns:a16="http://schemas.microsoft.com/office/drawing/2014/main" id="{4ACEC04C-02B2-C560-28A0-CC5E49EA4518}"/>
              </a:ext>
            </a:extLst>
          </p:cNvPr>
          <p:cNvSpPr/>
          <p:nvPr/>
        </p:nvSpPr>
        <p:spPr>
          <a:xfrm>
            <a:off x="8420233" y="2821026"/>
            <a:ext cx="302947" cy="91874"/>
          </a:xfrm>
          <a:custGeom>
            <a:avLst/>
            <a:gdLst/>
            <a:ahLst/>
            <a:cxnLst/>
            <a:rect l="l" t="t" r="r" b="b"/>
            <a:pathLst>
              <a:path w="13582" h="4119" extrusionOk="0">
                <a:moveTo>
                  <a:pt x="12741" y="1"/>
                </a:moveTo>
                <a:cubicBezTo>
                  <a:pt x="12480" y="1"/>
                  <a:pt x="12078" y="37"/>
                  <a:pt x="11509" y="116"/>
                </a:cubicBezTo>
                <a:lnTo>
                  <a:pt x="301" y="2251"/>
                </a:lnTo>
                <a:cubicBezTo>
                  <a:pt x="1" y="3118"/>
                  <a:pt x="134" y="3785"/>
                  <a:pt x="968" y="4119"/>
                </a:cubicBezTo>
                <a:lnTo>
                  <a:pt x="11709" y="883"/>
                </a:lnTo>
                <a:cubicBezTo>
                  <a:pt x="12956" y="374"/>
                  <a:pt x="13582" y="1"/>
                  <a:pt x="127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5" name="Google Shape;1825;p83">
            <a:extLst>
              <a:ext uri="{FF2B5EF4-FFF2-40B4-BE49-F238E27FC236}">
                <a16:creationId xmlns:a16="http://schemas.microsoft.com/office/drawing/2014/main" id="{16DFA056-A941-05C7-5661-E768357131D6}"/>
              </a:ext>
            </a:extLst>
          </p:cNvPr>
          <p:cNvSpPr/>
          <p:nvPr/>
        </p:nvSpPr>
        <p:spPr>
          <a:xfrm>
            <a:off x="6973843" y="2905451"/>
            <a:ext cx="1456829" cy="559097"/>
          </a:xfrm>
          <a:custGeom>
            <a:avLst/>
            <a:gdLst/>
            <a:ahLst/>
            <a:cxnLst/>
            <a:rect l="l" t="t" r="r" b="b"/>
            <a:pathLst>
              <a:path w="65314" h="25066" extrusionOk="0">
                <a:moveTo>
                  <a:pt x="65314" y="0"/>
                </a:moveTo>
                <a:lnTo>
                  <a:pt x="65314" y="0"/>
                </a:lnTo>
                <a:cubicBezTo>
                  <a:pt x="61544" y="5337"/>
                  <a:pt x="57741" y="13210"/>
                  <a:pt x="52238" y="14310"/>
                </a:cubicBezTo>
                <a:lnTo>
                  <a:pt x="17980" y="23517"/>
                </a:lnTo>
                <a:cubicBezTo>
                  <a:pt x="17313" y="23739"/>
                  <a:pt x="16545" y="23837"/>
                  <a:pt x="15701" y="23837"/>
                </a:cubicBezTo>
                <a:cubicBezTo>
                  <a:pt x="11476" y="23837"/>
                  <a:pt x="5310" y="21404"/>
                  <a:pt x="0" y="20014"/>
                </a:cubicBezTo>
                <a:lnTo>
                  <a:pt x="0" y="20014"/>
                </a:lnTo>
                <a:cubicBezTo>
                  <a:pt x="6051" y="22207"/>
                  <a:pt x="12768" y="25065"/>
                  <a:pt x="16560" y="25065"/>
                </a:cubicBezTo>
                <a:cubicBezTo>
                  <a:pt x="17095" y="25065"/>
                  <a:pt x="17571" y="25008"/>
                  <a:pt x="17980" y="24885"/>
                </a:cubicBezTo>
                <a:lnTo>
                  <a:pt x="53172" y="15511"/>
                </a:lnTo>
                <a:cubicBezTo>
                  <a:pt x="57808" y="14844"/>
                  <a:pt x="62078" y="5804"/>
                  <a:pt x="653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6" name="Google Shape;1826;p83">
            <a:extLst>
              <a:ext uri="{FF2B5EF4-FFF2-40B4-BE49-F238E27FC236}">
                <a16:creationId xmlns:a16="http://schemas.microsoft.com/office/drawing/2014/main" id="{016EE5F3-ED6A-5AC9-6A74-E8CEDB39AD9C}"/>
              </a:ext>
            </a:extLst>
          </p:cNvPr>
          <p:cNvSpPr/>
          <p:nvPr/>
        </p:nvSpPr>
        <p:spPr>
          <a:xfrm>
            <a:off x="7847329" y="2727412"/>
            <a:ext cx="576651" cy="159458"/>
          </a:xfrm>
          <a:custGeom>
            <a:avLst/>
            <a:gdLst/>
            <a:ahLst/>
            <a:cxnLst/>
            <a:rect l="l" t="t" r="r" b="b"/>
            <a:pathLst>
              <a:path w="25853" h="7149" extrusionOk="0">
                <a:moveTo>
                  <a:pt x="8227" y="1"/>
                </a:moveTo>
                <a:cubicBezTo>
                  <a:pt x="7517" y="1"/>
                  <a:pt x="6859" y="67"/>
                  <a:pt x="6272" y="210"/>
                </a:cubicBezTo>
                <a:lnTo>
                  <a:pt x="1301" y="1311"/>
                </a:lnTo>
                <a:cubicBezTo>
                  <a:pt x="634" y="1778"/>
                  <a:pt x="167" y="2545"/>
                  <a:pt x="1" y="3345"/>
                </a:cubicBezTo>
                <a:lnTo>
                  <a:pt x="5838" y="1744"/>
                </a:lnTo>
                <a:cubicBezTo>
                  <a:pt x="6578" y="1583"/>
                  <a:pt x="7394" y="1509"/>
                  <a:pt x="8263" y="1509"/>
                </a:cubicBezTo>
                <a:cubicBezTo>
                  <a:pt x="13863" y="1509"/>
                  <a:pt x="21695" y="4578"/>
                  <a:pt x="25852" y="7148"/>
                </a:cubicBezTo>
                <a:cubicBezTo>
                  <a:pt x="22166" y="3874"/>
                  <a:pt x="13654" y="1"/>
                  <a:pt x="8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7" name="Google Shape;1827;p83">
            <a:extLst>
              <a:ext uri="{FF2B5EF4-FFF2-40B4-BE49-F238E27FC236}">
                <a16:creationId xmlns:a16="http://schemas.microsoft.com/office/drawing/2014/main" id="{705CC47C-B9E6-B8EA-BC22-9B88D738A238}"/>
              </a:ext>
            </a:extLst>
          </p:cNvPr>
          <p:cNvSpPr/>
          <p:nvPr/>
        </p:nvSpPr>
        <p:spPr>
          <a:xfrm>
            <a:off x="8426189" y="2826580"/>
            <a:ext cx="284233" cy="84090"/>
          </a:xfrm>
          <a:custGeom>
            <a:avLst/>
            <a:gdLst/>
            <a:ahLst/>
            <a:cxnLst/>
            <a:rect l="l" t="t" r="r" b="b"/>
            <a:pathLst>
              <a:path w="12743" h="3770" extrusionOk="0">
                <a:moveTo>
                  <a:pt x="12743" y="0"/>
                </a:moveTo>
                <a:lnTo>
                  <a:pt x="0" y="3303"/>
                </a:lnTo>
                <a:lnTo>
                  <a:pt x="467" y="3770"/>
                </a:lnTo>
                <a:lnTo>
                  <a:pt x="127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8" name="Google Shape;1828;p83">
            <a:extLst>
              <a:ext uri="{FF2B5EF4-FFF2-40B4-BE49-F238E27FC236}">
                <a16:creationId xmlns:a16="http://schemas.microsoft.com/office/drawing/2014/main" id="{DEF9736C-C6CB-C041-04A0-46CAEE8128E9}"/>
              </a:ext>
            </a:extLst>
          </p:cNvPr>
          <p:cNvSpPr/>
          <p:nvPr/>
        </p:nvSpPr>
        <p:spPr>
          <a:xfrm>
            <a:off x="7185139" y="2841458"/>
            <a:ext cx="369059" cy="437423"/>
          </a:xfrm>
          <a:custGeom>
            <a:avLst/>
            <a:gdLst/>
            <a:ahLst/>
            <a:cxnLst/>
            <a:rect l="l" t="t" r="r" b="b"/>
            <a:pathLst>
              <a:path w="16546" h="19611" extrusionOk="0">
                <a:moveTo>
                  <a:pt x="14644" y="0"/>
                </a:moveTo>
                <a:lnTo>
                  <a:pt x="12043" y="768"/>
                </a:lnTo>
                <a:lnTo>
                  <a:pt x="11742" y="17379"/>
                </a:lnTo>
                <a:lnTo>
                  <a:pt x="1" y="17446"/>
                </a:lnTo>
                <a:cubicBezTo>
                  <a:pt x="3495" y="18802"/>
                  <a:pt x="6989" y="19611"/>
                  <a:pt x="9638" y="19611"/>
                </a:cubicBezTo>
                <a:cubicBezTo>
                  <a:pt x="11618" y="19611"/>
                  <a:pt x="13126" y="19159"/>
                  <a:pt x="13811" y="18147"/>
                </a:cubicBezTo>
                <a:cubicBezTo>
                  <a:pt x="16546" y="13543"/>
                  <a:pt x="16446" y="7239"/>
                  <a:pt x="146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29" name="Google Shape;1829;p83">
            <a:extLst>
              <a:ext uri="{FF2B5EF4-FFF2-40B4-BE49-F238E27FC236}">
                <a16:creationId xmlns:a16="http://schemas.microsoft.com/office/drawing/2014/main" id="{D2D8812E-86D0-C233-E59B-F3D3EBD306AB}"/>
              </a:ext>
            </a:extLst>
          </p:cNvPr>
          <p:cNvSpPr/>
          <p:nvPr/>
        </p:nvSpPr>
        <p:spPr>
          <a:xfrm>
            <a:off x="7516234" y="2799792"/>
            <a:ext cx="207615" cy="87815"/>
          </a:xfrm>
          <a:custGeom>
            <a:avLst/>
            <a:gdLst/>
            <a:ahLst/>
            <a:cxnLst/>
            <a:rect l="l" t="t" r="r" b="b"/>
            <a:pathLst>
              <a:path w="9308" h="3937" extrusionOk="0">
                <a:moveTo>
                  <a:pt x="9307" y="0"/>
                </a:moveTo>
                <a:lnTo>
                  <a:pt x="1" y="2602"/>
                </a:lnTo>
                <a:lnTo>
                  <a:pt x="267" y="3937"/>
                </a:lnTo>
                <a:lnTo>
                  <a:pt x="8607" y="1568"/>
                </a:lnTo>
                <a:cubicBezTo>
                  <a:pt x="8707" y="1001"/>
                  <a:pt x="8940" y="467"/>
                  <a:pt x="93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0" name="Google Shape;1830;p83">
            <a:extLst>
              <a:ext uri="{FF2B5EF4-FFF2-40B4-BE49-F238E27FC236}">
                <a16:creationId xmlns:a16="http://schemas.microsoft.com/office/drawing/2014/main" id="{47F6A9D5-CD94-2B5A-B07E-0B80D3A547AD}"/>
              </a:ext>
            </a:extLst>
          </p:cNvPr>
          <p:cNvSpPr/>
          <p:nvPr/>
        </p:nvSpPr>
        <p:spPr>
          <a:xfrm>
            <a:off x="7054186" y="2934470"/>
            <a:ext cx="238864" cy="155510"/>
          </a:xfrm>
          <a:custGeom>
            <a:avLst/>
            <a:gdLst/>
            <a:ahLst/>
            <a:cxnLst/>
            <a:rect l="l" t="t" r="r" b="b"/>
            <a:pathLst>
              <a:path w="10709" h="6972" extrusionOk="0">
                <a:moveTo>
                  <a:pt x="10208" y="0"/>
                </a:moveTo>
                <a:lnTo>
                  <a:pt x="5471" y="1501"/>
                </a:lnTo>
                <a:cubicBezTo>
                  <a:pt x="4371" y="2001"/>
                  <a:pt x="3403" y="2735"/>
                  <a:pt x="2569" y="3636"/>
                </a:cubicBezTo>
                <a:lnTo>
                  <a:pt x="1" y="6605"/>
                </a:lnTo>
                <a:lnTo>
                  <a:pt x="1769" y="6972"/>
                </a:lnTo>
                <a:lnTo>
                  <a:pt x="3870" y="4503"/>
                </a:lnTo>
                <a:cubicBezTo>
                  <a:pt x="4537" y="3769"/>
                  <a:pt x="5305" y="3169"/>
                  <a:pt x="6205" y="2735"/>
                </a:cubicBezTo>
                <a:lnTo>
                  <a:pt x="10708" y="1134"/>
                </a:lnTo>
                <a:lnTo>
                  <a:pt x="102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1" name="Google Shape;1831;p83">
            <a:extLst>
              <a:ext uri="{FF2B5EF4-FFF2-40B4-BE49-F238E27FC236}">
                <a16:creationId xmlns:a16="http://schemas.microsoft.com/office/drawing/2014/main" id="{E554F8CD-2F62-8CFC-9C61-8857B8309460}"/>
              </a:ext>
            </a:extLst>
          </p:cNvPr>
          <p:cNvSpPr/>
          <p:nvPr/>
        </p:nvSpPr>
        <p:spPr>
          <a:xfrm>
            <a:off x="7080238" y="2046820"/>
            <a:ext cx="509669" cy="525327"/>
          </a:xfrm>
          <a:custGeom>
            <a:avLst/>
            <a:gdLst/>
            <a:ahLst/>
            <a:cxnLst/>
            <a:rect l="l" t="t" r="r" b="b"/>
            <a:pathLst>
              <a:path w="22850" h="23552" extrusionOk="0">
                <a:moveTo>
                  <a:pt x="6305" y="1"/>
                </a:moveTo>
                <a:cubicBezTo>
                  <a:pt x="2902" y="4838"/>
                  <a:pt x="1335" y="10875"/>
                  <a:pt x="0" y="17413"/>
                </a:cubicBezTo>
                <a:lnTo>
                  <a:pt x="6305" y="22250"/>
                </a:lnTo>
                <a:lnTo>
                  <a:pt x="16512" y="23551"/>
                </a:lnTo>
                <a:lnTo>
                  <a:pt x="22850" y="8941"/>
                </a:lnTo>
                <a:lnTo>
                  <a:pt x="19881" y="4838"/>
                </a:lnTo>
                <a:lnTo>
                  <a:pt x="63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2" name="Google Shape;1832;p83">
            <a:extLst>
              <a:ext uri="{FF2B5EF4-FFF2-40B4-BE49-F238E27FC236}">
                <a16:creationId xmlns:a16="http://schemas.microsoft.com/office/drawing/2014/main" id="{E0C691C0-B742-9696-02DD-568D01002C80}"/>
              </a:ext>
            </a:extLst>
          </p:cNvPr>
          <p:cNvSpPr/>
          <p:nvPr/>
        </p:nvSpPr>
        <p:spPr>
          <a:xfrm>
            <a:off x="7080238" y="2046820"/>
            <a:ext cx="287221" cy="496309"/>
          </a:xfrm>
          <a:custGeom>
            <a:avLst/>
            <a:gdLst/>
            <a:ahLst/>
            <a:cxnLst/>
            <a:rect l="l" t="t" r="r" b="b"/>
            <a:pathLst>
              <a:path w="12877" h="22251" extrusionOk="0">
                <a:moveTo>
                  <a:pt x="6305" y="1"/>
                </a:moveTo>
                <a:cubicBezTo>
                  <a:pt x="3670" y="3470"/>
                  <a:pt x="1601" y="9408"/>
                  <a:pt x="0" y="17413"/>
                </a:cubicBezTo>
                <a:lnTo>
                  <a:pt x="6305" y="22250"/>
                </a:lnTo>
                <a:lnTo>
                  <a:pt x="12876" y="6072"/>
                </a:lnTo>
                <a:cubicBezTo>
                  <a:pt x="10741" y="4871"/>
                  <a:pt x="8573" y="2870"/>
                  <a:pt x="630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3" name="Google Shape;1833;p83">
            <a:extLst>
              <a:ext uri="{FF2B5EF4-FFF2-40B4-BE49-F238E27FC236}">
                <a16:creationId xmlns:a16="http://schemas.microsoft.com/office/drawing/2014/main" id="{3B80AA59-1727-8F7F-ABCD-E65D5F2061E7}"/>
              </a:ext>
            </a:extLst>
          </p:cNvPr>
          <p:cNvSpPr/>
          <p:nvPr/>
        </p:nvSpPr>
        <p:spPr>
          <a:xfrm>
            <a:off x="7089896" y="2783911"/>
            <a:ext cx="476948" cy="475721"/>
          </a:xfrm>
          <a:custGeom>
            <a:avLst/>
            <a:gdLst/>
            <a:ahLst/>
            <a:cxnLst/>
            <a:rect l="l" t="t" r="r" b="b"/>
            <a:pathLst>
              <a:path w="21383" h="21328" extrusionOk="0">
                <a:moveTo>
                  <a:pt x="15902" y="1"/>
                </a:moveTo>
                <a:cubicBezTo>
                  <a:pt x="13355" y="1"/>
                  <a:pt x="6724" y="197"/>
                  <a:pt x="6939" y="2247"/>
                </a:cubicBezTo>
                <a:cubicBezTo>
                  <a:pt x="7239" y="4815"/>
                  <a:pt x="12677" y="14289"/>
                  <a:pt x="11476" y="15323"/>
                </a:cubicBezTo>
                <a:cubicBezTo>
                  <a:pt x="11173" y="15583"/>
                  <a:pt x="10311" y="15681"/>
                  <a:pt x="9191" y="15681"/>
                </a:cubicBezTo>
                <a:cubicBezTo>
                  <a:pt x="5866" y="15681"/>
                  <a:pt x="268" y="14822"/>
                  <a:pt x="268" y="14822"/>
                </a:cubicBezTo>
                <a:lnTo>
                  <a:pt x="1" y="18692"/>
                </a:lnTo>
                <a:cubicBezTo>
                  <a:pt x="1" y="18692"/>
                  <a:pt x="7318" y="21328"/>
                  <a:pt x="12437" y="21328"/>
                </a:cubicBezTo>
                <a:cubicBezTo>
                  <a:pt x="13984" y="21328"/>
                  <a:pt x="15330" y="21087"/>
                  <a:pt x="16213" y="20460"/>
                </a:cubicBezTo>
                <a:cubicBezTo>
                  <a:pt x="21383" y="16824"/>
                  <a:pt x="17714" y="1246"/>
                  <a:pt x="16880" y="12"/>
                </a:cubicBezTo>
                <a:cubicBezTo>
                  <a:pt x="16880" y="12"/>
                  <a:pt x="16505" y="1"/>
                  <a:pt x="15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4" name="Google Shape;1834;p83">
            <a:extLst>
              <a:ext uri="{FF2B5EF4-FFF2-40B4-BE49-F238E27FC236}">
                <a16:creationId xmlns:a16="http://schemas.microsoft.com/office/drawing/2014/main" id="{6CF2D465-A2CA-90B8-8592-6C1FCBF9C414}"/>
              </a:ext>
            </a:extLst>
          </p:cNvPr>
          <p:cNvSpPr/>
          <p:nvPr/>
        </p:nvSpPr>
        <p:spPr>
          <a:xfrm>
            <a:off x="6992513" y="3070530"/>
            <a:ext cx="200834" cy="205451"/>
          </a:xfrm>
          <a:custGeom>
            <a:avLst/>
            <a:gdLst/>
            <a:ahLst/>
            <a:cxnLst/>
            <a:rect l="l" t="t" r="r" b="b"/>
            <a:pathLst>
              <a:path w="9004" h="9211" extrusionOk="0">
                <a:moveTo>
                  <a:pt x="379" y="0"/>
                </a:moveTo>
                <a:cubicBezTo>
                  <a:pt x="193" y="0"/>
                  <a:pt x="0" y="158"/>
                  <a:pt x="31" y="371"/>
                </a:cubicBezTo>
                <a:lnTo>
                  <a:pt x="397" y="8677"/>
                </a:lnTo>
                <a:cubicBezTo>
                  <a:pt x="431" y="8977"/>
                  <a:pt x="664" y="9211"/>
                  <a:pt x="965" y="9211"/>
                </a:cubicBezTo>
                <a:lnTo>
                  <a:pt x="1465" y="9211"/>
                </a:lnTo>
                <a:cubicBezTo>
                  <a:pt x="1832" y="9211"/>
                  <a:pt x="2165" y="8944"/>
                  <a:pt x="2265" y="8577"/>
                </a:cubicBezTo>
                <a:lnTo>
                  <a:pt x="2699" y="6576"/>
                </a:lnTo>
                <a:cubicBezTo>
                  <a:pt x="2753" y="6307"/>
                  <a:pt x="2980" y="6147"/>
                  <a:pt x="3240" y="6147"/>
                </a:cubicBezTo>
                <a:cubicBezTo>
                  <a:pt x="3303" y="6147"/>
                  <a:pt x="3368" y="6156"/>
                  <a:pt x="3433" y="6175"/>
                </a:cubicBezTo>
                <a:lnTo>
                  <a:pt x="8603" y="7877"/>
                </a:lnTo>
                <a:lnTo>
                  <a:pt x="9004" y="1839"/>
                </a:lnTo>
                <a:lnTo>
                  <a:pt x="431" y="4"/>
                </a:lnTo>
                <a:cubicBezTo>
                  <a:pt x="414" y="2"/>
                  <a:pt x="396"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5" name="Google Shape;1835;p83">
            <a:extLst>
              <a:ext uri="{FF2B5EF4-FFF2-40B4-BE49-F238E27FC236}">
                <a16:creationId xmlns:a16="http://schemas.microsoft.com/office/drawing/2014/main" id="{D0652E1D-3682-9BF0-CF47-6893914EE3B0}"/>
              </a:ext>
            </a:extLst>
          </p:cNvPr>
          <p:cNvSpPr/>
          <p:nvPr/>
        </p:nvSpPr>
        <p:spPr>
          <a:xfrm>
            <a:off x="7545989" y="2255149"/>
            <a:ext cx="369817" cy="472487"/>
          </a:xfrm>
          <a:custGeom>
            <a:avLst/>
            <a:gdLst/>
            <a:ahLst/>
            <a:cxnLst/>
            <a:rect l="l" t="t" r="r" b="b"/>
            <a:pathLst>
              <a:path w="16580" h="21183" extrusionOk="0">
                <a:moveTo>
                  <a:pt x="5471" y="1"/>
                </a:moveTo>
                <a:lnTo>
                  <a:pt x="1" y="4304"/>
                </a:lnTo>
                <a:cubicBezTo>
                  <a:pt x="1" y="4304"/>
                  <a:pt x="4638" y="13010"/>
                  <a:pt x="5338" y="13911"/>
                </a:cubicBezTo>
                <a:cubicBezTo>
                  <a:pt x="6005" y="14811"/>
                  <a:pt x="15946" y="21183"/>
                  <a:pt x="15946" y="21183"/>
                </a:cubicBezTo>
                <a:lnTo>
                  <a:pt x="16579" y="19248"/>
                </a:lnTo>
                <a:cubicBezTo>
                  <a:pt x="16579" y="19248"/>
                  <a:pt x="9975" y="13010"/>
                  <a:pt x="8674" y="11142"/>
                </a:cubicBezTo>
                <a:cubicBezTo>
                  <a:pt x="7373" y="9274"/>
                  <a:pt x="5471" y="1"/>
                  <a:pt x="54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6" name="Google Shape;1836;p83">
            <a:extLst>
              <a:ext uri="{FF2B5EF4-FFF2-40B4-BE49-F238E27FC236}">
                <a16:creationId xmlns:a16="http://schemas.microsoft.com/office/drawing/2014/main" id="{695634A4-3584-D7A6-9FEC-730A459032F3}"/>
              </a:ext>
            </a:extLst>
          </p:cNvPr>
          <p:cNvSpPr/>
          <p:nvPr/>
        </p:nvSpPr>
        <p:spPr>
          <a:xfrm>
            <a:off x="7640339" y="1971674"/>
            <a:ext cx="99123" cy="124440"/>
          </a:xfrm>
          <a:custGeom>
            <a:avLst/>
            <a:gdLst/>
            <a:ahLst/>
            <a:cxnLst/>
            <a:rect l="l" t="t" r="r" b="b"/>
            <a:pathLst>
              <a:path w="4444" h="5579" extrusionOk="0">
                <a:moveTo>
                  <a:pt x="3743" y="1"/>
                </a:moveTo>
                <a:lnTo>
                  <a:pt x="1875" y="468"/>
                </a:lnTo>
                <a:cubicBezTo>
                  <a:pt x="1875" y="468"/>
                  <a:pt x="0" y="5578"/>
                  <a:pt x="1577" y="5578"/>
                </a:cubicBezTo>
                <a:cubicBezTo>
                  <a:pt x="1656" y="5578"/>
                  <a:pt x="1744" y="5565"/>
                  <a:pt x="1842" y="5538"/>
                </a:cubicBezTo>
                <a:cubicBezTo>
                  <a:pt x="3877" y="4971"/>
                  <a:pt x="4444" y="2336"/>
                  <a:pt x="4444" y="2336"/>
                </a:cubicBezTo>
                <a:lnTo>
                  <a:pt x="374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7" name="Google Shape;1837;p83">
            <a:extLst>
              <a:ext uri="{FF2B5EF4-FFF2-40B4-BE49-F238E27FC236}">
                <a16:creationId xmlns:a16="http://schemas.microsoft.com/office/drawing/2014/main" id="{5A67F4FF-6A2F-97B9-12D6-5CC92DE9A6D0}"/>
              </a:ext>
            </a:extLst>
          </p:cNvPr>
          <p:cNvSpPr/>
          <p:nvPr/>
        </p:nvSpPr>
        <p:spPr>
          <a:xfrm>
            <a:off x="7435133" y="1883703"/>
            <a:ext cx="363103" cy="330917"/>
          </a:xfrm>
          <a:custGeom>
            <a:avLst/>
            <a:gdLst/>
            <a:ahLst/>
            <a:cxnLst/>
            <a:rect l="l" t="t" r="r" b="b"/>
            <a:pathLst>
              <a:path w="16279" h="14836" extrusionOk="0">
                <a:moveTo>
                  <a:pt x="8127" y="0"/>
                </a:moveTo>
                <a:cubicBezTo>
                  <a:pt x="6230" y="0"/>
                  <a:pt x="4337" y="726"/>
                  <a:pt x="2903" y="2177"/>
                </a:cubicBezTo>
                <a:cubicBezTo>
                  <a:pt x="1" y="5079"/>
                  <a:pt x="1" y="9782"/>
                  <a:pt x="2903" y="12684"/>
                </a:cubicBezTo>
                <a:cubicBezTo>
                  <a:pt x="4337" y="14119"/>
                  <a:pt x="6230" y="14836"/>
                  <a:pt x="8127" y="14836"/>
                </a:cubicBezTo>
                <a:cubicBezTo>
                  <a:pt x="10025" y="14836"/>
                  <a:pt x="11926" y="14119"/>
                  <a:pt x="13377" y="12684"/>
                </a:cubicBezTo>
                <a:cubicBezTo>
                  <a:pt x="16279" y="9782"/>
                  <a:pt x="16279" y="5079"/>
                  <a:pt x="13377" y="2177"/>
                </a:cubicBezTo>
                <a:cubicBezTo>
                  <a:pt x="11926" y="726"/>
                  <a:pt x="10025" y="0"/>
                  <a:pt x="81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8" name="Google Shape;1838;p83">
            <a:extLst>
              <a:ext uri="{FF2B5EF4-FFF2-40B4-BE49-F238E27FC236}">
                <a16:creationId xmlns:a16="http://schemas.microsoft.com/office/drawing/2014/main" id="{B99318E6-9B21-6ECE-06FA-DBECE3CB6D77}"/>
              </a:ext>
            </a:extLst>
          </p:cNvPr>
          <p:cNvSpPr/>
          <p:nvPr/>
        </p:nvSpPr>
        <p:spPr>
          <a:xfrm>
            <a:off x="7435133" y="1883703"/>
            <a:ext cx="363103" cy="330917"/>
          </a:xfrm>
          <a:custGeom>
            <a:avLst/>
            <a:gdLst/>
            <a:ahLst/>
            <a:cxnLst/>
            <a:rect l="l" t="t" r="r" b="b"/>
            <a:pathLst>
              <a:path w="16279" h="14836" extrusionOk="0">
                <a:moveTo>
                  <a:pt x="8127" y="0"/>
                </a:moveTo>
                <a:cubicBezTo>
                  <a:pt x="6230" y="0"/>
                  <a:pt x="4337" y="726"/>
                  <a:pt x="2903" y="2177"/>
                </a:cubicBezTo>
                <a:cubicBezTo>
                  <a:pt x="1" y="5079"/>
                  <a:pt x="1" y="9782"/>
                  <a:pt x="2903" y="12684"/>
                </a:cubicBezTo>
                <a:cubicBezTo>
                  <a:pt x="4337" y="14119"/>
                  <a:pt x="6230" y="14836"/>
                  <a:pt x="8127" y="14836"/>
                </a:cubicBezTo>
                <a:cubicBezTo>
                  <a:pt x="10025" y="14836"/>
                  <a:pt x="11926" y="14119"/>
                  <a:pt x="13377" y="12684"/>
                </a:cubicBezTo>
                <a:cubicBezTo>
                  <a:pt x="16279" y="9782"/>
                  <a:pt x="16279" y="5079"/>
                  <a:pt x="13377" y="2177"/>
                </a:cubicBezTo>
                <a:cubicBezTo>
                  <a:pt x="11926" y="726"/>
                  <a:pt x="10025" y="0"/>
                  <a:pt x="81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39" name="Google Shape;1839;p83">
            <a:extLst>
              <a:ext uri="{FF2B5EF4-FFF2-40B4-BE49-F238E27FC236}">
                <a16:creationId xmlns:a16="http://schemas.microsoft.com/office/drawing/2014/main" id="{9DEA8641-BE5F-9EB2-0A79-3F01B60D751C}"/>
              </a:ext>
            </a:extLst>
          </p:cNvPr>
          <p:cNvSpPr/>
          <p:nvPr/>
        </p:nvSpPr>
        <p:spPr>
          <a:xfrm>
            <a:off x="7647923" y="2113802"/>
            <a:ext cx="95265" cy="63257"/>
          </a:xfrm>
          <a:custGeom>
            <a:avLst/>
            <a:gdLst/>
            <a:ahLst/>
            <a:cxnLst/>
            <a:rect l="l" t="t" r="r" b="b"/>
            <a:pathLst>
              <a:path w="4271" h="2836" extrusionOk="0">
                <a:moveTo>
                  <a:pt x="3703" y="0"/>
                </a:moveTo>
                <a:cubicBezTo>
                  <a:pt x="2669" y="1101"/>
                  <a:pt x="1402" y="1935"/>
                  <a:pt x="1" y="2502"/>
                </a:cubicBezTo>
                <a:lnTo>
                  <a:pt x="434" y="2835"/>
                </a:lnTo>
                <a:cubicBezTo>
                  <a:pt x="1969" y="2502"/>
                  <a:pt x="3370" y="1635"/>
                  <a:pt x="4271" y="334"/>
                </a:cubicBezTo>
                <a:lnTo>
                  <a:pt x="37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0" name="Google Shape;1840;p83">
            <a:extLst>
              <a:ext uri="{FF2B5EF4-FFF2-40B4-BE49-F238E27FC236}">
                <a16:creationId xmlns:a16="http://schemas.microsoft.com/office/drawing/2014/main" id="{254B78EC-43F9-50D7-5063-89C8FCFB2C1E}"/>
              </a:ext>
            </a:extLst>
          </p:cNvPr>
          <p:cNvSpPr/>
          <p:nvPr/>
        </p:nvSpPr>
        <p:spPr>
          <a:xfrm>
            <a:off x="7734243" y="2094441"/>
            <a:ext cx="18625" cy="17889"/>
          </a:xfrm>
          <a:custGeom>
            <a:avLst/>
            <a:gdLst/>
            <a:ahLst/>
            <a:cxnLst/>
            <a:rect l="l" t="t" r="r" b="b"/>
            <a:pathLst>
              <a:path w="835" h="802" extrusionOk="0">
                <a:moveTo>
                  <a:pt x="267" y="1"/>
                </a:moveTo>
                <a:cubicBezTo>
                  <a:pt x="234" y="201"/>
                  <a:pt x="134" y="368"/>
                  <a:pt x="0" y="534"/>
                </a:cubicBezTo>
                <a:lnTo>
                  <a:pt x="601" y="801"/>
                </a:lnTo>
                <a:cubicBezTo>
                  <a:pt x="734" y="668"/>
                  <a:pt x="801" y="468"/>
                  <a:pt x="834" y="268"/>
                </a:cubicBezTo>
                <a:lnTo>
                  <a:pt x="2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1" name="Google Shape;1841;p83">
            <a:extLst>
              <a:ext uri="{FF2B5EF4-FFF2-40B4-BE49-F238E27FC236}">
                <a16:creationId xmlns:a16="http://schemas.microsoft.com/office/drawing/2014/main" id="{B2631BA9-7A43-CE6B-2486-03F933845169}"/>
              </a:ext>
            </a:extLst>
          </p:cNvPr>
          <p:cNvSpPr/>
          <p:nvPr/>
        </p:nvSpPr>
        <p:spPr>
          <a:xfrm>
            <a:off x="7486390" y="2054270"/>
            <a:ext cx="130306" cy="177659"/>
          </a:xfrm>
          <a:custGeom>
            <a:avLst/>
            <a:gdLst/>
            <a:ahLst/>
            <a:cxnLst/>
            <a:rect l="l" t="t" r="r" b="b"/>
            <a:pathLst>
              <a:path w="5842" h="7965" extrusionOk="0">
                <a:moveTo>
                  <a:pt x="3840" y="0"/>
                </a:moveTo>
                <a:cubicBezTo>
                  <a:pt x="3487" y="1639"/>
                  <a:pt x="2670" y="5287"/>
                  <a:pt x="554" y="5287"/>
                </a:cubicBezTo>
                <a:cubicBezTo>
                  <a:pt x="473" y="5287"/>
                  <a:pt x="390" y="5282"/>
                  <a:pt x="305" y="5271"/>
                </a:cubicBezTo>
                <a:lnTo>
                  <a:pt x="305" y="5271"/>
                </a:lnTo>
                <a:cubicBezTo>
                  <a:pt x="1" y="6435"/>
                  <a:pt x="2462" y="7964"/>
                  <a:pt x="4338" y="7964"/>
                </a:cubicBezTo>
                <a:cubicBezTo>
                  <a:pt x="4934" y="7964"/>
                  <a:pt x="5472" y="7809"/>
                  <a:pt x="5842" y="7439"/>
                </a:cubicBezTo>
                <a:cubicBezTo>
                  <a:pt x="5008" y="6805"/>
                  <a:pt x="4774" y="6138"/>
                  <a:pt x="4908" y="5504"/>
                </a:cubicBezTo>
                <a:cubicBezTo>
                  <a:pt x="4975" y="5104"/>
                  <a:pt x="5108" y="4737"/>
                  <a:pt x="5341" y="4404"/>
                </a:cubicBezTo>
                <a:cubicBezTo>
                  <a:pt x="5475" y="4237"/>
                  <a:pt x="5575" y="4037"/>
                  <a:pt x="5742" y="3870"/>
                </a:cubicBezTo>
                <a:lnTo>
                  <a:pt x="3840" y="0"/>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2" name="Google Shape;1842;p83">
            <a:extLst>
              <a:ext uri="{FF2B5EF4-FFF2-40B4-BE49-F238E27FC236}">
                <a16:creationId xmlns:a16="http://schemas.microsoft.com/office/drawing/2014/main" id="{6757B17C-CB08-13FF-132D-553629F6E7B3}"/>
              </a:ext>
            </a:extLst>
          </p:cNvPr>
          <p:cNvSpPr/>
          <p:nvPr/>
        </p:nvSpPr>
        <p:spPr>
          <a:xfrm>
            <a:off x="7552703" y="2094441"/>
            <a:ext cx="52841" cy="82618"/>
          </a:xfrm>
          <a:custGeom>
            <a:avLst/>
            <a:gdLst/>
            <a:ahLst/>
            <a:cxnLst/>
            <a:rect l="l" t="t" r="r" b="b"/>
            <a:pathLst>
              <a:path w="2369" h="3704" extrusionOk="0">
                <a:moveTo>
                  <a:pt x="834" y="1"/>
                </a:moveTo>
                <a:cubicBezTo>
                  <a:pt x="0" y="1902"/>
                  <a:pt x="1234" y="3203"/>
                  <a:pt x="1935" y="3703"/>
                </a:cubicBezTo>
                <a:cubicBezTo>
                  <a:pt x="2002" y="3303"/>
                  <a:pt x="2135" y="2936"/>
                  <a:pt x="2368" y="2603"/>
                </a:cubicBezTo>
                <a:lnTo>
                  <a:pt x="8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3" name="Google Shape;1843;p83">
            <a:extLst>
              <a:ext uri="{FF2B5EF4-FFF2-40B4-BE49-F238E27FC236}">
                <a16:creationId xmlns:a16="http://schemas.microsoft.com/office/drawing/2014/main" id="{790E771D-73BA-682E-3E5F-147F26E5E11D}"/>
              </a:ext>
            </a:extLst>
          </p:cNvPr>
          <p:cNvSpPr/>
          <p:nvPr/>
        </p:nvSpPr>
        <p:spPr>
          <a:xfrm>
            <a:off x="7547483" y="1961302"/>
            <a:ext cx="193474" cy="199451"/>
          </a:xfrm>
          <a:custGeom>
            <a:avLst/>
            <a:gdLst/>
            <a:ahLst/>
            <a:cxnLst/>
            <a:rect l="l" t="t" r="r" b="b"/>
            <a:pathLst>
              <a:path w="8674" h="8942" extrusionOk="0">
                <a:moveTo>
                  <a:pt x="4639" y="1"/>
                </a:moveTo>
                <a:cubicBezTo>
                  <a:pt x="3478" y="1"/>
                  <a:pt x="2325" y="629"/>
                  <a:pt x="1769" y="1833"/>
                </a:cubicBezTo>
                <a:cubicBezTo>
                  <a:pt x="701" y="3902"/>
                  <a:pt x="1" y="5102"/>
                  <a:pt x="434" y="6704"/>
                </a:cubicBezTo>
                <a:cubicBezTo>
                  <a:pt x="768" y="8005"/>
                  <a:pt x="1902" y="8905"/>
                  <a:pt x="3203" y="8939"/>
                </a:cubicBezTo>
                <a:cubicBezTo>
                  <a:pt x="3249" y="8940"/>
                  <a:pt x="3296" y="8941"/>
                  <a:pt x="3342" y="8941"/>
                </a:cubicBezTo>
                <a:cubicBezTo>
                  <a:pt x="4129" y="8941"/>
                  <a:pt x="4906" y="8674"/>
                  <a:pt x="5505" y="8138"/>
                </a:cubicBezTo>
                <a:cubicBezTo>
                  <a:pt x="5571" y="8071"/>
                  <a:pt x="5671" y="8005"/>
                  <a:pt x="5738" y="7904"/>
                </a:cubicBezTo>
                <a:cubicBezTo>
                  <a:pt x="7239" y="6337"/>
                  <a:pt x="8673" y="3201"/>
                  <a:pt x="7139" y="1233"/>
                </a:cubicBezTo>
                <a:cubicBezTo>
                  <a:pt x="6502" y="403"/>
                  <a:pt x="5568" y="1"/>
                  <a:pt x="4639"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4" name="Google Shape;1844;p83">
            <a:extLst>
              <a:ext uri="{FF2B5EF4-FFF2-40B4-BE49-F238E27FC236}">
                <a16:creationId xmlns:a16="http://schemas.microsoft.com/office/drawing/2014/main" id="{B69CD9AC-4C6D-DBBD-3A40-922846E80B12}"/>
              </a:ext>
            </a:extLst>
          </p:cNvPr>
          <p:cNvSpPr/>
          <p:nvPr/>
        </p:nvSpPr>
        <p:spPr>
          <a:xfrm>
            <a:off x="7644956" y="2048604"/>
            <a:ext cx="13405" cy="14855"/>
          </a:xfrm>
          <a:custGeom>
            <a:avLst/>
            <a:gdLst/>
            <a:ahLst/>
            <a:cxnLst/>
            <a:rect l="l" t="t" r="r" b="b"/>
            <a:pathLst>
              <a:path w="601" h="666" extrusionOk="0">
                <a:moveTo>
                  <a:pt x="416" y="0"/>
                </a:moveTo>
                <a:cubicBezTo>
                  <a:pt x="312" y="0"/>
                  <a:pt x="213" y="90"/>
                  <a:pt x="134" y="221"/>
                </a:cubicBezTo>
                <a:cubicBezTo>
                  <a:pt x="0" y="355"/>
                  <a:pt x="34" y="521"/>
                  <a:pt x="134" y="655"/>
                </a:cubicBezTo>
                <a:cubicBezTo>
                  <a:pt x="163" y="662"/>
                  <a:pt x="193" y="666"/>
                  <a:pt x="223" y="666"/>
                </a:cubicBezTo>
                <a:cubicBezTo>
                  <a:pt x="334" y="666"/>
                  <a:pt x="448" y="612"/>
                  <a:pt x="501" y="455"/>
                </a:cubicBezTo>
                <a:cubicBezTo>
                  <a:pt x="601" y="254"/>
                  <a:pt x="601" y="121"/>
                  <a:pt x="501" y="21"/>
                </a:cubicBezTo>
                <a:cubicBezTo>
                  <a:pt x="472" y="7"/>
                  <a:pt x="444" y="0"/>
                  <a:pt x="41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5" name="Google Shape;1845;p83">
            <a:extLst>
              <a:ext uri="{FF2B5EF4-FFF2-40B4-BE49-F238E27FC236}">
                <a16:creationId xmlns:a16="http://schemas.microsoft.com/office/drawing/2014/main" id="{EF019AAC-5161-9FCF-5187-7EBEAF775537}"/>
              </a:ext>
            </a:extLst>
          </p:cNvPr>
          <p:cNvSpPr/>
          <p:nvPr/>
        </p:nvSpPr>
        <p:spPr>
          <a:xfrm>
            <a:off x="7686622" y="2073140"/>
            <a:ext cx="13405" cy="14364"/>
          </a:xfrm>
          <a:custGeom>
            <a:avLst/>
            <a:gdLst/>
            <a:ahLst/>
            <a:cxnLst/>
            <a:rect l="l" t="t" r="r" b="b"/>
            <a:pathLst>
              <a:path w="601" h="644" extrusionOk="0">
                <a:moveTo>
                  <a:pt x="393" y="0"/>
                </a:moveTo>
                <a:cubicBezTo>
                  <a:pt x="297" y="0"/>
                  <a:pt x="179" y="84"/>
                  <a:pt x="100" y="189"/>
                </a:cubicBezTo>
                <a:cubicBezTo>
                  <a:pt x="0" y="322"/>
                  <a:pt x="0" y="522"/>
                  <a:pt x="134" y="622"/>
                </a:cubicBezTo>
                <a:cubicBezTo>
                  <a:pt x="155" y="636"/>
                  <a:pt x="180" y="643"/>
                  <a:pt x="206" y="643"/>
                </a:cubicBezTo>
                <a:cubicBezTo>
                  <a:pt x="302" y="643"/>
                  <a:pt x="422" y="553"/>
                  <a:pt x="501" y="422"/>
                </a:cubicBezTo>
                <a:cubicBezTo>
                  <a:pt x="601" y="255"/>
                  <a:pt x="601" y="88"/>
                  <a:pt x="467" y="22"/>
                </a:cubicBezTo>
                <a:cubicBezTo>
                  <a:pt x="445" y="7"/>
                  <a:pt x="420" y="0"/>
                  <a:pt x="39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6" name="Google Shape;1846;p83">
            <a:extLst>
              <a:ext uri="{FF2B5EF4-FFF2-40B4-BE49-F238E27FC236}">
                <a16:creationId xmlns:a16="http://schemas.microsoft.com/office/drawing/2014/main" id="{B1F51F0D-0FD5-69D0-CD16-7ADC9C94E6BD}"/>
              </a:ext>
            </a:extLst>
          </p:cNvPr>
          <p:cNvSpPr/>
          <p:nvPr/>
        </p:nvSpPr>
        <p:spPr>
          <a:xfrm>
            <a:off x="7654637" y="2072136"/>
            <a:ext cx="20097" cy="41800"/>
          </a:xfrm>
          <a:custGeom>
            <a:avLst/>
            <a:gdLst/>
            <a:ahLst/>
            <a:cxnLst/>
            <a:rect l="l" t="t" r="r" b="b"/>
            <a:pathLst>
              <a:path w="901" h="1874" extrusionOk="0">
                <a:moveTo>
                  <a:pt x="901" y="0"/>
                </a:moveTo>
                <a:lnTo>
                  <a:pt x="0" y="1568"/>
                </a:lnTo>
                <a:cubicBezTo>
                  <a:pt x="209" y="1747"/>
                  <a:pt x="499" y="1873"/>
                  <a:pt x="798" y="1873"/>
                </a:cubicBezTo>
                <a:cubicBezTo>
                  <a:pt x="832" y="1873"/>
                  <a:pt x="866" y="1871"/>
                  <a:pt x="901" y="1868"/>
                </a:cubicBezTo>
                <a:cubicBezTo>
                  <a:pt x="801" y="1234"/>
                  <a:pt x="834" y="600"/>
                  <a:pt x="901" y="0"/>
                </a:cubicBezTo>
                <a:close/>
              </a:path>
            </a:pathLst>
          </a:custGeom>
          <a:solidFill>
            <a:srgbClr val="DE5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7" name="Google Shape;1847;p83">
            <a:extLst>
              <a:ext uri="{FF2B5EF4-FFF2-40B4-BE49-F238E27FC236}">
                <a16:creationId xmlns:a16="http://schemas.microsoft.com/office/drawing/2014/main" id="{166B8D3A-3DF9-F0CA-C03E-C35CB491053F}"/>
              </a:ext>
            </a:extLst>
          </p:cNvPr>
          <p:cNvSpPr/>
          <p:nvPr/>
        </p:nvSpPr>
        <p:spPr>
          <a:xfrm>
            <a:off x="7641231" y="2026388"/>
            <a:ext cx="26565" cy="7941"/>
          </a:xfrm>
          <a:custGeom>
            <a:avLst/>
            <a:gdLst/>
            <a:ahLst/>
            <a:cxnLst/>
            <a:rect l="l" t="t" r="r" b="b"/>
            <a:pathLst>
              <a:path w="1191" h="356" extrusionOk="0">
                <a:moveTo>
                  <a:pt x="514" y="1"/>
                </a:moveTo>
                <a:cubicBezTo>
                  <a:pt x="369" y="1"/>
                  <a:pt x="226" y="27"/>
                  <a:pt x="101" y="83"/>
                </a:cubicBezTo>
                <a:cubicBezTo>
                  <a:pt x="34" y="116"/>
                  <a:pt x="1" y="183"/>
                  <a:pt x="34" y="250"/>
                </a:cubicBezTo>
                <a:cubicBezTo>
                  <a:pt x="34" y="250"/>
                  <a:pt x="34" y="283"/>
                  <a:pt x="67" y="316"/>
                </a:cubicBezTo>
                <a:lnTo>
                  <a:pt x="167" y="316"/>
                </a:lnTo>
                <a:cubicBezTo>
                  <a:pt x="293" y="253"/>
                  <a:pt x="427" y="220"/>
                  <a:pt x="557" y="220"/>
                </a:cubicBezTo>
                <a:cubicBezTo>
                  <a:pt x="703" y="220"/>
                  <a:pt x="845" y="262"/>
                  <a:pt x="968" y="350"/>
                </a:cubicBezTo>
                <a:cubicBezTo>
                  <a:pt x="982" y="353"/>
                  <a:pt x="996" y="355"/>
                  <a:pt x="1009" y="355"/>
                </a:cubicBezTo>
                <a:cubicBezTo>
                  <a:pt x="1121" y="355"/>
                  <a:pt x="1191" y="239"/>
                  <a:pt x="1101" y="150"/>
                </a:cubicBezTo>
                <a:cubicBezTo>
                  <a:pt x="927" y="52"/>
                  <a:pt x="718" y="1"/>
                  <a:pt x="5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8" name="Google Shape;1848;p83">
            <a:extLst>
              <a:ext uri="{FF2B5EF4-FFF2-40B4-BE49-F238E27FC236}">
                <a16:creationId xmlns:a16="http://schemas.microsoft.com/office/drawing/2014/main" id="{19E0B8FD-30B2-7D5B-393B-DFB754559594}"/>
              </a:ext>
            </a:extLst>
          </p:cNvPr>
          <p:cNvSpPr/>
          <p:nvPr/>
        </p:nvSpPr>
        <p:spPr>
          <a:xfrm>
            <a:off x="7614443" y="2094129"/>
            <a:ext cx="25316" cy="27859"/>
          </a:xfrm>
          <a:custGeom>
            <a:avLst/>
            <a:gdLst/>
            <a:ahLst/>
            <a:cxnLst/>
            <a:rect l="l" t="t" r="r" b="b"/>
            <a:pathLst>
              <a:path w="1135" h="1249" extrusionOk="0">
                <a:moveTo>
                  <a:pt x="96" y="1"/>
                </a:moveTo>
                <a:cubicBezTo>
                  <a:pt x="87" y="1"/>
                  <a:pt x="77" y="5"/>
                  <a:pt x="67" y="15"/>
                </a:cubicBezTo>
                <a:cubicBezTo>
                  <a:pt x="34" y="15"/>
                  <a:pt x="1" y="48"/>
                  <a:pt x="34" y="81"/>
                </a:cubicBezTo>
                <a:cubicBezTo>
                  <a:pt x="168" y="615"/>
                  <a:pt x="534" y="1049"/>
                  <a:pt x="1068" y="1249"/>
                </a:cubicBezTo>
                <a:cubicBezTo>
                  <a:pt x="1102" y="1249"/>
                  <a:pt x="1135" y="1249"/>
                  <a:pt x="1135" y="1216"/>
                </a:cubicBezTo>
                <a:cubicBezTo>
                  <a:pt x="1135" y="1182"/>
                  <a:pt x="1135" y="1149"/>
                  <a:pt x="1102" y="1149"/>
                </a:cubicBezTo>
                <a:cubicBezTo>
                  <a:pt x="635" y="949"/>
                  <a:pt x="268" y="548"/>
                  <a:pt x="134" y="48"/>
                </a:cubicBezTo>
                <a:cubicBezTo>
                  <a:pt x="134" y="24"/>
                  <a:pt x="118" y="1"/>
                  <a:pt x="9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49" name="Google Shape;1849;p83">
            <a:extLst>
              <a:ext uri="{FF2B5EF4-FFF2-40B4-BE49-F238E27FC236}">
                <a16:creationId xmlns:a16="http://schemas.microsoft.com/office/drawing/2014/main" id="{A43D2D28-B399-81BD-4725-E7D9CA8FCB52}"/>
              </a:ext>
            </a:extLst>
          </p:cNvPr>
          <p:cNvSpPr/>
          <p:nvPr/>
        </p:nvSpPr>
        <p:spPr>
          <a:xfrm>
            <a:off x="7705960" y="2050723"/>
            <a:ext cx="14164" cy="23666"/>
          </a:xfrm>
          <a:custGeom>
            <a:avLst/>
            <a:gdLst/>
            <a:ahLst/>
            <a:cxnLst/>
            <a:rect l="l" t="t" r="r" b="b"/>
            <a:pathLst>
              <a:path w="635" h="1061" extrusionOk="0">
                <a:moveTo>
                  <a:pt x="117" y="1"/>
                </a:moveTo>
                <a:cubicBezTo>
                  <a:pt x="84" y="1"/>
                  <a:pt x="51" y="9"/>
                  <a:pt x="34" y="26"/>
                </a:cubicBezTo>
                <a:cubicBezTo>
                  <a:pt x="1" y="93"/>
                  <a:pt x="34" y="159"/>
                  <a:pt x="67" y="193"/>
                </a:cubicBezTo>
                <a:cubicBezTo>
                  <a:pt x="268" y="393"/>
                  <a:pt x="401" y="660"/>
                  <a:pt x="368" y="960"/>
                </a:cubicBezTo>
                <a:cubicBezTo>
                  <a:pt x="368" y="960"/>
                  <a:pt x="401" y="993"/>
                  <a:pt x="401" y="1027"/>
                </a:cubicBezTo>
                <a:cubicBezTo>
                  <a:pt x="434" y="1027"/>
                  <a:pt x="434" y="1060"/>
                  <a:pt x="468" y="1060"/>
                </a:cubicBezTo>
                <a:cubicBezTo>
                  <a:pt x="534" y="1060"/>
                  <a:pt x="568" y="1027"/>
                  <a:pt x="601" y="960"/>
                </a:cubicBezTo>
                <a:cubicBezTo>
                  <a:pt x="634" y="593"/>
                  <a:pt x="468" y="260"/>
                  <a:pt x="201" y="26"/>
                </a:cubicBezTo>
                <a:cubicBezTo>
                  <a:pt x="184" y="9"/>
                  <a:pt x="151" y="1"/>
                  <a:pt x="1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0" name="Google Shape;1850;p83">
            <a:extLst>
              <a:ext uri="{FF2B5EF4-FFF2-40B4-BE49-F238E27FC236}">
                <a16:creationId xmlns:a16="http://schemas.microsoft.com/office/drawing/2014/main" id="{8E997317-D653-6813-F85F-E09F82B11225}"/>
              </a:ext>
            </a:extLst>
          </p:cNvPr>
          <p:cNvSpPr/>
          <p:nvPr/>
        </p:nvSpPr>
        <p:spPr>
          <a:xfrm>
            <a:off x="7545989" y="1941250"/>
            <a:ext cx="110900" cy="159905"/>
          </a:xfrm>
          <a:custGeom>
            <a:avLst/>
            <a:gdLst/>
            <a:ahLst/>
            <a:cxnLst/>
            <a:rect l="l" t="t" r="r" b="b"/>
            <a:pathLst>
              <a:path w="4972" h="7169" extrusionOk="0">
                <a:moveTo>
                  <a:pt x="2550" y="0"/>
                </a:moveTo>
                <a:cubicBezTo>
                  <a:pt x="2497" y="0"/>
                  <a:pt x="2448" y="10"/>
                  <a:pt x="2403" y="30"/>
                </a:cubicBezTo>
                <a:cubicBezTo>
                  <a:pt x="1669" y="397"/>
                  <a:pt x="935" y="1898"/>
                  <a:pt x="468" y="3967"/>
                </a:cubicBezTo>
                <a:cubicBezTo>
                  <a:pt x="1" y="6001"/>
                  <a:pt x="468" y="7169"/>
                  <a:pt x="468" y="7169"/>
                </a:cubicBezTo>
                <a:cubicBezTo>
                  <a:pt x="338" y="6098"/>
                  <a:pt x="1093" y="4363"/>
                  <a:pt x="1441" y="4363"/>
                </a:cubicBezTo>
                <a:cubicBezTo>
                  <a:pt x="1450" y="4363"/>
                  <a:pt x="1460" y="4364"/>
                  <a:pt x="1469" y="4367"/>
                </a:cubicBezTo>
                <a:cubicBezTo>
                  <a:pt x="1769" y="4434"/>
                  <a:pt x="1635" y="4767"/>
                  <a:pt x="1635" y="4767"/>
                </a:cubicBezTo>
                <a:cubicBezTo>
                  <a:pt x="2469" y="4600"/>
                  <a:pt x="3503" y="3633"/>
                  <a:pt x="3603" y="2699"/>
                </a:cubicBezTo>
                <a:cubicBezTo>
                  <a:pt x="3692" y="2279"/>
                  <a:pt x="4045" y="2020"/>
                  <a:pt x="4418" y="2020"/>
                </a:cubicBezTo>
                <a:cubicBezTo>
                  <a:pt x="4608" y="2020"/>
                  <a:pt x="4803" y="2086"/>
                  <a:pt x="4971" y="2232"/>
                </a:cubicBezTo>
                <a:cubicBezTo>
                  <a:pt x="4971" y="2232"/>
                  <a:pt x="3356" y="0"/>
                  <a:pt x="255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1" name="Google Shape;1851;p83">
            <a:extLst>
              <a:ext uri="{FF2B5EF4-FFF2-40B4-BE49-F238E27FC236}">
                <a16:creationId xmlns:a16="http://schemas.microsoft.com/office/drawing/2014/main" id="{2FF87D62-1E9C-559E-8E68-0D6FCEE62B34}"/>
              </a:ext>
            </a:extLst>
          </p:cNvPr>
          <p:cNvSpPr/>
          <p:nvPr/>
        </p:nvSpPr>
        <p:spPr>
          <a:xfrm>
            <a:off x="7545253" y="2005422"/>
            <a:ext cx="48380" cy="64528"/>
          </a:xfrm>
          <a:custGeom>
            <a:avLst/>
            <a:gdLst/>
            <a:ahLst/>
            <a:cxnLst/>
            <a:rect l="l" t="t" r="r" b="b"/>
            <a:pathLst>
              <a:path w="2169" h="2893" extrusionOk="0">
                <a:moveTo>
                  <a:pt x="1027" y="0"/>
                </a:moveTo>
                <a:cubicBezTo>
                  <a:pt x="500" y="0"/>
                  <a:pt x="34" y="431"/>
                  <a:pt x="34" y="990"/>
                </a:cubicBezTo>
                <a:cubicBezTo>
                  <a:pt x="1" y="1590"/>
                  <a:pt x="201" y="2157"/>
                  <a:pt x="568" y="2591"/>
                </a:cubicBezTo>
                <a:cubicBezTo>
                  <a:pt x="755" y="2801"/>
                  <a:pt x="958" y="2893"/>
                  <a:pt x="1152" y="2893"/>
                </a:cubicBezTo>
                <a:cubicBezTo>
                  <a:pt x="1512" y="2893"/>
                  <a:pt x="1839" y="2579"/>
                  <a:pt x="1969" y="2124"/>
                </a:cubicBezTo>
                <a:cubicBezTo>
                  <a:pt x="2169" y="1490"/>
                  <a:pt x="2135" y="423"/>
                  <a:pt x="1435" y="89"/>
                </a:cubicBezTo>
                <a:cubicBezTo>
                  <a:pt x="1300" y="28"/>
                  <a:pt x="1161" y="0"/>
                  <a:pt x="1027"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2" name="Google Shape;1852;p83">
            <a:extLst>
              <a:ext uri="{FF2B5EF4-FFF2-40B4-BE49-F238E27FC236}">
                <a16:creationId xmlns:a16="http://schemas.microsoft.com/office/drawing/2014/main" id="{6FEE9895-3EF9-B5DE-9FE0-B5423F1DF6FD}"/>
              </a:ext>
            </a:extLst>
          </p:cNvPr>
          <p:cNvSpPr/>
          <p:nvPr/>
        </p:nvSpPr>
        <p:spPr>
          <a:xfrm>
            <a:off x="7585424" y="1931748"/>
            <a:ext cx="171146" cy="117414"/>
          </a:xfrm>
          <a:custGeom>
            <a:avLst/>
            <a:gdLst/>
            <a:ahLst/>
            <a:cxnLst/>
            <a:rect l="l" t="t" r="r" b="b"/>
            <a:pathLst>
              <a:path w="7673" h="5264" extrusionOk="0">
                <a:moveTo>
                  <a:pt x="3705" y="0"/>
                </a:moveTo>
                <a:cubicBezTo>
                  <a:pt x="1254" y="0"/>
                  <a:pt x="1" y="1457"/>
                  <a:pt x="1" y="1457"/>
                </a:cubicBezTo>
                <a:cubicBezTo>
                  <a:pt x="535" y="2558"/>
                  <a:pt x="1168" y="4226"/>
                  <a:pt x="1969" y="4426"/>
                </a:cubicBezTo>
                <a:cubicBezTo>
                  <a:pt x="2720" y="4108"/>
                  <a:pt x="3722" y="2789"/>
                  <a:pt x="4302" y="2789"/>
                </a:cubicBezTo>
                <a:cubicBezTo>
                  <a:pt x="4391" y="2789"/>
                  <a:pt x="4471" y="2820"/>
                  <a:pt x="4537" y="2892"/>
                </a:cubicBezTo>
                <a:cubicBezTo>
                  <a:pt x="4804" y="3425"/>
                  <a:pt x="5071" y="3926"/>
                  <a:pt x="5271" y="3926"/>
                </a:cubicBezTo>
                <a:cubicBezTo>
                  <a:pt x="5297" y="3928"/>
                  <a:pt x="5321" y="3929"/>
                  <a:pt x="5344" y="3929"/>
                </a:cubicBezTo>
                <a:cubicBezTo>
                  <a:pt x="5673" y="3929"/>
                  <a:pt x="5695" y="3708"/>
                  <a:pt x="6038" y="3459"/>
                </a:cubicBezTo>
                <a:cubicBezTo>
                  <a:pt x="6061" y="3450"/>
                  <a:pt x="6082" y="3445"/>
                  <a:pt x="6102" y="3445"/>
                </a:cubicBezTo>
                <a:cubicBezTo>
                  <a:pt x="6497" y="3445"/>
                  <a:pt x="6208" y="5263"/>
                  <a:pt x="6608" y="5263"/>
                </a:cubicBezTo>
                <a:cubicBezTo>
                  <a:pt x="6618" y="5263"/>
                  <a:pt x="6628" y="5262"/>
                  <a:pt x="6639" y="5260"/>
                </a:cubicBezTo>
                <a:cubicBezTo>
                  <a:pt x="7206" y="5060"/>
                  <a:pt x="7673" y="290"/>
                  <a:pt x="4237" y="23"/>
                </a:cubicBezTo>
                <a:cubicBezTo>
                  <a:pt x="4054" y="8"/>
                  <a:pt x="3876" y="0"/>
                  <a:pt x="37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3" name="Google Shape;1853;p83">
            <a:extLst>
              <a:ext uri="{FF2B5EF4-FFF2-40B4-BE49-F238E27FC236}">
                <a16:creationId xmlns:a16="http://schemas.microsoft.com/office/drawing/2014/main" id="{9003ECB4-7D76-81E3-21B1-89883A9EA98D}"/>
              </a:ext>
            </a:extLst>
          </p:cNvPr>
          <p:cNvSpPr/>
          <p:nvPr/>
        </p:nvSpPr>
        <p:spPr>
          <a:xfrm>
            <a:off x="7214157" y="2594430"/>
            <a:ext cx="354917" cy="269377"/>
          </a:xfrm>
          <a:custGeom>
            <a:avLst/>
            <a:gdLst/>
            <a:ahLst/>
            <a:cxnLst/>
            <a:rect l="l" t="t" r="r" b="b"/>
            <a:pathLst>
              <a:path w="15912" h="12077" extrusionOk="0">
                <a:moveTo>
                  <a:pt x="14711" y="1"/>
                </a:moveTo>
                <a:lnTo>
                  <a:pt x="234" y="168"/>
                </a:lnTo>
                <a:cubicBezTo>
                  <a:pt x="1" y="4104"/>
                  <a:pt x="501" y="9107"/>
                  <a:pt x="1735" y="12076"/>
                </a:cubicBezTo>
                <a:lnTo>
                  <a:pt x="12209" y="11409"/>
                </a:lnTo>
                <a:lnTo>
                  <a:pt x="15912" y="10342"/>
                </a:lnTo>
                <a:cubicBezTo>
                  <a:pt x="15211" y="9641"/>
                  <a:pt x="13610" y="5872"/>
                  <a:pt x="147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4" name="Google Shape;1854;p83">
            <a:extLst>
              <a:ext uri="{FF2B5EF4-FFF2-40B4-BE49-F238E27FC236}">
                <a16:creationId xmlns:a16="http://schemas.microsoft.com/office/drawing/2014/main" id="{4B071FB2-AF9A-D03B-2A3F-0A55C742CDA7}"/>
              </a:ext>
            </a:extLst>
          </p:cNvPr>
          <p:cNvSpPr/>
          <p:nvPr/>
        </p:nvSpPr>
        <p:spPr>
          <a:xfrm>
            <a:off x="7486479" y="2804253"/>
            <a:ext cx="58796" cy="44655"/>
          </a:xfrm>
          <a:custGeom>
            <a:avLst/>
            <a:gdLst/>
            <a:ahLst/>
            <a:cxnLst/>
            <a:rect l="l" t="t" r="r" b="b"/>
            <a:pathLst>
              <a:path w="2636" h="2002" extrusionOk="0">
                <a:moveTo>
                  <a:pt x="601" y="1"/>
                </a:moveTo>
                <a:lnTo>
                  <a:pt x="0" y="2002"/>
                </a:lnTo>
                <a:lnTo>
                  <a:pt x="0" y="2002"/>
                </a:lnTo>
                <a:lnTo>
                  <a:pt x="2636" y="1235"/>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5" name="Google Shape;1855;p83">
            <a:extLst>
              <a:ext uri="{FF2B5EF4-FFF2-40B4-BE49-F238E27FC236}">
                <a16:creationId xmlns:a16="http://schemas.microsoft.com/office/drawing/2014/main" id="{3C293C1F-99DB-B333-1408-A26C2480B27A}"/>
              </a:ext>
            </a:extLst>
          </p:cNvPr>
          <p:cNvSpPr/>
          <p:nvPr/>
        </p:nvSpPr>
        <p:spPr>
          <a:xfrm>
            <a:off x="7562361" y="2057995"/>
            <a:ext cx="54335" cy="79629"/>
          </a:xfrm>
          <a:custGeom>
            <a:avLst/>
            <a:gdLst/>
            <a:ahLst/>
            <a:cxnLst/>
            <a:rect l="l" t="t" r="r" b="b"/>
            <a:pathLst>
              <a:path w="2436" h="3570" extrusionOk="0">
                <a:moveTo>
                  <a:pt x="234" y="0"/>
                </a:moveTo>
                <a:lnTo>
                  <a:pt x="67" y="968"/>
                </a:lnTo>
                <a:cubicBezTo>
                  <a:pt x="1" y="1301"/>
                  <a:pt x="34" y="1668"/>
                  <a:pt x="168" y="2002"/>
                </a:cubicBezTo>
                <a:lnTo>
                  <a:pt x="301" y="2335"/>
                </a:lnTo>
                <a:cubicBezTo>
                  <a:pt x="534" y="2869"/>
                  <a:pt x="1001" y="3269"/>
                  <a:pt x="1602" y="3403"/>
                </a:cubicBezTo>
                <a:lnTo>
                  <a:pt x="2436" y="3569"/>
                </a:lnTo>
                <a:lnTo>
                  <a:pt x="2436" y="3269"/>
                </a:lnTo>
                <a:lnTo>
                  <a:pt x="1802" y="3169"/>
                </a:lnTo>
                <a:cubicBezTo>
                  <a:pt x="1168" y="3069"/>
                  <a:pt x="668" y="2669"/>
                  <a:pt x="434" y="2068"/>
                </a:cubicBezTo>
                <a:lnTo>
                  <a:pt x="368" y="1935"/>
                </a:lnTo>
                <a:cubicBezTo>
                  <a:pt x="268" y="1635"/>
                  <a:pt x="234" y="1335"/>
                  <a:pt x="268" y="1034"/>
                </a:cubicBezTo>
                <a:lnTo>
                  <a:pt x="401" y="67"/>
                </a:lnTo>
                <a:lnTo>
                  <a:pt x="23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6" name="Google Shape;1856;p83">
            <a:extLst>
              <a:ext uri="{FF2B5EF4-FFF2-40B4-BE49-F238E27FC236}">
                <a16:creationId xmlns:a16="http://schemas.microsoft.com/office/drawing/2014/main" id="{B17336FA-A0E1-A986-0D57-0885F93DC2CD}"/>
              </a:ext>
            </a:extLst>
          </p:cNvPr>
          <p:cNvSpPr/>
          <p:nvPr/>
        </p:nvSpPr>
        <p:spPr>
          <a:xfrm>
            <a:off x="7611476" y="2126449"/>
            <a:ext cx="20855" cy="17866"/>
          </a:xfrm>
          <a:custGeom>
            <a:avLst/>
            <a:gdLst/>
            <a:ahLst/>
            <a:cxnLst/>
            <a:rect l="l" t="t" r="r" b="b"/>
            <a:pathLst>
              <a:path w="935" h="801" extrusionOk="0">
                <a:moveTo>
                  <a:pt x="267" y="0"/>
                </a:moveTo>
                <a:cubicBezTo>
                  <a:pt x="134" y="0"/>
                  <a:pt x="0" y="134"/>
                  <a:pt x="0" y="267"/>
                </a:cubicBezTo>
                <a:lnTo>
                  <a:pt x="0" y="567"/>
                </a:lnTo>
                <a:cubicBezTo>
                  <a:pt x="0" y="701"/>
                  <a:pt x="134" y="801"/>
                  <a:pt x="267" y="801"/>
                </a:cubicBezTo>
                <a:lnTo>
                  <a:pt x="701" y="801"/>
                </a:lnTo>
                <a:cubicBezTo>
                  <a:pt x="834" y="801"/>
                  <a:pt x="934" y="701"/>
                  <a:pt x="934" y="567"/>
                </a:cubicBezTo>
                <a:lnTo>
                  <a:pt x="934" y="267"/>
                </a:lnTo>
                <a:cubicBezTo>
                  <a:pt x="934" y="134"/>
                  <a:pt x="834" y="0"/>
                  <a:pt x="7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7" name="Google Shape;1857;p83">
            <a:extLst>
              <a:ext uri="{FF2B5EF4-FFF2-40B4-BE49-F238E27FC236}">
                <a16:creationId xmlns:a16="http://schemas.microsoft.com/office/drawing/2014/main" id="{BA6C69B8-02C6-A08F-C20C-7A48CDC97B7F}"/>
              </a:ext>
            </a:extLst>
          </p:cNvPr>
          <p:cNvSpPr/>
          <p:nvPr/>
        </p:nvSpPr>
        <p:spPr>
          <a:xfrm>
            <a:off x="7560130" y="2029712"/>
            <a:ext cx="19361" cy="32766"/>
          </a:xfrm>
          <a:custGeom>
            <a:avLst/>
            <a:gdLst/>
            <a:ahLst/>
            <a:cxnLst/>
            <a:rect l="l" t="t" r="r" b="b"/>
            <a:pathLst>
              <a:path w="868" h="1469" extrusionOk="0">
                <a:moveTo>
                  <a:pt x="268" y="1"/>
                </a:moveTo>
                <a:cubicBezTo>
                  <a:pt x="134" y="1"/>
                  <a:pt x="1" y="134"/>
                  <a:pt x="1" y="268"/>
                </a:cubicBezTo>
                <a:lnTo>
                  <a:pt x="1" y="1202"/>
                </a:lnTo>
                <a:cubicBezTo>
                  <a:pt x="1" y="1335"/>
                  <a:pt x="134" y="1468"/>
                  <a:pt x="268" y="1468"/>
                </a:cubicBezTo>
                <a:lnTo>
                  <a:pt x="601" y="1468"/>
                </a:lnTo>
                <a:cubicBezTo>
                  <a:pt x="768" y="1468"/>
                  <a:pt x="868" y="1335"/>
                  <a:pt x="868" y="1202"/>
                </a:cubicBezTo>
                <a:lnTo>
                  <a:pt x="868" y="268"/>
                </a:lnTo>
                <a:cubicBezTo>
                  <a:pt x="868" y="134"/>
                  <a:pt x="768" y="1"/>
                  <a:pt x="6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8" name="Google Shape;1858;p83">
            <a:extLst>
              <a:ext uri="{FF2B5EF4-FFF2-40B4-BE49-F238E27FC236}">
                <a16:creationId xmlns:a16="http://schemas.microsoft.com/office/drawing/2014/main" id="{44FEEF52-555D-020F-D2A6-BDFB4CFBC8F7}"/>
              </a:ext>
            </a:extLst>
          </p:cNvPr>
          <p:cNvSpPr/>
          <p:nvPr/>
        </p:nvSpPr>
        <p:spPr>
          <a:xfrm>
            <a:off x="7586182" y="2401737"/>
            <a:ext cx="43160" cy="102692"/>
          </a:xfrm>
          <a:custGeom>
            <a:avLst/>
            <a:gdLst/>
            <a:ahLst/>
            <a:cxnLst/>
            <a:rect l="l" t="t" r="r" b="b"/>
            <a:pathLst>
              <a:path w="1935" h="4604" extrusionOk="0">
                <a:moveTo>
                  <a:pt x="400" y="0"/>
                </a:moveTo>
                <a:lnTo>
                  <a:pt x="0" y="1101"/>
                </a:lnTo>
                <a:lnTo>
                  <a:pt x="1935" y="4604"/>
                </a:lnTo>
                <a:lnTo>
                  <a:pt x="400" y="0"/>
                </a:lnTo>
                <a:close/>
                <a:moveTo>
                  <a:pt x="1935" y="4604"/>
                </a:moveTo>
                <a:lnTo>
                  <a:pt x="1935" y="4604"/>
                </a:lnTo>
                <a:lnTo>
                  <a:pt x="1935" y="4604"/>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59" name="Google Shape;1859;p83">
            <a:extLst>
              <a:ext uri="{FF2B5EF4-FFF2-40B4-BE49-F238E27FC236}">
                <a16:creationId xmlns:a16="http://schemas.microsoft.com/office/drawing/2014/main" id="{31223DD0-812E-556C-7D04-B8491C588F02}"/>
              </a:ext>
            </a:extLst>
          </p:cNvPr>
          <p:cNvSpPr/>
          <p:nvPr/>
        </p:nvSpPr>
        <p:spPr>
          <a:xfrm>
            <a:off x="7217882" y="2169341"/>
            <a:ext cx="458345" cy="476457"/>
          </a:xfrm>
          <a:custGeom>
            <a:avLst/>
            <a:gdLst/>
            <a:ahLst/>
            <a:cxnLst/>
            <a:rect l="l" t="t" r="r" b="b"/>
            <a:pathLst>
              <a:path w="20549" h="21361" extrusionOk="0">
                <a:moveTo>
                  <a:pt x="11043" y="1"/>
                </a:moveTo>
                <a:cubicBezTo>
                  <a:pt x="9956" y="1"/>
                  <a:pt x="8117" y="45"/>
                  <a:pt x="6872" y="312"/>
                </a:cubicBezTo>
                <a:cubicBezTo>
                  <a:pt x="6272" y="1013"/>
                  <a:pt x="5771" y="1780"/>
                  <a:pt x="5271" y="2580"/>
                </a:cubicBezTo>
                <a:cubicBezTo>
                  <a:pt x="4337" y="4115"/>
                  <a:pt x="3536" y="5716"/>
                  <a:pt x="2836" y="7384"/>
                </a:cubicBezTo>
                <a:cubicBezTo>
                  <a:pt x="1135" y="11520"/>
                  <a:pt x="167" y="15957"/>
                  <a:pt x="0" y="20460"/>
                </a:cubicBezTo>
                <a:lnTo>
                  <a:pt x="14311" y="21360"/>
                </a:lnTo>
                <a:cubicBezTo>
                  <a:pt x="14311" y="21360"/>
                  <a:pt x="15978" y="8284"/>
                  <a:pt x="20548" y="4115"/>
                </a:cubicBezTo>
                <a:lnTo>
                  <a:pt x="18180" y="2180"/>
                </a:lnTo>
                <a:lnTo>
                  <a:pt x="11942" y="12"/>
                </a:lnTo>
                <a:cubicBezTo>
                  <a:pt x="11942" y="12"/>
                  <a:pt x="11586" y="1"/>
                  <a:pt x="110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0" name="Google Shape;1860;p83">
            <a:extLst>
              <a:ext uri="{FF2B5EF4-FFF2-40B4-BE49-F238E27FC236}">
                <a16:creationId xmlns:a16="http://schemas.microsoft.com/office/drawing/2014/main" id="{517CC0AC-BCDA-15E0-674D-71B28242930F}"/>
              </a:ext>
            </a:extLst>
          </p:cNvPr>
          <p:cNvSpPr/>
          <p:nvPr/>
        </p:nvSpPr>
        <p:spPr>
          <a:xfrm>
            <a:off x="7327244" y="2335513"/>
            <a:ext cx="218031" cy="297638"/>
          </a:xfrm>
          <a:custGeom>
            <a:avLst/>
            <a:gdLst/>
            <a:ahLst/>
            <a:cxnLst/>
            <a:rect l="l" t="t" r="r" b="b"/>
            <a:pathLst>
              <a:path w="9775" h="13344" extrusionOk="0">
                <a:moveTo>
                  <a:pt x="1" y="0"/>
                </a:moveTo>
                <a:lnTo>
                  <a:pt x="1" y="0"/>
                </a:lnTo>
                <a:cubicBezTo>
                  <a:pt x="1735" y="3703"/>
                  <a:pt x="4070" y="9274"/>
                  <a:pt x="4904" y="10074"/>
                </a:cubicBezTo>
                <a:lnTo>
                  <a:pt x="9474" y="13343"/>
                </a:lnTo>
                <a:lnTo>
                  <a:pt x="9775" y="1177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1" name="Google Shape;1861;p83">
            <a:extLst>
              <a:ext uri="{FF2B5EF4-FFF2-40B4-BE49-F238E27FC236}">
                <a16:creationId xmlns:a16="http://schemas.microsoft.com/office/drawing/2014/main" id="{477D426E-76E8-4711-04F6-76522FFC369B}"/>
              </a:ext>
            </a:extLst>
          </p:cNvPr>
          <p:cNvSpPr/>
          <p:nvPr/>
        </p:nvSpPr>
        <p:spPr>
          <a:xfrm>
            <a:off x="7433639" y="2169587"/>
            <a:ext cx="227712" cy="100484"/>
          </a:xfrm>
          <a:custGeom>
            <a:avLst/>
            <a:gdLst/>
            <a:ahLst/>
            <a:cxnLst/>
            <a:rect l="l" t="t" r="r" b="b"/>
            <a:pathLst>
              <a:path w="10209" h="4505" extrusionOk="0">
                <a:moveTo>
                  <a:pt x="1" y="1"/>
                </a:moveTo>
                <a:cubicBezTo>
                  <a:pt x="2436" y="2069"/>
                  <a:pt x="5638" y="3270"/>
                  <a:pt x="9041" y="4504"/>
                </a:cubicBezTo>
                <a:lnTo>
                  <a:pt x="9574" y="4237"/>
                </a:lnTo>
                <a:cubicBezTo>
                  <a:pt x="9875" y="4104"/>
                  <a:pt x="10108" y="3870"/>
                  <a:pt x="10208" y="3570"/>
                </a:cubicBezTo>
                <a:lnTo>
                  <a:pt x="9841" y="3236"/>
                </a:lnTo>
                <a:lnTo>
                  <a:pt x="5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2" name="Google Shape;1862;p83">
            <a:extLst>
              <a:ext uri="{FF2B5EF4-FFF2-40B4-BE49-F238E27FC236}">
                <a16:creationId xmlns:a16="http://schemas.microsoft.com/office/drawing/2014/main" id="{B7856EFB-39E7-607F-B913-16D3E3AA5CD6}"/>
              </a:ext>
            </a:extLst>
          </p:cNvPr>
          <p:cNvSpPr/>
          <p:nvPr/>
        </p:nvSpPr>
        <p:spPr>
          <a:xfrm>
            <a:off x="7306232" y="2197022"/>
            <a:ext cx="454821" cy="550710"/>
          </a:xfrm>
          <a:custGeom>
            <a:avLst/>
            <a:gdLst/>
            <a:ahLst/>
            <a:cxnLst/>
            <a:rect l="l" t="t" r="r" b="b"/>
            <a:pathLst>
              <a:path w="20391" h="24690" extrusionOk="0">
                <a:moveTo>
                  <a:pt x="4431" y="0"/>
                </a:moveTo>
                <a:cubicBezTo>
                  <a:pt x="2345" y="0"/>
                  <a:pt x="0" y="3792"/>
                  <a:pt x="976" y="6476"/>
                </a:cubicBezTo>
                <a:cubicBezTo>
                  <a:pt x="976" y="6476"/>
                  <a:pt x="5980" y="15082"/>
                  <a:pt x="6647" y="15983"/>
                </a:cubicBezTo>
                <a:cubicBezTo>
                  <a:pt x="7347" y="16884"/>
                  <a:pt x="18989" y="24689"/>
                  <a:pt x="18989" y="24689"/>
                </a:cubicBezTo>
                <a:lnTo>
                  <a:pt x="20390" y="23088"/>
                </a:lnTo>
                <a:cubicBezTo>
                  <a:pt x="20390" y="23088"/>
                  <a:pt x="11617" y="14515"/>
                  <a:pt x="10316" y="12647"/>
                </a:cubicBezTo>
                <a:cubicBezTo>
                  <a:pt x="9015" y="10779"/>
                  <a:pt x="6447" y="1773"/>
                  <a:pt x="6447" y="1773"/>
                </a:cubicBezTo>
                <a:cubicBezTo>
                  <a:pt x="5928" y="511"/>
                  <a:pt x="5197" y="0"/>
                  <a:pt x="443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3" name="Google Shape;1863;p83">
            <a:extLst>
              <a:ext uri="{FF2B5EF4-FFF2-40B4-BE49-F238E27FC236}">
                <a16:creationId xmlns:a16="http://schemas.microsoft.com/office/drawing/2014/main" id="{9047D014-60EC-B63B-8A60-33DC76758270}"/>
              </a:ext>
            </a:extLst>
          </p:cNvPr>
          <p:cNvSpPr/>
          <p:nvPr/>
        </p:nvSpPr>
        <p:spPr>
          <a:xfrm>
            <a:off x="7356263" y="2255149"/>
            <a:ext cx="72201" cy="110900"/>
          </a:xfrm>
          <a:custGeom>
            <a:avLst/>
            <a:gdLst/>
            <a:ahLst/>
            <a:cxnLst/>
            <a:rect l="l" t="t" r="r" b="b"/>
            <a:pathLst>
              <a:path w="3237" h="4972" extrusionOk="0">
                <a:moveTo>
                  <a:pt x="2102" y="1"/>
                </a:moveTo>
                <a:cubicBezTo>
                  <a:pt x="1035" y="668"/>
                  <a:pt x="268" y="1769"/>
                  <a:pt x="1" y="3036"/>
                </a:cubicBezTo>
                <a:lnTo>
                  <a:pt x="935" y="4971"/>
                </a:lnTo>
                <a:cubicBezTo>
                  <a:pt x="1368" y="3403"/>
                  <a:pt x="2102" y="2469"/>
                  <a:pt x="3236" y="2202"/>
                </a:cubicBezTo>
                <a:lnTo>
                  <a:pt x="21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4" name="Google Shape;1864;p83">
            <a:extLst>
              <a:ext uri="{FF2B5EF4-FFF2-40B4-BE49-F238E27FC236}">
                <a16:creationId xmlns:a16="http://schemas.microsoft.com/office/drawing/2014/main" id="{1EC0142B-0F2E-3D79-159F-2EACB8809298}"/>
              </a:ext>
            </a:extLst>
          </p:cNvPr>
          <p:cNvSpPr/>
          <p:nvPr/>
        </p:nvSpPr>
        <p:spPr>
          <a:xfrm>
            <a:off x="7622629" y="2629404"/>
            <a:ext cx="203154" cy="189303"/>
          </a:xfrm>
          <a:custGeom>
            <a:avLst/>
            <a:gdLst/>
            <a:ahLst/>
            <a:cxnLst/>
            <a:rect l="l" t="t" r="r" b="b"/>
            <a:pathLst>
              <a:path w="9108" h="8487" extrusionOk="0">
                <a:moveTo>
                  <a:pt x="3470" y="1"/>
                </a:moveTo>
                <a:lnTo>
                  <a:pt x="1" y="3503"/>
                </a:lnTo>
                <a:lnTo>
                  <a:pt x="4871" y="5738"/>
                </a:lnTo>
                <a:lnTo>
                  <a:pt x="6005" y="8307"/>
                </a:lnTo>
                <a:cubicBezTo>
                  <a:pt x="6065" y="8427"/>
                  <a:pt x="6185" y="8487"/>
                  <a:pt x="6308" y="8487"/>
                </a:cubicBezTo>
                <a:cubicBezTo>
                  <a:pt x="6389" y="8487"/>
                  <a:pt x="6472" y="8460"/>
                  <a:pt x="6539" y="8407"/>
                </a:cubicBezTo>
                <a:lnTo>
                  <a:pt x="8974" y="6005"/>
                </a:lnTo>
                <a:cubicBezTo>
                  <a:pt x="9107" y="5871"/>
                  <a:pt x="9074" y="5671"/>
                  <a:pt x="8940" y="5538"/>
                </a:cubicBezTo>
                <a:lnTo>
                  <a:pt x="6672" y="3670"/>
                </a:lnTo>
                <a:lnTo>
                  <a:pt x="34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5" name="Google Shape;1865;p83">
            <a:extLst>
              <a:ext uri="{FF2B5EF4-FFF2-40B4-BE49-F238E27FC236}">
                <a16:creationId xmlns:a16="http://schemas.microsoft.com/office/drawing/2014/main" id="{741D2131-688D-43EF-EA1D-2168E7351DEB}"/>
              </a:ext>
            </a:extLst>
          </p:cNvPr>
          <p:cNvSpPr/>
          <p:nvPr/>
        </p:nvSpPr>
        <p:spPr>
          <a:xfrm>
            <a:off x="7778139" y="2598155"/>
            <a:ext cx="197176" cy="133942"/>
          </a:xfrm>
          <a:custGeom>
            <a:avLst/>
            <a:gdLst/>
            <a:ahLst/>
            <a:cxnLst/>
            <a:rect l="l" t="t" r="r" b="b"/>
            <a:pathLst>
              <a:path w="8840" h="6005" extrusionOk="0">
                <a:moveTo>
                  <a:pt x="3469" y="1"/>
                </a:moveTo>
                <a:lnTo>
                  <a:pt x="0" y="3837"/>
                </a:lnTo>
                <a:lnTo>
                  <a:pt x="4870" y="5705"/>
                </a:lnTo>
                <a:lnTo>
                  <a:pt x="5137" y="6005"/>
                </a:lnTo>
                <a:lnTo>
                  <a:pt x="8740" y="5104"/>
                </a:lnTo>
                <a:lnTo>
                  <a:pt x="8773" y="5004"/>
                </a:lnTo>
                <a:cubicBezTo>
                  <a:pt x="8840" y="4871"/>
                  <a:pt x="8807" y="4704"/>
                  <a:pt x="8673" y="4637"/>
                </a:cubicBezTo>
                <a:lnTo>
                  <a:pt x="6572" y="3570"/>
                </a:lnTo>
                <a:lnTo>
                  <a:pt x="34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6" name="Google Shape;1866;p83">
            <a:extLst>
              <a:ext uri="{FF2B5EF4-FFF2-40B4-BE49-F238E27FC236}">
                <a16:creationId xmlns:a16="http://schemas.microsoft.com/office/drawing/2014/main" id="{8FE9AAF3-0317-6407-5365-AF7671184C55}"/>
              </a:ext>
            </a:extLst>
          </p:cNvPr>
          <p:cNvSpPr/>
          <p:nvPr/>
        </p:nvSpPr>
        <p:spPr>
          <a:xfrm>
            <a:off x="7421750" y="1883570"/>
            <a:ext cx="360783" cy="376821"/>
          </a:xfrm>
          <a:custGeom>
            <a:avLst/>
            <a:gdLst/>
            <a:ahLst/>
            <a:cxnLst/>
            <a:rect l="l" t="t" r="r" b="b"/>
            <a:pathLst>
              <a:path w="16175" h="16894" extrusionOk="0">
                <a:moveTo>
                  <a:pt x="9852" y="2812"/>
                </a:moveTo>
                <a:cubicBezTo>
                  <a:pt x="12629" y="2812"/>
                  <a:pt x="15311" y="4965"/>
                  <a:pt x="15311" y="8221"/>
                </a:cubicBezTo>
                <a:cubicBezTo>
                  <a:pt x="15311" y="11189"/>
                  <a:pt x="12876" y="13591"/>
                  <a:pt x="9907" y="13591"/>
                </a:cubicBezTo>
                <a:cubicBezTo>
                  <a:pt x="5104" y="13591"/>
                  <a:pt x="2702" y="7787"/>
                  <a:pt x="6105" y="4384"/>
                </a:cubicBezTo>
                <a:cubicBezTo>
                  <a:pt x="7190" y="3299"/>
                  <a:pt x="8532" y="2812"/>
                  <a:pt x="9852" y="2812"/>
                </a:cubicBezTo>
                <a:close/>
                <a:moveTo>
                  <a:pt x="8767" y="1"/>
                </a:moveTo>
                <a:cubicBezTo>
                  <a:pt x="8232" y="1"/>
                  <a:pt x="7687" y="59"/>
                  <a:pt x="7139" y="181"/>
                </a:cubicBezTo>
                <a:cubicBezTo>
                  <a:pt x="2502" y="1182"/>
                  <a:pt x="0" y="6219"/>
                  <a:pt x="2002" y="10556"/>
                </a:cubicBezTo>
                <a:lnTo>
                  <a:pt x="1701" y="10289"/>
                </a:lnTo>
                <a:cubicBezTo>
                  <a:pt x="968" y="10722"/>
                  <a:pt x="601" y="11423"/>
                  <a:pt x="634" y="12490"/>
                </a:cubicBezTo>
                <a:cubicBezTo>
                  <a:pt x="3336" y="14525"/>
                  <a:pt x="6405" y="16026"/>
                  <a:pt x="9674" y="16893"/>
                </a:cubicBezTo>
                <a:cubicBezTo>
                  <a:pt x="10308" y="16360"/>
                  <a:pt x="10708" y="15559"/>
                  <a:pt x="10741" y="14725"/>
                </a:cubicBezTo>
                <a:lnTo>
                  <a:pt x="10441" y="14658"/>
                </a:lnTo>
                <a:cubicBezTo>
                  <a:pt x="13777" y="13858"/>
                  <a:pt x="16145" y="10856"/>
                  <a:pt x="16145" y="7420"/>
                </a:cubicBezTo>
                <a:cubicBezTo>
                  <a:pt x="16175" y="3244"/>
                  <a:pt x="12755" y="1"/>
                  <a:pt x="87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7" name="Google Shape;1867;p83">
            <a:extLst>
              <a:ext uri="{FF2B5EF4-FFF2-40B4-BE49-F238E27FC236}">
                <a16:creationId xmlns:a16="http://schemas.microsoft.com/office/drawing/2014/main" id="{BC37F17D-95D5-40A1-5838-921FADCA8545}"/>
              </a:ext>
            </a:extLst>
          </p:cNvPr>
          <p:cNvSpPr/>
          <p:nvPr/>
        </p:nvSpPr>
        <p:spPr>
          <a:xfrm>
            <a:off x="7455966" y="2034173"/>
            <a:ext cx="67740" cy="120559"/>
          </a:xfrm>
          <a:custGeom>
            <a:avLst/>
            <a:gdLst/>
            <a:ahLst/>
            <a:cxnLst/>
            <a:rect l="l" t="t" r="r" b="b"/>
            <a:pathLst>
              <a:path w="3037" h="5405" extrusionOk="0">
                <a:moveTo>
                  <a:pt x="201" y="1"/>
                </a:moveTo>
                <a:cubicBezTo>
                  <a:pt x="1" y="1335"/>
                  <a:pt x="201" y="2703"/>
                  <a:pt x="768" y="3937"/>
                </a:cubicBezTo>
                <a:lnTo>
                  <a:pt x="3036" y="5405"/>
                </a:lnTo>
                <a:cubicBezTo>
                  <a:pt x="1368" y="4170"/>
                  <a:pt x="401" y="2436"/>
                  <a:pt x="2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8" name="Google Shape;1868;p83">
            <a:extLst>
              <a:ext uri="{FF2B5EF4-FFF2-40B4-BE49-F238E27FC236}">
                <a16:creationId xmlns:a16="http://schemas.microsoft.com/office/drawing/2014/main" id="{8749F895-916C-1761-5F02-D8312DA10A97}"/>
              </a:ext>
            </a:extLst>
          </p:cNvPr>
          <p:cNvSpPr/>
          <p:nvPr/>
        </p:nvSpPr>
        <p:spPr>
          <a:xfrm>
            <a:off x="7657603" y="1900990"/>
            <a:ext cx="111637" cy="104187"/>
          </a:xfrm>
          <a:custGeom>
            <a:avLst/>
            <a:gdLst/>
            <a:ahLst/>
            <a:cxnLst/>
            <a:rect l="l" t="t" r="r" b="b"/>
            <a:pathLst>
              <a:path w="5005" h="4671" extrusionOk="0">
                <a:moveTo>
                  <a:pt x="768" y="1"/>
                </a:moveTo>
                <a:lnTo>
                  <a:pt x="0" y="234"/>
                </a:lnTo>
                <a:cubicBezTo>
                  <a:pt x="2269" y="868"/>
                  <a:pt x="4137" y="2503"/>
                  <a:pt x="5004" y="4671"/>
                </a:cubicBezTo>
                <a:cubicBezTo>
                  <a:pt x="4304" y="2603"/>
                  <a:pt x="2769" y="935"/>
                  <a:pt x="7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69" name="Google Shape;1869;p83">
            <a:extLst>
              <a:ext uri="{FF2B5EF4-FFF2-40B4-BE49-F238E27FC236}">
                <a16:creationId xmlns:a16="http://schemas.microsoft.com/office/drawing/2014/main" id="{5BF44D70-7D1C-3593-9F1F-57A788C591AD}"/>
              </a:ext>
            </a:extLst>
          </p:cNvPr>
          <p:cNvSpPr/>
          <p:nvPr/>
        </p:nvSpPr>
        <p:spPr>
          <a:xfrm>
            <a:off x="7634540" y="1889837"/>
            <a:ext cx="30536" cy="14164"/>
          </a:xfrm>
          <a:custGeom>
            <a:avLst/>
            <a:gdLst/>
            <a:ahLst/>
            <a:cxnLst/>
            <a:rect l="l" t="t" r="r" b="b"/>
            <a:pathLst>
              <a:path w="1369" h="635" extrusionOk="0">
                <a:moveTo>
                  <a:pt x="167" y="0"/>
                </a:moveTo>
                <a:lnTo>
                  <a:pt x="0" y="501"/>
                </a:lnTo>
                <a:lnTo>
                  <a:pt x="634" y="634"/>
                </a:lnTo>
                <a:lnTo>
                  <a:pt x="1368" y="334"/>
                </a:lnTo>
                <a:cubicBezTo>
                  <a:pt x="1001" y="134"/>
                  <a:pt x="567" y="34"/>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0" name="Google Shape;1870;p83">
            <a:extLst>
              <a:ext uri="{FF2B5EF4-FFF2-40B4-BE49-F238E27FC236}">
                <a16:creationId xmlns:a16="http://schemas.microsoft.com/office/drawing/2014/main" id="{591E4CE7-7E54-9CBC-C5B8-5C5778F65C6B}"/>
              </a:ext>
            </a:extLst>
          </p:cNvPr>
          <p:cNvSpPr/>
          <p:nvPr/>
        </p:nvSpPr>
        <p:spPr>
          <a:xfrm>
            <a:off x="7185139" y="3126426"/>
            <a:ext cx="13428" cy="105659"/>
          </a:xfrm>
          <a:custGeom>
            <a:avLst/>
            <a:gdLst/>
            <a:ahLst/>
            <a:cxnLst/>
            <a:rect l="l" t="t" r="r" b="b"/>
            <a:pathLst>
              <a:path w="602" h="4737" extrusionOk="0">
                <a:moveTo>
                  <a:pt x="301" y="0"/>
                </a:moveTo>
                <a:lnTo>
                  <a:pt x="1" y="4637"/>
                </a:lnTo>
                <a:lnTo>
                  <a:pt x="268" y="4737"/>
                </a:lnTo>
                <a:lnTo>
                  <a:pt x="601" y="34"/>
                </a:ln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nvGrpSpPr>
          <p:cNvPr id="1871" name="Google Shape;1871;p83">
            <a:extLst>
              <a:ext uri="{FF2B5EF4-FFF2-40B4-BE49-F238E27FC236}">
                <a16:creationId xmlns:a16="http://schemas.microsoft.com/office/drawing/2014/main" id="{E1BF722D-BCF5-8171-F63F-4BE837A27AD3}"/>
              </a:ext>
            </a:extLst>
          </p:cNvPr>
          <p:cNvGrpSpPr/>
          <p:nvPr/>
        </p:nvGrpSpPr>
        <p:grpSpPr>
          <a:xfrm>
            <a:off x="5335300" y="1439700"/>
            <a:ext cx="3738225" cy="2596815"/>
            <a:chOff x="2657407" y="1439700"/>
            <a:chExt cx="3738225" cy="2596815"/>
          </a:xfrm>
        </p:grpSpPr>
        <p:grpSp>
          <p:nvGrpSpPr>
            <p:cNvPr id="1872" name="Google Shape;1872;p83">
              <a:extLst>
                <a:ext uri="{FF2B5EF4-FFF2-40B4-BE49-F238E27FC236}">
                  <a16:creationId xmlns:a16="http://schemas.microsoft.com/office/drawing/2014/main" id="{DE66DB4D-7488-CD9C-3F1F-558CD519D525}"/>
                </a:ext>
              </a:extLst>
            </p:cNvPr>
            <p:cNvGrpSpPr/>
            <p:nvPr/>
          </p:nvGrpSpPr>
          <p:grpSpPr>
            <a:xfrm>
              <a:off x="5280118" y="1439700"/>
              <a:ext cx="832601" cy="495550"/>
              <a:chOff x="6346918" y="1439700"/>
              <a:chExt cx="832601" cy="495550"/>
            </a:xfrm>
          </p:grpSpPr>
          <p:sp>
            <p:nvSpPr>
              <p:cNvPr id="1873" name="Google Shape;1873;p83">
                <a:extLst>
                  <a:ext uri="{FF2B5EF4-FFF2-40B4-BE49-F238E27FC236}">
                    <a16:creationId xmlns:a16="http://schemas.microsoft.com/office/drawing/2014/main" id="{E4850AD3-4FAA-15B2-7D55-8367292ED65E}"/>
                  </a:ext>
                </a:extLst>
              </p:cNvPr>
              <p:cNvSpPr/>
              <p:nvPr/>
            </p:nvSpPr>
            <p:spPr>
              <a:xfrm>
                <a:off x="6512086" y="1439700"/>
                <a:ext cx="494814" cy="495550"/>
              </a:xfrm>
              <a:custGeom>
                <a:avLst/>
                <a:gdLst/>
                <a:ahLst/>
                <a:cxnLst/>
                <a:rect l="l" t="t" r="r" b="b"/>
                <a:pathLst>
                  <a:path w="22184" h="22217" extrusionOk="0">
                    <a:moveTo>
                      <a:pt x="11075" y="0"/>
                    </a:moveTo>
                    <a:cubicBezTo>
                      <a:pt x="4971" y="0"/>
                      <a:pt x="1" y="4971"/>
                      <a:pt x="1" y="11108"/>
                    </a:cubicBezTo>
                    <a:cubicBezTo>
                      <a:pt x="1" y="17246"/>
                      <a:pt x="4971" y="22216"/>
                      <a:pt x="11075" y="22216"/>
                    </a:cubicBezTo>
                    <a:cubicBezTo>
                      <a:pt x="17213" y="22216"/>
                      <a:pt x="22183" y="17246"/>
                      <a:pt x="22183" y="11108"/>
                    </a:cubicBezTo>
                    <a:cubicBezTo>
                      <a:pt x="22183" y="4971"/>
                      <a:pt x="17213" y="0"/>
                      <a:pt x="110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4" name="Google Shape;1874;p83">
                <a:extLst>
                  <a:ext uri="{FF2B5EF4-FFF2-40B4-BE49-F238E27FC236}">
                    <a16:creationId xmlns:a16="http://schemas.microsoft.com/office/drawing/2014/main" id="{E9EAA16E-2814-2C8D-D47F-179F6D57C40C}"/>
                  </a:ext>
                </a:extLst>
              </p:cNvPr>
              <p:cNvSpPr/>
              <p:nvPr/>
            </p:nvSpPr>
            <p:spPr>
              <a:xfrm>
                <a:off x="6490517" y="1484332"/>
                <a:ext cx="538688" cy="415051"/>
              </a:xfrm>
              <a:custGeom>
                <a:avLst/>
                <a:gdLst/>
                <a:ahLst/>
                <a:cxnLst/>
                <a:rect l="l" t="t" r="r" b="b"/>
                <a:pathLst>
                  <a:path w="24151" h="18608" extrusionOk="0">
                    <a:moveTo>
                      <a:pt x="18380" y="1"/>
                    </a:moveTo>
                    <a:cubicBezTo>
                      <a:pt x="18714" y="735"/>
                      <a:pt x="18647" y="1402"/>
                      <a:pt x="17746" y="2002"/>
                    </a:cubicBezTo>
                    <a:cubicBezTo>
                      <a:pt x="13743" y="4070"/>
                      <a:pt x="9307" y="5238"/>
                      <a:pt x="4804" y="5505"/>
                    </a:cubicBezTo>
                    <a:cubicBezTo>
                      <a:pt x="4647" y="5513"/>
                      <a:pt x="4497" y="5517"/>
                      <a:pt x="4355" y="5517"/>
                    </a:cubicBezTo>
                    <a:cubicBezTo>
                      <a:pt x="2767" y="5517"/>
                      <a:pt x="2054" y="5000"/>
                      <a:pt x="2269" y="3837"/>
                    </a:cubicBezTo>
                    <a:lnTo>
                      <a:pt x="2269" y="3837"/>
                    </a:lnTo>
                    <a:cubicBezTo>
                      <a:pt x="0" y="8340"/>
                      <a:pt x="401" y="14111"/>
                      <a:pt x="5271" y="17880"/>
                    </a:cubicBezTo>
                    <a:cubicBezTo>
                      <a:pt x="5682" y="18356"/>
                      <a:pt x="6527" y="18607"/>
                      <a:pt x="7843" y="18607"/>
                    </a:cubicBezTo>
                    <a:cubicBezTo>
                      <a:pt x="8557" y="18607"/>
                      <a:pt x="9410" y="18533"/>
                      <a:pt x="10408" y="18381"/>
                    </a:cubicBezTo>
                    <a:cubicBezTo>
                      <a:pt x="13510" y="18080"/>
                      <a:pt x="16512" y="17313"/>
                      <a:pt x="19381" y="16212"/>
                    </a:cubicBezTo>
                    <a:cubicBezTo>
                      <a:pt x="20382" y="15912"/>
                      <a:pt x="21249" y="15245"/>
                      <a:pt x="21816" y="14378"/>
                    </a:cubicBezTo>
                    <a:cubicBezTo>
                      <a:pt x="24151" y="10008"/>
                      <a:pt x="23784" y="4271"/>
                      <a:pt x="183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5" name="Google Shape;1875;p83">
                <a:extLst>
                  <a:ext uri="{FF2B5EF4-FFF2-40B4-BE49-F238E27FC236}">
                    <a16:creationId xmlns:a16="http://schemas.microsoft.com/office/drawing/2014/main" id="{6B51763A-3D83-61DF-5886-81075DBA6F36}"/>
                  </a:ext>
                </a:extLst>
              </p:cNvPr>
              <p:cNvSpPr/>
              <p:nvPr/>
            </p:nvSpPr>
            <p:spPr>
              <a:xfrm>
                <a:off x="6511350" y="1579575"/>
                <a:ext cx="499253" cy="259653"/>
              </a:xfrm>
              <a:custGeom>
                <a:avLst/>
                <a:gdLst/>
                <a:ahLst/>
                <a:cxnLst/>
                <a:rect l="l" t="t" r="r" b="b"/>
                <a:pathLst>
                  <a:path w="22383" h="11641" extrusionOk="0">
                    <a:moveTo>
                      <a:pt x="21115" y="1"/>
                    </a:moveTo>
                    <a:cubicBezTo>
                      <a:pt x="20949" y="1535"/>
                      <a:pt x="19881" y="2803"/>
                      <a:pt x="17780" y="3737"/>
                    </a:cubicBezTo>
                    <a:cubicBezTo>
                      <a:pt x="13643" y="5304"/>
                      <a:pt x="9340" y="6338"/>
                      <a:pt x="4971" y="6905"/>
                    </a:cubicBezTo>
                    <a:cubicBezTo>
                      <a:pt x="4430" y="6970"/>
                      <a:pt x="3922" y="7004"/>
                      <a:pt x="3453" y="7004"/>
                    </a:cubicBezTo>
                    <a:cubicBezTo>
                      <a:pt x="1487" y="7004"/>
                      <a:pt x="195" y="6399"/>
                      <a:pt x="34" y="4837"/>
                    </a:cubicBezTo>
                    <a:lnTo>
                      <a:pt x="34" y="4837"/>
                    </a:lnTo>
                    <a:cubicBezTo>
                      <a:pt x="0" y="6972"/>
                      <a:pt x="634" y="9074"/>
                      <a:pt x="1868" y="10842"/>
                    </a:cubicBezTo>
                    <a:cubicBezTo>
                      <a:pt x="2235" y="11380"/>
                      <a:pt x="3157" y="11641"/>
                      <a:pt x="4556" y="11641"/>
                    </a:cubicBezTo>
                    <a:cubicBezTo>
                      <a:pt x="5323" y="11641"/>
                      <a:pt x="6233" y="11562"/>
                      <a:pt x="7272" y="11409"/>
                    </a:cubicBezTo>
                    <a:cubicBezTo>
                      <a:pt x="11108" y="11008"/>
                      <a:pt x="14878" y="10108"/>
                      <a:pt x="18447" y="8673"/>
                    </a:cubicBezTo>
                    <a:cubicBezTo>
                      <a:pt x="20382" y="7906"/>
                      <a:pt x="21682" y="6939"/>
                      <a:pt x="22250" y="5705"/>
                    </a:cubicBezTo>
                    <a:cubicBezTo>
                      <a:pt x="22383" y="3737"/>
                      <a:pt x="21983" y="1768"/>
                      <a:pt x="21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6" name="Google Shape;1876;p83">
                <a:extLst>
                  <a:ext uri="{FF2B5EF4-FFF2-40B4-BE49-F238E27FC236}">
                    <a16:creationId xmlns:a16="http://schemas.microsoft.com/office/drawing/2014/main" id="{9F608FE8-5476-C607-6E84-B805C9388C5F}"/>
                  </a:ext>
                </a:extLst>
              </p:cNvPr>
              <p:cNvSpPr/>
              <p:nvPr/>
            </p:nvSpPr>
            <p:spPr>
              <a:xfrm>
                <a:off x="6627425" y="1448533"/>
                <a:ext cx="143644" cy="51904"/>
              </a:xfrm>
              <a:custGeom>
                <a:avLst/>
                <a:gdLst/>
                <a:ahLst/>
                <a:cxnLst/>
                <a:rect l="l" t="t" r="r" b="b"/>
                <a:pathLst>
                  <a:path w="6440" h="2327" extrusionOk="0">
                    <a:moveTo>
                      <a:pt x="5454" y="0"/>
                    </a:moveTo>
                    <a:cubicBezTo>
                      <a:pt x="5256" y="0"/>
                      <a:pt x="5018" y="12"/>
                      <a:pt x="4737" y="38"/>
                    </a:cubicBezTo>
                    <a:cubicBezTo>
                      <a:pt x="3603" y="238"/>
                      <a:pt x="2502" y="538"/>
                      <a:pt x="1468" y="939"/>
                    </a:cubicBezTo>
                    <a:cubicBezTo>
                      <a:pt x="600" y="1306"/>
                      <a:pt x="0" y="1706"/>
                      <a:pt x="167" y="2039"/>
                    </a:cubicBezTo>
                    <a:cubicBezTo>
                      <a:pt x="470" y="2272"/>
                      <a:pt x="903" y="2326"/>
                      <a:pt x="1364" y="2326"/>
                    </a:cubicBezTo>
                    <a:cubicBezTo>
                      <a:pt x="1563" y="2326"/>
                      <a:pt x="1767" y="2316"/>
                      <a:pt x="1968" y="2306"/>
                    </a:cubicBezTo>
                    <a:cubicBezTo>
                      <a:pt x="2935" y="2206"/>
                      <a:pt x="3869" y="1973"/>
                      <a:pt x="4770" y="1606"/>
                    </a:cubicBezTo>
                    <a:cubicBezTo>
                      <a:pt x="5337" y="1339"/>
                      <a:pt x="5871" y="972"/>
                      <a:pt x="6305" y="538"/>
                    </a:cubicBezTo>
                    <a:cubicBezTo>
                      <a:pt x="6439" y="215"/>
                      <a:pt x="6291" y="0"/>
                      <a:pt x="54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7" name="Google Shape;1877;p83">
                <a:extLst>
                  <a:ext uri="{FF2B5EF4-FFF2-40B4-BE49-F238E27FC236}">
                    <a16:creationId xmlns:a16="http://schemas.microsoft.com/office/drawing/2014/main" id="{F2AF08B0-F560-33F4-9624-C55953C12895}"/>
                  </a:ext>
                </a:extLst>
              </p:cNvPr>
              <p:cNvSpPr/>
              <p:nvPr/>
            </p:nvSpPr>
            <p:spPr>
              <a:xfrm>
                <a:off x="6346918" y="1525440"/>
                <a:ext cx="832601" cy="339884"/>
              </a:xfrm>
              <a:custGeom>
                <a:avLst/>
                <a:gdLst/>
                <a:ahLst/>
                <a:cxnLst/>
                <a:rect l="l" t="t" r="r" b="b"/>
                <a:pathLst>
                  <a:path w="37328" h="15238" extrusionOk="0">
                    <a:moveTo>
                      <a:pt x="7505" y="8729"/>
                    </a:moveTo>
                    <a:cubicBezTo>
                      <a:pt x="7506" y="8730"/>
                      <a:pt x="7506" y="8731"/>
                      <a:pt x="7506" y="8732"/>
                    </a:cubicBezTo>
                    <a:cubicBezTo>
                      <a:pt x="7506" y="8731"/>
                      <a:pt x="7506" y="8730"/>
                      <a:pt x="7505" y="8729"/>
                    </a:cubicBezTo>
                    <a:close/>
                    <a:moveTo>
                      <a:pt x="31156" y="1"/>
                    </a:moveTo>
                    <a:cubicBezTo>
                      <a:pt x="29960" y="1"/>
                      <a:pt x="28602" y="99"/>
                      <a:pt x="27120" y="293"/>
                    </a:cubicBezTo>
                    <a:cubicBezTo>
                      <a:pt x="27587" y="826"/>
                      <a:pt x="27987" y="1427"/>
                      <a:pt x="28321" y="2061"/>
                    </a:cubicBezTo>
                    <a:cubicBezTo>
                      <a:pt x="30122" y="2127"/>
                      <a:pt x="31323" y="2561"/>
                      <a:pt x="31590" y="3362"/>
                    </a:cubicBezTo>
                    <a:cubicBezTo>
                      <a:pt x="32257" y="5363"/>
                      <a:pt x="26886" y="8865"/>
                      <a:pt x="19681" y="11200"/>
                    </a:cubicBezTo>
                    <a:cubicBezTo>
                      <a:pt x="15673" y="12512"/>
                      <a:pt x="11920" y="13179"/>
                      <a:pt x="9262" y="13179"/>
                    </a:cubicBezTo>
                    <a:cubicBezTo>
                      <a:pt x="7119" y="13179"/>
                      <a:pt x="5687" y="12746"/>
                      <a:pt x="5404" y="11868"/>
                    </a:cubicBezTo>
                    <a:cubicBezTo>
                      <a:pt x="5137" y="11034"/>
                      <a:pt x="5805" y="10000"/>
                      <a:pt x="7406" y="8799"/>
                    </a:cubicBezTo>
                    <a:cubicBezTo>
                      <a:pt x="7377" y="8799"/>
                      <a:pt x="7471" y="8725"/>
                      <a:pt x="7498" y="8725"/>
                    </a:cubicBezTo>
                    <a:cubicBezTo>
                      <a:pt x="7502" y="8725"/>
                      <a:pt x="7504" y="8726"/>
                      <a:pt x="7505" y="8729"/>
                    </a:cubicBezTo>
                    <a:lnTo>
                      <a:pt x="7505" y="8729"/>
                    </a:lnTo>
                    <a:cubicBezTo>
                      <a:pt x="7406" y="8030"/>
                      <a:pt x="7372" y="7330"/>
                      <a:pt x="7406" y="6631"/>
                    </a:cubicBezTo>
                    <a:lnTo>
                      <a:pt x="7406" y="6631"/>
                    </a:lnTo>
                    <a:cubicBezTo>
                      <a:pt x="2769" y="9099"/>
                      <a:pt x="0" y="11701"/>
                      <a:pt x="567" y="13435"/>
                    </a:cubicBezTo>
                    <a:cubicBezTo>
                      <a:pt x="955" y="14642"/>
                      <a:pt x="2913" y="15237"/>
                      <a:pt x="5848" y="15237"/>
                    </a:cubicBezTo>
                    <a:cubicBezTo>
                      <a:pt x="9483" y="15237"/>
                      <a:pt x="14615" y="14325"/>
                      <a:pt x="20115" y="12535"/>
                    </a:cubicBezTo>
                    <a:cubicBezTo>
                      <a:pt x="30022" y="9332"/>
                      <a:pt x="37327" y="4529"/>
                      <a:pt x="36426" y="1794"/>
                    </a:cubicBezTo>
                    <a:cubicBezTo>
                      <a:pt x="36024" y="587"/>
                      <a:pt x="34076" y="1"/>
                      <a:pt x="31156"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78" name="Google Shape;1878;p83">
                <a:extLst>
                  <a:ext uri="{FF2B5EF4-FFF2-40B4-BE49-F238E27FC236}">
                    <a16:creationId xmlns:a16="http://schemas.microsoft.com/office/drawing/2014/main" id="{422D20F4-F3E2-98DD-4DCE-DA1A1B504F81}"/>
                  </a:ext>
                </a:extLst>
              </p:cNvPr>
              <p:cNvSpPr/>
              <p:nvPr/>
            </p:nvSpPr>
            <p:spPr>
              <a:xfrm>
                <a:off x="6346918" y="1525440"/>
                <a:ext cx="832601" cy="339884"/>
              </a:xfrm>
              <a:custGeom>
                <a:avLst/>
                <a:gdLst/>
                <a:ahLst/>
                <a:cxnLst/>
                <a:rect l="l" t="t" r="r" b="b"/>
                <a:pathLst>
                  <a:path w="37328" h="15238" extrusionOk="0">
                    <a:moveTo>
                      <a:pt x="7505" y="8729"/>
                    </a:moveTo>
                    <a:cubicBezTo>
                      <a:pt x="7506" y="8730"/>
                      <a:pt x="7506" y="8731"/>
                      <a:pt x="7506" y="8732"/>
                    </a:cubicBezTo>
                    <a:cubicBezTo>
                      <a:pt x="7506" y="8731"/>
                      <a:pt x="7506" y="8730"/>
                      <a:pt x="7505" y="8729"/>
                    </a:cubicBezTo>
                    <a:close/>
                    <a:moveTo>
                      <a:pt x="31156" y="1"/>
                    </a:moveTo>
                    <a:cubicBezTo>
                      <a:pt x="29960" y="1"/>
                      <a:pt x="28602" y="99"/>
                      <a:pt x="27120" y="293"/>
                    </a:cubicBezTo>
                    <a:cubicBezTo>
                      <a:pt x="27587" y="826"/>
                      <a:pt x="27987" y="1427"/>
                      <a:pt x="28321" y="2061"/>
                    </a:cubicBezTo>
                    <a:cubicBezTo>
                      <a:pt x="30122" y="2127"/>
                      <a:pt x="31323" y="2561"/>
                      <a:pt x="31590" y="3362"/>
                    </a:cubicBezTo>
                    <a:cubicBezTo>
                      <a:pt x="32257" y="5363"/>
                      <a:pt x="26886" y="8865"/>
                      <a:pt x="19681" y="11200"/>
                    </a:cubicBezTo>
                    <a:cubicBezTo>
                      <a:pt x="15673" y="12512"/>
                      <a:pt x="11920" y="13179"/>
                      <a:pt x="9262" y="13179"/>
                    </a:cubicBezTo>
                    <a:cubicBezTo>
                      <a:pt x="7119" y="13179"/>
                      <a:pt x="5687" y="12746"/>
                      <a:pt x="5404" y="11868"/>
                    </a:cubicBezTo>
                    <a:cubicBezTo>
                      <a:pt x="5137" y="11034"/>
                      <a:pt x="5805" y="10000"/>
                      <a:pt x="7406" y="8799"/>
                    </a:cubicBezTo>
                    <a:cubicBezTo>
                      <a:pt x="7377" y="8799"/>
                      <a:pt x="7471" y="8725"/>
                      <a:pt x="7498" y="8725"/>
                    </a:cubicBezTo>
                    <a:cubicBezTo>
                      <a:pt x="7502" y="8725"/>
                      <a:pt x="7504" y="8726"/>
                      <a:pt x="7505" y="8729"/>
                    </a:cubicBezTo>
                    <a:lnTo>
                      <a:pt x="7505" y="8729"/>
                    </a:lnTo>
                    <a:cubicBezTo>
                      <a:pt x="7406" y="8030"/>
                      <a:pt x="7372" y="7330"/>
                      <a:pt x="7406" y="6631"/>
                    </a:cubicBezTo>
                    <a:lnTo>
                      <a:pt x="7406" y="6631"/>
                    </a:lnTo>
                    <a:cubicBezTo>
                      <a:pt x="2769" y="9099"/>
                      <a:pt x="0" y="11701"/>
                      <a:pt x="567" y="13435"/>
                    </a:cubicBezTo>
                    <a:cubicBezTo>
                      <a:pt x="955" y="14642"/>
                      <a:pt x="2913" y="15237"/>
                      <a:pt x="5848" y="15237"/>
                    </a:cubicBezTo>
                    <a:cubicBezTo>
                      <a:pt x="9483" y="15237"/>
                      <a:pt x="14615" y="14325"/>
                      <a:pt x="20115" y="12535"/>
                    </a:cubicBezTo>
                    <a:cubicBezTo>
                      <a:pt x="30022" y="9332"/>
                      <a:pt x="37327" y="4529"/>
                      <a:pt x="36426" y="1794"/>
                    </a:cubicBezTo>
                    <a:cubicBezTo>
                      <a:pt x="36024" y="587"/>
                      <a:pt x="34076" y="1"/>
                      <a:pt x="311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1879" name="Google Shape;1879;p83">
              <a:extLst>
                <a:ext uri="{FF2B5EF4-FFF2-40B4-BE49-F238E27FC236}">
                  <a16:creationId xmlns:a16="http://schemas.microsoft.com/office/drawing/2014/main" id="{5F8BD11C-BDD7-7F30-AAE0-E2C1CCCEE942}"/>
                </a:ext>
              </a:extLst>
            </p:cNvPr>
            <p:cNvGrpSpPr/>
            <p:nvPr/>
          </p:nvGrpSpPr>
          <p:grpSpPr>
            <a:xfrm>
              <a:off x="2657407" y="2392804"/>
              <a:ext cx="796132" cy="725448"/>
              <a:chOff x="2886007" y="1770416"/>
              <a:chExt cx="796132" cy="725448"/>
            </a:xfrm>
          </p:grpSpPr>
          <p:sp>
            <p:nvSpPr>
              <p:cNvPr id="1880" name="Google Shape;1880;p83">
                <a:extLst>
                  <a:ext uri="{FF2B5EF4-FFF2-40B4-BE49-F238E27FC236}">
                    <a16:creationId xmlns:a16="http://schemas.microsoft.com/office/drawing/2014/main" id="{1094435D-6CFE-9E4F-AF16-7BE5169B5472}"/>
                  </a:ext>
                </a:extLst>
              </p:cNvPr>
              <p:cNvSpPr/>
              <p:nvPr/>
            </p:nvSpPr>
            <p:spPr>
              <a:xfrm>
                <a:off x="2886007" y="1770416"/>
                <a:ext cx="796132" cy="725448"/>
              </a:xfrm>
              <a:custGeom>
                <a:avLst/>
                <a:gdLst/>
                <a:ahLst/>
                <a:cxnLst/>
                <a:rect l="l" t="t" r="r" b="b"/>
                <a:pathLst>
                  <a:path w="35693" h="32524" extrusionOk="0">
                    <a:moveTo>
                      <a:pt x="17859" y="1"/>
                    </a:moveTo>
                    <a:cubicBezTo>
                      <a:pt x="13694" y="1"/>
                      <a:pt x="9524" y="1585"/>
                      <a:pt x="6338" y="4754"/>
                    </a:cubicBezTo>
                    <a:cubicBezTo>
                      <a:pt x="0" y="11125"/>
                      <a:pt x="0" y="21399"/>
                      <a:pt x="6338" y="27771"/>
                    </a:cubicBezTo>
                    <a:cubicBezTo>
                      <a:pt x="9524" y="30939"/>
                      <a:pt x="13694" y="32524"/>
                      <a:pt x="17859" y="32524"/>
                    </a:cubicBezTo>
                    <a:cubicBezTo>
                      <a:pt x="22025" y="32524"/>
                      <a:pt x="26186" y="30939"/>
                      <a:pt x="29355" y="27771"/>
                    </a:cubicBezTo>
                    <a:cubicBezTo>
                      <a:pt x="35693" y="21399"/>
                      <a:pt x="35693" y="11125"/>
                      <a:pt x="29355" y="4754"/>
                    </a:cubicBezTo>
                    <a:cubicBezTo>
                      <a:pt x="26186" y="1585"/>
                      <a:pt x="22025" y="1"/>
                      <a:pt x="178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1" name="Google Shape;1881;p83">
                <a:extLst>
                  <a:ext uri="{FF2B5EF4-FFF2-40B4-BE49-F238E27FC236}">
                    <a16:creationId xmlns:a16="http://schemas.microsoft.com/office/drawing/2014/main" id="{A7AF5455-D93F-6DCA-1A22-1F5289F1DAAB}"/>
                  </a:ext>
                </a:extLst>
              </p:cNvPr>
              <p:cNvSpPr/>
              <p:nvPr/>
            </p:nvSpPr>
            <p:spPr>
              <a:xfrm>
                <a:off x="3080194" y="1770795"/>
                <a:ext cx="466531" cy="671537"/>
              </a:xfrm>
              <a:custGeom>
                <a:avLst/>
                <a:gdLst/>
                <a:ahLst/>
                <a:cxnLst/>
                <a:rect l="l" t="t" r="r" b="b"/>
                <a:pathLst>
                  <a:path w="20916" h="30107" extrusionOk="0">
                    <a:moveTo>
                      <a:pt x="8440" y="0"/>
                    </a:moveTo>
                    <a:lnTo>
                      <a:pt x="8440" y="0"/>
                    </a:lnTo>
                    <a:cubicBezTo>
                      <a:pt x="6105" y="134"/>
                      <a:pt x="3837" y="734"/>
                      <a:pt x="1769" y="1835"/>
                    </a:cubicBezTo>
                    <a:cubicBezTo>
                      <a:pt x="935" y="3936"/>
                      <a:pt x="368" y="6138"/>
                      <a:pt x="34" y="8406"/>
                    </a:cubicBezTo>
                    <a:cubicBezTo>
                      <a:pt x="1" y="8506"/>
                      <a:pt x="34" y="8606"/>
                      <a:pt x="134" y="8673"/>
                    </a:cubicBezTo>
                    <a:lnTo>
                      <a:pt x="2669" y="11142"/>
                    </a:lnTo>
                    <a:cubicBezTo>
                      <a:pt x="2736" y="11175"/>
                      <a:pt x="2803" y="11208"/>
                      <a:pt x="2836" y="11208"/>
                    </a:cubicBezTo>
                    <a:lnTo>
                      <a:pt x="3803" y="11308"/>
                    </a:lnTo>
                    <a:cubicBezTo>
                      <a:pt x="3837" y="11308"/>
                      <a:pt x="3903" y="11308"/>
                      <a:pt x="3937" y="11342"/>
                    </a:cubicBezTo>
                    <a:lnTo>
                      <a:pt x="7606" y="13543"/>
                    </a:lnTo>
                    <a:cubicBezTo>
                      <a:pt x="7706" y="13610"/>
                      <a:pt x="7740" y="13710"/>
                      <a:pt x="7740" y="13810"/>
                    </a:cubicBezTo>
                    <a:lnTo>
                      <a:pt x="7373" y="17513"/>
                    </a:lnTo>
                    <a:cubicBezTo>
                      <a:pt x="7373" y="17646"/>
                      <a:pt x="7406" y="17780"/>
                      <a:pt x="7473" y="17913"/>
                    </a:cubicBezTo>
                    <a:lnTo>
                      <a:pt x="9274" y="20749"/>
                    </a:lnTo>
                    <a:cubicBezTo>
                      <a:pt x="9274" y="20782"/>
                      <a:pt x="9307" y="20815"/>
                      <a:pt x="9341" y="20849"/>
                    </a:cubicBezTo>
                    <a:lnTo>
                      <a:pt x="10708" y="21916"/>
                    </a:lnTo>
                    <a:cubicBezTo>
                      <a:pt x="10808" y="21983"/>
                      <a:pt x="10842" y="22049"/>
                      <a:pt x="10808" y="22150"/>
                    </a:cubicBezTo>
                    <a:lnTo>
                      <a:pt x="10308" y="25152"/>
                    </a:lnTo>
                    <a:lnTo>
                      <a:pt x="9374" y="29788"/>
                    </a:lnTo>
                    <a:cubicBezTo>
                      <a:pt x="9408" y="30007"/>
                      <a:pt x="9526" y="30106"/>
                      <a:pt x="9714" y="30106"/>
                    </a:cubicBezTo>
                    <a:cubicBezTo>
                      <a:pt x="10073" y="30106"/>
                      <a:pt x="10688" y="29745"/>
                      <a:pt x="11476" y="29155"/>
                    </a:cubicBezTo>
                    <a:lnTo>
                      <a:pt x="12643" y="27253"/>
                    </a:lnTo>
                    <a:lnTo>
                      <a:pt x="13677" y="26820"/>
                    </a:lnTo>
                    <a:lnTo>
                      <a:pt x="16312" y="24952"/>
                    </a:lnTo>
                    <a:lnTo>
                      <a:pt x="18114" y="22883"/>
                    </a:lnTo>
                    <a:lnTo>
                      <a:pt x="19081" y="20715"/>
                    </a:lnTo>
                    <a:cubicBezTo>
                      <a:pt x="19114" y="20682"/>
                      <a:pt x="19148" y="20648"/>
                      <a:pt x="19148" y="20615"/>
                    </a:cubicBezTo>
                    <a:lnTo>
                      <a:pt x="20148" y="19481"/>
                    </a:lnTo>
                    <a:lnTo>
                      <a:pt x="20816" y="18814"/>
                    </a:lnTo>
                    <a:cubicBezTo>
                      <a:pt x="20882" y="18747"/>
                      <a:pt x="20916" y="18647"/>
                      <a:pt x="20916" y="18580"/>
                    </a:cubicBezTo>
                    <a:lnTo>
                      <a:pt x="20916" y="17580"/>
                    </a:lnTo>
                    <a:cubicBezTo>
                      <a:pt x="20916" y="17531"/>
                      <a:pt x="20898" y="17500"/>
                      <a:pt x="20862" y="17500"/>
                    </a:cubicBezTo>
                    <a:cubicBezTo>
                      <a:pt x="20849" y="17500"/>
                      <a:pt x="20833" y="17504"/>
                      <a:pt x="20816" y="17513"/>
                    </a:cubicBezTo>
                    <a:lnTo>
                      <a:pt x="20449" y="17546"/>
                    </a:lnTo>
                    <a:cubicBezTo>
                      <a:pt x="20422" y="17555"/>
                      <a:pt x="20395" y="17559"/>
                      <a:pt x="20369" y="17559"/>
                    </a:cubicBezTo>
                    <a:cubicBezTo>
                      <a:pt x="20297" y="17559"/>
                      <a:pt x="20231" y="17528"/>
                      <a:pt x="20182" y="17480"/>
                    </a:cubicBezTo>
                    <a:lnTo>
                      <a:pt x="19581" y="16979"/>
                    </a:lnTo>
                    <a:cubicBezTo>
                      <a:pt x="19548" y="16946"/>
                      <a:pt x="19515" y="16946"/>
                      <a:pt x="19515" y="16912"/>
                    </a:cubicBezTo>
                    <a:lnTo>
                      <a:pt x="17747" y="16179"/>
                    </a:lnTo>
                    <a:cubicBezTo>
                      <a:pt x="17680" y="16145"/>
                      <a:pt x="17647" y="16112"/>
                      <a:pt x="17613" y="16045"/>
                    </a:cubicBezTo>
                    <a:lnTo>
                      <a:pt x="16613" y="14644"/>
                    </a:lnTo>
                    <a:cubicBezTo>
                      <a:pt x="16579" y="14577"/>
                      <a:pt x="16512" y="14544"/>
                      <a:pt x="16446" y="14511"/>
                    </a:cubicBezTo>
                    <a:lnTo>
                      <a:pt x="15845" y="14244"/>
                    </a:lnTo>
                    <a:cubicBezTo>
                      <a:pt x="15845" y="14211"/>
                      <a:pt x="15812" y="14211"/>
                      <a:pt x="15779" y="14211"/>
                    </a:cubicBezTo>
                    <a:lnTo>
                      <a:pt x="15178" y="14110"/>
                    </a:lnTo>
                    <a:cubicBezTo>
                      <a:pt x="15078" y="14110"/>
                      <a:pt x="15011" y="14077"/>
                      <a:pt x="14945" y="14010"/>
                    </a:cubicBezTo>
                    <a:lnTo>
                      <a:pt x="13644" y="13043"/>
                    </a:lnTo>
                    <a:cubicBezTo>
                      <a:pt x="13577" y="13010"/>
                      <a:pt x="13510" y="12976"/>
                      <a:pt x="13444" y="12976"/>
                    </a:cubicBezTo>
                    <a:lnTo>
                      <a:pt x="12510" y="12843"/>
                    </a:lnTo>
                    <a:cubicBezTo>
                      <a:pt x="12443" y="12843"/>
                      <a:pt x="12376" y="12843"/>
                      <a:pt x="12309" y="12876"/>
                    </a:cubicBezTo>
                    <a:lnTo>
                      <a:pt x="12043" y="12976"/>
                    </a:lnTo>
                    <a:cubicBezTo>
                      <a:pt x="12009" y="12993"/>
                      <a:pt x="11968" y="13001"/>
                      <a:pt x="11922" y="13001"/>
                    </a:cubicBezTo>
                    <a:cubicBezTo>
                      <a:pt x="11876" y="13001"/>
                      <a:pt x="11826" y="12993"/>
                      <a:pt x="11776" y="12976"/>
                    </a:cubicBezTo>
                    <a:lnTo>
                      <a:pt x="10642" y="12443"/>
                    </a:lnTo>
                    <a:cubicBezTo>
                      <a:pt x="10608" y="12426"/>
                      <a:pt x="10575" y="12418"/>
                      <a:pt x="10537" y="12418"/>
                    </a:cubicBezTo>
                    <a:cubicBezTo>
                      <a:pt x="10500" y="12418"/>
                      <a:pt x="10458" y="12426"/>
                      <a:pt x="10408" y="12443"/>
                    </a:cubicBezTo>
                    <a:lnTo>
                      <a:pt x="9407" y="12643"/>
                    </a:lnTo>
                    <a:cubicBezTo>
                      <a:pt x="9341" y="12676"/>
                      <a:pt x="9307" y="12709"/>
                      <a:pt x="9241" y="12743"/>
                    </a:cubicBezTo>
                    <a:lnTo>
                      <a:pt x="8840" y="13210"/>
                    </a:lnTo>
                    <a:cubicBezTo>
                      <a:pt x="8774" y="13277"/>
                      <a:pt x="8640" y="13310"/>
                      <a:pt x="8540" y="13310"/>
                    </a:cubicBezTo>
                    <a:lnTo>
                      <a:pt x="7706" y="13143"/>
                    </a:lnTo>
                    <a:lnTo>
                      <a:pt x="5972" y="12343"/>
                    </a:lnTo>
                    <a:lnTo>
                      <a:pt x="5371" y="11442"/>
                    </a:lnTo>
                    <a:cubicBezTo>
                      <a:pt x="5338" y="11375"/>
                      <a:pt x="5338" y="11308"/>
                      <a:pt x="5338" y="11208"/>
                    </a:cubicBezTo>
                    <a:lnTo>
                      <a:pt x="5471" y="10541"/>
                    </a:lnTo>
                    <a:lnTo>
                      <a:pt x="5872" y="9540"/>
                    </a:lnTo>
                    <a:cubicBezTo>
                      <a:pt x="5905" y="9474"/>
                      <a:pt x="5872" y="9440"/>
                      <a:pt x="5838" y="9440"/>
                    </a:cubicBezTo>
                    <a:lnTo>
                      <a:pt x="5071" y="9540"/>
                    </a:lnTo>
                    <a:cubicBezTo>
                      <a:pt x="5004" y="9540"/>
                      <a:pt x="4904" y="9607"/>
                      <a:pt x="4871" y="9674"/>
                    </a:cubicBezTo>
                    <a:lnTo>
                      <a:pt x="4637" y="10074"/>
                    </a:lnTo>
                    <a:cubicBezTo>
                      <a:pt x="4604" y="10141"/>
                      <a:pt x="4504" y="10208"/>
                      <a:pt x="4404" y="10241"/>
                    </a:cubicBezTo>
                    <a:lnTo>
                      <a:pt x="3403" y="10441"/>
                    </a:lnTo>
                    <a:cubicBezTo>
                      <a:pt x="3385" y="10447"/>
                      <a:pt x="3366" y="10450"/>
                      <a:pt x="3348" y="10450"/>
                    </a:cubicBezTo>
                    <a:cubicBezTo>
                      <a:pt x="3269" y="10450"/>
                      <a:pt x="3197" y="10396"/>
                      <a:pt x="3170" y="10341"/>
                    </a:cubicBezTo>
                    <a:lnTo>
                      <a:pt x="3070" y="9941"/>
                    </a:lnTo>
                    <a:lnTo>
                      <a:pt x="2736" y="9374"/>
                    </a:lnTo>
                    <a:cubicBezTo>
                      <a:pt x="2703" y="9274"/>
                      <a:pt x="2703" y="9174"/>
                      <a:pt x="2736" y="9073"/>
                    </a:cubicBezTo>
                    <a:lnTo>
                      <a:pt x="3236" y="8340"/>
                    </a:lnTo>
                    <a:lnTo>
                      <a:pt x="3436" y="7839"/>
                    </a:lnTo>
                    <a:cubicBezTo>
                      <a:pt x="3470" y="7773"/>
                      <a:pt x="3503" y="7706"/>
                      <a:pt x="3570" y="7672"/>
                    </a:cubicBezTo>
                    <a:lnTo>
                      <a:pt x="4237" y="7272"/>
                    </a:lnTo>
                    <a:cubicBezTo>
                      <a:pt x="4304" y="7239"/>
                      <a:pt x="4370" y="7205"/>
                      <a:pt x="4471" y="7205"/>
                    </a:cubicBezTo>
                    <a:lnTo>
                      <a:pt x="5104" y="7306"/>
                    </a:lnTo>
                    <a:cubicBezTo>
                      <a:pt x="5171" y="7306"/>
                      <a:pt x="5238" y="7306"/>
                      <a:pt x="5304" y="7239"/>
                    </a:cubicBezTo>
                    <a:lnTo>
                      <a:pt x="5571" y="7039"/>
                    </a:lnTo>
                    <a:cubicBezTo>
                      <a:pt x="5605" y="7005"/>
                      <a:pt x="5671" y="6972"/>
                      <a:pt x="5738" y="6972"/>
                    </a:cubicBezTo>
                    <a:lnTo>
                      <a:pt x="6439" y="6939"/>
                    </a:lnTo>
                    <a:cubicBezTo>
                      <a:pt x="6472" y="6939"/>
                      <a:pt x="6539" y="6939"/>
                      <a:pt x="6605" y="6972"/>
                    </a:cubicBezTo>
                    <a:lnTo>
                      <a:pt x="6972" y="7139"/>
                    </a:lnTo>
                    <a:cubicBezTo>
                      <a:pt x="7039" y="7172"/>
                      <a:pt x="7106" y="7239"/>
                      <a:pt x="7106" y="7339"/>
                    </a:cubicBezTo>
                    <a:lnTo>
                      <a:pt x="7106" y="7672"/>
                    </a:lnTo>
                    <a:cubicBezTo>
                      <a:pt x="7106" y="7773"/>
                      <a:pt x="7172" y="7873"/>
                      <a:pt x="7306" y="7873"/>
                    </a:cubicBezTo>
                    <a:lnTo>
                      <a:pt x="7406" y="7873"/>
                    </a:lnTo>
                    <a:cubicBezTo>
                      <a:pt x="7573" y="7873"/>
                      <a:pt x="7673" y="7739"/>
                      <a:pt x="7673" y="7572"/>
                    </a:cubicBezTo>
                    <a:lnTo>
                      <a:pt x="7639" y="7306"/>
                    </a:lnTo>
                    <a:lnTo>
                      <a:pt x="7573" y="6705"/>
                    </a:lnTo>
                    <a:cubicBezTo>
                      <a:pt x="7539" y="6605"/>
                      <a:pt x="7606" y="6472"/>
                      <a:pt x="7706" y="6438"/>
                    </a:cubicBezTo>
                    <a:lnTo>
                      <a:pt x="8407" y="6105"/>
                    </a:lnTo>
                    <a:lnTo>
                      <a:pt x="9274" y="5104"/>
                    </a:lnTo>
                    <a:lnTo>
                      <a:pt x="9874" y="4203"/>
                    </a:lnTo>
                    <a:lnTo>
                      <a:pt x="10975" y="3870"/>
                    </a:lnTo>
                    <a:cubicBezTo>
                      <a:pt x="11075" y="3836"/>
                      <a:pt x="11142" y="3736"/>
                      <a:pt x="11142" y="3636"/>
                    </a:cubicBezTo>
                    <a:lnTo>
                      <a:pt x="11142" y="3103"/>
                    </a:lnTo>
                    <a:cubicBezTo>
                      <a:pt x="11142" y="3002"/>
                      <a:pt x="11209" y="2936"/>
                      <a:pt x="11309" y="2902"/>
                    </a:cubicBezTo>
                    <a:lnTo>
                      <a:pt x="12043" y="2702"/>
                    </a:lnTo>
                    <a:cubicBezTo>
                      <a:pt x="12109" y="2702"/>
                      <a:pt x="12176" y="2669"/>
                      <a:pt x="12209" y="2602"/>
                    </a:cubicBezTo>
                    <a:lnTo>
                      <a:pt x="12510" y="2169"/>
                    </a:lnTo>
                    <a:cubicBezTo>
                      <a:pt x="12576" y="2102"/>
                      <a:pt x="12543" y="2002"/>
                      <a:pt x="12443" y="1968"/>
                    </a:cubicBezTo>
                    <a:lnTo>
                      <a:pt x="11109" y="1468"/>
                    </a:lnTo>
                    <a:lnTo>
                      <a:pt x="10141" y="1001"/>
                    </a:lnTo>
                    <a:cubicBezTo>
                      <a:pt x="10100" y="987"/>
                      <a:pt x="10058" y="979"/>
                      <a:pt x="10019" y="979"/>
                    </a:cubicBezTo>
                    <a:cubicBezTo>
                      <a:pt x="9964" y="979"/>
                      <a:pt x="9913" y="995"/>
                      <a:pt x="9874" y="1034"/>
                    </a:cubicBezTo>
                    <a:lnTo>
                      <a:pt x="8607" y="1902"/>
                    </a:lnTo>
                    <a:cubicBezTo>
                      <a:pt x="8568" y="1941"/>
                      <a:pt x="8506" y="1957"/>
                      <a:pt x="8441" y="1957"/>
                    </a:cubicBezTo>
                    <a:cubicBezTo>
                      <a:pt x="8395" y="1957"/>
                      <a:pt x="8348" y="1949"/>
                      <a:pt x="8307" y="1935"/>
                    </a:cubicBezTo>
                    <a:lnTo>
                      <a:pt x="7406" y="1501"/>
                    </a:lnTo>
                    <a:lnTo>
                      <a:pt x="6739" y="1201"/>
                    </a:lnTo>
                    <a:cubicBezTo>
                      <a:pt x="6672" y="1168"/>
                      <a:pt x="6672" y="1101"/>
                      <a:pt x="6739" y="1068"/>
                    </a:cubicBezTo>
                    <a:lnTo>
                      <a:pt x="7439" y="834"/>
                    </a:lnTo>
                    <a:cubicBezTo>
                      <a:pt x="7439" y="834"/>
                      <a:pt x="7473" y="801"/>
                      <a:pt x="7506" y="768"/>
                    </a:cubicBezTo>
                    <a:lnTo>
                      <a:pt x="84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2" name="Google Shape;1882;p83">
                <a:extLst>
                  <a:ext uri="{FF2B5EF4-FFF2-40B4-BE49-F238E27FC236}">
                    <a16:creationId xmlns:a16="http://schemas.microsoft.com/office/drawing/2014/main" id="{B4869B0A-DA59-A2D5-F7D3-81414DEC539C}"/>
                  </a:ext>
                </a:extLst>
              </p:cNvPr>
              <p:cNvSpPr/>
              <p:nvPr/>
            </p:nvSpPr>
            <p:spPr>
              <a:xfrm>
                <a:off x="3065317" y="1978366"/>
                <a:ext cx="22" cy="22"/>
              </a:xfrm>
              <a:custGeom>
                <a:avLst/>
                <a:gdLst/>
                <a:ahLst/>
                <a:cxnLst/>
                <a:rect l="l" t="t" r="r" b="b"/>
                <a:pathLst>
                  <a:path w="1" h="1" extrusionOk="0">
                    <a:moveTo>
                      <a:pt x="1" y="1"/>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3" name="Google Shape;1883;p83">
                <a:extLst>
                  <a:ext uri="{FF2B5EF4-FFF2-40B4-BE49-F238E27FC236}">
                    <a16:creationId xmlns:a16="http://schemas.microsoft.com/office/drawing/2014/main" id="{FCCC66FF-2339-D3A5-1658-6849F0F947FB}"/>
                  </a:ext>
                </a:extLst>
              </p:cNvPr>
              <p:cNvSpPr/>
              <p:nvPr/>
            </p:nvSpPr>
            <p:spPr>
              <a:xfrm>
                <a:off x="3601016" y="2123460"/>
                <a:ext cx="22" cy="22"/>
              </a:xfrm>
              <a:custGeom>
                <a:avLst/>
                <a:gdLst/>
                <a:ahLst/>
                <a:cxnLst/>
                <a:rect l="l" t="t" r="r" b="b"/>
                <a:pathLst>
                  <a:path w="1" h="1" extrusionOk="0">
                    <a:moveTo>
                      <a:pt x="1" y="1"/>
                    </a:move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4" name="Google Shape;1884;p83">
                <a:extLst>
                  <a:ext uri="{FF2B5EF4-FFF2-40B4-BE49-F238E27FC236}">
                    <a16:creationId xmlns:a16="http://schemas.microsoft.com/office/drawing/2014/main" id="{D2E06449-72C0-B012-4CF7-F3024EE2E08E}"/>
                  </a:ext>
                </a:extLst>
              </p:cNvPr>
              <p:cNvSpPr/>
              <p:nvPr/>
            </p:nvSpPr>
            <p:spPr>
              <a:xfrm>
                <a:off x="3624837" y="2092969"/>
                <a:ext cx="22" cy="22"/>
              </a:xfrm>
              <a:custGeom>
                <a:avLst/>
                <a:gdLst/>
                <a:ahLst/>
                <a:cxnLst/>
                <a:rect l="l" t="t" r="r" b="b"/>
                <a:pathLst>
                  <a:path w="1" h="1" extrusionOk="0">
                    <a:moveTo>
                      <a:pt x="0"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5" name="Google Shape;1885;p83">
                <a:extLst>
                  <a:ext uri="{FF2B5EF4-FFF2-40B4-BE49-F238E27FC236}">
                    <a16:creationId xmlns:a16="http://schemas.microsoft.com/office/drawing/2014/main" id="{65C5608A-19B7-D76F-79E6-FE41D36CE934}"/>
                  </a:ext>
                </a:extLst>
              </p:cNvPr>
              <p:cNvSpPr/>
              <p:nvPr/>
            </p:nvSpPr>
            <p:spPr>
              <a:xfrm>
                <a:off x="3624837" y="2092969"/>
                <a:ext cx="22" cy="22"/>
              </a:xfrm>
              <a:custGeom>
                <a:avLst/>
                <a:gdLst/>
                <a:ahLst/>
                <a:cxnLst/>
                <a:rect l="l" t="t" r="r" b="b"/>
                <a:pathLst>
                  <a:path w="1" h="1" extrusionOk="0">
                    <a:moveTo>
                      <a:pt x="0" y="0"/>
                    </a:move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6" name="Google Shape;1886;p83">
                <a:extLst>
                  <a:ext uri="{FF2B5EF4-FFF2-40B4-BE49-F238E27FC236}">
                    <a16:creationId xmlns:a16="http://schemas.microsoft.com/office/drawing/2014/main" id="{70AFA86E-E463-E7B0-1732-42C854DE7AEC}"/>
                  </a:ext>
                </a:extLst>
              </p:cNvPr>
              <p:cNvSpPr/>
              <p:nvPr/>
            </p:nvSpPr>
            <p:spPr>
              <a:xfrm>
                <a:off x="3445528" y="1846677"/>
                <a:ext cx="758" cy="781"/>
              </a:xfrm>
              <a:custGeom>
                <a:avLst/>
                <a:gdLst/>
                <a:ahLst/>
                <a:cxnLst/>
                <a:rect l="l" t="t" r="r" b="b"/>
                <a:pathLst>
                  <a:path w="34" h="35" extrusionOk="0">
                    <a:moveTo>
                      <a:pt x="0" y="1"/>
                    </a:moveTo>
                    <a:cubicBezTo>
                      <a:pt x="0" y="1"/>
                      <a:pt x="0" y="34"/>
                      <a:pt x="0" y="34"/>
                    </a:cubicBezTo>
                    <a:lnTo>
                      <a:pt x="33" y="34"/>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nvGrpSpPr>
            <p:cNvPr id="1887" name="Google Shape;1887;p83">
              <a:extLst>
                <a:ext uri="{FF2B5EF4-FFF2-40B4-BE49-F238E27FC236}">
                  <a16:creationId xmlns:a16="http://schemas.microsoft.com/office/drawing/2014/main" id="{6835FCCB-A23A-420F-EF91-8225757FD7E0}"/>
                </a:ext>
              </a:extLst>
            </p:cNvPr>
            <p:cNvGrpSpPr/>
            <p:nvPr/>
          </p:nvGrpSpPr>
          <p:grpSpPr>
            <a:xfrm>
              <a:off x="5169436" y="3575805"/>
              <a:ext cx="1226195" cy="460710"/>
              <a:chOff x="5169436" y="3575805"/>
              <a:chExt cx="1226195" cy="460710"/>
            </a:xfrm>
          </p:grpSpPr>
          <p:sp>
            <p:nvSpPr>
              <p:cNvPr id="1888" name="Google Shape;1888;p83">
                <a:extLst>
                  <a:ext uri="{FF2B5EF4-FFF2-40B4-BE49-F238E27FC236}">
                    <a16:creationId xmlns:a16="http://schemas.microsoft.com/office/drawing/2014/main" id="{434880D9-D96B-5FF8-D21A-47B47FA4D43D}"/>
                  </a:ext>
                </a:extLst>
              </p:cNvPr>
              <p:cNvSpPr/>
              <p:nvPr/>
            </p:nvSpPr>
            <p:spPr>
              <a:xfrm>
                <a:off x="5995301" y="3672542"/>
                <a:ext cx="136194" cy="109384"/>
              </a:xfrm>
              <a:custGeom>
                <a:avLst/>
                <a:gdLst/>
                <a:ahLst/>
                <a:cxnLst/>
                <a:rect l="l" t="t" r="r" b="b"/>
                <a:pathLst>
                  <a:path w="6106" h="4904" extrusionOk="0">
                    <a:moveTo>
                      <a:pt x="6105" y="0"/>
                    </a:moveTo>
                    <a:lnTo>
                      <a:pt x="335" y="3736"/>
                    </a:lnTo>
                    <a:lnTo>
                      <a:pt x="1" y="4904"/>
                    </a:lnTo>
                    <a:lnTo>
                      <a:pt x="4337" y="4904"/>
                    </a:lnTo>
                    <a:lnTo>
                      <a:pt x="61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89" name="Google Shape;1889;p83">
                <a:extLst>
                  <a:ext uri="{FF2B5EF4-FFF2-40B4-BE49-F238E27FC236}">
                    <a16:creationId xmlns:a16="http://schemas.microsoft.com/office/drawing/2014/main" id="{AA04CD32-10AF-4F91-09D6-442C1F7CD30B}"/>
                  </a:ext>
                </a:extLst>
              </p:cNvPr>
              <p:cNvSpPr/>
              <p:nvPr/>
            </p:nvSpPr>
            <p:spPr>
              <a:xfrm>
                <a:off x="6075666" y="3599627"/>
                <a:ext cx="155533" cy="237370"/>
              </a:xfrm>
              <a:custGeom>
                <a:avLst/>
                <a:gdLst/>
                <a:ahLst/>
                <a:cxnLst/>
                <a:rect l="l" t="t" r="r" b="b"/>
                <a:pathLst>
                  <a:path w="6973" h="10642" extrusionOk="0">
                    <a:moveTo>
                      <a:pt x="4137" y="0"/>
                    </a:moveTo>
                    <a:lnTo>
                      <a:pt x="1" y="10641"/>
                    </a:lnTo>
                    <a:lnTo>
                      <a:pt x="2536" y="10441"/>
                    </a:lnTo>
                    <a:lnTo>
                      <a:pt x="69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0" name="Google Shape;1890;p83">
                <a:extLst>
                  <a:ext uri="{FF2B5EF4-FFF2-40B4-BE49-F238E27FC236}">
                    <a16:creationId xmlns:a16="http://schemas.microsoft.com/office/drawing/2014/main" id="{A53F9A4B-B328-3E6C-680D-DFC8AA264B04}"/>
                  </a:ext>
                </a:extLst>
              </p:cNvPr>
              <p:cNvSpPr/>
              <p:nvPr/>
            </p:nvSpPr>
            <p:spPr>
              <a:xfrm>
                <a:off x="6075666" y="3599627"/>
                <a:ext cx="155533" cy="237370"/>
              </a:xfrm>
              <a:custGeom>
                <a:avLst/>
                <a:gdLst/>
                <a:ahLst/>
                <a:cxnLst/>
                <a:rect l="l" t="t" r="r" b="b"/>
                <a:pathLst>
                  <a:path w="6973" h="10642" extrusionOk="0">
                    <a:moveTo>
                      <a:pt x="4137" y="0"/>
                    </a:moveTo>
                    <a:lnTo>
                      <a:pt x="1" y="10641"/>
                    </a:lnTo>
                    <a:lnTo>
                      <a:pt x="2536" y="10441"/>
                    </a:lnTo>
                    <a:lnTo>
                      <a:pt x="69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1" name="Google Shape;1891;p83">
                <a:extLst>
                  <a:ext uri="{FF2B5EF4-FFF2-40B4-BE49-F238E27FC236}">
                    <a16:creationId xmlns:a16="http://schemas.microsoft.com/office/drawing/2014/main" id="{9BB5DF1A-3C9A-ADD1-A484-E8B137ED5CBB}"/>
                  </a:ext>
                </a:extLst>
              </p:cNvPr>
              <p:cNvSpPr/>
              <p:nvPr/>
            </p:nvSpPr>
            <p:spPr>
              <a:xfrm>
                <a:off x="6135934" y="3596638"/>
                <a:ext cx="154038" cy="235139"/>
              </a:xfrm>
              <a:custGeom>
                <a:avLst/>
                <a:gdLst/>
                <a:ahLst/>
                <a:cxnLst/>
                <a:rect l="l" t="t" r="r" b="b"/>
                <a:pathLst>
                  <a:path w="6906" h="10542" extrusionOk="0">
                    <a:moveTo>
                      <a:pt x="6905" y="1"/>
                    </a:moveTo>
                    <a:lnTo>
                      <a:pt x="4437" y="68"/>
                    </a:lnTo>
                    <a:lnTo>
                      <a:pt x="0" y="10542"/>
                    </a:lnTo>
                    <a:lnTo>
                      <a:pt x="2636" y="10175"/>
                    </a:lnTo>
                    <a:lnTo>
                      <a:pt x="690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2" name="Google Shape;1892;p83">
                <a:extLst>
                  <a:ext uri="{FF2B5EF4-FFF2-40B4-BE49-F238E27FC236}">
                    <a16:creationId xmlns:a16="http://schemas.microsoft.com/office/drawing/2014/main" id="{3DFCE7B1-CA3D-B9FA-536D-D57474F12732}"/>
                  </a:ext>
                </a:extLst>
              </p:cNvPr>
              <p:cNvSpPr/>
              <p:nvPr/>
            </p:nvSpPr>
            <p:spPr>
              <a:xfrm>
                <a:off x="6135934" y="3596638"/>
                <a:ext cx="154038" cy="235139"/>
              </a:xfrm>
              <a:custGeom>
                <a:avLst/>
                <a:gdLst/>
                <a:ahLst/>
                <a:cxnLst/>
                <a:rect l="l" t="t" r="r" b="b"/>
                <a:pathLst>
                  <a:path w="6906" h="10542" extrusionOk="0">
                    <a:moveTo>
                      <a:pt x="6905" y="1"/>
                    </a:moveTo>
                    <a:lnTo>
                      <a:pt x="4437" y="68"/>
                    </a:lnTo>
                    <a:lnTo>
                      <a:pt x="0" y="10542"/>
                    </a:lnTo>
                    <a:lnTo>
                      <a:pt x="2636" y="10175"/>
                    </a:lnTo>
                    <a:lnTo>
                      <a:pt x="69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3" name="Google Shape;1893;p83">
                <a:extLst>
                  <a:ext uri="{FF2B5EF4-FFF2-40B4-BE49-F238E27FC236}">
                    <a16:creationId xmlns:a16="http://schemas.microsoft.com/office/drawing/2014/main" id="{A7F0B6FB-DD97-C1AF-B80E-06A8E48E3AE0}"/>
                  </a:ext>
                </a:extLst>
              </p:cNvPr>
              <p:cNvSpPr/>
              <p:nvPr/>
            </p:nvSpPr>
            <p:spPr>
              <a:xfrm>
                <a:off x="6198433" y="3594408"/>
                <a:ext cx="147347" cy="226953"/>
              </a:xfrm>
              <a:custGeom>
                <a:avLst/>
                <a:gdLst/>
                <a:ahLst/>
                <a:cxnLst/>
                <a:rect l="l" t="t" r="r" b="b"/>
                <a:pathLst>
                  <a:path w="6606" h="10175" extrusionOk="0">
                    <a:moveTo>
                      <a:pt x="6605" y="1"/>
                    </a:moveTo>
                    <a:lnTo>
                      <a:pt x="4237" y="34"/>
                    </a:lnTo>
                    <a:lnTo>
                      <a:pt x="0" y="10175"/>
                    </a:lnTo>
                    <a:lnTo>
                      <a:pt x="2369" y="9841"/>
                    </a:lnTo>
                    <a:lnTo>
                      <a:pt x="660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4" name="Google Shape;1894;p83">
                <a:extLst>
                  <a:ext uri="{FF2B5EF4-FFF2-40B4-BE49-F238E27FC236}">
                    <a16:creationId xmlns:a16="http://schemas.microsoft.com/office/drawing/2014/main" id="{E0FE2AF8-D4A3-5356-B7E9-0C89622DAC93}"/>
                  </a:ext>
                </a:extLst>
              </p:cNvPr>
              <p:cNvSpPr/>
              <p:nvPr/>
            </p:nvSpPr>
            <p:spPr>
              <a:xfrm>
                <a:off x="6198433" y="3594408"/>
                <a:ext cx="147347" cy="226953"/>
              </a:xfrm>
              <a:custGeom>
                <a:avLst/>
                <a:gdLst/>
                <a:ahLst/>
                <a:cxnLst/>
                <a:rect l="l" t="t" r="r" b="b"/>
                <a:pathLst>
                  <a:path w="6606" h="10175" extrusionOk="0">
                    <a:moveTo>
                      <a:pt x="6605" y="1"/>
                    </a:moveTo>
                    <a:lnTo>
                      <a:pt x="4237" y="34"/>
                    </a:lnTo>
                    <a:lnTo>
                      <a:pt x="0" y="10175"/>
                    </a:lnTo>
                    <a:lnTo>
                      <a:pt x="2369" y="9841"/>
                    </a:lnTo>
                    <a:lnTo>
                      <a:pt x="66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5" name="Google Shape;1895;p83">
                <a:extLst>
                  <a:ext uri="{FF2B5EF4-FFF2-40B4-BE49-F238E27FC236}">
                    <a16:creationId xmlns:a16="http://schemas.microsoft.com/office/drawing/2014/main" id="{78720F22-FBE2-F3B5-E521-5AB4B4A7F428}"/>
                  </a:ext>
                </a:extLst>
              </p:cNvPr>
              <p:cNvSpPr/>
              <p:nvPr/>
            </p:nvSpPr>
            <p:spPr>
              <a:xfrm>
                <a:off x="6253482" y="3592936"/>
                <a:ext cx="142150" cy="220998"/>
              </a:xfrm>
              <a:custGeom>
                <a:avLst/>
                <a:gdLst/>
                <a:ahLst/>
                <a:cxnLst/>
                <a:rect l="l" t="t" r="r" b="b"/>
                <a:pathLst>
                  <a:path w="6373" h="9908" extrusionOk="0">
                    <a:moveTo>
                      <a:pt x="6372" y="0"/>
                    </a:moveTo>
                    <a:lnTo>
                      <a:pt x="4271" y="67"/>
                    </a:lnTo>
                    <a:lnTo>
                      <a:pt x="1" y="9907"/>
                    </a:lnTo>
                    <a:lnTo>
                      <a:pt x="1" y="9907"/>
                    </a:lnTo>
                    <a:lnTo>
                      <a:pt x="2269" y="9574"/>
                    </a:lnTo>
                    <a:lnTo>
                      <a:pt x="63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6" name="Google Shape;1896;p83">
                <a:extLst>
                  <a:ext uri="{FF2B5EF4-FFF2-40B4-BE49-F238E27FC236}">
                    <a16:creationId xmlns:a16="http://schemas.microsoft.com/office/drawing/2014/main" id="{8D0AC9AB-758B-4C45-C818-6CF1A31D6CE6}"/>
                  </a:ext>
                </a:extLst>
              </p:cNvPr>
              <p:cNvSpPr/>
              <p:nvPr/>
            </p:nvSpPr>
            <p:spPr>
              <a:xfrm>
                <a:off x="6253482" y="3592936"/>
                <a:ext cx="142150" cy="220998"/>
              </a:xfrm>
              <a:custGeom>
                <a:avLst/>
                <a:gdLst/>
                <a:ahLst/>
                <a:cxnLst/>
                <a:rect l="l" t="t" r="r" b="b"/>
                <a:pathLst>
                  <a:path w="6373" h="9908" extrusionOk="0">
                    <a:moveTo>
                      <a:pt x="6372" y="0"/>
                    </a:moveTo>
                    <a:lnTo>
                      <a:pt x="4271" y="67"/>
                    </a:lnTo>
                    <a:lnTo>
                      <a:pt x="1" y="9907"/>
                    </a:lnTo>
                    <a:lnTo>
                      <a:pt x="1" y="9907"/>
                    </a:lnTo>
                    <a:lnTo>
                      <a:pt x="2269" y="9574"/>
                    </a:lnTo>
                    <a:lnTo>
                      <a:pt x="6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7" name="Google Shape;1897;p83">
                <a:extLst>
                  <a:ext uri="{FF2B5EF4-FFF2-40B4-BE49-F238E27FC236}">
                    <a16:creationId xmlns:a16="http://schemas.microsoft.com/office/drawing/2014/main" id="{DC60C001-42E3-D443-C83A-7DBE6C31489F}"/>
                  </a:ext>
                </a:extLst>
              </p:cNvPr>
              <p:cNvSpPr/>
              <p:nvPr/>
            </p:nvSpPr>
            <p:spPr>
              <a:xfrm>
                <a:off x="5867338" y="3747688"/>
                <a:ext cx="227689" cy="258939"/>
              </a:xfrm>
              <a:custGeom>
                <a:avLst/>
                <a:gdLst/>
                <a:ahLst/>
                <a:cxnLst/>
                <a:rect l="l" t="t" r="r" b="b"/>
                <a:pathLst>
                  <a:path w="10208" h="11609" extrusionOk="0">
                    <a:moveTo>
                      <a:pt x="10208" y="0"/>
                    </a:moveTo>
                    <a:lnTo>
                      <a:pt x="3636" y="1568"/>
                    </a:lnTo>
                    <a:lnTo>
                      <a:pt x="1" y="11609"/>
                    </a:lnTo>
                    <a:lnTo>
                      <a:pt x="6805" y="9707"/>
                    </a:lnTo>
                    <a:lnTo>
                      <a:pt x="10208"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8" name="Google Shape;1898;p83">
                <a:extLst>
                  <a:ext uri="{FF2B5EF4-FFF2-40B4-BE49-F238E27FC236}">
                    <a16:creationId xmlns:a16="http://schemas.microsoft.com/office/drawing/2014/main" id="{163F2AE0-E3A6-10BD-B254-E8D3FD53B9C9}"/>
                  </a:ext>
                </a:extLst>
              </p:cNvPr>
              <p:cNvSpPr/>
              <p:nvPr/>
            </p:nvSpPr>
            <p:spPr>
              <a:xfrm>
                <a:off x="5867338" y="3747688"/>
                <a:ext cx="227689" cy="258939"/>
              </a:xfrm>
              <a:custGeom>
                <a:avLst/>
                <a:gdLst/>
                <a:ahLst/>
                <a:cxnLst/>
                <a:rect l="l" t="t" r="r" b="b"/>
                <a:pathLst>
                  <a:path w="10208" h="11609" extrusionOk="0">
                    <a:moveTo>
                      <a:pt x="10208" y="0"/>
                    </a:moveTo>
                    <a:lnTo>
                      <a:pt x="3636" y="1568"/>
                    </a:lnTo>
                    <a:lnTo>
                      <a:pt x="1" y="11609"/>
                    </a:lnTo>
                    <a:lnTo>
                      <a:pt x="6805" y="9707"/>
                    </a:lnTo>
                    <a:lnTo>
                      <a:pt x="102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899" name="Google Shape;1899;p83">
                <a:extLst>
                  <a:ext uri="{FF2B5EF4-FFF2-40B4-BE49-F238E27FC236}">
                    <a16:creationId xmlns:a16="http://schemas.microsoft.com/office/drawing/2014/main" id="{4830C3C1-9C05-A1A9-88B0-16D99F8868B4}"/>
                  </a:ext>
                </a:extLst>
              </p:cNvPr>
              <p:cNvSpPr/>
              <p:nvPr/>
            </p:nvSpPr>
            <p:spPr>
              <a:xfrm>
                <a:off x="5659745" y="3658401"/>
                <a:ext cx="288716" cy="348226"/>
              </a:xfrm>
              <a:custGeom>
                <a:avLst/>
                <a:gdLst/>
                <a:ahLst/>
                <a:cxnLst/>
                <a:rect l="l" t="t" r="r" b="b"/>
                <a:pathLst>
                  <a:path w="12944" h="15612" extrusionOk="0">
                    <a:moveTo>
                      <a:pt x="3437" y="1"/>
                    </a:moveTo>
                    <a:lnTo>
                      <a:pt x="1" y="9441"/>
                    </a:lnTo>
                    <a:lnTo>
                      <a:pt x="9308" y="15612"/>
                    </a:lnTo>
                    <a:lnTo>
                      <a:pt x="12943" y="5571"/>
                    </a:lnTo>
                    <a:lnTo>
                      <a:pt x="3437"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0" name="Google Shape;1900;p83">
                <a:extLst>
                  <a:ext uri="{FF2B5EF4-FFF2-40B4-BE49-F238E27FC236}">
                    <a16:creationId xmlns:a16="http://schemas.microsoft.com/office/drawing/2014/main" id="{89E6D249-5D29-13B7-A6F9-76CB81C40D89}"/>
                  </a:ext>
                </a:extLst>
              </p:cNvPr>
              <p:cNvSpPr/>
              <p:nvPr/>
            </p:nvSpPr>
            <p:spPr>
              <a:xfrm>
                <a:off x="5659745" y="3658401"/>
                <a:ext cx="288716" cy="348226"/>
              </a:xfrm>
              <a:custGeom>
                <a:avLst/>
                <a:gdLst/>
                <a:ahLst/>
                <a:cxnLst/>
                <a:rect l="l" t="t" r="r" b="b"/>
                <a:pathLst>
                  <a:path w="12944" h="15612" extrusionOk="0">
                    <a:moveTo>
                      <a:pt x="3437" y="1"/>
                    </a:moveTo>
                    <a:lnTo>
                      <a:pt x="1" y="9441"/>
                    </a:lnTo>
                    <a:lnTo>
                      <a:pt x="9308" y="15612"/>
                    </a:lnTo>
                    <a:lnTo>
                      <a:pt x="12943" y="5571"/>
                    </a:lnTo>
                    <a:lnTo>
                      <a:pt x="34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1" name="Google Shape;1901;p83">
                <a:extLst>
                  <a:ext uri="{FF2B5EF4-FFF2-40B4-BE49-F238E27FC236}">
                    <a16:creationId xmlns:a16="http://schemas.microsoft.com/office/drawing/2014/main" id="{5F995081-67FD-F84D-23D8-41B4274FB5CD}"/>
                  </a:ext>
                </a:extLst>
              </p:cNvPr>
              <p:cNvSpPr/>
              <p:nvPr/>
            </p:nvSpPr>
            <p:spPr>
              <a:xfrm>
                <a:off x="5736385" y="3646490"/>
                <a:ext cx="358642" cy="136194"/>
              </a:xfrm>
              <a:custGeom>
                <a:avLst/>
                <a:gdLst/>
                <a:ahLst/>
                <a:cxnLst/>
                <a:rect l="l" t="t" r="r" b="b"/>
                <a:pathLst>
                  <a:path w="16079" h="6106" extrusionOk="0">
                    <a:moveTo>
                      <a:pt x="7006" y="1"/>
                    </a:moveTo>
                    <a:lnTo>
                      <a:pt x="1" y="535"/>
                    </a:lnTo>
                    <a:lnTo>
                      <a:pt x="9507" y="6105"/>
                    </a:lnTo>
                    <a:lnTo>
                      <a:pt x="16079" y="4537"/>
                    </a:lnTo>
                    <a:lnTo>
                      <a:pt x="70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2" name="Google Shape;1902;p83">
                <a:extLst>
                  <a:ext uri="{FF2B5EF4-FFF2-40B4-BE49-F238E27FC236}">
                    <a16:creationId xmlns:a16="http://schemas.microsoft.com/office/drawing/2014/main" id="{D9E7F7AF-6D2D-80A0-ECC2-740888C64004}"/>
                  </a:ext>
                </a:extLst>
              </p:cNvPr>
              <p:cNvSpPr/>
              <p:nvPr/>
            </p:nvSpPr>
            <p:spPr>
              <a:xfrm>
                <a:off x="5954394" y="3575805"/>
                <a:ext cx="58060" cy="138425"/>
              </a:xfrm>
              <a:custGeom>
                <a:avLst/>
                <a:gdLst/>
                <a:ahLst/>
                <a:cxnLst/>
                <a:rect l="l" t="t" r="r" b="b"/>
                <a:pathLst>
                  <a:path w="2603" h="6206" extrusionOk="0">
                    <a:moveTo>
                      <a:pt x="2335" y="1"/>
                    </a:moveTo>
                    <a:lnTo>
                      <a:pt x="0" y="6105"/>
                    </a:lnTo>
                    <a:lnTo>
                      <a:pt x="334" y="6205"/>
                    </a:lnTo>
                    <a:lnTo>
                      <a:pt x="2602" y="134"/>
                    </a:lnTo>
                    <a:lnTo>
                      <a:pt x="23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3" name="Google Shape;1903;p83">
                <a:extLst>
                  <a:ext uri="{FF2B5EF4-FFF2-40B4-BE49-F238E27FC236}">
                    <a16:creationId xmlns:a16="http://schemas.microsoft.com/office/drawing/2014/main" id="{2A33586D-CDD6-FB78-6166-16FFE7841F44}"/>
                  </a:ext>
                </a:extLst>
              </p:cNvPr>
              <p:cNvSpPr/>
              <p:nvPr/>
            </p:nvSpPr>
            <p:spPr>
              <a:xfrm>
                <a:off x="5954394" y="3575805"/>
                <a:ext cx="54335" cy="136930"/>
              </a:xfrm>
              <a:custGeom>
                <a:avLst/>
                <a:gdLst/>
                <a:ahLst/>
                <a:cxnLst/>
                <a:rect l="l" t="t" r="r" b="b"/>
                <a:pathLst>
                  <a:path w="2436" h="6139" extrusionOk="0">
                    <a:moveTo>
                      <a:pt x="2335" y="1"/>
                    </a:moveTo>
                    <a:lnTo>
                      <a:pt x="0" y="6105"/>
                    </a:lnTo>
                    <a:lnTo>
                      <a:pt x="134" y="6139"/>
                    </a:lnTo>
                    <a:lnTo>
                      <a:pt x="2435" y="34"/>
                    </a:lnTo>
                    <a:lnTo>
                      <a:pt x="23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4" name="Google Shape;1904;p83">
                <a:extLst>
                  <a:ext uri="{FF2B5EF4-FFF2-40B4-BE49-F238E27FC236}">
                    <a16:creationId xmlns:a16="http://schemas.microsoft.com/office/drawing/2014/main" id="{58CFEF18-95C7-4084-2036-4F9D0E92AF23}"/>
                  </a:ext>
                </a:extLst>
              </p:cNvPr>
              <p:cNvSpPr/>
              <p:nvPr/>
            </p:nvSpPr>
            <p:spPr>
              <a:xfrm>
                <a:off x="5169436" y="3630140"/>
                <a:ext cx="226953" cy="344501"/>
              </a:xfrm>
              <a:custGeom>
                <a:avLst/>
                <a:gdLst/>
                <a:ahLst/>
                <a:cxnLst/>
                <a:rect l="l" t="t" r="r" b="b"/>
                <a:pathLst>
                  <a:path w="10175" h="15445" extrusionOk="0">
                    <a:moveTo>
                      <a:pt x="10174" y="0"/>
                    </a:moveTo>
                    <a:lnTo>
                      <a:pt x="4704" y="200"/>
                    </a:lnTo>
                    <a:lnTo>
                      <a:pt x="1" y="15444"/>
                    </a:lnTo>
                    <a:lnTo>
                      <a:pt x="5404" y="14610"/>
                    </a:lnTo>
                    <a:lnTo>
                      <a:pt x="101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5" name="Google Shape;1905;p83">
                <a:extLst>
                  <a:ext uri="{FF2B5EF4-FFF2-40B4-BE49-F238E27FC236}">
                    <a16:creationId xmlns:a16="http://schemas.microsoft.com/office/drawing/2014/main" id="{37F805AE-23CE-0872-5463-C532A91A6321}"/>
                  </a:ext>
                </a:extLst>
              </p:cNvPr>
              <p:cNvSpPr/>
              <p:nvPr/>
            </p:nvSpPr>
            <p:spPr>
              <a:xfrm>
                <a:off x="5296664" y="3624921"/>
                <a:ext cx="218031" cy="331118"/>
              </a:xfrm>
              <a:custGeom>
                <a:avLst/>
                <a:gdLst/>
                <a:ahLst/>
                <a:cxnLst/>
                <a:rect l="l" t="t" r="r" b="b"/>
                <a:pathLst>
                  <a:path w="9775" h="14845" extrusionOk="0">
                    <a:moveTo>
                      <a:pt x="9774" y="1"/>
                    </a:moveTo>
                    <a:lnTo>
                      <a:pt x="4704" y="234"/>
                    </a:lnTo>
                    <a:lnTo>
                      <a:pt x="1" y="14844"/>
                    </a:lnTo>
                    <a:lnTo>
                      <a:pt x="1" y="14844"/>
                    </a:lnTo>
                    <a:lnTo>
                      <a:pt x="5104" y="14111"/>
                    </a:lnTo>
                    <a:lnTo>
                      <a:pt x="97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6" name="Google Shape;1906;p83">
                <a:extLst>
                  <a:ext uri="{FF2B5EF4-FFF2-40B4-BE49-F238E27FC236}">
                    <a16:creationId xmlns:a16="http://schemas.microsoft.com/office/drawing/2014/main" id="{27903F67-3A8D-0950-9585-1C3DF686E36E}"/>
                  </a:ext>
                </a:extLst>
              </p:cNvPr>
              <p:cNvSpPr/>
              <p:nvPr/>
            </p:nvSpPr>
            <p:spPr>
              <a:xfrm>
                <a:off x="5415706" y="3622690"/>
                <a:ext cx="206879" cy="314010"/>
              </a:xfrm>
              <a:custGeom>
                <a:avLst/>
                <a:gdLst/>
                <a:ahLst/>
                <a:cxnLst/>
                <a:rect l="l" t="t" r="r" b="b"/>
                <a:pathLst>
                  <a:path w="9275" h="14078" extrusionOk="0">
                    <a:moveTo>
                      <a:pt x="9274" y="0"/>
                    </a:moveTo>
                    <a:lnTo>
                      <a:pt x="4637" y="134"/>
                    </a:lnTo>
                    <a:lnTo>
                      <a:pt x="1" y="14077"/>
                    </a:lnTo>
                    <a:lnTo>
                      <a:pt x="4637" y="13477"/>
                    </a:lnTo>
                    <a:lnTo>
                      <a:pt x="92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7" name="Google Shape;1907;p83">
                <a:extLst>
                  <a:ext uri="{FF2B5EF4-FFF2-40B4-BE49-F238E27FC236}">
                    <a16:creationId xmlns:a16="http://schemas.microsoft.com/office/drawing/2014/main" id="{582E0E6E-2EFC-F90E-9E9C-CFD382BCE3C5}"/>
                  </a:ext>
                </a:extLst>
              </p:cNvPr>
              <p:cNvSpPr/>
              <p:nvPr/>
            </p:nvSpPr>
            <p:spPr>
              <a:xfrm>
                <a:off x="5522101" y="3616735"/>
                <a:ext cx="200165" cy="305088"/>
              </a:xfrm>
              <a:custGeom>
                <a:avLst/>
                <a:gdLst/>
                <a:ahLst/>
                <a:cxnLst/>
                <a:rect l="l" t="t" r="r" b="b"/>
                <a:pathLst>
                  <a:path w="8974" h="13678" extrusionOk="0">
                    <a:moveTo>
                      <a:pt x="8974" y="1"/>
                    </a:moveTo>
                    <a:lnTo>
                      <a:pt x="4704" y="134"/>
                    </a:lnTo>
                    <a:lnTo>
                      <a:pt x="1" y="13677"/>
                    </a:lnTo>
                    <a:lnTo>
                      <a:pt x="4404" y="13077"/>
                    </a:lnTo>
                    <a:lnTo>
                      <a:pt x="89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8" name="Google Shape;1908;p83">
                <a:extLst>
                  <a:ext uri="{FF2B5EF4-FFF2-40B4-BE49-F238E27FC236}">
                    <a16:creationId xmlns:a16="http://schemas.microsoft.com/office/drawing/2014/main" id="{F5C10A96-D4AC-E762-9287-EA1793BA0A86}"/>
                  </a:ext>
                </a:extLst>
              </p:cNvPr>
              <p:cNvSpPr/>
              <p:nvPr/>
            </p:nvSpPr>
            <p:spPr>
              <a:xfrm>
                <a:off x="5646362" y="3697100"/>
                <a:ext cx="165949" cy="148819"/>
              </a:xfrm>
              <a:custGeom>
                <a:avLst/>
                <a:gdLst/>
                <a:ahLst/>
                <a:cxnLst/>
                <a:rect l="l" t="t" r="r" b="b"/>
                <a:pathLst>
                  <a:path w="7440" h="6672" extrusionOk="0">
                    <a:moveTo>
                      <a:pt x="2402" y="0"/>
                    </a:moveTo>
                    <a:lnTo>
                      <a:pt x="0" y="6672"/>
                    </a:lnTo>
                    <a:lnTo>
                      <a:pt x="6872" y="5304"/>
                    </a:lnTo>
                    <a:lnTo>
                      <a:pt x="7439" y="3703"/>
                    </a:lnTo>
                    <a:lnTo>
                      <a:pt x="24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09" name="Google Shape;1909;p83">
                <a:extLst>
                  <a:ext uri="{FF2B5EF4-FFF2-40B4-BE49-F238E27FC236}">
                    <a16:creationId xmlns:a16="http://schemas.microsoft.com/office/drawing/2014/main" id="{168E8F9F-EB24-4E2E-5ED3-9005C36BEFFB}"/>
                  </a:ext>
                </a:extLst>
              </p:cNvPr>
              <p:cNvSpPr/>
              <p:nvPr/>
            </p:nvSpPr>
            <p:spPr>
              <a:xfrm>
                <a:off x="5912728" y="3760201"/>
                <a:ext cx="185288" cy="275444"/>
              </a:xfrm>
              <a:custGeom>
                <a:avLst/>
                <a:gdLst/>
                <a:ahLst/>
                <a:cxnLst/>
                <a:rect l="l" t="t" r="r" b="b"/>
                <a:pathLst>
                  <a:path w="8307" h="12349" extrusionOk="0">
                    <a:moveTo>
                      <a:pt x="7346" y="0"/>
                    </a:moveTo>
                    <a:cubicBezTo>
                      <a:pt x="5429" y="0"/>
                      <a:pt x="2653" y="1339"/>
                      <a:pt x="1301" y="3676"/>
                    </a:cubicBezTo>
                    <a:cubicBezTo>
                      <a:pt x="0" y="6545"/>
                      <a:pt x="0" y="11515"/>
                      <a:pt x="1768" y="12349"/>
                    </a:cubicBezTo>
                    <a:lnTo>
                      <a:pt x="8306" y="140"/>
                    </a:lnTo>
                    <a:cubicBezTo>
                      <a:pt x="8025" y="46"/>
                      <a:pt x="7700" y="0"/>
                      <a:pt x="7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0" name="Google Shape;1910;p83">
                <a:extLst>
                  <a:ext uri="{FF2B5EF4-FFF2-40B4-BE49-F238E27FC236}">
                    <a16:creationId xmlns:a16="http://schemas.microsoft.com/office/drawing/2014/main" id="{914758F5-880A-E209-6073-F1EB0785CBE3}"/>
                  </a:ext>
                </a:extLst>
              </p:cNvPr>
              <p:cNvSpPr/>
              <p:nvPr/>
            </p:nvSpPr>
            <p:spPr>
              <a:xfrm>
                <a:off x="5914223" y="3842172"/>
                <a:ext cx="49852" cy="183057"/>
              </a:xfrm>
              <a:custGeom>
                <a:avLst/>
                <a:gdLst/>
                <a:ahLst/>
                <a:cxnLst/>
                <a:rect l="l" t="t" r="r" b="b"/>
                <a:pathLst>
                  <a:path w="2235" h="8207" extrusionOk="0">
                    <a:moveTo>
                      <a:pt x="1234" y="1"/>
                    </a:moveTo>
                    <a:lnTo>
                      <a:pt x="1234" y="1"/>
                    </a:lnTo>
                    <a:cubicBezTo>
                      <a:pt x="467" y="2302"/>
                      <a:pt x="300" y="6672"/>
                      <a:pt x="1935" y="8207"/>
                    </a:cubicBezTo>
                    <a:lnTo>
                      <a:pt x="2235" y="7673"/>
                    </a:lnTo>
                    <a:cubicBezTo>
                      <a:pt x="2235" y="7673"/>
                      <a:pt x="0" y="4904"/>
                      <a:pt x="1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1" name="Google Shape;1911;p83">
                <a:extLst>
                  <a:ext uri="{FF2B5EF4-FFF2-40B4-BE49-F238E27FC236}">
                    <a16:creationId xmlns:a16="http://schemas.microsoft.com/office/drawing/2014/main" id="{CA7B8D6C-4332-298F-B1F8-4EDC0797D7A7}"/>
                  </a:ext>
                </a:extLst>
              </p:cNvPr>
              <p:cNvSpPr/>
              <p:nvPr/>
            </p:nvSpPr>
            <p:spPr>
              <a:xfrm>
                <a:off x="5950669" y="3773271"/>
                <a:ext cx="141391" cy="60737"/>
              </a:xfrm>
              <a:custGeom>
                <a:avLst/>
                <a:gdLst/>
                <a:ahLst/>
                <a:cxnLst/>
                <a:rect l="l" t="t" r="r" b="b"/>
                <a:pathLst>
                  <a:path w="6339" h="2723" extrusionOk="0">
                    <a:moveTo>
                      <a:pt x="5460" y="1"/>
                    </a:moveTo>
                    <a:cubicBezTo>
                      <a:pt x="3766" y="1"/>
                      <a:pt x="2077" y="646"/>
                      <a:pt x="1" y="2723"/>
                    </a:cubicBezTo>
                    <a:cubicBezTo>
                      <a:pt x="1972" y="1004"/>
                      <a:pt x="3503" y="377"/>
                      <a:pt x="4840" y="377"/>
                    </a:cubicBezTo>
                    <a:cubicBezTo>
                      <a:pt x="5267" y="377"/>
                      <a:pt x="5675" y="441"/>
                      <a:pt x="6072" y="555"/>
                    </a:cubicBezTo>
                    <a:lnTo>
                      <a:pt x="6338" y="54"/>
                    </a:lnTo>
                    <a:cubicBezTo>
                      <a:pt x="6044" y="20"/>
                      <a:pt x="5752" y="1"/>
                      <a:pt x="54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2" name="Google Shape;1912;p83">
                <a:extLst>
                  <a:ext uri="{FF2B5EF4-FFF2-40B4-BE49-F238E27FC236}">
                    <a16:creationId xmlns:a16="http://schemas.microsoft.com/office/drawing/2014/main" id="{27F29D68-CCED-9AD6-904F-7C67AAEF54A0}"/>
                  </a:ext>
                </a:extLst>
              </p:cNvPr>
              <p:cNvSpPr/>
              <p:nvPr/>
            </p:nvSpPr>
            <p:spPr>
              <a:xfrm>
                <a:off x="5916453" y="3760178"/>
                <a:ext cx="217273" cy="276337"/>
              </a:xfrm>
              <a:custGeom>
                <a:avLst/>
                <a:gdLst/>
                <a:ahLst/>
                <a:cxnLst/>
                <a:rect l="l" t="t" r="r" b="b"/>
                <a:pathLst>
                  <a:path w="9741" h="12389" extrusionOk="0">
                    <a:moveTo>
                      <a:pt x="7646" y="0"/>
                    </a:moveTo>
                    <a:cubicBezTo>
                      <a:pt x="6170" y="0"/>
                      <a:pt x="3985" y="1899"/>
                      <a:pt x="2335" y="4744"/>
                    </a:cubicBezTo>
                    <a:cubicBezTo>
                      <a:pt x="434" y="8080"/>
                      <a:pt x="0" y="11416"/>
                      <a:pt x="1401" y="12216"/>
                    </a:cubicBezTo>
                    <a:cubicBezTo>
                      <a:pt x="1600" y="12333"/>
                      <a:pt x="1828" y="12389"/>
                      <a:pt x="2077" y="12389"/>
                    </a:cubicBezTo>
                    <a:cubicBezTo>
                      <a:pt x="3538" y="12389"/>
                      <a:pt x="5747" y="10468"/>
                      <a:pt x="7372" y="7646"/>
                    </a:cubicBezTo>
                    <a:cubicBezTo>
                      <a:pt x="9307" y="4344"/>
                      <a:pt x="9740" y="975"/>
                      <a:pt x="8339" y="174"/>
                    </a:cubicBezTo>
                    <a:cubicBezTo>
                      <a:pt x="8133" y="57"/>
                      <a:pt x="7900" y="0"/>
                      <a:pt x="7646"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3" name="Google Shape;1913;p83">
                <a:extLst>
                  <a:ext uri="{FF2B5EF4-FFF2-40B4-BE49-F238E27FC236}">
                    <a16:creationId xmlns:a16="http://schemas.microsoft.com/office/drawing/2014/main" id="{AAED5185-8D59-39EC-86CC-907BBE37E0BA}"/>
                  </a:ext>
                </a:extLst>
              </p:cNvPr>
              <p:cNvSpPr/>
              <p:nvPr/>
            </p:nvSpPr>
            <p:spPr>
              <a:xfrm>
                <a:off x="5943219" y="3812261"/>
                <a:ext cx="104945" cy="132849"/>
              </a:xfrm>
              <a:custGeom>
                <a:avLst/>
                <a:gdLst/>
                <a:ahLst/>
                <a:cxnLst/>
                <a:rect l="l" t="t" r="r" b="b"/>
                <a:pathLst>
                  <a:path w="4705" h="5956" extrusionOk="0">
                    <a:moveTo>
                      <a:pt x="3591" y="0"/>
                    </a:moveTo>
                    <a:cubicBezTo>
                      <a:pt x="3195" y="0"/>
                      <a:pt x="2709" y="199"/>
                      <a:pt x="2336" y="641"/>
                    </a:cubicBezTo>
                    <a:cubicBezTo>
                      <a:pt x="1902" y="1142"/>
                      <a:pt x="1502" y="1709"/>
                      <a:pt x="1135" y="2276"/>
                    </a:cubicBezTo>
                    <a:cubicBezTo>
                      <a:pt x="768" y="2943"/>
                      <a:pt x="468" y="3610"/>
                      <a:pt x="234" y="4344"/>
                    </a:cubicBezTo>
                    <a:cubicBezTo>
                      <a:pt x="1" y="4911"/>
                      <a:pt x="201" y="5511"/>
                      <a:pt x="701" y="5878"/>
                    </a:cubicBezTo>
                    <a:cubicBezTo>
                      <a:pt x="797" y="5931"/>
                      <a:pt x="904" y="5956"/>
                      <a:pt x="1021" y="5956"/>
                    </a:cubicBezTo>
                    <a:cubicBezTo>
                      <a:pt x="1724" y="5956"/>
                      <a:pt x="2770" y="5049"/>
                      <a:pt x="3570" y="3677"/>
                    </a:cubicBezTo>
                    <a:cubicBezTo>
                      <a:pt x="4504" y="2076"/>
                      <a:pt x="4704" y="475"/>
                      <a:pt x="4037" y="108"/>
                    </a:cubicBezTo>
                    <a:cubicBezTo>
                      <a:pt x="3916" y="37"/>
                      <a:pt x="3762" y="0"/>
                      <a:pt x="35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4" name="Google Shape;1914;p83">
                <a:extLst>
                  <a:ext uri="{FF2B5EF4-FFF2-40B4-BE49-F238E27FC236}">
                    <a16:creationId xmlns:a16="http://schemas.microsoft.com/office/drawing/2014/main" id="{5C396524-FB9F-91BB-36DC-FEFFA65ACEF6}"/>
                  </a:ext>
                </a:extLst>
              </p:cNvPr>
              <p:cNvSpPr/>
              <p:nvPr/>
            </p:nvSpPr>
            <p:spPr>
              <a:xfrm>
                <a:off x="5968535" y="3848885"/>
                <a:ext cx="78870" cy="69212"/>
              </a:xfrm>
              <a:custGeom>
                <a:avLst/>
                <a:gdLst/>
                <a:ahLst/>
                <a:cxnLst/>
                <a:rect l="l" t="t" r="r" b="b"/>
                <a:pathLst>
                  <a:path w="3536" h="3103" extrusionOk="0">
                    <a:moveTo>
                      <a:pt x="801" y="0"/>
                    </a:moveTo>
                    <a:cubicBezTo>
                      <a:pt x="300" y="133"/>
                      <a:pt x="0" y="634"/>
                      <a:pt x="67" y="1134"/>
                    </a:cubicBezTo>
                    <a:lnTo>
                      <a:pt x="1434" y="1568"/>
                    </a:lnTo>
                    <a:lnTo>
                      <a:pt x="2769" y="3102"/>
                    </a:lnTo>
                    <a:lnTo>
                      <a:pt x="3536" y="1768"/>
                    </a:lnTo>
                    <a:lnTo>
                      <a:pt x="1768" y="1067"/>
                    </a:lnTo>
                    <a:lnTo>
                      <a:pt x="8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5" name="Google Shape;1915;p83">
                <a:extLst>
                  <a:ext uri="{FF2B5EF4-FFF2-40B4-BE49-F238E27FC236}">
                    <a16:creationId xmlns:a16="http://schemas.microsoft.com/office/drawing/2014/main" id="{2F2EC4FD-F98B-4A63-052C-F1BD7839F329}"/>
                  </a:ext>
                </a:extLst>
              </p:cNvPr>
              <p:cNvSpPr/>
              <p:nvPr/>
            </p:nvSpPr>
            <p:spPr>
              <a:xfrm>
                <a:off x="6026551" y="3887785"/>
                <a:ext cx="23844" cy="30826"/>
              </a:xfrm>
              <a:custGeom>
                <a:avLst/>
                <a:gdLst/>
                <a:ahLst/>
                <a:cxnLst/>
                <a:rect l="l" t="t" r="r" b="b"/>
                <a:pathLst>
                  <a:path w="1069" h="1382" extrusionOk="0">
                    <a:moveTo>
                      <a:pt x="847" y="1"/>
                    </a:moveTo>
                    <a:cubicBezTo>
                      <a:pt x="676" y="1"/>
                      <a:pt x="436" y="215"/>
                      <a:pt x="268" y="524"/>
                    </a:cubicBezTo>
                    <a:cubicBezTo>
                      <a:pt x="34" y="891"/>
                      <a:pt x="1" y="1258"/>
                      <a:pt x="168" y="1358"/>
                    </a:cubicBezTo>
                    <a:cubicBezTo>
                      <a:pt x="189" y="1374"/>
                      <a:pt x="214" y="1381"/>
                      <a:pt x="242" y="1381"/>
                    </a:cubicBezTo>
                    <a:cubicBezTo>
                      <a:pt x="393" y="1381"/>
                      <a:pt x="633" y="1167"/>
                      <a:pt x="802" y="858"/>
                    </a:cubicBezTo>
                    <a:cubicBezTo>
                      <a:pt x="1035" y="491"/>
                      <a:pt x="1068" y="124"/>
                      <a:pt x="935" y="24"/>
                    </a:cubicBezTo>
                    <a:cubicBezTo>
                      <a:pt x="909" y="8"/>
                      <a:pt x="879" y="1"/>
                      <a:pt x="8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6" name="Google Shape;1916;p83">
                <a:extLst>
                  <a:ext uri="{FF2B5EF4-FFF2-40B4-BE49-F238E27FC236}">
                    <a16:creationId xmlns:a16="http://schemas.microsoft.com/office/drawing/2014/main" id="{6DDE1729-4CE9-1512-3464-C2C93C7148D3}"/>
                  </a:ext>
                </a:extLst>
              </p:cNvPr>
              <p:cNvSpPr/>
              <p:nvPr/>
            </p:nvSpPr>
            <p:spPr>
              <a:xfrm>
                <a:off x="6026551" y="3887785"/>
                <a:ext cx="23844" cy="30826"/>
              </a:xfrm>
              <a:custGeom>
                <a:avLst/>
                <a:gdLst/>
                <a:ahLst/>
                <a:cxnLst/>
                <a:rect l="l" t="t" r="r" b="b"/>
                <a:pathLst>
                  <a:path w="1069" h="1382" extrusionOk="0">
                    <a:moveTo>
                      <a:pt x="847" y="1"/>
                    </a:moveTo>
                    <a:cubicBezTo>
                      <a:pt x="676" y="1"/>
                      <a:pt x="436" y="215"/>
                      <a:pt x="268" y="524"/>
                    </a:cubicBezTo>
                    <a:cubicBezTo>
                      <a:pt x="34" y="891"/>
                      <a:pt x="1" y="1258"/>
                      <a:pt x="168" y="1358"/>
                    </a:cubicBezTo>
                    <a:cubicBezTo>
                      <a:pt x="189" y="1374"/>
                      <a:pt x="214" y="1381"/>
                      <a:pt x="242" y="1381"/>
                    </a:cubicBezTo>
                    <a:cubicBezTo>
                      <a:pt x="393" y="1381"/>
                      <a:pt x="633" y="1167"/>
                      <a:pt x="802" y="858"/>
                    </a:cubicBezTo>
                    <a:cubicBezTo>
                      <a:pt x="1035" y="491"/>
                      <a:pt x="1068" y="124"/>
                      <a:pt x="935" y="24"/>
                    </a:cubicBezTo>
                    <a:cubicBezTo>
                      <a:pt x="909" y="8"/>
                      <a:pt x="879" y="1"/>
                      <a:pt x="8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7" name="Google Shape;1917;p83">
                <a:extLst>
                  <a:ext uri="{FF2B5EF4-FFF2-40B4-BE49-F238E27FC236}">
                    <a16:creationId xmlns:a16="http://schemas.microsoft.com/office/drawing/2014/main" id="{2E01E6F5-4D2D-FBBD-233A-77B4E6B5D4F8}"/>
                  </a:ext>
                </a:extLst>
              </p:cNvPr>
              <p:cNvSpPr/>
              <p:nvPr/>
            </p:nvSpPr>
            <p:spPr>
              <a:xfrm>
                <a:off x="5970007" y="3858543"/>
                <a:ext cx="63279" cy="59554"/>
              </a:xfrm>
              <a:custGeom>
                <a:avLst/>
                <a:gdLst/>
                <a:ahLst/>
                <a:cxnLst/>
                <a:rect l="l" t="t" r="r" b="b"/>
                <a:pathLst>
                  <a:path w="2837" h="2670" extrusionOk="0">
                    <a:moveTo>
                      <a:pt x="168" y="1"/>
                    </a:moveTo>
                    <a:cubicBezTo>
                      <a:pt x="34" y="201"/>
                      <a:pt x="1" y="468"/>
                      <a:pt x="1" y="735"/>
                    </a:cubicBezTo>
                    <a:lnTo>
                      <a:pt x="1368" y="1168"/>
                    </a:lnTo>
                    <a:lnTo>
                      <a:pt x="2666" y="2628"/>
                    </a:lnTo>
                    <a:lnTo>
                      <a:pt x="2666" y="2628"/>
                    </a:lnTo>
                    <a:cubicBezTo>
                      <a:pt x="2554" y="2453"/>
                      <a:pt x="2653" y="2013"/>
                      <a:pt x="2836" y="1769"/>
                    </a:cubicBezTo>
                    <a:cubicBezTo>
                      <a:pt x="2836" y="1769"/>
                      <a:pt x="2302" y="1468"/>
                      <a:pt x="168" y="1"/>
                    </a:cubicBezTo>
                    <a:close/>
                    <a:moveTo>
                      <a:pt x="2666" y="2628"/>
                    </a:moveTo>
                    <a:cubicBezTo>
                      <a:pt x="2677" y="2644"/>
                      <a:pt x="2689" y="2658"/>
                      <a:pt x="2703" y="2669"/>
                    </a:cubicBezTo>
                    <a:lnTo>
                      <a:pt x="2666" y="262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8" name="Google Shape;1918;p83">
                <a:extLst>
                  <a:ext uri="{FF2B5EF4-FFF2-40B4-BE49-F238E27FC236}">
                    <a16:creationId xmlns:a16="http://schemas.microsoft.com/office/drawing/2014/main" id="{B1C49278-9FDE-3C07-8E07-3043B2E5208E}"/>
                  </a:ext>
                </a:extLst>
              </p:cNvPr>
              <p:cNvSpPr/>
              <p:nvPr/>
            </p:nvSpPr>
            <p:spPr>
              <a:xfrm>
                <a:off x="5972238" y="3963466"/>
                <a:ext cx="108670" cy="55071"/>
              </a:xfrm>
              <a:custGeom>
                <a:avLst/>
                <a:gdLst/>
                <a:ahLst/>
                <a:cxnLst/>
                <a:rect l="l" t="t" r="r" b="b"/>
                <a:pathLst>
                  <a:path w="4872" h="2469" extrusionOk="0">
                    <a:moveTo>
                      <a:pt x="4804" y="0"/>
                    </a:moveTo>
                    <a:lnTo>
                      <a:pt x="1" y="2335"/>
                    </a:lnTo>
                    <a:lnTo>
                      <a:pt x="101" y="2468"/>
                    </a:lnTo>
                    <a:lnTo>
                      <a:pt x="4871" y="133"/>
                    </a:lnTo>
                    <a:lnTo>
                      <a:pt x="48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19" name="Google Shape;1919;p83">
                <a:extLst>
                  <a:ext uri="{FF2B5EF4-FFF2-40B4-BE49-F238E27FC236}">
                    <a16:creationId xmlns:a16="http://schemas.microsoft.com/office/drawing/2014/main" id="{7781C3E8-2FAD-BCE9-BAA8-583C5D953DD9}"/>
                  </a:ext>
                </a:extLst>
              </p:cNvPr>
              <p:cNvSpPr/>
              <p:nvPr/>
            </p:nvSpPr>
            <p:spPr>
              <a:xfrm>
                <a:off x="6111377" y="3817636"/>
                <a:ext cx="5978" cy="93770"/>
              </a:xfrm>
              <a:custGeom>
                <a:avLst/>
                <a:gdLst/>
                <a:ahLst/>
                <a:cxnLst/>
                <a:rect l="l" t="t" r="r" b="b"/>
                <a:pathLst>
                  <a:path w="268" h="4204" extrusionOk="0">
                    <a:moveTo>
                      <a:pt x="1" y="0"/>
                    </a:moveTo>
                    <a:lnTo>
                      <a:pt x="101" y="4203"/>
                    </a:lnTo>
                    <a:lnTo>
                      <a:pt x="268" y="4203"/>
                    </a:lnTo>
                    <a:lnTo>
                      <a:pt x="1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0" name="Google Shape;1920;p83">
                <a:extLst>
                  <a:ext uri="{FF2B5EF4-FFF2-40B4-BE49-F238E27FC236}">
                    <a16:creationId xmlns:a16="http://schemas.microsoft.com/office/drawing/2014/main" id="{2F4A4AF9-AB76-38AA-EA34-FDD92E1FBD78}"/>
                  </a:ext>
                </a:extLst>
              </p:cNvPr>
              <p:cNvSpPr/>
              <p:nvPr/>
            </p:nvSpPr>
            <p:spPr>
              <a:xfrm>
                <a:off x="5984149" y="3840699"/>
                <a:ext cx="133205" cy="72937"/>
              </a:xfrm>
              <a:custGeom>
                <a:avLst/>
                <a:gdLst/>
                <a:ahLst/>
                <a:cxnLst/>
                <a:rect l="l" t="t" r="r" b="b"/>
                <a:pathLst>
                  <a:path w="5972" h="3270" extrusionOk="0">
                    <a:moveTo>
                      <a:pt x="101" y="0"/>
                    </a:moveTo>
                    <a:lnTo>
                      <a:pt x="1" y="100"/>
                    </a:lnTo>
                    <a:lnTo>
                      <a:pt x="5905" y="3269"/>
                    </a:lnTo>
                    <a:lnTo>
                      <a:pt x="5972" y="3169"/>
                    </a:lnTo>
                    <a:lnTo>
                      <a:pt x="1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1" name="Google Shape;1921;p83">
                <a:extLst>
                  <a:ext uri="{FF2B5EF4-FFF2-40B4-BE49-F238E27FC236}">
                    <a16:creationId xmlns:a16="http://schemas.microsoft.com/office/drawing/2014/main" id="{94DBEE03-42BD-EE8E-7901-4CF38CA5416E}"/>
                  </a:ext>
                </a:extLst>
              </p:cNvPr>
              <p:cNvSpPr/>
              <p:nvPr/>
            </p:nvSpPr>
            <p:spPr>
              <a:xfrm>
                <a:off x="5981182" y="3846633"/>
                <a:ext cx="100462" cy="117592"/>
              </a:xfrm>
              <a:custGeom>
                <a:avLst/>
                <a:gdLst/>
                <a:ahLst/>
                <a:cxnLst/>
                <a:rect l="l" t="t" r="r" b="b"/>
                <a:pathLst>
                  <a:path w="4504" h="5272" extrusionOk="0">
                    <a:moveTo>
                      <a:pt x="100" y="1"/>
                    </a:moveTo>
                    <a:lnTo>
                      <a:pt x="0" y="134"/>
                    </a:lnTo>
                    <a:lnTo>
                      <a:pt x="4437" y="5271"/>
                    </a:lnTo>
                    <a:lnTo>
                      <a:pt x="4503" y="5171"/>
                    </a:lnTo>
                    <a:lnTo>
                      <a:pt x="1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2" name="Google Shape;1922;p83">
                <a:extLst>
                  <a:ext uri="{FF2B5EF4-FFF2-40B4-BE49-F238E27FC236}">
                    <a16:creationId xmlns:a16="http://schemas.microsoft.com/office/drawing/2014/main" id="{8B2B5D83-A274-A04A-4DF9-EAB872379092}"/>
                  </a:ext>
                </a:extLst>
              </p:cNvPr>
              <p:cNvSpPr/>
              <p:nvPr/>
            </p:nvSpPr>
            <p:spPr>
              <a:xfrm>
                <a:off x="6075666" y="3910581"/>
                <a:ext cx="49138" cy="61383"/>
              </a:xfrm>
              <a:custGeom>
                <a:avLst/>
                <a:gdLst/>
                <a:ahLst/>
                <a:cxnLst/>
                <a:rect l="l" t="t" r="r" b="b"/>
                <a:pathLst>
                  <a:path w="2203" h="2752" extrusionOk="0">
                    <a:moveTo>
                      <a:pt x="1722" y="0"/>
                    </a:moveTo>
                    <a:cubicBezTo>
                      <a:pt x="1399" y="0"/>
                      <a:pt x="905" y="409"/>
                      <a:pt x="534" y="1037"/>
                    </a:cubicBezTo>
                    <a:cubicBezTo>
                      <a:pt x="101" y="1804"/>
                      <a:pt x="1" y="2538"/>
                      <a:pt x="301" y="2705"/>
                    </a:cubicBezTo>
                    <a:cubicBezTo>
                      <a:pt x="353" y="2736"/>
                      <a:pt x="412" y="2751"/>
                      <a:pt x="476" y="2751"/>
                    </a:cubicBezTo>
                    <a:cubicBezTo>
                      <a:pt x="819" y="2751"/>
                      <a:pt x="1303" y="2322"/>
                      <a:pt x="1668" y="1704"/>
                    </a:cubicBezTo>
                    <a:cubicBezTo>
                      <a:pt x="2102" y="937"/>
                      <a:pt x="2202" y="203"/>
                      <a:pt x="1869" y="36"/>
                    </a:cubicBezTo>
                    <a:cubicBezTo>
                      <a:pt x="1825" y="12"/>
                      <a:pt x="1776" y="0"/>
                      <a:pt x="17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3" name="Google Shape;1923;p83">
                <a:extLst>
                  <a:ext uri="{FF2B5EF4-FFF2-40B4-BE49-F238E27FC236}">
                    <a16:creationId xmlns:a16="http://schemas.microsoft.com/office/drawing/2014/main" id="{B61EB0DB-5248-F617-B70B-B8DDB442C48D}"/>
                  </a:ext>
                </a:extLst>
              </p:cNvPr>
              <p:cNvSpPr/>
              <p:nvPr/>
            </p:nvSpPr>
            <p:spPr>
              <a:xfrm>
                <a:off x="6079391" y="3914261"/>
                <a:ext cx="43919" cy="55740"/>
              </a:xfrm>
              <a:custGeom>
                <a:avLst/>
                <a:gdLst/>
                <a:ahLst/>
                <a:cxnLst/>
                <a:rect l="l" t="t" r="r" b="b"/>
                <a:pathLst>
                  <a:path w="1969" h="2499" extrusionOk="0">
                    <a:moveTo>
                      <a:pt x="1548" y="0"/>
                    </a:moveTo>
                    <a:cubicBezTo>
                      <a:pt x="1241" y="0"/>
                      <a:pt x="806" y="374"/>
                      <a:pt x="467" y="938"/>
                    </a:cubicBezTo>
                    <a:cubicBezTo>
                      <a:pt x="100" y="1639"/>
                      <a:pt x="0" y="2306"/>
                      <a:pt x="301" y="2473"/>
                    </a:cubicBezTo>
                    <a:cubicBezTo>
                      <a:pt x="335" y="2490"/>
                      <a:pt x="375" y="2498"/>
                      <a:pt x="418" y="2498"/>
                    </a:cubicBezTo>
                    <a:cubicBezTo>
                      <a:pt x="711" y="2498"/>
                      <a:pt x="1182" y="2120"/>
                      <a:pt x="1501" y="1539"/>
                    </a:cubicBezTo>
                    <a:cubicBezTo>
                      <a:pt x="1868" y="872"/>
                      <a:pt x="1968" y="205"/>
                      <a:pt x="1702" y="38"/>
                    </a:cubicBezTo>
                    <a:cubicBezTo>
                      <a:pt x="1656" y="12"/>
                      <a:pt x="1604" y="0"/>
                      <a:pt x="15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924" name="Google Shape;1924;p83">
                <a:extLst>
                  <a:ext uri="{FF2B5EF4-FFF2-40B4-BE49-F238E27FC236}">
                    <a16:creationId xmlns:a16="http://schemas.microsoft.com/office/drawing/2014/main" id="{D88D2199-2FA2-95D0-3F9F-E27865D07728}"/>
                  </a:ext>
                </a:extLst>
              </p:cNvPr>
              <p:cNvSpPr/>
              <p:nvPr/>
            </p:nvSpPr>
            <p:spPr>
              <a:xfrm>
                <a:off x="5659745" y="3815383"/>
                <a:ext cx="139919" cy="53599"/>
              </a:xfrm>
              <a:custGeom>
                <a:avLst/>
                <a:gdLst/>
                <a:ahLst/>
                <a:cxnLst/>
                <a:rect l="l" t="t" r="r" b="b"/>
                <a:pathLst>
                  <a:path w="6273" h="2403" extrusionOk="0">
                    <a:moveTo>
                      <a:pt x="6272" y="1"/>
                    </a:moveTo>
                    <a:lnTo>
                      <a:pt x="468" y="1135"/>
                    </a:lnTo>
                    <a:lnTo>
                      <a:pt x="1" y="2403"/>
                    </a:lnTo>
                    <a:lnTo>
                      <a:pt x="62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grpSp>
      </p:grpSp>
      <p:sp>
        <p:nvSpPr>
          <p:cNvPr id="2" name="Google Shape;965;p58">
            <a:extLst>
              <a:ext uri="{FF2B5EF4-FFF2-40B4-BE49-F238E27FC236}">
                <a16:creationId xmlns:a16="http://schemas.microsoft.com/office/drawing/2014/main" id="{5BE6458F-559D-0A23-F852-6D12DD7B27D1}"/>
              </a:ext>
            </a:extLst>
          </p:cNvPr>
          <p:cNvSpPr txBox="1">
            <a:spLocks/>
          </p:cNvSpPr>
          <p:nvPr/>
        </p:nvSpPr>
        <p:spPr>
          <a:xfrm>
            <a:off x="243834" y="2245427"/>
            <a:ext cx="5928173" cy="64144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1pPr>
            <a:lvl2pPr marR="0" lvl="1"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2pPr>
            <a:lvl3pPr marR="0" lvl="2"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3pPr>
            <a:lvl4pPr marR="0" lvl="3"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4pPr>
            <a:lvl5pPr marR="0" lvl="4"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5pPr>
            <a:lvl6pPr marR="0" lvl="5"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6pPr>
            <a:lvl7pPr marR="0" lvl="6"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7pPr>
            <a:lvl8pPr marR="0" lvl="7"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8pPr>
            <a:lvl9pPr marR="0" lvl="8" algn="ctr" rtl="0">
              <a:lnSpc>
                <a:spcPct val="100000"/>
              </a:lnSpc>
              <a:spcBef>
                <a:spcPts val="0"/>
              </a:spcBef>
              <a:spcAft>
                <a:spcPts val="0"/>
              </a:spcAft>
              <a:buClr>
                <a:schemeClr val="dk1"/>
              </a:buClr>
              <a:buSzPts val="3000"/>
              <a:buFont typeface="Titillium Web"/>
              <a:buNone/>
              <a:defRPr sz="3000" b="1" i="0" u="none" strike="noStrike" cap="none">
                <a:solidFill>
                  <a:schemeClr val="dk1"/>
                </a:solidFill>
                <a:latin typeface="Titillium Web"/>
                <a:ea typeface="Titillium Web"/>
                <a:cs typeface="Titillium Web"/>
                <a:sym typeface="Titillium Web"/>
              </a:defRPr>
            </a:lvl9pPr>
          </a:lstStyle>
          <a:p>
            <a:pPr algn="l"/>
            <a:r>
              <a:rPr lang="de-DE" sz="3600"/>
              <a:t>Von der Idee zur Lösung</a:t>
            </a:r>
            <a:endParaRPr lang="de-DE" sz="3600" noProof="1"/>
          </a:p>
        </p:txBody>
      </p:sp>
    </p:spTree>
    <p:extLst>
      <p:ext uri="{BB962C8B-B14F-4D97-AF65-F5344CB8AC3E}">
        <p14:creationId xmlns:p14="http://schemas.microsoft.com/office/powerpoint/2010/main" val="1560896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1000"/>
                                  </p:stCondLst>
                                  <p:childTnLst>
                                    <p:animRot by="-21600000">
                                      <p:cBhvr>
                                        <p:cTn id="6" dur="10000" fill="hold"/>
                                        <p:tgtEl>
                                          <p:spTgt spid="18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99C9C-364C-5D5A-6799-242274A5C79E}"/>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CFF28971-1A6B-D801-2BAC-E525642907BD}"/>
              </a:ext>
            </a:extLst>
          </p:cNvPr>
          <p:cNvSpPr txBox="1"/>
          <p:nvPr/>
        </p:nvSpPr>
        <p:spPr>
          <a:xfrm>
            <a:off x="447369" y="377187"/>
            <a:ext cx="8991599" cy="707886"/>
          </a:xfrm>
          <a:prstGeom prst="rect">
            <a:avLst/>
          </a:prstGeom>
          <a:noFill/>
        </p:spPr>
        <p:txBody>
          <a:bodyPr wrap="square" rtlCol="0">
            <a:spAutoFit/>
          </a:bodyPr>
          <a:lstStyle/>
          <a:p>
            <a:pPr marL="0" lvl="0" indent="0" algn="l" rtl="0">
              <a:spcBef>
                <a:spcPts val="0"/>
              </a:spcBef>
              <a:spcAft>
                <a:spcPts val="0"/>
              </a:spcAft>
              <a:buNone/>
            </a:pPr>
            <a:r>
              <a:rPr lang="de-DE" sz="2000" b="1" dirty="0">
                <a:solidFill>
                  <a:schemeClr val="tx1"/>
                </a:solidFill>
              </a:rPr>
              <a:t>Main Dashboard mit Echtzeit-Fortschrittsanzeige (</a:t>
            </a:r>
            <a:r>
              <a:rPr lang="de-DE" sz="2000" b="1" dirty="0" err="1">
                <a:solidFill>
                  <a:schemeClr val="tx1"/>
                </a:solidFill>
              </a:rPr>
              <a:t>ITakeoverProgress</a:t>
            </a:r>
            <a:r>
              <a:rPr lang="de-DE" sz="2000" b="1" dirty="0">
                <a:solidFill>
                  <a:schemeClr val="tx1"/>
                </a:solidFill>
              </a:rPr>
              <a:t>) für alle 3 Shuttle-Teile </a:t>
            </a:r>
          </a:p>
        </p:txBody>
      </p:sp>
      <p:pic>
        <p:nvPicPr>
          <p:cNvPr id="8" name="Grafik 7" descr="Ein Bild, das Software, Multimedia-Software, Text, Grafiksoftware enthält.&#10;&#10;Automatisch generierte Beschreibung">
            <a:extLst>
              <a:ext uri="{FF2B5EF4-FFF2-40B4-BE49-F238E27FC236}">
                <a16:creationId xmlns:a16="http://schemas.microsoft.com/office/drawing/2014/main" id="{0335D714-8746-6030-4E3C-DBA7C3EFB2E7}"/>
              </a:ext>
            </a:extLst>
          </p:cNvPr>
          <p:cNvPicPr>
            <a:picLocks noChangeAspect="1"/>
          </p:cNvPicPr>
          <p:nvPr/>
        </p:nvPicPr>
        <p:blipFill>
          <a:blip r:embed="rId2"/>
          <a:stretch>
            <a:fillRect/>
          </a:stretch>
        </p:blipFill>
        <p:spPr>
          <a:xfrm>
            <a:off x="1227131" y="1085073"/>
            <a:ext cx="6240469" cy="4058427"/>
          </a:xfrm>
          <a:prstGeom prst="rect">
            <a:avLst/>
          </a:prstGeom>
        </p:spPr>
      </p:pic>
    </p:spTree>
    <p:extLst>
      <p:ext uri="{BB962C8B-B14F-4D97-AF65-F5344CB8AC3E}">
        <p14:creationId xmlns:p14="http://schemas.microsoft.com/office/powerpoint/2010/main" val="273318723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feld 7">
            <a:extLst>
              <a:ext uri="{FF2B5EF4-FFF2-40B4-BE49-F238E27FC236}">
                <a16:creationId xmlns:a16="http://schemas.microsoft.com/office/drawing/2014/main" id="{8FF62998-EE47-24B8-5FD6-D90E34FCA7EC}"/>
              </a:ext>
            </a:extLst>
          </p:cNvPr>
          <p:cNvSpPr txBox="1"/>
          <p:nvPr/>
        </p:nvSpPr>
        <p:spPr>
          <a:xfrm>
            <a:off x="395021" y="505292"/>
            <a:ext cx="9654363" cy="400110"/>
          </a:xfrm>
          <a:prstGeom prst="rect">
            <a:avLst/>
          </a:prstGeom>
          <a:noFill/>
        </p:spPr>
        <p:txBody>
          <a:bodyPr wrap="square" rtlCol="0">
            <a:spAutoFit/>
          </a:bodyPr>
          <a:lstStyle/>
          <a:p>
            <a:r>
              <a:rPr lang="de-DE" sz="2000" b="1" dirty="0">
                <a:solidFill>
                  <a:schemeClr val="tx1"/>
                </a:solidFill>
              </a:rPr>
              <a:t>Mission Control plant Reparaturen automatisch und weist Techniker zu</a:t>
            </a:r>
          </a:p>
        </p:txBody>
      </p:sp>
      <p:pic>
        <p:nvPicPr>
          <p:cNvPr id="9" name="Grafik 8" descr="Ein Bild, das Software, Text, Webseite, Computersymbol enthält.&#10;&#10;Automatisch generierte Beschreibung">
            <a:extLst>
              <a:ext uri="{FF2B5EF4-FFF2-40B4-BE49-F238E27FC236}">
                <a16:creationId xmlns:a16="http://schemas.microsoft.com/office/drawing/2014/main" id="{E45E3B03-FD94-2A1B-3F41-6CED618A9D78}"/>
              </a:ext>
            </a:extLst>
          </p:cNvPr>
          <p:cNvPicPr>
            <a:picLocks noChangeAspect="1"/>
          </p:cNvPicPr>
          <p:nvPr/>
        </p:nvPicPr>
        <p:blipFill>
          <a:blip r:embed="rId3"/>
          <a:stretch>
            <a:fillRect/>
          </a:stretch>
        </p:blipFill>
        <p:spPr>
          <a:xfrm>
            <a:off x="1260236" y="1162798"/>
            <a:ext cx="6120952" cy="3980701"/>
          </a:xfrm>
          <a:prstGeom prst="rect">
            <a:avLst/>
          </a:prstGeom>
        </p:spPr>
      </p:pic>
    </p:spTree>
    <p:extLst>
      <p:ext uri="{BB962C8B-B14F-4D97-AF65-F5344CB8AC3E}">
        <p14:creationId xmlns:p14="http://schemas.microsoft.com/office/powerpoint/2010/main" val="347279799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feld 8">
            <a:extLst>
              <a:ext uri="{FF2B5EF4-FFF2-40B4-BE49-F238E27FC236}">
                <a16:creationId xmlns:a16="http://schemas.microsoft.com/office/drawing/2014/main" id="{B9A555A7-E6DA-2583-206B-7A89788E836C}"/>
              </a:ext>
            </a:extLst>
          </p:cNvPr>
          <p:cNvSpPr txBox="1"/>
          <p:nvPr/>
        </p:nvSpPr>
        <p:spPr>
          <a:xfrm>
            <a:off x="483080" y="396593"/>
            <a:ext cx="9066363" cy="707886"/>
          </a:xfrm>
          <a:prstGeom prst="rect">
            <a:avLst/>
          </a:prstGeom>
          <a:noFill/>
        </p:spPr>
        <p:txBody>
          <a:bodyPr wrap="square" rtlCol="0">
            <a:spAutoFit/>
          </a:bodyPr>
          <a:lstStyle/>
          <a:p>
            <a:r>
              <a:rPr lang="de-DE" sz="2000" b="1" dirty="0">
                <a:solidFill>
                  <a:schemeClr val="tx1"/>
                </a:solidFill>
              </a:rPr>
              <a:t>System wertet Sensordaten automatisch aus und klassifiziert OK / WARNING / REPLACE </a:t>
            </a:r>
          </a:p>
        </p:txBody>
      </p:sp>
      <p:pic>
        <p:nvPicPr>
          <p:cNvPr id="12" name="Grafik 11" descr="Ein Bild, das Screenshot, Software, Text enthält.&#10;&#10;Automatisch generierte Beschreibung">
            <a:extLst>
              <a:ext uri="{FF2B5EF4-FFF2-40B4-BE49-F238E27FC236}">
                <a16:creationId xmlns:a16="http://schemas.microsoft.com/office/drawing/2014/main" id="{1A700E99-0BEC-3ED7-BB55-76D96C7021E0}"/>
              </a:ext>
            </a:extLst>
          </p:cNvPr>
          <p:cNvPicPr>
            <a:picLocks noChangeAspect="1"/>
          </p:cNvPicPr>
          <p:nvPr/>
        </p:nvPicPr>
        <p:blipFill>
          <a:blip r:embed="rId3"/>
          <a:stretch>
            <a:fillRect/>
          </a:stretch>
        </p:blipFill>
        <p:spPr>
          <a:xfrm>
            <a:off x="1606072" y="1321496"/>
            <a:ext cx="5647345" cy="3672695"/>
          </a:xfrm>
          <a:prstGeom prst="rect">
            <a:avLst/>
          </a:prstGeom>
        </p:spPr>
      </p:pic>
    </p:spTree>
    <p:extLst>
      <p:ext uri="{BB962C8B-B14F-4D97-AF65-F5344CB8AC3E}">
        <p14:creationId xmlns:p14="http://schemas.microsoft.com/office/powerpoint/2010/main" val="174974105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B7FE1-080C-5CF5-1EDD-D345DCC6717D}"/>
            </a:ext>
          </a:extLst>
        </p:cNvPr>
        <p:cNvGrpSpPr/>
        <p:nvPr/>
      </p:nvGrpSpPr>
      <p:grpSpPr>
        <a:xfrm>
          <a:off x="0" y="0"/>
          <a:ext cx="0" cy="0"/>
          <a:chOff x="0" y="0"/>
          <a:chExt cx="0" cy="0"/>
        </a:xfrm>
      </p:grpSpPr>
      <p:sp>
        <p:nvSpPr>
          <p:cNvPr id="3" name="Untertitel 2">
            <a:extLst>
              <a:ext uri="{FF2B5EF4-FFF2-40B4-BE49-F238E27FC236}">
                <a16:creationId xmlns:a16="http://schemas.microsoft.com/office/drawing/2014/main" id="{1E74342F-152B-CDA8-40C4-9FE99C7BBDCE}"/>
              </a:ext>
            </a:extLst>
          </p:cNvPr>
          <p:cNvSpPr>
            <a:spLocks noGrp="1"/>
          </p:cNvSpPr>
          <p:nvPr>
            <p:ph type="subTitle" idx="1"/>
          </p:nvPr>
        </p:nvSpPr>
        <p:spPr/>
        <p:txBody>
          <a:bodyPr/>
          <a:lstStyle/>
          <a:p>
            <a:endParaRPr lang="de-DE"/>
          </a:p>
        </p:txBody>
      </p:sp>
      <p:pic>
        <p:nvPicPr>
          <p:cNvPr id="4" name="Grafik 3" descr="Ein Bild, das Software, Multimedia-Software, Text, Grafiksoftware enthält.&#10;&#10;Automatisch generierte Beschreibung">
            <a:extLst>
              <a:ext uri="{FF2B5EF4-FFF2-40B4-BE49-F238E27FC236}">
                <a16:creationId xmlns:a16="http://schemas.microsoft.com/office/drawing/2014/main" id="{2A34989F-AF0B-D122-8F6D-5300AF554845}"/>
              </a:ext>
            </a:extLst>
          </p:cNvPr>
          <p:cNvPicPr>
            <a:picLocks noChangeAspect="1"/>
          </p:cNvPicPr>
          <p:nvPr/>
        </p:nvPicPr>
        <p:blipFill>
          <a:blip r:embed="rId3"/>
          <a:stretch>
            <a:fillRect/>
          </a:stretch>
        </p:blipFill>
        <p:spPr>
          <a:xfrm>
            <a:off x="1451765" y="1085073"/>
            <a:ext cx="6240469" cy="4058427"/>
          </a:xfrm>
          <a:prstGeom prst="rect">
            <a:avLst/>
          </a:prstGeom>
        </p:spPr>
      </p:pic>
      <p:sp>
        <p:nvSpPr>
          <p:cNvPr id="8" name="Rechteck 7">
            <a:extLst>
              <a:ext uri="{FF2B5EF4-FFF2-40B4-BE49-F238E27FC236}">
                <a16:creationId xmlns:a16="http://schemas.microsoft.com/office/drawing/2014/main" id="{DFD0FF70-F53B-8631-BB2C-78DB44D743E0}"/>
              </a:ext>
            </a:extLst>
          </p:cNvPr>
          <p:cNvSpPr/>
          <p:nvPr/>
        </p:nvSpPr>
        <p:spPr>
          <a:xfrm>
            <a:off x="2386485" y="1668162"/>
            <a:ext cx="2358509" cy="30891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41419A85-F831-8508-22E5-B2A140E580C8}"/>
              </a:ext>
            </a:extLst>
          </p:cNvPr>
          <p:cNvSpPr txBox="1"/>
          <p:nvPr/>
        </p:nvSpPr>
        <p:spPr>
          <a:xfrm>
            <a:off x="594560" y="463409"/>
            <a:ext cx="8549440" cy="400110"/>
          </a:xfrm>
          <a:prstGeom prst="rect">
            <a:avLst/>
          </a:prstGeom>
          <a:noFill/>
        </p:spPr>
        <p:txBody>
          <a:bodyPr wrap="square" rtlCol="0">
            <a:spAutoFit/>
          </a:bodyPr>
          <a:lstStyle/>
          <a:p>
            <a:r>
              <a:rPr lang="de-DE" sz="2000" b="1" dirty="0">
                <a:solidFill>
                  <a:schemeClr val="tx1"/>
                </a:solidFill>
              </a:rPr>
              <a:t>Reparaturplan Echtzeit tracken</a:t>
            </a:r>
          </a:p>
        </p:txBody>
      </p:sp>
    </p:spTree>
    <p:extLst>
      <p:ext uri="{BB962C8B-B14F-4D97-AF65-F5344CB8AC3E}">
        <p14:creationId xmlns:p14="http://schemas.microsoft.com/office/powerpoint/2010/main" val="330717122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descr="Ein Bild, das Software, Multimedia-Software, Text, Grafiksoftware enthält.&#10;&#10;Automatisch generierte Beschreibung">
            <a:extLst>
              <a:ext uri="{FF2B5EF4-FFF2-40B4-BE49-F238E27FC236}">
                <a16:creationId xmlns:a16="http://schemas.microsoft.com/office/drawing/2014/main" id="{E76D2001-ADF8-90EF-2118-CDE9846EA505}"/>
              </a:ext>
            </a:extLst>
          </p:cNvPr>
          <p:cNvPicPr>
            <a:picLocks noChangeAspect="1"/>
          </p:cNvPicPr>
          <p:nvPr/>
        </p:nvPicPr>
        <p:blipFill>
          <a:blip r:embed="rId3"/>
          <a:stretch>
            <a:fillRect/>
          </a:stretch>
        </p:blipFill>
        <p:spPr>
          <a:xfrm>
            <a:off x="1451765" y="1085073"/>
            <a:ext cx="6240469" cy="4058427"/>
          </a:xfrm>
          <a:prstGeom prst="rect">
            <a:avLst/>
          </a:prstGeom>
        </p:spPr>
      </p:pic>
      <p:sp>
        <p:nvSpPr>
          <p:cNvPr id="5" name="Rechteck 4">
            <a:extLst>
              <a:ext uri="{FF2B5EF4-FFF2-40B4-BE49-F238E27FC236}">
                <a16:creationId xmlns:a16="http://schemas.microsoft.com/office/drawing/2014/main" id="{9802B409-1666-F183-3A01-403C7F52C501}"/>
              </a:ext>
            </a:extLst>
          </p:cNvPr>
          <p:cNvSpPr/>
          <p:nvPr/>
        </p:nvSpPr>
        <p:spPr>
          <a:xfrm>
            <a:off x="2411200" y="2571750"/>
            <a:ext cx="1181819" cy="167352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5">
            <a:extLst>
              <a:ext uri="{FF2B5EF4-FFF2-40B4-BE49-F238E27FC236}">
                <a16:creationId xmlns:a16="http://schemas.microsoft.com/office/drawing/2014/main" id="{691A78C2-D1A0-5CFA-C482-1F129C2A71F4}"/>
              </a:ext>
            </a:extLst>
          </p:cNvPr>
          <p:cNvSpPr txBox="1"/>
          <p:nvPr/>
        </p:nvSpPr>
        <p:spPr>
          <a:xfrm>
            <a:off x="473252" y="465624"/>
            <a:ext cx="8858358" cy="707886"/>
          </a:xfrm>
          <a:prstGeom prst="rect">
            <a:avLst/>
          </a:prstGeom>
          <a:noFill/>
        </p:spPr>
        <p:txBody>
          <a:bodyPr wrap="square" rtlCol="0">
            <a:spAutoFit/>
          </a:bodyPr>
          <a:lstStyle/>
          <a:p>
            <a:pPr marL="0" lvl="0" indent="0">
              <a:buFont typeface="Arial"/>
              <a:buNone/>
            </a:pPr>
            <a:r>
              <a:rPr lang="de-DE" sz="2000" b="1" dirty="0" err="1">
                <a:solidFill>
                  <a:schemeClr val="tx1"/>
                </a:solidFill>
              </a:rPr>
              <a:t>Predictive</a:t>
            </a:r>
            <a:r>
              <a:rPr lang="de-DE" sz="2000" b="1" dirty="0">
                <a:solidFill>
                  <a:schemeClr val="tx1"/>
                </a:solidFill>
              </a:rPr>
              <a:t> Analysis erkennt Sensor-Trends frühzeitig und warnt vor kritischen Werten</a:t>
            </a:r>
          </a:p>
        </p:txBody>
      </p:sp>
      <p:sp>
        <p:nvSpPr>
          <p:cNvPr id="7" name="Rechteck 6">
            <a:extLst>
              <a:ext uri="{FF2B5EF4-FFF2-40B4-BE49-F238E27FC236}">
                <a16:creationId xmlns:a16="http://schemas.microsoft.com/office/drawing/2014/main" id="{E294FEA7-2C92-C77E-ED37-0D2E854827B1}"/>
              </a:ext>
            </a:extLst>
          </p:cNvPr>
          <p:cNvSpPr/>
          <p:nvPr/>
        </p:nvSpPr>
        <p:spPr>
          <a:xfrm>
            <a:off x="3308808" y="4364610"/>
            <a:ext cx="1480007" cy="77889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94812583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EB3FD-CD80-4C9C-EBC4-AF6ECB703FE0}"/>
            </a:ext>
          </a:extLst>
        </p:cNvPr>
        <p:cNvGrpSpPr/>
        <p:nvPr/>
      </p:nvGrpSpPr>
      <p:grpSpPr>
        <a:xfrm>
          <a:off x="0" y="0"/>
          <a:ext cx="0" cy="0"/>
          <a:chOff x="0" y="0"/>
          <a:chExt cx="0" cy="0"/>
        </a:xfrm>
      </p:grpSpPr>
      <p:pic>
        <p:nvPicPr>
          <p:cNvPr id="5" name="Grafik 4" descr="Ein Bild, das Screenshot, Text, Software, Webseite enthält.&#10;&#10;Automatisch generierte Beschreibung">
            <a:extLst>
              <a:ext uri="{FF2B5EF4-FFF2-40B4-BE49-F238E27FC236}">
                <a16:creationId xmlns:a16="http://schemas.microsoft.com/office/drawing/2014/main" id="{8D41E970-A9DF-A651-66F1-1686459DB595}"/>
              </a:ext>
            </a:extLst>
          </p:cNvPr>
          <p:cNvPicPr>
            <a:picLocks noChangeAspect="1"/>
          </p:cNvPicPr>
          <p:nvPr/>
        </p:nvPicPr>
        <p:blipFill>
          <a:blip r:embed="rId3"/>
          <a:stretch>
            <a:fillRect/>
          </a:stretch>
        </p:blipFill>
        <p:spPr>
          <a:xfrm>
            <a:off x="1791576" y="1110448"/>
            <a:ext cx="5560847" cy="4033052"/>
          </a:xfrm>
          <a:prstGeom prst="rect">
            <a:avLst/>
          </a:prstGeom>
        </p:spPr>
      </p:pic>
      <p:sp>
        <p:nvSpPr>
          <p:cNvPr id="6" name="Textfeld 5">
            <a:extLst>
              <a:ext uri="{FF2B5EF4-FFF2-40B4-BE49-F238E27FC236}">
                <a16:creationId xmlns:a16="http://schemas.microsoft.com/office/drawing/2014/main" id="{3DC76479-F783-4FB8-120B-C2211D8C3B98}"/>
              </a:ext>
            </a:extLst>
          </p:cNvPr>
          <p:cNvSpPr txBox="1"/>
          <p:nvPr/>
        </p:nvSpPr>
        <p:spPr>
          <a:xfrm>
            <a:off x="512607" y="402562"/>
            <a:ext cx="9250554" cy="707886"/>
          </a:xfrm>
          <a:prstGeom prst="rect">
            <a:avLst/>
          </a:prstGeom>
          <a:noFill/>
        </p:spPr>
        <p:txBody>
          <a:bodyPr wrap="square" rtlCol="0">
            <a:spAutoFit/>
          </a:bodyPr>
          <a:lstStyle/>
          <a:p>
            <a:pPr marL="0" lvl="0" indent="0" algn="l" rtl="0">
              <a:spcBef>
                <a:spcPts val="0"/>
              </a:spcBef>
              <a:spcAft>
                <a:spcPts val="0"/>
              </a:spcAft>
              <a:buNone/>
            </a:pPr>
            <a:r>
              <a:rPr lang="de-DE" sz="2000" b="1" dirty="0" err="1">
                <a:solidFill>
                  <a:schemeClr val="tx1"/>
                </a:solidFill>
              </a:rPr>
              <a:t>Inventory</a:t>
            </a:r>
            <a:r>
              <a:rPr lang="de-DE" sz="2000" b="1" dirty="0">
                <a:solidFill>
                  <a:schemeClr val="tx1"/>
                </a:solidFill>
              </a:rPr>
              <a:t>-Modul mit Echtzeit-Bestand und automatischer Statusfarbkodierung (IN_STOCK, LOW, OUT_OF_STOCK) </a:t>
            </a:r>
          </a:p>
        </p:txBody>
      </p:sp>
    </p:spTree>
    <p:extLst>
      <p:ext uri="{BB962C8B-B14F-4D97-AF65-F5344CB8AC3E}">
        <p14:creationId xmlns:p14="http://schemas.microsoft.com/office/powerpoint/2010/main" val="221417061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descr="Ein Bild, das Software, Text, Multimedia-Software, Computersymbol enthält.&#10;&#10;Automatisch generierte Beschreibung">
            <a:extLst>
              <a:ext uri="{FF2B5EF4-FFF2-40B4-BE49-F238E27FC236}">
                <a16:creationId xmlns:a16="http://schemas.microsoft.com/office/drawing/2014/main" id="{6DC04223-20F2-25A4-D1AC-8172C2708A32}"/>
              </a:ext>
            </a:extLst>
          </p:cNvPr>
          <p:cNvPicPr>
            <a:picLocks noChangeAspect="1"/>
          </p:cNvPicPr>
          <p:nvPr/>
        </p:nvPicPr>
        <p:blipFill>
          <a:blip r:embed="rId2"/>
          <a:stretch>
            <a:fillRect/>
          </a:stretch>
        </p:blipFill>
        <p:spPr>
          <a:xfrm>
            <a:off x="1396454" y="1013131"/>
            <a:ext cx="6351091" cy="4130369"/>
          </a:xfrm>
          <a:prstGeom prst="rect">
            <a:avLst/>
          </a:prstGeom>
        </p:spPr>
      </p:pic>
      <p:sp>
        <p:nvSpPr>
          <p:cNvPr id="10" name="Rechteck 9">
            <a:extLst>
              <a:ext uri="{FF2B5EF4-FFF2-40B4-BE49-F238E27FC236}">
                <a16:creationId xmlns:a16="http://schemas.microsoft.com/office/drawing/2014/main" id="{719E1457-51DF-490C-792C-9482FCEEF91F}"/>
              </a:ext>
            </a:extLst>
          </p:cNvPr>
          <p:cNvSpPr/>
          <p:nvPr/>
        </p:nvSpPr>
        <p:spPr>
          <a:xfrm>
            <a:off x="1396454" y="4271375"/>
            <a:ext cx="1221486" cy="51356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AAF76E9C-375D-F9D4-AA5F-2FB2852D4145}"/>
              </a:ext>
            </a:extLst>
          </p:cNvPr>
          <p:cNvSpPr txBox="1"/>
          <p:nvPr/>
        </p:nvSpPr>
        <p:spPr>
          <a:xfrm>
            <a:off x="485131" y="454518"/>
            <a:ext cx="9250554" cy="400110"/>
          </a:xfrm>
          <a:prstGeom prst="rect">
            <a:avLst/>
          </a:prstGeom>
          <a:noFill/>
        </p:spPr>
        <p:txBody>
          <a:bodyPr wrap="square" rtlCol="0">
            <a:spAutoFit/>
          </a:bodyPr>
          <a:lstStyle/>
          <a:p>
            <a:pPr marL="0" lvl="0" indent="0" algn="l" rtl="0">
              <a:spcBef>
                <a:spcPts val="0"/>
              </a:spcBef>
              <a:spcAft>
                <a:spcPts val="0"/>
              </a:spcAft>
              <a:buNone/>
            </a:pPr>
            <a:r>
              <a:rPr lang="de-DE" sz="2000" b="1" dirty="0">
                <a:solidFill>
                  <a:schemeClr val="tx1"/>
                </a:solidFill>
              </a:rPr>
              <a:t>Jede Freigabe wird digital erfasst</a:t>
            </a:r>
          </a:p>
        </p:txBody>
      </p:sp>
    </p:spTree>
    <p:extLst>
      <p:ext uri="{BB962C8B-B14F-4D97-AF65-F5344CB8AC3E}">
        <p14:creationId xmlns:p14="http://schemas.microsoft.com/office/powerpoint/2010/main" val="268872339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1020">
          <a:extLst>
            <a:ext uri="{FF2B5EF4-FFF2-40B4-BE49-F238E27FC236}">
              <a16:creationId xmlns:a16="http://schemas.microsoft.com/office/drawing/2014/main" id="{86B93090-6F65-7A03-4F8D-CF31F56DAE25}"/>
            </a:ext>
          </a:extLst>
        </p:cNvPr>
        <p:cNvGrpSpPr/>
        <p:nvPr/>
      </p:nvGrpSpPr>
      <p:grpSpPr>
        <a:xfrm>
          <a:off x="0" y="0"/>
          <a:ext cx="0" cy="0"/>
          <a:chOff x="0" y="0"/>
          <a:chExt cx="0" cy="0"/>
        </a:xfrm>
      </p:grpSpPr>
      <p:sp>
        <p:nvSpPr>
          <p:cNvPr id="1028" name="Google Shape;1028;p59">
            <a:extLst>
              <a:ext uri="{FF2B5EF4-FFF2-40B4-BE49-F238E27FC236}">
                <a16:creationId xmlns:a16="http://schemas.microsoft.com/office/drawing/2014/main" id="{82C2B015-9E16-F1CF-2E1B-6358063795AB}"/>
              </a:ext>
            </a:extLst>
          </p:cNvPr>
          <p:cNvSpPr/>
          <p:nvPr/>
        </p:nvSpPr>
        <p:spPr>
          <a:xfrm>
            <a:off x="2208125" y="4192193"/>
            <a:ext cx="312600" cy="312600"/>
          </a:xfrm>
          <a:prstGeom prst="star4">
            <a:avLst>
              <a:gd name="adj" fmla="val 125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5" name="Textfeld 4">
            <a:extLst>
              <a:ext uri="{FF2B5EF4-FFF2-40B4-BE49-F238E27FC236}">
                <a16:creationId xmlns:a16="http://schemas.microsoft.com/office/drawing/2014/main" id="{02C7092A-5D22-C408-1C3A-6C2DBEE5ED0D}"/>
              </a:ext>
            </a:extLst>
          </p:cNvPr>
          <p:cNvSpPr txBox="1"/>
          <p:nvPr/>
        </p:nvSpPr>
        <p:spPr>
          <a:xfrm>
            <a:off x="397256" y="461746"/>
            <a:ext cx="8815570" cy="707886"/>
          </a:xfrm>
          <a:prstGeom prst="rect">
            <a:avLst/>
          </a:prstGeom>
          <a:noFill/>
        </p:spPr>
        <p:txBody>
          <a:bodyPr wrap="square" rtlCol="0">
            <a:spAutoFit/>
          </a:bodyPr>
          <a:lstStyle/>
          <a:p>
            <a:pPr marL="0" lvl="0" indent="0" algn="l" rtl="0">
              <a:spcBef>
                <a:spcPts val="0"/>
              </a:spcBef>
              <a:spcAft>
                <a:spcPts val="0"/>
              </a:spcAft>
              <a:buNone/>
            </a:pPr>
            <a:r>
              <a:rPr lang="de-DE" sz="2000" b="1" dirty="0">
                <a:solidFill>
                  <a:schemeClr val="tx1"/>
                </a:solidFill>
              </a:rPr>
              <a:t>Rollenbasierter Zugriff — Security Chief, </a:t>
            </a:r>
            <a:r>
              <a:rPr lang="de-DE" sz="2000" b="1" dirty="0" err="1">
                <a:solidFill>
                  <a:schemeClr val="tx1"/>
                </a:solidFill>
              </a:rPr>
              <a:t>Technician</a:t>
            </a:r>
            <a:r>
              <a:rPr lang="de-DE" sz="2000" b="1" dirty="0">
                <a:solidFill>
                  <a:schemeClr val="tx1"/>
                </a:solidFill>
              </a:rPr>
              <a:t>, Planner, </a:t>
            </a:r>
            <a:r>
              <a:rPr lang="de-DE" sz="2000" b="1" dirty="0" err="1">
                <a:solidFill>
                  <a:schemeClr val="tx1"/>
                </a:solidFill>
              </a:rPr>
              <a:t>Logistics</a:t>
            </a:r>
            <a:r>
              <a:rPr lang="de-DE" sz="2000" b="1" dirty="0">
                <a:solidFill>
                  <a:schemeClr val="tx1"/>
                </a:solidFill>
              </a:rPr>
              <a:t> sehen und dürfen nur ihre  Bereiche</a:t>
            </a:r>
          </a:p>
        </p:txBody>
      </p:sp>
      <p:pic>
        <p:nvPicPr>
          <p:cNvPr id="3" name="Grafik 2" descr="Ein Bild, das Screenshot, Text, Software, Multimedia-Software enthält.&#10;&#10;Automatisch generierte Beschreibung">
            <a:extLst>
              <a:ext uri="{FF2B5EF4-FFF2-40B4-BE49-F238E27FC236}">
                <a16:creationId xmlns:a16="http://schemas.microsoft.com/office/drawing/2014/main" id="{6396C32E-AEF6-5F0E-F718-EEE8AA3DA99A}"/>
              </a:ext>
            </a:extLst>
          </p:cNvPr>
          <p:cNvPicPr>
            <a:picLocks noChangeAspect="1"/>
          </p:cNvPicPr>
          <p:nvPr/>
        </p:nvPicPr>
        <p:blipFill>
          <a:blip r:embed="rId3"/>
          <a:stretch>
            <a:fillRect/>
          </a:stretch>
        </p:blipFill>
        <p:spPr>
          <a:xfrm>
            <a:off x="1550088" y="1169632"/>
            <a:ext cx="6043823" cy="3930540"/>
          </a:xfrm>
          <a:prstGeom prst="rect">
            <a:avLst/>
          </a:prstGeom>
        </p:spPr>
      </p:pic>
    </p:spTree>
    <p:extLst>
      <p:ext uri="{BB962C8B-B14F-4D97-AF65-F5344CB8AC3E}">
        <p14:creationId xmlns:p14="http://schemas.microsoft.com/office/powerpoint/2010/main" val="8710784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Shape 964">
          <a:extLst>
            <a:ext uri="{FF2B5EF4-FFF2-40B4-BE49-F238E27FC236}">
              <a16:creationId xmlns:a16="http://schemas.microsoft.com/office/drawing/2014/main" id="{4F4F42C1-23FB-F00B-882C-EB6416D06676}"/>
            </a:ext>
          </a:extLst>
        </p:cNvPr>
        <p:cNvGrpSpPr/>
        <p:nvPr/>
      </p:nvGrpSpPr>
      <p:grpSpPr>
        <a:xfrm>
          <a:off x="0" y="0"/>
          <a:ext cx="0" cy="0"/>
          <a:chOff x="0" y="0"/>
          <a:chExt cx="0" cy="0"/>
        </a:xfrm>
      </p:grpSpPr>
      <p:sp>
        <p:nvSpPr>
          <p:cNvPr id="965" name="Google Shape;965;p58">
            <a:extLst>
              <a:ext uri="{FF2B5EF4-FFF2-40B4-BE49-F238E27FC236}">
                <a16:creationId xmlns:a16="http://schemas.microsoft.com/office/drawing/2014/main" id="{0D69F705-CA1B-496C-88BB-63AFC3CDCB2A}"/>
              </a:ext>
            </a:extLst>
          </p:cNvPr>
          <p:cNvSpPr txBox="1">
            <a:spLocks noGrp="1"/>
          </p:cNvSpPr>
          <p:nvPr>
            <p:ph type="ctrTitle"/>
          </p:nvPr>
        </p:nvSpPr>
        <p:spPr>
          <a:xfrm>
            <a:off x="351928" y="1993478"/>
            <a:ext cx="5372469" cy="824250"/>
          </a:xfrm>
          <a:prstGeom prst="rect">
            <a:avLst/>
          </a:prstGeom>
        </p:spPr>
        <p:txBody>
          <a:bodyPr spcFirstLastPara="1" wrap="square" lIns="91425" tIns="91425" rIns="91425" bIns="91425" anchor="b" anchorCtr="0">
            <a:noAutofit/>
          </a:bodyPr>
          <a:lstStyle/>
          <a:p>
            <a:r>
              <a:rPr lang="de-DE" sz="4000" noProof="1"/>
              <a:t>Über uns</a:t>
            </a:r>
            <a:endParaRPr lang="de-DE" sz="2000" noProof="1"/>
          </a:p>
        </p:txBody>
      </p:sp>
      <p:sp>
        <p:nvSpPr>
          <p:cNvPr id="968" name="Google Shape;968;p58">
            <a:extLst>
              <a:ext uri="{FF2B5EF4-FFF2-40B4-BE49-F238E27FC236}">
                <a16:creationId xmlns:a16="http://schemas.microsoft.com/office/drawing/2014/main" id="{671BC2DF-259F-5D5C-A5EF-CA30EDCC545A}"/>
              </a:ext>
            </a:extLst>
          </p:cNvPr>
          <p:cNvSpPr>
            <a:spLocks noGrp="1" noRot="1" noMove="1" noResize="1" noEditPoints="1" noAdjustHandles="1" noChangeArrowheads="1" noChangeShapeType="1"/>
          </p:cNvSpPr>
          <p:nvPr/>
        </p:nvSpPr>
        <p:spPr>
          <a:xfrm>
            <a:off x="5120402" y="699805"/>
            <a:ext cx="3772223" cy="2641599"/>
          </a:xfrm>
          <a:custGeom>
            <a:avLst/>
            <a:gdLst/>
            <a:ahLst/>
            <a:cxnLst/>
            <a:rect l="l" t="t" r="r" b="b"/>
            <a:pathLst>
              <a:path w="263056" h="183540" extrusionOk="0">
                <a:moveTo>
                  <a:pt x="127069" y="0"/>
                </a:moveTo>
                <a:cubicBezTo>
                  <a:pt x="121906" y="0"/>
                  <a:pt x="115893" y="1622"/>
                  <a:pt x="108832" y="5374"/>
                </a:cubicBezTo>
                <a:cubicBezTo>
                  <a:pt x="76838" y="22371"/>
                  <a:pt x="108732" y="52216"/>
                  <a:pt x="87936" y="75762"/>
                </a:cubicBezTo>
                <a:cubicBezTo>
                  <a:pt x="65040" y="101657"/>
                  <a:pt x="18698" y="82860"/>
                  <a:pt x="7450" y="124903"/>
                </a:cubicBezTo>
                <a:cubicBezTo>
                  <a:pt x="1" y="152998"/>
                  <a:pt x="22412" y="180078"/>
                  <a:pt x="50096" y="180078"/>
                </a:cubicBezTo>
                <a:cubicBezTo>
                  <a:pt x="52510" y="180078"/>
                  <a:pt x="54963" y="179872"/>
                  <a:pt x="57441" y="179443"/>
                </a:cubicBezTo>
                <a:cubicBezTo>
                  <a:pt x="75738" y="176244"/>
                  <a:pt x="82037" y="158097"/>
                  <a:pt x="98184" y="153798"/>
                </a:cubicBezTo>
                <a:cubicBezTo>
                  <a:pt x="100109" y="153295"/>
                  <a:pt x="102055" y="153067"/>
                  <a:pt x="104013" y="153067"/>
                </a:cubicBezTo>
                <a:cubicBezTo>
                  <a:pt x="119194" y="153067"/>
                  <a:pt x="135081" y="166801"/>
                  <a:pt x="147125" y="173044"/>
                </a:cubicBezTo>
                <a:cubicBezTo>
                  <a:pt x="160350" y="179857"/>
                  <a:pt x="173228" y="183540"/>
                  <a:pt x="185330" y="183540"/>
                </a:cubicBezTo>
                <a:cubicBezTo>
                  <a:pt x="205022" y="183540"/>
                  <a:pt x="222662" y="173788"/>
                  <a:pt x="236410" y="151898"/>
                </a:cubicBezTo>
                <a:cubicBezTo>
                  <a:pt x="252507" y="126203"/>
                  <a:pt x="263055" y="79261"/>
                  <a:pt x="225562" y="66763"/>
                </a:cubicBezTo>
                <a:cubicBezTo>
                  <a:pt x="220012" y="64904"/>
                  <a:pt x="214754" y="64287"/>
                  <a:pt x="209789" y="64287"/>
                </a:cubicBezTo>
                <a:cubicBezTo>
                  <a:pt x="199981" y="64287"/>
                  <a:pt x="191318" y="66695"/>
                  <a:pt x="183819" y="66695"/>
                </a:cubicBezTo>
                <a:cubicBezTo>
                  <a:pt x="174187" y="66695"/>
                  <a:pt x="166475" y="62722"/>
                  <a:pt x="160723" y="44567"/>
                </a:cubicBezTo>
                <a:cubicBezTo>
                  <a:pt x="154618" y="25373"/>
                  <a:pt x="147493" y="0"/>
                  <a:pt x="1270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69" name="Google Shape;969;p58">
            <a:extLst>
              <a:ext uri="{FF2B5EF4-FFF2-40B4-BE49-F238E27FC236}">
                <a16:creationId xmlns:a16="http://schemas.microsoft.com/office/drawing/2014/main" id="{CF3B9B90-8624-31EB-0CCC-4DAA6C96E8F6}"/>
              </a:ext>
            </a:extLst>
          </p:cNvPr>
          <p:cNvSpPr>
            <a:spLocks noGrp="1" noRot="1" noMove="1" noResize="1" noEditPoints="1" noAdjustHandles="1" noChangeArrowheads="1" noChangeShapeType="1"/>
          </p:cNvSpPr>
          <p:nvPr/>
        </p:nvSpPr>
        <p:spPr>
          <a:xfrm>
            <a:off x="7335871" y="1874048"/>
            <a:ext cx="1808129" cy="1280749"/>
          </a:xfrm>
          <a:custGeom>
            <a:avLst/>
            <a:gdLst/>
            <a:ahLst/>
            <a:cxnLst/>
            <a:rect l="l" t="t" r="r" b="b"/>
            <a:pathLst>
              <a:path w="146526" h="71341" extrusionOk="0">
                <a:moveTo>
                  <a:pt x="146525" y="1"/>
                </a:moveTo>
                <a:cubicBezTo>
                  <a:pt x="122179" y="1"/>
                  <a:pt x="114181" y="15198"/>
                  <a:pt x="105732" y="31295"/>
                </a:cubicBezTo>
                <a:cubicBezTo>
                  <a:pt x="98134" y="45643"/>
                  <a:pt x="90335" y="60540"/>
                  <a:pt x="70138" y="66789"/>
                </a:cubicBezTo>
                <a:cubicBezTo>
                  <a:pt x="65597" y="68211"/>
                  <a:pt x="60713" y="68890"/>
                  <a:pt x="55736" y="68890"/>
                </a:cubicBezTo>
                <a:cubicBezTo>
                  <a:pt x="40768" y="68890"/>
                  <a:pt x="24952" y="62758"/>
                  <a:pt x="15048" y="52292"/>
                </a:cubicBezTo>
                <a:cubicBezTo>
                  <a:pt x="5300" y="41944"/>
                  <a:pt x="2700" y="28896"/>
                  <a:pt x="7699" y="15498"/>
                </a:cubicBezTo>
                <a:lnTo>
                  <a:pt x="5350" y="14598"/>
                </a:lnTo>
                <a:lnTo>
                  <a:pt x="5350" y="14598"/>
                </a:lnTo>
                <a:cubicBezTo>
                  <a:pt x="1" y="28946"/>
                  <a:pt x="2800" y="42943"/>
                  <a:pt x="13248" y="53991"/>
                </a:cubicBezTo>
                <a:cubicBezTo>
                  <a:pt x="23597" y="64939"/>
                  <a:pt x="40144" y="71338"/>
                  <a:pt x="55841" y="71338"/>
                </a:cubicBezTo>
                <a:cubicBezTo>
                  <a:pt x="56001" y="71340"/>
                  <a:pt x="56160" y="71341"/>
                  <a:pt x="56320" y="71341"/>
                </a:cubicBezTo>
                <a:cubicBezTo>
                  <a:pt x="61256" y="71341"/>
                  <a:pt x="66143" y="70593"/>
                  <a:pt x="70888" y="69189"/>
                </a:cubicBezTo>
                <a:cubicBezTo>
                  <a:pt x="92035" y="62590"/>
                  <a:pt x="100483" y="46593"/>
                  <a:pt x="107932" y="32445"/>
                </a:cubicBezTo>
                <a:cubicBezTo>
                  <a:pt x="116380" y="16348"/>
                  <a:pt x="123679" y="2501"/>
                  <a:pt x="146525" y="2501"/>
                </a:cubicBezTo>
                <a:lnTo>
                  <a:pt x="1465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0" name="Google Shape;970;p58">
            <a:extLst>
              <a:ext uri="{FF2B5EF4-FFF2-40B4-BE49-F238E27FC236}">
                <a16:creationId xmlns:a16="http://schemas.microsoft.com/office/drawing/2014/main" id="{BBEFA6BF-C2FA-E96F-985B-303793827689}"/>
              </a:ext>
            </a:extLst>
          </p:cNvPr>
          <p:cNvSpPr>
            <a:spLocks noGrp="1" noRot="1" noMove="1" noResize="1" noEditPoints="1" noAdjustHandles="1" noChangeArrowheads="1" noChangeShapeType="1"/>
          </p:cNvSpPr>
          <p:nvPr/>
        </p:nvSpPr>
        <p:spPr>
          <a:xfrm>
            <a:off x="7335871" y="1874048"/>
            <a:ext cx="1795597" cy="1280749"/>
          </a:xfrm>
          <a:custGeom>
            <a:avLst/>
            <a:gdLst/>
            <a:ahLst/>
            <a:cxnLst/>
            <a:rect l="l" t="t" r="r" b="b"/>
            <a:pathLst>
              <a:path w="146526" h="71341" extrusionOk="0">
                <a:moveTo>
                  <a:pt x="146525" y="1"/>
                </a:moveTo>
                <a:cubicBezTo>
                  <a:pt x="122179" y="1"/>
                  <a:pt x="114181" y="15198"/>
                  <a:pt x="105732" y="31295"/>
                </a:cubicBezTo>
                <a:cubicBezTo>
                  <a:pt x="98134" y="45643"/>
                  <a:pt x="90335" y="60540"/>
                  <a:pt x="70138" y="66789"/>
                </a:cubicBezTo>
                <a:cubicBezTo>
                  <a:pt x="65597" y="68211"/>
                  <a:pt x="60713" y="68890"/>
                  <a:pt x="55736" y="68890"/>
                </a:cubicBezTo>
                <a:cubicBezTo>
                  <a:pt x="40768" y="68890"/>
                  <a:pt x="24952" y="62758"/>
                  <a:pt x="15048" y="52292"/>
                </a:cubicBezTo>
                <a:cubicBezTo>
                  <a:pt x="5300" y="41944"/>
                  <a:pt x="2700" y="28896"/>
                  <a:pt x="7699" y="15498"/>
                </a:cubicBezTo>
                <a:lnTo>
                  <a:pt x="5350" y="14598"/>
                </a:lnTo>
                <a:lnTo>
                  <a:pt x="5350" y="14598"/>
                </a:lnTo>
                <a:cubicBezTo>
                  <a:pt x="1" y="28946"/>
                  <a:pt x="2800" y="42943"/>
                  <a:pt x="13248" y="53991"/>
                </a:cubicBezTo>
                <a:cubicBezTo>
                  <a:pt x="23597" y="64939"/>
                  <a:pt x="40144" y="71338"/>
                  <a:pt x="55841" y="71338"/>
                </a:cubicBezTo>
                <a:cubicBezTo>
                  <a:pt x="56001" y="71340"/>
                  <a:pt x="56160" y="71341"/>
                  <a:pt x="56320" y="71341"/>
                </a:cubicBezTo>
                <a:cubicBezTo>
                  <a:pt x="61256" y="71341"/>
                  <a:pt x="66143" y="70593"/>
                  <a:pt x="70888" y="69189"/>
                </a:cubicBezTo>
                <a:cubicBezTo>
                  <a:pt x="92035" y="62590"/>
                  <a:pt x="100483" y="46593"/>
                  <a:pt x="107932" y="32445"/>
                </a:cubicBezTo>
                <a:cubicBezTo>
                  <a:pt x="116380" y="16348"/>
                  <a:pt x="123679" y="2501"/>
                  <a:pt x="146525" y="2501"/>
                </a:cubicBezTo>
                <a:lnTo>
                  <a:pt x="146525"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1" name="Google Shape;971;p58">
            <a:extLst>
              <a:ext uri="{FF2B5EF4-FFF2-40B4-BE49-F238E27FC236}">
                <a16:creationId xmlns:a16="http://schemas.microsoft.com/office/drawing/2014/main" id="{3679D336-FA25-4F30-5A89-3F466F2219B5}"/>
              </a:ext>
            </a:extLst>
          </p:cNvPr>
          <p:cNvSpPr>
            <a:spLocks noGrp="1" noRot="1" noMove="1" noResize="1" noEditPoints="1" noAdjustHandles="1" noChangeArrowheads="1" noChangeShapeType="1"/>
          </p:cNvSpPr>
          <p:nvPr/>
        </p:nvSpPr>
        <p:spPr>
          <a:xfrm>
            <a:off x="6139552" y="1103167"/>
            <a:ext cx="186688" cy="173188"/>
          </a:xfrm>
          <a:custGeom>
            <a:avLst/>
            <a:gdLst/>
            <a:ahLst/>
            <a:cxnLst/>
            <a:rect l="l" t="t" r="r" b="b"/>
            <a:pathLst>
              <a:path w="10399" h="9647" extrusionOk="0">
                <a:moveTo>
                  <a:pt x="5349" y="648"/>
                </a:moveTo>
                <a:cubicBezTo>
                  <a:pt x="5499" y="648"/>
                  <a:pt x="5649" y="748"/>
                  <a:pt x="5699" y="848"/>
                </a:cubicBezTo>
                <a:lnTo>
                  <a:pt x="6599" y="2698"/>
                </a:lnTo>
                <a:cubicBezTo>
                  <a:pt x="6749" y="2998"/>
                  <a:pt x="7049" y="3198"/>
                  <a:pt x="7399" y="3248"/>
                </a:cubicBezTo>
                <a:lnTo>
                  <a:pt x="9399" y="3548"/>
                </a:lnTo>
                <a:cubicBezTo>
                  <a:pt x="9749" y="3598"/>
                  <a:pt x="9899" y="3998"/>
                  <a:pt x="9649" y="4248"/>
                </a:cubicBezTo>
                <a:lnTo>
                  <a:pt x="8199" y="5648"/>
                </a:lnTo>
                <a:cubicBezTo>
                  <a:pt x="7949" y="5898"/>
                  <a:pt x="7849" y="6247"/>
                  <a:pt x="7899" y="6547"/>
                </a:cubicBezTo>
                <a:lnTo>
                  <a:pt x="8249" y="8547"/>
                </a:lnTo>
                <a:cubicBezTo>
                  <a:pt x="8249" y="8647"/>
                  <a:pt x="8249" y="8747"/>
                  <a:pt x="8199" y="8847"/>
                </a:cubicBezTo>
                <a:cubicBezTo>
                  <a:pt x="8101" y="8945"/>
                  <a:pt x="7961" y="9021"/>
                  <a:pt x="7820" y="9021"/>
                </a:cubicBezTo>
                <a:cubicBezTo>
                  <a:pt x="7745" y="9021"/>
                  <a:pt x="7669" y="8999"/>
                  <a:pt x="7599" y="8947"/>
                </a:cubicBezTo>
                <a:lnTo>
                  <a:pt x="5849" y="8047"/>
                </a:lnTo>
                <a:cubicBezTo>
                  <a:pt x="5699" y="7947"/>
                  <a:pt x="5524" y="7897"/>
                  <a:pt x="5356" y="7897"/>
                </a:cubicBezTo>
                <a:cubicBezTo>
                  <a:pt x="5187" y="7897"/>
                  <a:pt x="5025" y="7947"/>
                  <a:pt x="4900" y="8047"/>
                </a:cubicBezTo>
                <a:lnTo>
                  <a:pt x="3050" y="8997"/>
                </a:lnTo>
                <a:cubicBezTo>
                  <a:pt x="2983" y="8997"/>
                  <a:pt x="2939" y="9019"/>
                  <a:pt x="2887" y="9019"/>
                </a:cubicBezTo>
                <a:cubicBezTo>
                  <a:pt x="2861" y="9019"/>
                  <a:pt x="2833" y="9014"/>
                  <a:pt x="2800" y="8997"/>
                </a:cubicBezTo>
                <a:cubicBezTo>
                  <a:pt x="2550" y="8997"/>
                  <a:pt x="2450" y="8747"/>
                  <a:pt x="2450" y="8547"/>
                </a:cubicBezTo>
                <a:lnTo>
                  <a:pt x="2800" y="6547"/>
                </a:lnTo>
                <a:cubicBezTo>
                  <a:pt x="2850" y="6247"/>
                  <a:pt x="2750" y="5898"/>
                  <a:pt x="2500" y="5648"/>
                </a:cubicBezTo>
                <a:lnTo>
                  <a:pt x="1050" y="4248"/>
                </a:lnTo>
                <a:cubicBezTo>
                  <a:pt x="1000" y="4148"/>
                  <a:pt x="950" y="4098"/>
                  <a:pt x="950" y="3998"/>
                </a:cubicBezTo>
                <a:cubicBezTo>
                  <a:pt x="900" y="3748"/>
                  <a:pt x="1050" y="3548"/>
                  <a:pt x="1300" y="3548"/>
                </a:cubicBezTo>
                <a:lnTo>
                  <a:pt x="3300" y="3248"/>
                </a:lnTo>
                <a:cubicBezTo>
                  <a:pt x="3600" y="3198"/>
                  <a:pt x="3900" y="2998"/>
                  <a:pt x="4050" y="2698"/>
                </a:cubicBezTo>
                <a:lnTo>
                  <a:pt x="4950" y="898"/>
                </a:lnTo>
                <a:cubicBezTo>
                  <a:pt x="5000" y="748"/>
                  <a:pt x="5150" y="648"/>
                  <a:pt x="5349" y="648"/>
                </a:cubicBezTo>
                <a:close/>
                <a:moveTo>
                  <a:pt x="5327" y="1"/>
                </a:moveTo>
                <a:cubicBezTo>
                  <a:pt x="4934" y="1"/>
                  <a:pt x="4546" y="233"/>
                  <a:pt x="4400" y="598"/>
                </a:cubicBezTo>
                <a:lnTo>
                  <a:pt x="3500" y="2398"/>
                </a:lnTo>
                <a:cubicBezTo>
                  <a:pt x="3450" y="2498"/>
                  <a:pt x="3300" y="2598"/>
                  <a:pt x="3200" y="2648"/>
                </a:cubicBezTo>
                <a:lnTo>
                  <a:pt x="1200" y="2898"/>
                </a:lnTo>
                <a:cubicBezTo>
                  <a:pt x="350" y="2998"/>
                  <a:pt x="0" y="4098"/>
                  <a:pt x="600" y="4698"/>
                </a:cubicBezTo>
                <a:lnTo>
                  <a:pt x="2050" y="6098"/>
                </a:lnTo>
                <a:cubicBezTo>
                  <a:pt x="2150" y="6197"/>
                  <a:pt x="2200" y="6297"/>
                  <a:pt x="2200" y="6447"/>
                </a:cubicBezTo>
                <a:lnTo>
                  <a:pt x="1850" y="8447"/>
                </a:lnTo>
                <a:cubicBezTo>
                  <a:pt x="1850" y="8497"/>
                  <a:pt x="1850" y="8547"/>
                  <a:pt x="1850" y="8597"/>
                </a:cubicBezTo>
                <a:cubicBezTo>
                  <a:pt x="1850" y="9147"/>
                  <a:pt x="2300" y="9647"/>
                  <a:pt x="2850" y="9647"/>
                </a:cubicBezTo>
                <a:cubicBezTo>
                  <a:pt x="3050" y="9597"/>
                  <a:pt x="3200" y="9547"/>
                  <a:pt x="3350" y="9497"/>
                </a:cubicBezTo>
                <a:lnTo>
                  <a:pt x="5100" y="8547"/>
                </a:lnTo>
                <a:cubicBezTo>
                  <a:pt x="5175" y="8522"/>
                  <a:pt x="5249" y="8510"/>
                  <a:pt x="5318" y="8510"/>
                </a:cubicBezTo>
                <a:cubicBezTo>
                  <a:pt x="5387" y="8510"/>
                  <a:pt x="5449" y="8522"/>
                  <a:pt x="5499" y="8547"/>
                </a:cubicBezTo>
                <a:lnTo>
                  <a:pt x="7299" y="9497"/>
                </a:lnTo>
                <a:cubicBezTo>
                  <a:pt x="7456" y="9581"/>
                  <a:pt x="7617" y="9618"/>
                  <a:pt x="7773" y="9618"/>
                </a:cubicBezTo>
                <a:cubicBezTo>
                  <a:pt x="8363" y="9618"/>
                  <a:pt x="8878" y="9080"/>
                  <a:pt x="8799" y="8447"/>
                </a:cubicBezTo>
                <a:lnTo>
                  <a:pt x="8449" y="6447"/>
                </a:lnTo>
                <a:cubicBezTo>
                  <a:pt x="8399" y="6297"/>
                  <a:pt x="8449" y="6147"/>
                  <a:pt x="8549" y="6098"/>
                </a:cubicBezTo>
                <a:lnTo>
                  <a:pt x="9999" y="4698"/>
                </a:lnTo>
                <a:cubicBezTo>
                  <a:pt x="10199" y="4548"/>
                  <a:pt x="10299" y="4348"/>
                  <a:pt x="10299" y="4098"/>
                </a:cubicBezTo>
                <a:cubicBezTo>
                  <a:pt x="10399" y="3548"/>
                  <a:pt x="9999" y="2998"/>
                  <a:pt x="9449" y="2948"/>
                </a:cubicBezTo>
                <a:lnTo>
                  <a:pt x="7449" y="2648"/>
                </a:lnTo>
                <a:cubicBezTo>
                  <a:pt x="7299" y="2598"/>
                  <a:pt x="7199" y="2498"/>
                  <a:pt x="7149" y="2398"/>
                </a:cubicBezTo>
                <a:lnTo>
                  <a:pt x="6249" y="598"/>
                </a:lnTo>
                <a:cubicBezTo>
                  <a:pt x="6149" y="399"/>
                  <a:pt x="5949" y="199"/>
                  <a:pt x="5749" y="99"/>
                </a:cubicBezTo>
                <a:cubicBezTo>
                  <a:pt x="5615" y="32"/>
                  <a:pt x="5471" y="1"/>
                  <a:pt x="53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2" name="Google Shape;972;p58">
            <a:extLst>
              <a:ext uri="{FF2B5EF4-FFF2-40B4-BE49-F238E27FC236}">
                <a16:creationId xmlns:a16="http://schemas.microsoft.com/office/drawing/2014/main" id="{F33AD78F-6C1E-A880-B0E3-D523B3727E4B}"/>
              </a:ext>
            </a:extLst>
          </p:cNvPr>
          <p:cNvSpPr>
            <a:spLocks noGrp="1" noRot="1" noMove="1" noResize="1" noEditPoints="1" noAdjustHandles="1" noChangeArrowheads="1" noChangeShapeType="1"/>
          </p:cNvSpPr>
          <p:nvPr/>
        </p:nvSpPr>
        <p:spPr>
          <a:xfrm>
            <a:off x="6594971" y="923804"/>
            <a:ext cx="328082" cy="321996"/>
          </a:xfrm>
          <a:custGeom>
            <a:avLst/>
            <a:gdLst/>
            <a:ahLst/>
            <a:cxnLst/>
            <a:rect l="l" t="t" r="r" b="b"/>
            <a:pathLst>
              <a:path w="18275" h="17936" extrusionOk="0">
                <a:moveTo>
                  <a:pt x="11872" y="0"/>
                </a:moveTo>
                <a:cubicBezTo>
                  <a:pt x="11548" y="0"/>
                  <a:pt x="11226" y="114"/>
                  <a:pt x="10976" y="341"/>
                </a:cubicBezTo>
                <a:lnTo>
                  <a:pt x="8027" y="2841"/>
                </a:lnTo>
                <a:cubicBezTo>
                  <a:pt x="7764" y="3066"/>
                  <a:pt x="7417" y="3178"/>
                  <a:pt x="7092" y="3178"/>
                </a:cubicBezTo>
                <a:cubicBezTo>
                  <a:pt x="6983" y="3178"/>
                  <a:pt x="6877" y="3166"/>
                  <a:pt x="6777" y="3141"/>
                </a:cubicBezTo>
                <a:lnTo>
                  <a:pt x="3027" y="2141"/>
                </a:lnTo>
                <a:cubicBezTo>
                  <a:pt x="2893" y="2096"/>
                  <a:pt x="2748" y="2071"/>
                  <a:pt x="2606" y="2071"/>
                </a:cubicBezTo>
                <a:cubicBezTo>
                  <a:pt x="2433" y="2071"/>
                  <a:pt x="2265" y="2108"/>
                  <a:pt x="2128" y="2191"/>
                </a:cubicBezTo>
                <a:cubicBezTo>
                  <a:pt x="1378" y="2491"/>
                  <a:pt x="1078" y="3291"/>
                  <a:pt x="1378" y="3991"/>
                </a:cubicBezTo>
                <a:lnTo>
                  <a:pt x="2827" y="7540"/>
                </a:lnTo>
                <a:cubicBezTo>
                  <a:pt x="2977" y="7940"/>
                  <a:pt x="2977" y="8440"/>
                  <a:pt x="2727" y="8790"/>
                </a:cubicBezTo>
                <a:lnTo>
                  <a:pt x="578" y="12039"/>
                </a:lnTo>
                <a:cubicBezTo>
                  <a:pt x="1" y="12953"/>
                  <a:pt x="673" y="14144"/>
                  <a:pt x="1704" y="14144"/>
                </a:cubicBezTo>
                <a:cubicBezTo>
                  <a:pt x="1745" y="14144"/>
                  <a:pt x="1786" y="14143"/>
                  <a:pt x="1828" y="14139"/>
                </a:cubicBezTo>
                <a:lnTo>
                  <a:pt x="5677" y="13889"/>
                </a:lnTo>
                <a:cubicBezTo>
                  <a:pt x="5723" y="13884"/>
                  <a:pt x="5769" y="13881"/>
                  <a:pt x="5815" y="13881"/>
                </a:cubicBezTo>
                <a:cubicBezTo>
                  <a:pt x="6217" y="13881"/>
                  <a:pt x="6607" y="14075"/>
                  <a:pt x="6877" y="14389"/>
                </a:cubicBezTo>
                <a:lnTo>
                  <a:pt x="9276" y="17438"/>
                </a:lnTo>
                <a:cubicBezTo>
                  <a:pt x="9476" y="17638"/>
                  <a:pt x="9726" y="17838"/>
                  <a:pt x="10026" y="17888"/>
                </a:cubicBezTo>
                <a:cubicBezTo>
                  <a:pt x="10147" y="17920"/>
                  <a:pt x="10267" y="17936"/>
                  <a:pt x="10386" y="17936"/>
                </a:cubicBezTo>
                <a:cubicBezTo>
                  <a:pt x="11003" y="17936"/>
                  <a:pt x="11558" y="17518"/>
                  <a:pt x="11726" y="16888"/>
                </a:cubicBezTo>
                <a:lnTo>
                  <a:pt x="12626" y="13139"/>
                </a:lnTo>
                <a:cubicBezTo>
                  <a:pt x="12726" y="12689"/>
                  <a:pt x="13076" y="12339"/>
                  <a:pt x="13476" y="12189"/>
                </a:cubicBezTo>
                <a:lnTo>
                  <a:pt x="17075" y="10839"/>
                </a:lnTo>
                <a:cubicBezTo>
                  <a:pt x="18175" y="10390"/>
                  <a:pt x="18275" y="8940"/>
                  <a:pt x="17325" y="8340"/>
                </a:cubicBezTo>
                <a:lnTo>
                  <a:pt x="14076" y="6340"/>
                </a:lnTo>
                <a:cubicBezTo>
                  <a:pt x="13676" y="6090"/>
                  <a:pt x="13426" y="5640"/>
                  <a:pt x="13426" y="5190"/>
                </a:cubicBezTo>
                <a:lnTo>
                  <a:pt x="13276" y="1341"/>
                </a:lnTo>
                <a:cubicBezTo>
                  <a:pt x="13226" y="1041"/>
                  <a:pt x="13126" y="741"/>
                  <a:pt x="12926" y="491"/>
                </a:cubicBezTo>
                <a:cubicBezTo>
                  <a:pt x="12653" y="164"/>
                  <a:pt x="12261" y="0"/>
                  <a:pt x="118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3" name="Google Shape;973;p58">
            <a:extLst>
              <a:ext uri="{FF2B5EF4-FFF2-40B4-BE49-F238E27FC236}">
                <a16:creationId xmlns:a16="http://schemas.microsoft.com/office/drawing/2014/main" id="{8DFB7BDE-6BD7-DAD0-C776-12689540E25F}"/>
              </a:ext>
            </a:extLst>
          </p:cNvPr>
          <p:cNvSpPr>
            <a:spLocks noGrp="1" noRot="1" noMove="1" noResize="1" noEditPoints="1" noAdjustHandles="1" noChangeArrowheads="1" noChangeShapeType="1"/>
          </p:cNvSpPr>
          <p:nvPr/>
        </p:nvSpPr>
        <p:spPr>
          <a:xfrm>
            <a:off x="8156156" y="1814050"/>
            <a:ext cx="341062" cy="327472"/>
          </a:xfrm>
          <a:custGeom>
            <a:avLst/>
            <a:gdLst/>
            <a:ahLst/>
            <a:cxnLst/>
            <a:rect l="l" t="t" r="r" b="b"/>
            <a:pathLst>
              <a:path w="18998" h="18241" extrusionOk="0">
                <a:moveTo>
                  <a:pt x="9149" y="643"/>
                </a:moveTo>
                <a:cubicBezTo>
                  <a:pt x="9549" y="643"/>
                  <a:pt x="9899" y="843"/>
                  <a:pt x="10049" y="1193"/>
                </a:cubicBezTo>
                <a:lnTo>
                  <a:pt x="12099" y="4443"/>
                </a:lnTo>
                <a:cubicBezTo>
                  <a:pt x="12399" y="4943"/>
                  <a:pt x="12898" y="5243"/>
                  <a:pt x="13448" y="5243"/>
                </a:cubicBezTo>
                <a:lnTo>
                  <a:pt x="17298" y="5443"/>
                </a:lnTo>
                <a:cubicBezTo>
                  <a:pt x="17548" y="5443"/>
                  <a:pt x="17748" y="5493"/>
                  <a:pt x="17948" y="5643"/>
                </a:cubicBezTo>
                <a:cubicBezTo>
                  <a:pt x="18398" y="6042"/>
                  <a:pt x="18448" y="6692"/>
                  <a:pt x="18098" y="7192"/>
                </a:cubicBezTo>
                <a:lnTo>
                  <a:pt x="15598" y="10142"/>
                </a:lnTo>
                <a:cubicBezTo>
                  <a:pt x="15248" y="10542"/>
                  <a:pt x="15098" y="11142"/>
                  <a:pt x="15248" y="11691"/>
                </a:cubicBezTo>
                <a:lnTo>
                  <a:pt x="16298" y="15391"/>
                </a:lnTo>
                <a:cubicBezTo>
                  <a:pt x="16348" y="15591"/>
                  <a:pt x="16298" y="15791"/>
                  <a:pt x="16248" y="15991"/>
                </a:cubicBezTo>
                <a:cubicBezTo>
                  <a:pt x="16090" y="16425"/>
                  <a:pt x="15652" y="16703"/>
                  <a:pt x="15205" y="16703"/>
                </a:cubicBezTo>
                <a:cubicBezTo>
                  <a:pt x="15085" y="16703"/>
                  <a:pt x="14964" y="16683"/>
                  <a:pt x="14848" y="16641"/>
                </a:cubicBezTo>
                <a:lnTo>
                  <a:pt x="11299" y="15191"/>
                </a:lnTo>
                <a:cubicBezTo>
                  <a:pt x="11079" y="15111"/>
                  <a:pt x="10859" y="15071"/>
                  <a:pt x="10642" y="15071"/>
                </a:cubicBezTo>
                <a:cubicBezTo>
                  <a:pt x="10317" y="15071"/>
                  <a:pt x="9999" y="15161"/>
                  <a:pt x="9699" y="15341"/>
                </a:cubicBezTo>
                <a:lnTo>
                  <a:pt x="6500" y="17490"/>
                </a:lnTo>
                <a:cubicBezTo>
                  <a:pt x="6325" y="17590"/>
                  <a:pt x="6125" y="17640"/>
                  <a:pt x="5925" y="17640"/>
                </a:cubicBezTo>
                <a:cubicBezTo>
                  <a:pt x="5725" y="17640"/>
                  <a:pt x="5525" y="17590"/>
                  <a:pt x="5350" y="17490"/>
                </a:cubicBezTo>
                <a:cubicBezTo>
                  <a:pt x="5000" y="17291"/>
                  <a:pt x="4800" y="16891"/>
                  <a:pt x="4850" y="16491"/>
                </a:cubicBezTo>
                <a:lnTo>
                  <a:pt x="5100" y="12641"/>
                </a:lnTo>
                <a:cubicBezTo>
                  <a:pt x="5150" y="12091"/>
                  <a:pt x="4900" y="11542"/>
                  <a:pt x="4500" y="11192"/>
                </a:cubicBezTo>
                <a:lnTo>
                  <a:pt x="1451" y="8792"/>
                </a:lnTo>
                <a:cubicBezTo>
                  <a:pt x="751" y="8242"/>
                  <a:pt x="1001" y="7142"/>
                  <a:pt x="1850" y="6892"/>
                </a:cubicBezTo>
                <a:lnTo>
                  <a:pt x="5600" y="5993"/>
                </a:lnTo>
                <a:cubicBezTo>
                  <a:pt x="6150" y="5843"/>
                  <a:pt x="6600" y="5443"/>
                  <a:pt x="6800" y="4943"/>
                </a:cubicBezTo>
                <a:lnTo>
                  <a:pt x="8149" y="1293"/>
                </a:lnTo>
                <a:cubicBezTo>
                  <a:pt x="8299" y="943"/>
                  <a:pt x="8649" y="643"/>
                  <a:pt x="9049" y="643"/>
                </a:cubicBezTo>
                <a:close/>
                <a:moveTo>
                  <a:pt x="9181" y="1"/>
                </a:moveTo>
                <a:cubicBezTo>
                  <a:pt x="8476" y="1"/>
                  <a:pt x="7826" y="422"/>
                  <a:pt x="7549" y="1093"/>
                </a:cubicBezTo>
                <a:lnTo>
                  <a:pt x="6200" y="4693"/>
                </a:lnTo>
                <a:cubicBezTo>
                  <a:pt x="6100" y="5043"/>
                  <a:pt x="5800" y="5293"/>
                  <a:pt x="5450" y="5393"/>
                </a:cubicBezTo>
                <a:lnTo>
                  <a:pt x="1700" y="6292"/>
                </a:lnTo>
                <a:cubicBezTo>
                  <a:pt x="351" y="6642"/>
                  <a:pt x="1" y="8392"/>
                  <a:pt x="1101" y="9292"/>
                </a:cubicBezTo>
                <a:lnTo>
                  <a:pt x="4100" y="11691"/>
                </a:lnTo>
                <a:cubicBezTo>
                  <a:pt x="4400" y="11891"/>
                  <a:pt x="4550" y="12241"/>
                  <a:pt x="4500" y="12591"/>
                </a:cubicBezTo>
                <a:lnTo>
                  <a:pt x="4250" y="16441"/>
                </a:lnTo>
                <a:cubicBezTo>
                  <a:pt x="4250" y="16441"/>
                  <a:pt x="4250" y="16491"/>
                  <a:pt x="4250" y="16491"/>
                </a:cubicBezTo>
                <a:cubicBezTo>
                  <a:pt x="4250" y="17440"/>
                  <a:pt x="5000" y="18240"/>
                  <a:pt x="5950" y="18240"/>
                </a:cubicBezTo>
                <a:cubicBezTo>
                  <a:pt x="6250" y="18240"/>
                  <a:pt x="6600" y="18140"/>
                  <a:pt x="6850" y="17990"/>
                </a:cubicBezTo>
                <a:lnTo>
                  <a:pt x="10099" y="15841"/>
                </a:lnTo>
                <a:cubicBezTo>
                  <a:pt x="10250" y="15720"/>
                  <a:pt x="10457" y="15654"/>
                  <a:pt x="10663" y="15654"/>
                </a:cubicBezTo>
                <a:cubicBezTo>
                  <a:pt x="10797" y="15654"/>
                  <a:pt x="10931" y="15682"/>
                  <a:pt x="11049" y="15741"/>
                </a:cubicBezTo>
                <a:lnTo>
                  <a:pt x="14648" y="17191"/>
                </a:lnTo>
                <a:cubicBezTo>
                  <a:pt x="14848" y="17274"/>
                  <a:pt x="15054" y="17313"/>
                  <a:pt x="15257" y="17313"/>
                </a:cubicBezTo>
                <a:cubicBezTo>
                  <a:pt x="15665" y="17313"/>
                  <a:pt x="16065" y="17157"/>
                  <a:pt x="16398" y="16891"/>
                </a:cubicBezTo>
                <a:cubicBezTo>
                  <a:pt x="16898" y="16441"/>
                  <a:pt x="17048" y="15791"/>
                  <a:pt x="16898" y="15191"/>
                </a:cubicBezTo>
                <a:lnTo>
                  <a:pt x="15848" y="11442"/>
                </a:lnTo>
                <a:cubicBezTo>
                  <a:pt x="15748" y="11092"/>
                  <a:pt x="15848" y="10742"/>
                  <a:pt x="16098" y="10442"/>
                </a:cubicBezTo>
                <a:lnTo>
                  <a:pt x="18598" y="7492"/>
                </a:lnTo>
                <a:cubicBezTo>
                  <a:pt x="18797" y="7192"/>
                  <a:pt x="18947" y="6842"/>
                  <a:pt x="18947" y="6492"/>
                </a:cubicBezTo>
                <a:cubicBezTo>
                  <a:pt x="18997" y="5543"/>
                  <a:pt x="18248" y="4743"/>
                  <a:pt x="17348" y="4743"/>
                </a:cubicBezTo>
                <a:lnTo>
                  <a:pt x="13498" y="4543"/>
                </a:lnTo>
                <a:cubicBezTo>
                  <a:pt x="13098" y="4543"/>
                  <a:pt x="12799" y="4343"/>
                  <a:pt x="12599" y="4043"/>
                </a:cubicBezTo>
                <a:lnTo>
                  <a:pt x="10549" y="793"/>
                </a:lnTo>
                <a:cubicBezTo>
                  <a:pt x="10349" y="493"/>
                  <a:pt x="10099" y="244"/>
                  <a:pt x="9749" y="94"/>
                </a:cubicBezTo>
                <a:cubicBezTo>
                  <a:pt x="9560" y="30"/>
                  <a:pt x="9368" y="1"/>
                  <a:pt x="91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4" name="Google Shape;974;p58">
            <a:extLst>
              <a:ext uri="{FF2B5EF4-FFF2-40B4-BE49-F238E27FC236}">
                <a16:creationId xmlns:a16="http://schemas.microsoft.com/office/drawing/2014/main" id="{31192255-77BF-3AD0-A532-222B35A97FBA}"/>
              </a:ext>
            </a:extLst>
          </p:cNvPr>
          <p:cNvSpPr>
            <a:spLocks noGrp="1" noRot="1" noMove="1" noResize="1" noEditPoints="1" noAdjustHandles="1" noChangeArrowheads="1" noChangeShapeType="1"/>
          </p:cNvSpPr>
          <p:nvPr/>
        </p:nvSpPr>
        <p:spPr>
          <a:xfrm>
            <a:off x="8166030" y="2573190"/>
            <a:ext cx="170531" cy="162757"/>
          </a:xfrm>
          <a:custGeom>
            <a:avLst/>
            <a:gdLst/>
            <a:ahLst/>
            <a:cxnLst/>
            <a:rect l="l" t="t" r="r" b="b"/>
            <a:pathLst>
              <a:path w="9499" h="9066" extrusionOk="0">
                <a:moveTo>
                  <a:pt x="2800" y="0"/>
                </a:moveTo>
                <a:cubicBezTo>
                  <a:pt x="2400" y="0"/>
                  <a:pt x="2100" y="350"/>
                  <a:pt x="2100" y="750"/>
                </a:cubicBezTo>
                <a:lnTo>
                  <a:pt x="2250" y="2750"/>
                </a:lnTo>
                <a:cubicBezTo>
                  <a:pt x="2250" y="2950"/>
                  <a:pt x="2200" y="3200"/>
                  <a:pt x="2000" y="3349"/>
                </a:cubicBezTo>
                <a:lnTo>
                  <a:pt x="451" y="4599"/>
                </a:lnTo>
                <a:cubicBezTo>
                  <a:pt x="1" y="4999"/>
                  <a:pt x="151" y="5699"/>
                  <a:pt x="751" y="5849"/>
                </a:cubicBezTo>
                <a:lnTo>
                  <a:pt x="2650" y="6299"/>
                </a:lnTo>
                <a:cubicBezTo>
                  <a:pt x="2900" y="6399"/>
                  <a:pt x="3100" y="6549"/>
                  <a:pt x="3150" y="6749"/>
                </a:cubicBezTo>
                <a:lnTo>
                  <a:pt x="3900" y="8649"/>
                </a:lnTo>
                <a:cubicBezTo>
                  <a:pt x="3950" y="8749"/>
                  <a:pt x="4000" y="8849"/>
                  <a:pt x="4150" y="8948"/>
                </a:cubicBezTo>
                <a:cubicBezTo>
                  <a:pt x="4265" y="9026"/>
                  <a:pt x="4403" y="9065"/>
                  <a:pt x="4543" y="9065"/>
                </a:cubicBezTo>
                <a:cubicBezTo>
                  <a:pt x="4767" y="9065"/>
                  <a:pt x="4996" y="8964"/>
                  <a:pt x="5150" y="8749"/>
                </a:cubicBezTo>
                <a:lnTo>
                  <a:pt x="6150" y="7049"/>
                </a:lnTo>
                <a:cubicBezTo>
                  <a:pt x="6300" y="6849"/>
                  <a:pt x="6500" y="6749"/>
                  <a:pt x="6749" y="6749"/>
                </a:cubicBezTo>
                <a:lnTo>
                  <a:pt x="8749" y="6599"/>
                </a:lnTo>
                <a:cubicBezTo>
                  <a:pt x="8899" y="6599"/>
                  <a:pt x="9049" y="6549"/>
                  <a:pt x="9149" y="6449"/>
                </a:cubicBezTo>
                <a:cubicBezTo>
                  <a:pt x="9449" y="6199"/>
                  <a:pt x="9499" y="5749"/>
                  <a:pt x="9249" y="5449"/>
                </a:cubicBezTo>
                <a:lnTo>
                  <a:pt x="7949" y="3949"/>
                </a:lnTo>
                <a:cubicBezTo>
                  <a:pt x="7799" y="3749"/>
                  <a:pt x="7749" y="3549"/>
                  <a:pt x="7799" y="3299"/>
                </a:cubicBezTo>
                <a:lnTo>
                  <a:pt x="8299" y="1400"/>
                </a:lnTo>
                <a:cubicBezTo>
                  <a:pt x="8349" y="1250"/>
                  <a:pt x="8349" y="1050"/>
                  <a:pt x="8299" y="950"/>
                </a:cubicBezTo>
                <a:cubicBezTo>
                  <a:pt x="8183" y="640"/>
                  <a:pt x="7917" y="450"/>
                  <a:pt x="7617" y="450"/>
                </a:cubicBezTo>
                <a:cubicBezTo>
                  <a:pt x="7529" y="450"/>
                  <a:pt x="7439" y="466"/>
                  <a:pt x="7349" y="500"/>
                </a:cubicBezTo>
                <a:lnTo>
                  <a:pt x="5550" y="1250"/>
                </a:lnTo>
                <a:cubicBezTo>
                  <a:pt x="5437" y="1295"/>
                  <a:pt x="5325" y="1320"/>
                  <a:pt x="5217" y="1320"/>
                </a:cubicBezTo>
                <a:cubicBezTo>
                  <a:pt x="5085" y="1320"/>
                  <a:pt x="4960" y="1282"/>
                  <a:pt x="4850" y="1200"/>
                </a:cubicBezTo>
                <a:lnTo>
                  <a:pt x="3200" y="100"/>
                </a:lnTo>
                <a:cubicBezTo>
                  <a:pt x="3050" y="50"/>
                  <a:pt x="2950" y="0"/>
                  <a:pt x="28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5" name="Google Shape;975;p58">
            <a:extLst>
              <a:ext uri="{FF2B5EF4-FFF2-40B4-BE49-F238E27FC236}">
                <a16:creationId xmlns:a16="http://schemas.microsoft.com/office/drawing/2014/main" id="{0E2CE896-F093-4777-EAC8-39719F4232D8}"/>
              </a:ext>
            </a:extLst>
          </p:cNvPr>
          <p:cNvSpPr>
            <a:spLocks noGrp="1" noRot="1" noMove="1" noResize="1" noEditPoints="1" noAdjustHandles="1" noChangeArrowheads="1" noChangeShapeType="1"/>
          </p:cNvSpPr>
          <p:nvPr/>
        </p:nvSpPr>
        <p:spPr>
          <a:xfrm>
            <a:off x="6119804" y="2627029"/>
            <a:ext cx="116691" cy="110372"/>
          </a:xfrm>
          <a:custGeom>
            <a:avLst/>
            <a:gdLst/>
            <a:ahLst/>
            <a:cxnLst/>
            <a:rect l="l" t="t" r="r" b="b"/>
            <a:pathLst>
              <a:path w="6500" h="6148" extrusionOk="0">
                <a:moveTo>
                  <a:pt x="1900" y="1"/>
                </a:moveTo>
                <a:cubicBezTo>
                  <a:pt x="1650" y="1"/>
                  <a:pt x="1400" y="250"/>
                  <a:pt x="1450" y="500"/>
                </a:cubicBezTo>
                <a:lnTo>
                  <a:pt x="1550" y="1850"/>
                </a:lnTo>
                <a:cubicBezTo>
                  <a:pt x="1550" y="2050"/>
                  <a:pt x="1500" y="2200"/>
                  <a:pt x="1400" y="2300"/>
                </a:cubicBezTo>
                <a:lnTo>
                  <a:pt x="351" y="3150"/>
                </a:lnTo>
                <a:cubicBezTo>
                  <a:pt x="1" y="3400"/>
                  <a:pt x="151" y="3900"/>
                  <a:pt x="551" y="4000"/>
                </a:cubicBezTo>
                <a:lnTo>
                  <a:pt x="1850" y="4300"/>
                </a:lnTo>
                <a:cubicBezTo>
                  <a:pt x="2000" y="4350"/>
                  <a:pt x="2100" y="4450"/>
                  <a:pt x="2200" y="4600"/>
                </a:cubicBezTo>
                <a:lnTo>
                  <a:pt x="2650" y="5850"/>
                </a:lnTo>
                <a:cubicBezTo>
                  <a:pt x="2700" y="5949"/>
                  <a:pt x="2750" y="5999"/>
                  <a:pt x="2850" y="6099"/>
                </a:cubicBezTo>
                <a:cubicBezTo>
                  <a:pt x="2929" y="6131"/>
                  <a:pt x="3013" y="6148"/>
                  <a:pt x="3096" y="6148"/>
                </a:cubicBezTo>
                <a:cubicBezTo>
                  <a:pt x="3275" y="6148"/>
                  <a:pt x="3447" y="6070"/>
                  <a:pt x="3550" y="5899"/>
                </a:cubicBezTo>
                <a:lnTo>
                  <a:pt x="4250" y="4750"/>
                </a:lnTo>
                <a:cubicBezTo>
                  <a:pt x="4300" y="4600"/>
                  <a:pt x="4450" y="4550"/>
                  <a:pt x="4600" y="4550"/>
                </a:cubicBezTo>
                <a:lnTo>
                  <a:pt x="5950" y="4450"/>
                </a:lnTo>
                <a:cubicBezTo>
                  <a:pt x="6050" y="4450"/>
                  <a:pt x="6150" y="4400"/>
                  <a:pt x="6250" y="4350"/>
                </a:cubicBezTo>
                <a:cubicBezTo>
                  <a:pt x="6449" y="4150"/>
                  <a:pt x="6499" y="3850"/>
                  <a:pt x="6299" y="3650"/>
                </a:cubicBezTo>
                <a:lnTo>
                  <a:pt x="5400" y="2650"/>
                </a:lnTo>
                <a:cubicBezTo>
                  <a:pt x="5350" y="2500"/>
                  <a:pt x="5300" y="2350"/>
                  <a:pt x="5350" y="2200"/>
                </a:cubicBezTo>
                <a:lnTo>
                  <a:pt x="5700" y="900"/>
                </a:lnTo>
                <a:cubicBezTo>
                  <a:pt x="5700" y="800"/>
                  <a:pt x="5700" y="700"/>
                  <a:pt x="5650" y="600"/>
                </a:cubicBezTo>
                <a:cubicBezTo>
                  <a:pt x="5575" y="415"/>
                  <a:pt x="5391" y="312"/>
                  <a:pt x="5220" y="312"/>
                </a:cubicBezTo>
                <a:cubicBezTo>
                  <a:pt x="5160" y="312"/>
                  <a:pt x="5101" y="325"/>
                  <a:pt x="5050" y="350"/>
                </a:cubicBezTo>
                <a:lnTo>
                  <a:pt x="3800" y="850"/>
                </a:lnTo>
                <a:cubicBezTo>
                  <a:pt x="3738" y="871"/>
                  <a:pt x="3667" y="883"/>
                  <a:pt x="3598" y="883"/>
                </a:cubicBezTo>
                <a:cubicBezTo>
                  <a:pt x="3501" y="883"/>
                  <a:pt x="3409" y="859"/>
                  <a:pt x="3350" y="800"/>
                </a:cubicBezTo>
                <a:lnTo>
                  <a:pt x="2200" y="101"/>
                </a:lnTo>
                <a:cubicBezTo>
                  <a:pt x="2100" y="1"/>
                  <a:pt x="2000" y="1"/>
                  <a:pt x="19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6" name="Google Shape;976;p58">
            <a:extLst>
              <a:ext uri="{FF2B5EF4-FFF2-40B4-BE49-F238E27FC236}">
                <a16:creationId xmlns:a16="http://schemas.microsoft.com/office/drawing/2014/main" id="{D8834B8C-EF07-AA2D-CC41-96758D27AB06}"/>
              </a:ext>
            </a:extLst>
          </p:cNvPr>
          <p:cNvSpPr>
            <a:spLocks noGrp="1" noRot="1" noMove="1" noResize="1" noEditPoints="1" noAdjustHandles="1" noChangeArrowheads="1" noChangeShapeType="1"/>
          </p:cNvSpPr>
          <p:nvPr/>
        </p:nvSpPr>
        <p:spPr>
          <a:xfrm>
            <a:off x="6541616" y="1447766"/>
            <a:ext cx="813123" cy="455239"/>
          </a:xfrm>
          <a:custGeom>
            <a:avLst/>
            <a:gdLst/>
            <a:ahLst/>
            <a:cxnLst/>
            <a:rect l="l" t="t" r="r" b="b"/>
            <a:pathLst>
              <a:path w="45293" h="25358" extrusionOk="0">
                <a:moveTo>
                  <a:pt x="5550" y="0"/>
                </a:moveTo>
                <a:lnTo>
                  <a:pt x="0" y="2750"/>
                </a:lnTo>
                <a:cubicBezTo>
                  <a:pt x="200" y="3350"/>
                  <a:pt x="400" y="3850"/>
                  <a:pt x="600" y="4349"/>
                </a:cubicBezTo>
                <a:cubicBezTo>
                  <a:pt x="800" y="4849"/>
                  <a:pt x="1000" y="5349"/>
                  <a:pt x="1200" y="5849"/>
                </a:cubicBezTo>
                <a:cubicBezTo>
                  <a:pt x="1650" y="6849"/>
                  <a:pt x="2150" y="7849"/>
                  <a:pt x="2700" y="8799"/>
                </a:cubicBezTo>
                <a:cubicBezTo>
                  <a:pt x="3750" y="10798"/>
                  <a:pt x="4950" y="12648"/>
                  <a:pt x="6299" y="14448"/>
                </a:cubicBezTo>
                <a:cubicBezTo>
                  <a:pt x="9099" y="17997"/>
                  <a:pt x="12598" y="21396"/>
                  <a:pt x="17497" y="23546"/>
                </a:cubicBezTo>
                <a:cubicBezTo>
                  <a:pt x="18747" y="24096"/>
                  <a:pt x="20047" y="24496"/>
                  <a:pt x="21397" y="24796"/>
                </a:cubicBezTo>
                <a:cubicBezTo>
                  <a:pt x="22697" y="25096"/>
                  <a:pt x="23996" y="25246"/>
                  <a:pt x="25346" y="25346"/>
                </a:cubicBezTo>
                <a:cubicBezTo>
                  <a:pt x="25726" y="25354"/>
                  <a:pt x="26105" y="25358"/>
                  <a:pt x="26482" y="25358"/>
                </a:cubicBezTo>
                <a:cubicBezTo>
                  <a:pt x="28491" y="25358"/>
                  <a:pt x="30475" y="25240"/>
                  <a:pt x="32495" y="24946"/>
                </a:cubicBezTo>
                <a:cubicBezTo>
                  <a:pt x="34644" y="24596"/>
                  <a:pt x="36844" y="24196"/>
                  <a:pt x="38994" y="23596"/>
                </a:cubicBezTo>
                <a:cubicBezTo>
                  <a:pt x="40043" y="23296"/>
                  <a:pt x="41093" y="23046"/>
                  <a:pt x="42093" y="22696"/>
                </a:cubicBezTo>
                <a:lnTo>
                  <a:pt x="43693" y="22146"/>
                </a:lnTo>
                <a:lnTo>
                  <a:pt x="44443" y="21846"/>
                </a:lnTo>
                <a:lnTo>
                  <a:pt x="45293" y="21546"/>
                </a:lnTo>
                <a:lnTo>
                  <a:pt x="39944" y="10098"/>
                </a:lnTo>
                <a:lnTo>
                  <a:pt x="38394" y="10648"/>
                </a:lnTo>
                <a:cubicBezTo>
                  <a:pt x="37494" y="10948"/>
                  <a:pt x="36594" y="11198"/>
                  <a:pt x="35694" y="11448"/>
                </a:cubicBezTo>
                <a:cubicBezTo>
                  <a:pt x="33945" y="11998"/>
                  <a:pt x="32145" y="12448"/>
                  <a:pt x="30395" y="12848"/>
                </a:cubicBezTo>
                <a:cubicBezTo>
                  <a:pt x="28795" y="13198"/>
                  <a:pt x="27096" y="13448"/>
                  <a:pt x="25446" y="13598"/>
                </a:cubicBezTo>
                <a:cubicBezTo>
                  <a:pt x="25093" y="13637"/>
                  <a:pt x="24740" y="13656"/>
                  <a:pt x="24388" y="13656"/>
                </a:cubicBezTo>
                <a:cubicBezTo>
                  <a:pt x="23394" y="13656"/>
                  <a:pt x="22407" y="13506"/>
                  <a:pt x="21447" y="13248"/>
                </a:cubicBezTo>
                <a:cubicBezTo>
                  <a:pt x="20747" y="13048"/>
                  <a:pt x="20047" y="12798"/>
                  <a:pt x="19347" y="12498"/>
                </a:cubicBezTo>
                <a:cubicBezTo>
                  <a:pt x="18647" y="12148"/>
                  <a:pt x="17947" y="11748"/>
                  <a:pt x="17247" y="11348"/>
                </a:cubicBezTo>
                <a:cubicBezTo>
                  <a:pt x="15798" y="10398"/>
                  <a:pt x="14398" y="9349"/>
                  <a:pt x="13098" y="8199"/>
                </a:cubicBezTo>
                <a:cubicBezTo>
                  <a:pt x="11698" y="6999"/>
                  <a:pt x="10399" y="5699"/>
                  <a:pt x="9199" y="4299"/>
                </a:cubicBezTo>
                <a:cubicBezTo>
                  <a:pt x="8549" y="3600"/>
                  <a:pt x="7949" y="2900"/>
                  <a:pt x="7299" y="2150"/>
                </a:cubicBezTo>
                <a:cubicBezTo>
                  <a:pt x="6999" y="1800"/>
                  <a:pt x="6699" y="1450"/>
                  <a:pt x="6399" y="1050"/>
                </a:cubicBezTo>
                <a:lnTo>
                  <a:pt x="55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7" name="Google Shape;977;p58">
            <a:extLst>
              <a:ext uri="{FF2B5EF4-FFF2-40B4-BE49-F238E27FC236}">
                <a16:creationId xmlns:a16="http://schemas.microsoft.com/office/drawing/2014/main" id="{8A896B65-A73A-7EF6-4479-66C09CFF374A}"/>
              </a:ext>
            </a:extLst>
          </p:cNvPr>
          <p:cNvSpPr>
            <a:spLocks noGrp="1" noRot="1" noMove="1" noResize="1" noEditPoints="1" noAdjustHandles="1" noChangeArrowheads="1" noChangeShapeType="1"/>
          </p:cNvSpPr>
          <p:nvPr/>
        </p:nvSpPr>
        <p:spPr>
          <a:xfrm>
            <a:off x="6982278" y="1629050"/>
            <a:ext cx="770934" cy="866962"/>
          </a:xfrm>
          <a:custGeom>
            <a:avLst/>
            <a:gdLst/>
            <a:ahLst/>
            <a:cxnLst/>
            <a:rect l="l" t="t" r="r" b="b"/>
            <a:pathLst>
              <a:path w="42943" h="48292" extrusionOk="0">
                <a:moveTo>
                  <a:pt x="15298" y="0"/>
                </a:moveTo>
                <a:cubicBezTo>
                  <a:pt x="15298" y="0"/>
                  <a:pt x="4199" y="10898"/>
                  <a:pt x="0" y="37794"/>
                </a:cubicBezTo>
                <a:lnTo>
                  <a:pt x="26696" y="48292"/>
                </a:lnTo>
                <a:cubicBezTo>
                  <a:pt x="28295" y="44792"/>
                  <a:pt x="32295" y="26746"/>
                  <a:pt x="42943" y="11298"/>
                </a:cubicBezTo>
                <a:cubicBezTo>
                  <a:pt x="40393" y="9349"/>
                  <a:pt x="37644" y="7649"/>
                  <a:pt x="34744" y="6249"/>
                </a:cubicBezTo>
                <a:cubicBezTo>
                  <a:pt x="31045" y="4600"/>
                  <a:pt x="27295" y="3100"/>
                  <a:pt x="23446" y="1800"/>
                </a:cubicBezTo>
                <a:cubicBezTo>
                  <a:pt x="20747" y="1000"/>
                  <a:pt x="18047" y="400"/>
                  <a:pt x="152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8" name="Google Shape;978;p58">
            <a:extLst>
              <a:ext uri="{FF2B5EF4-FFF2-40B4-BE49-F238E27FC236}">
                <a16:creationId xmlns:a16="http://schemas.microsoft.com/office/drawing/2014/main" id="{0F0FCC2C-E5D0-8316-2E14-0D8E0420F808}"/>
              </a:ext>
            </a:extLst>
          </p:cNvPr>
          <p:cNvSpPr>
            <a:spLocks noGrp="1" noRot="1" noMove="1" noResize="1" noEditPoints="1" noAdjustHandles="1" noChangeArrowheads="1" noChangeShapeType="1"/>
          </p:cNvSpPr>
          <p:nvPr/>
        </p:nvSpPr>
        <p:spPr>
          <a:xfrm>
            <a:off x="7387933" y="1522250"/>
            <a:ext cx="253094" cy="215735"/>
          </a:xfrm>
          <a:custGeom>
            <a:avLst/>
            <a:gdLst/>
            <a:ahLst/>
            <a:cxnLst/>
            <a:rect l="l" t="t" r="r" b="b"/>
            <a:pathLst>
              <a:path w="14098" h="12017" extrusionOk="0">
                <a:moveTo>
                  <a:pt x="14098" y="0"/>
                </a:moveTo>
                <a:lnTo>
                  <a:pt x="5899" y="2800"/>
                </a:lnTo>
                <a:cubicBezTo>
                  <a:pt x="5537" y="5287"/>
                  <a:pt x="4726" y="7734"/>
                  <a:pt x="1688" y="7734"/>
                </a:cubicBezTo>
                <a:cubicBezTo>
                  <a:pt x="1367" y="7734"/>
                  <a:pt x="1022" y="7706"/>
                  <a:pt x="650" y="7649"/>
                </a:cubicBezTo>
                <a:lnTo>
                  <a:pt x="650" y="7649"/>
                </a:lnTo>
                <a:cubicBezTo>
                  <a:pt x="650" y="7649"/>
                  <a:pt x="0" y="9049"/>
                  <a:pt x="4449" y="10799"/>
                </a:cubicBezTo>
                <a:cubicBezTo>
                  <a:pt x="6843" y="11751"/>
                  <a:pt x="8332" y="12017"/>
                  <a:pt x="9249" y="12017"/>
                </a:cubicBezTo>
                <a:cubicBezTo>
                  <a:pt x="10400" y="12017"/>
                  <a:pt x="10648" y="11598"/>
                  <a:pt x="10648" y="11598"/>
                </a:cubicBezTo>
                <a:cubicBezTo>
                  <a:pt x="9249" y="8599"/>
                  <a:pt x="12198" y="2950"/>
                  <a:pt x="14098"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79" name="Google Shape;979;p58">
            <a:extLst>
              <a:ext uri="{FF2B5EF4-FFF2-40B4-BE49-F238E27FC236}">
                <a16:creationId xmlns:a16="http://schemas.microsoft.com/office/drawing/2014/main" id="{D205691C-E6DE-08B1-F4F6-1B7DB47C6950}"/>
              </a:ext>
            </a:extLst>
          </p:cNvPr>
          <p:cNvSpPr>
            <a:spLocks noGrp="1" noRot="1" noMove="1" noResize="1" noEditPoints="1" noAdjustHandles="1" noChangeArrowheads="1" noChangeShapeType="1"/>
          </p:cNvSpPr>
          <p:nvPr/>
        </p:nvSpPr>
        <p:spPr>
          <a:xfrm>
            <a:off x="7486654" y="1542896"/>
            <a:ext cx="94251" cy="64916"/>
          </a:xfrm>
          <a:custGeom>
            <a:avLst/>
            <a:gdLst/>
            <a:ahLst/>
            <a:cxnLst/>
            <a:rect l="l" t="t" r="r" b="b"/>
            <a:pathLst>
              <a:path w="5250" h="3616" extrusionOk="0">
                <a:moveTo>
                  <a:pt x="5249" y="0"/>
                </a:moveTo>
                <a:lnTo>
                  <a:pt x="400" y="1650"/>
                </a:lnTo>
                <a:cubicBezTo>
                  <a:pt x="300" y="2300"/>
                  <a:pt x="200" y="2900"/>
                  <a:pt x="0" y="3550"/>
                </a:cubicBezTo>
                <a:cubicBezTo>
                  <a:pt x="214" y="3594"/>
                  <a:pt x="450" y="3615"/>
                  <a:pt x="698" y="3615"/>
                </a:cubicBezTo>
                <a:cubicBezTo>
                  <a:pt x="2136" y="3615"/>
                  <a:pt x="4010" y="2901"/>
                  <a:pt x="4649" y="1750"/>
                </a:cubicBezTo>
                <a:cubicBezTo>
                  <a:pt x="4949" y="1200"/>
                  <a:pt x="5149" y="600"/>
                  <a:pt x="5249" y="0"/>
                </a:cubicBezTo>
                <a:close/>
              </a:path>
            </a:pathLst>
          </a:custGeom>
          <a:solidFill>
            <a:srgbClr val="CE6F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0" name="Google Shape;980;p58">
            <a:extLst>
              <a:ext uri="{FF2B5EF4-FFF2-40B4-BE49-F238E27FC236}">
                <a16:creationId xmlns:a16="http://schemas.microsoft.com/office/drawing/2014/main" id="{F1EDF54E-15C2-C509-DC62-B32D51A70E12}"/>
              </a:ext>
            </a:extLst>
          </p:cNvPr>
          <p:cNvSpPr>
            <a:spLocks noGrp="1" noRot="1" noMove="1" noResize="1" noEditPoints="1" noAdjustHandles="1" noChangeArrowheads="1" noChangeShapeType="1"/>
          </p:cNvSpPr>
          <p:nvPr/>
        </p:nvSpPr>
        <p:spPr>
          <a:xfrm>
            <a:off x="7454501" y="1245477"/>
            <a:ext cx="208590" cy="154463"/>
          </a:xfrm>
          <a:custGeom>
            <a:avLst/>
            <a:gdLst/>
            <a:ahLst/>
            <a:cxnLst/>
            <a:rect l="l" t="t" r="r" b="b"/>
            <a:pathLst>
              <a:path w="11619" h="8604" extrusionOk="0">
                <a:moveTo>
                  <a:pt x="7180" y="0"/>
                </a:moveTo>
                <a:cubicBezTo>
                  <a:pt x="4612" y="0"/>
                  <a:pt x="0" y="5413"/>
                  <a:pt x="1691" y="8119"/>
                </a:cubicBezTo>
                <a:cubicBezTo>
                  <a:pt x="1902" y="8455"/>
                  <a:pt x="2213" y="8604"/>
                  <a:pt x="2590" y="8604"/>
                </a:cubicBezTo>
                <a:cubicBezTo>
                  <a:pt x="5349" y="8604"/>
                  <a:pt x="11619" y="636"/>
                  <a:pt x="7440" y="20"/>
                </a:cubicBezTo>
                <a:cubicBezTo>
                  <a:pt x="7356" y="7"/>
                  <a:pt x="7269" y="0"/>
                  <a:pt x="718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1" name="Google Shape;981;p58">
            <a:extLst>
              <a:ext uri="{FF2B5EF4-FFF2-40B4-BE49-F238E27FC236}">
                <a16:creationId xmlns:a16="http://schemas.microsoft.com/office/drawing/2014/main" id="{E82390CF-D5F8-3394-6550-AEFF26E17BE1}"/>
              </a:ext>
            </a:extLst>
          </p:cNvPr>
          <p:cNvSpPr>
            <a:spLocks noGrp="1" noRot="1" noMove="1" noResize="1" noEditPoints="1" noAdjustHandles="1" noChangeArrowheads="1" noChangeShapeType="1"/>
          </p:cNvSpPr>
          <p:nvPr/>
        </p:nvSpPr>
        <p:spPr>
          <a:xfrm>
            <a:off x="7395796" y="1273698"/>
            <a:ext cx="325102" cy="306988"/>
          </a:xfrm>
          <a:custGeom>
            <a:avLst/>
            <a:gdLst/>
            <a:ahLst/>
            <a:cxnLst/>
            <a:rect l="l" t="t" r="r" b="b"/>
            <a:pathLst>
              <a:path w="18109" h="17100" extrusionOk="0">
                <a:moveTo>
                  <a:pt x="11211" y="1"/>
                </a:moveTo>
                <a:cubicBezTo>
                  <a:pt x="6917" y="1"/>
                  <a:pt x="3066" y="4715"/>
                  <a:pt x="1612" y="8396"/>
                </a:cubicBezTo>
                <a:cubicBezTo>
                  <a:pt x="1" y="12494"/>
                  <a:pt x="2799" y="17100"/>
                  <a:pt x="7156" y="17100"/>
                </a:cubicBezTo>
                <a:cubicBezTo>
                  <a:pt x="7530" y="17100"/>
                  <a:pt x="7915" y="17066"/>
                  <a:pt x="8311" y="16995"/>
                </a:cubicBezTo>
                <a:cubicBezTo>
                  <a:pt x="11610" y="16395"/>
                  <a:pt x="13160" y="14095"/>
                  <a:pt x="16059" y="10446"/>
                </a:cubicBezTo>
                <a:cubicBezTo>
                  <a:pt x="16659" y="9646"/>
                  <a:pt x="17109" y="8746"/>
                  <a:pt x="17359" y="7797"/>
                </a:cubicBezTo>
                <a:cubicBezTo>
                  <a:pt x="18109" y="4347"/>
                  <a:pt x="15959" y="948"/>
                  <a:pt x="12510" y="148"/>
                </a:cubicBezTo>
                <a:cubicBezTo>
                  <a:pt x="12074" y="48"/>
                  <a:pt x="11640" y="1"/>
                  <a:pt x="11211"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2" name="Google Shape;982;p58">
            <a:extLst>
              <a:ext uri="{FF2B5EF4-FFF2-40B4-BE49-F238E27FC236}">
                <a16:creationId xmlns:a16="http://schemas.microsoft.com/office/drawing/2014/main" id="{6554F7D8-72BA-5997-6872-D3F60E6D83B4}"/>
              </a:ext>
            </a:extLst>
          </p:cNvPr>
          <p:cNvSpPr>
            <a:spLocks noGrp="1" noRot="1" noMove="1" noResize="1" noEditPoints="1" noAdjustHandles="1" noChangeArrowheads="1" noChangeShapeType="1"/>
          </p:cNvSpPr>
          <p:nvPr/>
        </p:nvSpPr>
        <p:spPr>
          <a:xfrm>
            <a:off x="7589360" y="1366423"/>
            <a:ext cx="283506" cy="160047"/>
          </a:xfrm>
          <a:custGeom>
            <a:avLst/>
            <a:gdLst/>
            <a:ahLst/>
            <a:cxnLst/>
            <a:rect l="l" t="t" r="r" b="b"/>
            <a:pathLst>
              <a:path w="15792" h="8915" extrusionOk="0">
                <a:moveTo>
                  <a:pt x="6555" y="1"/>
                </a:moveTo>
                <a:cubicBezTo>
                  <a:pt x="1177" y="1"/>
                  <a:pt x="1" y="8282"/>
                  <a:pt x="2378" y="8830"/>
                </a:cubicBezTo>
                <a:cubicBezTo>
                  <a:pt x="2632" y="8887"/>
                  <a:pt x="2905" y="8914"/>
                  <a:pt x="3193" y="8914"/>
                </a:cubicBezTo>
                <a:cubicBezTo>
                  <a:pt x="7718" y="8914"/>
                  <a:pt x="15791" y="2253"/>
                  <a:pt x="8177" y="232"/>
                </a:cubicBezTo>
                <a:cubicBezTo>
                  <a:pt x="7599" y="74"/>
                  <a:pt x="7059" y="1"/>
                  <a:pt x="655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3" name="Google Shape;983;p58">
            <a:extLst>
              <a:ext uri="{FF2B5EF4-FFF2-40B4-BE49-F238E27FC236}">
                <a16:creationId xmlns:a16="http://schemas.microsoft.com/office/drawing/2014/main" id="{A04F3463-3BD0-28E0-4533-2F58DCC85058}"/>
              </a:ext>
            </a:extLst>
          </p:cNvPr>
          <p:cNvSpPr>
            <a:spLocks noGrp="1" noRot="1" noMove="1" noResize="1" noEditPoints="1" noAdjustHandles="1" noChangeArrowheads="1" noChangeShapeType="1"/>
          </p:cNvSpPr>
          <p:nvPr/>
        </p:nvSpPr>
        <p:spPr>
          <a:xfrm>
            <a:off x="7529722" y="1190075"/>
            <a:ext cx="301782" cy="230331"/>
          </a:xfrm>
          <a:custGeom>
            <a:avLst/>
            <a:gdLst/>
            <a:ahLst/>
            <a:cxnLst/>
            <a:rect l="l" t="t" r="r" b="b"/>
            <a:pathLst>
              <a:path w="16810" h="12830" extrusionOk="0">
                <a:moveTo>
                  <a:pt x="5076" y="0"/>
                </a:moveTo>
                <a:cubicBezTo>
                  <a:pt x="3334" y="0"/>
                  <a:pt x="1923" y="539"/>
                  <a:pt x="1551" y="1806"/>
                </a:cubicBezTo>
                <a:cubicBezTo>
                  <a:pt x="1" y="7105"/>
                  <a:pt x="8549" y="11455"/>
                  <a:pt x="11699" y="12604"/>
                </a:cubicBezTo>
                <a:cubicBezTo>
                  <a:pt x="12112" y="12759"/>
                  <a:pt x="12500" y="12829"/>
                  <a:pt x="12857" y="12829"/>
                </a:cubicBezTo>
                <a:cubicBezTo>
                  <a:pt x="16083" y="12829"/>
                  <a:pt x="16810" y="7071"/>
                  <a:pt x="11499" y="5406"/>
                </a:cubicBezTo>
                <a:cubicBezTo>
                  <a:pt x="7899" y="4306"/>
                  <a:pt x="5100" y="1656"/>
                  <a:pt x="10649" y="1456"/>
                </a:cubicBezTo>
                <a:cubicBezTo>
                  <a:pt x="8940" y="551"/>
                  <a:pt x="6838" y="0"/>
                  <a:pt x="50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4" name="Google Shape;984;p58">
            <a:extLst>
              <a:ext uri="{FF2B5EF4-FFF2-40B4-BE49-F238E27FC236}">
                <a16:creationId xmlns:a16="http://schemas.microsoft.com/office/drawing/2014/main" id="{38A48D50-FFFE-ED97-1024-77C5E54DB217}"/>
              </a:ext>
            </a:extLst>
          </p:cNvPr>
          <p:cNvSpPr>
            <a:spLocks noGrp="1" noRot="1" noMove="1" noResize="1" noEditPoints="1" noAdjustHandles="1" noChangeArrowheads="1" noChangeShapeType="1"/>
          </p:cNvSpPr>
          <p:nvPr/>
        </p:nvSpPr>
        <p:spPr>
          <a:xfrm>
            <a:off x="7754092" y="1391808"/>
            <a:ext cx="56604" cy="47000"/>
          </a:xfrm>
          <a:custGeom>
            <a:avLst/>
            <a:gdLst/>
            <a:ahLst/>
            <a:cxnLst/>
            <a:rect l="l" t="t" r="r" b="b"/>
            <a:pathLst>
              <a:path w="3153" h="2618" extrusionOk="0">
                <a:moveTo>
                  <a:pt x="371" y="0"/>
                </a:moveTo>
                <a:cubicBezTo>
                  <a:pt x="147" y="0"/>
                  <a:pt x="1" y="18"/>
                  <a:pt x="1" y="18"/>
                </a:cubicBezTo>
                <a:cubicBezTo>
                  <a:pt x="1250" y="368"/>
                  <a:pt x="2250" y="1367"/>
                  <a:pt x="2600" y="2617"/>
                </a:cubicBezTo>
                <a:cubicBezTo>
                  <a:pt x="3153" y="249"/>
                  <a:pt x="1213" y="0"/>
                  <a:pt x="3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5" name="Google Shape;985;p58">
            <a:extLst>
              <a:ext uri="{FF2B5EF4-FFF2-40B4-BE49-F238E27FC236}">
                <a16:creationId xmlns:a16="http://schemas.microsoft.com/office/drawing/2014/main" id="{DF5845A4-8C30-EFFD-3DA8-05498F0530D9}"/>
              </a:ext>
            </a:extLst>
          </p:cNvPr>
          <p:cNvSpPr>
            <a:spLocks noGrp="1" noRot="1" noMove="1" noResize="1" noEditPoints="1" noAdjustHandles="1" noChangeArrowheads="1" noChangeShapeType="1"/>
          </p:cNvSpPr>
          <p:nvPr/>
        </p:nvSpPr>
        <p:spPr>
          <a:xfrm>
            <a:off x="7756785" y="1387625"/>
            <a:ext cx="65527" cy="21435"/>
          </a:xfrm>
          <a:custGeom>
            <a:avLst/>
            <a:gdLst/>
            <a:ahLst/>
            <a:cxnLst/>
            <a:rect l="l" t="t" r="r" b="b"/>
            <a:pathLst>
              <a:path w="3650" h="1194" extrusionOk="0">
                <a:moveTo>
                  <a:pt x="1" y="1"/>
                </a:moveTo>
                <a:cubicBezTo>
                  <a:pt x="1" y="1"/>
                  <a:pt x="901" y="1193"/>
                  <a:pt x="1991" y="1193"/>
                </a:cubicBezTo>
                <a:cubicBezTo>
                  <a:pt x="2526" y="1193"/>
                  <a:pt x="3107" y="906"/>
                  <a:pt x="3650" y="51"/>
                </a:cubicBezTo>
                <a:lnTo>
                  <a:pt x="3650" y="51"/>
                </a:lnTo>
                <a:cubicBezTo>
                  <a:pt x="3087" y="345"/>
                  <a:pt x="2463" y="495"/>
                  <a:pt x="1844" y="495"/>
                </a:cubicBezTo>
                <a:cubicBezTo>
                  <a:pt x="1200" y="495"/>
                  <a:pt x="562" y="332"/>
                  <a:pt x="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6" name="Google Shape;986;p58">
            <a:extLst>
              <a:ext uri="{FF2B5EF4-FFF2-40B4-BE49-F238E27FC236}">
                <a16:creationId xmlns:a16="http://schemas.microsoft.com/office/drawing/2014/main" id="{D9E536C7-5AE9-6B0D-AEDA-A59DCC5D9DA2}"/>
              </a:ext>
            </a:extLst>
          </p:cNvPr>
          <p:cNvSpPr>
            <a:spLocks noGrp="1" noRot="1" noMove="1" noResize="1" noEditPoints="1" noAdjustHandles="1" noChangeArrowheads="1" noChangeShapeType="1"/>
          </p:cNvSpPr>
          <p:nvPr/>
        </p:nvSpPr>
        <p:spPr>
          <a:xfrm>
            <a:off x="7575501" y="1489038"/>
            <a:ext cx="119384" cy="75185"/>
          </a:xfrm>
          <a:custGeom>
            <a:avLst/>
            <a:gdLst/>
            <a:ahLst/>
            <a:cxnLst/>
            <a:rect l="l" t="t" r="r" b="b"/>
            <a:pathLst>
              <a:path w="6650" h="4188" extrusionOk="0">
                <a:moveTo>
                  <a:pt x="4040" y="1"/>
                </a:moveTo>
                <a:cubicBezTo>
                  <a:pt x="3100" y="1"/>
                  <a:pt x="2090" y="413"/>
                  <a:pt x="1450" y="901"/>
                </a:cubicBezTo>
                <a:cubicBezTo>
                  <a:pt x="250" y="1750"/>
                  <a:pt x="0" y="3250"/>
                  <a:pt x="1450" y="3850"/>
                </a:cubicBezTo>
                <a:cubicBezTo>
                  <a:pt x="1975" y="4075"/>
                  <a:pt x="2550" y="4188"/>
                  <a:pt x="3125" y="4188"/>
                </a:cubicBezTo>
                <a:cubicBezTo>
                  <a:pt x="3700" y="4188"/>
                  <a:pt x="4275" y="4075"/>
                  <a:pt x="4800" y="3850"/>
                </a:cubicBezTo>
                <a:cubicBezTo>
                  <a:pt x="6199" y="3400"/>
                  <a:pt x="6649" y="1650"/>
                  <a:pt x="5649" y="601"/>
                </a:cubicBezTo>
                <a:cubicBezTo>
                  <a:pt x="5219" y="171"/>
                  <a:pt x="4644" y="1"/>
                  <a:pt x="4040"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7" name="Google Shape;987;p58">
            <a:extLst>
              <a:ext uri="{FF2B5EF4-FFF2-40B4-BE49-F238E27FC236}">
                <a16:creationId xmlns:a16="http://schemas.microsoft.com/office/drawing/2014/main" id="{857CBDC5-C45E-7088-AC52-3CDF3B6309A8}"/>
              </a:ext>
            </a:extLst>
          </p:cNvPr>
          <p:cNvSpPr>
            <a:spLocks noGrp="1" noRot="1" noMove="1" noResize="1" noEditPoints="1" noAdjustHandles="1" noChangeArrowheads="1" noChangeShapeType="1"/>
          </p:cNvSpPr>
          <p:nvPr/>
        </p:nvSpPr>
        <p:spPr>
          <a:xfrm>
            <a:off x="6254430" y="2307529"/>
            <a:ext cx="1042879" cy="1302238"/>
          </a:xfrm>
          <a:custGeom>
            <a:avLst/>
            <a:gdLst/>
            <a:ahLst/>
            <a:cxnLst/>
            <a:rect l="l" t="t" r="r" b="b"/>
            <a:pathLst>
              <a:path w="58091" h="72538" extrusionOk="0">
                <a:moveTo>
                  <a:pt x="40543" y="1"/>
                </a:moveTo>
                <a:cubicBezTo>
                  <a:pt x="40543" y="1"/>
                  <a:pt x="19647" y="15748"/>
                  <a:pt x="13098" y="28546"/>
                </a:cubicBezTo>
                <a:cubicBezTo>
                  <a:pt x="6349" y="41893"/>
                  <a:pt x="0" y="68938"/>
                  <a:pt x="0" y="68938"/>
                </a:cubicBezTo>
                <a:lnTo>
                  <a:pt x="9899" y="72538"/>
                </a:lnTo>
                <a:cubicBezTo>
                  <a:pt x="9899" y="72538"/>
                  <a:pt x="18197" y="49592"/>
                  <a:pt x="25746" y="36944"/>
                </a:cubicBezTo>
                <a:cubicBezTo>
                  <a:pt x="33944" y="23197"/>
                  <a:pt x="47542" y="20097"/>
                  <a:pt x="58090" y="6849"/>
                </a:cubicBezTo>
                <a:lnTo>
                  <a:pt x="40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8" name="Google Shape;988;p58">
            <a:extLst>
              <a:ext uri="{FF2B5EF4-FFF2-40B4-BE49-F238E27FC236}">
                <a16:creationId xmlns:a16="http://schemas.microsoft.com/office/drawing/2014/main" id="{94B5375B-C5DB-9915-42A6-3A2F42B116FF}"/>
              </a:ext>
            </a:extLst>
          </p:cNvPr>
          <p:cNvSpPr>
            <a:spLocks noGrp="1" noRot="1" noMove="1" noResize="1" noEditPoints="1" noAdjustHandles="1" noChangeArrowheads="1" noChangeShapeType="1"/>
          </p:cNvSpPr>
          <p:nvPr/>
        </p:nvSpPr>
        <p:spPr>
          <a:xfrm>
            <a:off x="6835983" y="2373953"/>
            <a:ext cx="624657" cy="1430563"/>
          </a:xfrm>
          <a:custGeom>
            <a:avLst/>
            <a:gdLst/>
            <a:ahLst/>
            <a:cxnLst/>
            <a:rect l="l" t="t" r="r" b="b"/>
            <a:pathLst>
              <a:path w="34795" h="79686" extrusionOk="0">
                <a:moveTo>
                  <a:pt x="17648" y="0"/>
                </a:moveTo>
                <a:cubicBezTo>
                  <a:pt x="17648" y="0"/>
                  <a:pt x="3900" y="22446"/>
                  <a:pt x="2000" y="36194"/>
                </a:cubicBezTo>
                <a:cubicBezTo>
                  <a:pt x="1" y="51291"/>
                  <a:pt x="4800" y="79686"/>
                  <a:pt x="4800" y="79686"/>
                </a:cubicBezTo>
                <a:lnTo>
                  <a:pt x="14698" y="77286"/>
                </a:lnTo>
                <a:cubicBezTo>
                  <a:pt x="14698" y="77286"/>
                  <a:pt x="12348" y="56740"/>
                  <a:pt x="15748" y="42343"/>
                </a:cubicBezTo>
                <a:cubicBezTo>
                  <a:pt x="19497" y="26745"/>
                  <a:pt x="30445" y="17797"/>
                  <a:pt x="34795" y="6799"/>
                </a:cubicBezTo>
                <a:lnTo>
                  <a:pt x="176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89" name="Google Shape;989;p58">
            <a:extLst>
              <a:ext uri="{FF2B5EF4-FFF2-40B4-BE49-F238E27FC236}">
                <a16:creationId xmlns:a16="http://schemas.microsoft.com/office/drawing/2014/main" id="{1E899B9C-0D58-6ECE-6C93-75482F433FCC}"/>
              </a:ext>
            </a:extLst>
          </p:cNvPr>
          <p:cNvSpPr>
            <a:spLocks noGrp="1" noRot="1" noMove="1" noResize="1" noEditPoints="1" noAdjustHandles="1" noChangeArrowheads="1" noChangeShapeType="1"/>
          </p:cNvSpPr>
          <p:nvPr/>
        </p:nvSpPr>
        <p:spPr>
          <a:xfrm>
            <a:off x="7549470" y="1391054"/>
            <a:ext cx="20663" cy="21884"/>
          </a:xfrm>
          <a:custGeom>
            <a:avLst/>
            <a:gdLst/>
            <a:ahLst/>
            <a:cxnLst/>
            <a:rect l="l" t="t" r="r" b="b"/>
            <a:pathLst>
              <a:path w="1151" h="1219" extrusionOk="0">
                <a:moveTo>
                  <a:pt x="763" y="1"/>
                </a:moveTo>
                <a:cubicBezTo>
                  <a:pt x="574" y="1"/>
                  <a:pt x="347" y="140"/>
                  <a:pt x="201" y="360"/>
                </a:cubicBezTo>
                <a:cubicBezTo>
                  <a:pt x="1" y="660"/>
                  <a:pt x="1" y="1010"/>
                  <a:pt x="201" y="1160"/>
                </a:cubicBezTo>
                <a:cubicBezTo>
                  <a:pt x="254" y="1200"/>
                  <a:pt x="319" y="1218"/>
                  <a:pt x="388" y="1218"/>
                </a:cubicBezTo>
                <a:cubicBezTo>
                  <a:pt x="577" y="1218"/>
                  <a:pt x="804" y="1079"/>
                  <a:pt x="951" y="860"/>
                </a:cubicBezTo>
                <a:cubicBezTo>
                  <a:pt x="1150" y="610"/>
                  <a:pt x="1150" y="260"/>
                  <a:pt x="951" y="60"/>
                </a:cubicBezTo>
                <a:cubicBezTo>
                  <a:pt x="897" y="20"/>
                  <a:pt x="833" y="1"/>
                  <a:pt x="76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0" name="Google Shape;990;p58">
            <a:extLst>
              <a:ext uri="{FF2B5EF4-FFF2-40B4-BE49-F238E27FC236}">
                <a16:creationId xmlns:a16="http://schemas.microsoft.com/office/drawing/2014/main" id="{0BE9D2FC-CD83-3A2A-2827-27D93CE6A795}"/>
              </a:ext>
            </a:extLst>
          </p:cNvPr>
          <p:cNvSpPr>
            <a:spLocks noGrp="1" noRot="1" noMove="1" noResize="1" noEditPoints="1" noAdjustHandles="1" noChangeArrowheads="1" noChangeShapeType="1"/>
          </p:cNvSpPr>
          <p:nvPr/>
        </p:nvSpPr>
        <p:spPr>
          <a:xfrm>
            <a:off x="7485756" y="1347088"/>
            <a:ext cx="21561" cy="21866"/>
          </a:xfrm>
          <a:custGeom>
            <a:avLst/>
            <a:gdLst/>
            <a:ahLst/>
            <a:cxnLst/>
            <a:rect l="l" t="t" r="r" b="b"/>
            <a:pathLst>
              <a:path w="1201" h="1218" extrusionOk="0">
                <a:moveTo>
                  <a:pt x="804" y="0"/>
                </a:moveTo>
                <a:cubicBezTo>
                  <a:pt x="600" y="0"/>
                  <a:pt x="347" y="140"/>
                  <a:pt x="200" y="359"/>
                </a:cubicBezTo>
                <a:cubicBezTo>
                  <a:pt x="50" y="659"/>
                  <a:pt x="0" y="1009"/>
                  <a:pt x="200" y="1159"/>
                </a:cubicBezTo>
                <a:cubicBezTo>
                  <a:pt x="254" y="1199"/>
                  <a:pt x="318" y="1218"/>
                  <a:pt x="388" y="1218"/>
                </a:cubicBezTo>
                <a:cubicBezTo>
                  <a:pt x="581" y="1218"/>
                  <a:pt x="817" y="1079"/>
                  <a:pt x="1000" y="859"/>
                </a:cubicBezTo>
                <a:cubicBezTo>
                  <a:pt x="1200" y="609"/>
                  <a:pt x="1200" y="259"/>
                  <a:pt x="1000" y="59"/>
                </a:cubicBezTo>
                <a:cubicBezTo>
                  <a:pt x="947" y="19"/>
                  <a:pt x="879" y="0"/>
                  <a:pt x="80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1" name="Google Shape;991;p58">
            <a:extLst>
              <a:ext uri="{FF2B5EF4-FFF2-40B4-BE49-F238E27FC236}">
                <a16:creationId xmlns:a16="http://schemas.microsoft.com/office/drawing/2014/main" id="{7FC2EF24-ECBD-A784-E375-A09A1D5CB562}"/>
              </a:ext>
            </a:extLst>
          </p:cNvPr>
          <p:cNvSpPr>
            <a:spLocks noGrp="1" noRot="1" noMove="1" noResize="1" noEditPoints="1" noAdjustHandles="1" noChangeArrowheads="1" noChangeShapeType="1"/>
          </p:cNvSpPr>
          <p:nvPr/>
        </p:nvSpPr>
        <p:spPr>
          <a:xfrm>
            <a:off x="7461520" y="1380444"/>
            <a:ext cx="60141" cy="52978"/>
          </a:xfrm>
          <a:custGeom>
            <a:avLst/>
            <a:gdLst/>
            <a:ahLst/>
            <a:cxnLst/>
            <a:rect l="l" t="t" r="r" b="b"/>
            <a:pathLst>
              <a:path w="3350" h="2951" extrusionOk="0">
                <a:moveTo>
                  <a:pt x="3350" y="1"/>
                </a:moveTo>
                <a:lnTo>
                  <a:pt x="3350" y="1"/>
                </a:lnTo>
                <a:cubicBezTo>
                  <a:pt x="2300" y="651"/>
                  <a:pt x="1150" y="1201"/>
                  <a:pt x="1" y="1601"/>
                </a:cubicBezTo>
                <a:cubicBezTo>
                  <a:pt x="151" y="2500"/>
                  <a:pt x="1250" y="2950"/>
                  <a:pt x="1250" y="2950"/>
                </a:cubicBezTo>
                <a:lnTo>
                  <a:pt x="3350" y="1"/>
                </a:lnTo>
                <a:close/>
              </a:path>
            </a:pathLst>
          </a:custGeom>
          <a:solidFill>
            <a:srgbClr val="DE5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2" name="Google Shape;992;p58">
            <a:extLst>
              <a:ext uri="{FF2B5EF4-FFF2-40B4-BE49-F238E27FC236}">
                <a16:creationId xmlns:a16="http://schemas.microsoft.com/office/drawing/2014/main" id="{04F29E05-5EA3-E909-634E-80647B625EAD}"/>
              </a:ext>
            </a:extLst>
          </p:cNvPr>
          <p:cNvSpPr>
            <a:spLocks noGrp="1" noRot="1" noMove="1" noResize="1" noEditPoints="1" noAdjustHandles="1" noChangeArrowheads="1" noChangeShapeType="1"/>
          </p:cNvSpPr>
          <p:nvPr/>
        </p:nvSpPr>
        <p:spPr>
          <a:xfrm>
            <a:off x="7488449" y="1455467"/>
            <a:ext cx="54558" cy="14739"/>
          </a:xfrm>
          <a:custGeom>
            <a:avLst/>
            <a:gdLst/>
            <a:ahLst/>
            <a:cxnLst/>
            <a:rect l="l" t="t" r="r" b="b"/>
            <a:pathLst>
              <a:path w="3039" h="821" extrusionOk="0">
                <a:moveTo>
                  <a:pt x="147" y="0"/>
                </a:moveTo>
                <a:cubicBezTo>
                  <a:pt x="100" y="0"/>
                  <a:pt x="50" y="36"/>
                  <a:pt x="50" y="71"/>
                </a:cubicBezTo>
                <a:cubicBezTo>
                  <a:pt x="0" y="121"/>
                  <a:pt x="0" y="171"/>
                  <a:pt x="100" y="221"/>
                </a:cubicBezTo>
                <a:cubicBezTo>
                  <a:pt x="650" y="621"/>
                  <a:pt x="1300" y="821"/>
                  <a:pt x="2000" y="821"/>
                </a:cubicBezTo>
                <a:cubicBezTo>
                  <a:pt x="2350" y="821"/>
                  <a:pt x="2650" y="771"/>
                  <a:pt x="2950" y="671"/>
                </a:cubicBezTo>
                <a:cubicBezTo>
                  <a:pt x="3039" y="626"/>
                  <a:pt x="3009" y="463"/>
                  <a:pt x="2931" y="463"/>
                </a:cubicBezTo>
                <a:cubicBezTo>
                  <a:pt x="2921" y="463"/>
                  <a:pt x="2911" y="466"/>
                  <a:pt x="2900" y="471"/>
                </a:cubicBezTo>
                <a:cubicBezTo>
                  <a:pt x="2601" y="565"/>
                  <a:pt x="2297" y="610"/>
                  <a:pt x="1997" y="610"/>
                </a:cubicBezTo>
                <a:cubicBezTo>
                  <a:pt x="1345" y="610"/>
                  <a:pt x="714" y="398"/>
                  <a:pt x="200" y="21"/>
                </a:cubicBezTo>
                <a:cubicBezTo>
                  <a:pt x="186" y="6"/>
                  <a:pt x="167" y="0"/>
                  <a:pt x="1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3" name="Google Shape;993;p58">
            <a:extLst>
              <a:ext uri="{FF2B5EF4-FFF2-40B4-BE49-F238E27FC236}">
                <a16:creationId xmlns:a16="http://schemas.microsoft.com/office/drawing/2014/main" id="{A9C6AEDD-5B53-AFCC-E594-19AE59A0FD2A}"/>
              </a:ext>
            </a:extLst>
          </p:cNvPr>
          <p:cNvSpPr>
            <a:spLocks noGrp="1" noRot="1" noMove="1" noResize="1" noEditPoints="1" noAdjustHandles="1" noChangeArrowheads="1" noChangeShapeType="1"/>
          </p:cNvSpPr>
          <p:nvPr/>
        </p:nvSpPr>
        <p:spPr>
          <a:xfrm>
            <a:off x="7581784" y="1363712"/>
            <a:ext cx="24254" cy="37395"/>
          </a:xfrm>
          <a:custGeom>
            <a:avLst/>
            <a:gdLst/>
            <a:ahLst/>
            <a:cxnLst/>
            <a:rect l="l" t="t" r="r" b="b"/>
            <a:pathLst>
              <a:path w="1351" h="2083" extrusionOk="0">
                <a:moveTo>
                  <a:pt x="236" y="0"/>
                </a:moveTo>
                <a:cubicBezTo>
                  <a:pt x="167" y="0"/>
                  <a:pt x="109" y="24"/>
                  <a:pt x="50" y="83"/>
                </a:cubicBezTo>
                <a:cubicBezTo>
                  <a:pt x="0" y="233"/>
                  <a:pt x="50" y="333"/>
                  <a:pt x="150" y="433"/>
                </a:cubicBezTo>
                <a:cubicBezTo>
                  <a:pt x="600" y="733"/>
                  <a:pt x="900" y="1283"/>
                  <a:pt x="900" y="1833"/>
                </a:cubicBezTo>
                <a:cubicBezTo>
                  <a:pt x="900" y="1983"/>
                  <a:pt x="1000" y="2083"/>
                  <a:pt x="1150" y="2083"/>
                </a:cubicBezTo>
                <a:lnTo>
                  <a:pt x="1150" y="2033"/>
                </a:lnTo>
                <a:cubicBezTo>
                  <a:pt x="1250" y="2033"/>
                  <a:pt x="1350" y="1933"/>
                  <a:pt x="1350" y="1833"/>
                </a:cubicBezTo>
                <a:cubicBezTo>
                  <a:pt x="1350" y="1083"/>
                  <a:pt x="950" y="433"/>
                  <a:pt x="400" y="33"/>
                </a:cubicBezTo>
                <a:cubicBezTo>
                  <a:pt x="338" y="12"/>
                  <a:pt x="285" y="0"/>
                  <a:pt x="2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4" name="Google Shape;994;p58">
            <a:extLst>
              <a:ext uri="{FF2B5EF4-FFF2-40B4-BE49-F238E27FC236}">
                <a16:creationId xmlns:a16="http://schemas.microsoft.com/office/drawing/2014/main" id="{97EE5561-056E-FA7E-8BAB-6D9BCFBCE304}"/>
              </a:ext>
            </a:extLst>
          </p:cNvPr>
          <p:cNvSpPr>
            <a:spLocks noGrp="1" noRot="1" noMove="1" noResize="1" noEditPoints="1" noAdjustHandles="1" noChangeArrowheads="1" noChangeShapeType="1"/>
          </p:cNvSpPr>
          <p:nvPr/>
        </p:nvSpPr>
        <p:spPr>
          <a:xfrm>
            <a:off x="7488449" y="1309603"/>
            <a:ext cx="42188" cy="12531"/>
          </a:xfrm>
          <a:custGeom>
            <a:avLst/>
            <a:gdLst/>
            <a:ahLst/>
            <a:cxnLst/>
            <a:rect l="l" t="t" r="r" b="b"/>
            <a:pathLst>
              <a:path w="2350" h="698" extrusionOk="0">
                <a:moveTo>
                  <a:pt x="1296" y="1"/>
                </a:moveTo>
                <a:cubicBezTo>
                  <a:pt x="906" y="1"/>
                  <a:pt x="513" y="102"/>
                  <a:pt x="150" y="297"/>
                </a:cubicBezTo>
                <a:cubicBezTo>
                  <a:pt x="50" y="347"/>
                  <a:pt x="0" y="497"/>
                  <a:pt x="50" y="597"/>
                </a:cubicBezTo>
                <a:cubicBezTo>
                  <a:pt x="100" y="647"/>
                  <a:pt x="200" y="697"/>
                  <a:pt x="250" y="697"/>
                </a:cubicBezTo>
                <a:lnTo>
                  <a:pt x="400" y="697"/>
                </a:lnTo>
                <a:cubicBezTo>
                  <a:pt x="656" y="527"/>
                  <a:pt x="959" y="437"/>
                  <a:pt x="1275" y="437"/>
                </a:cubicBezTo>
                <a:cubicBezTo>
                  <a:pt x="1515" y="437"/>
                  <a:pt x="1762" y="489"/>
                  <a:pt x="2000" y="597"/>
                </a:cubicBezTo>
                <a:cubicBezTo>
                  <a:pt x="2027" y="611"/>
                  <a:pt x="2057" y="617"/>
                  <a:pt x="2088" y="617"/>
                </a:cubicBezTo>
                <a:cubicBezTo>
                  <a:pt x="2173" y="617"/>
                  <a:pt x="2263" y="571"/>
                  <a:pt x="2300" y="497"/>
                </a:cubicBezTo>
                <a:cubicBezTo>
                  <a:pt x="2350" y="347"/>
                  <a:pt x="2300" y="248"/>
                  <a:pt x="2200" y="198"/>
                </a:cubicBezTo>
                <a:cubicBezTo>
                  <a:pt x="1912" y="65"/>
                  <a:pt x="1605" y="1"/>
                  <a:pt x="129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5" name="Google Shape;995;p58">
            <a:extLst>
              <a:ext uri="{FF2B5EF4-FFF2-40B4-BE49-F238E27FC236}">
                <a16:creationId xmlns:a16="http://schemas.microsoft.com/office/drawing/2014/main" id="{7D8F4B27-256B-C1DE-9908-B489A9BBCC25}"/>
              </a:ext>
            </a:extLst>
          </p:cNvPr>
          <p:cNvSpPr>
            <a:spLocks noGrp="1" noRot="1" noMove="1" noResize="1" noEditPoints="1" noAdjustHandles="1" noChangeArrowheads="1" noChangeShapeType="1"/>
          </p:cNvSpPr>
          <p:nvPr/>
        </p:nvSpPr>
        <p:spPr>
          <a:xfrm>
            <a:off x="7573705" y="1832775"/>
            <a:ext cx="355406" cy="829280"/>
          </a:xfrm>
          <a:custGeom>
            <a:avLst/>
            <a:gdLst/>
            <a:ahLst/>
            <a:cxnLst/>
            <a:rect l="l" t="t" r="r" b="b"/>
            <a:pathLst>
              <a:path w="19797" h="46193" extrusionOk="0">
                <a:moveTo>
                  <a:pt x="9999" y="0"/>
                </a:moveTo>
                <a:lnTo>
                  <a:pt x="0" y="7349"/>
                </a:lnTo>
                <a:lnTo>
                  <a:pt x="1350" y="9399"/>
                </a:lnTo>
                <a:cubicBezTo>
                  <a:pt x="1800" y="10099"/>
                  <a:pt x="2300" y="10798"/>
                  <a:pt x="2750" y="11498"/>
                </a:cubicBezTo>
                <a:cubicBezTo>
                  <a:pt x="3250" y="12248"/>
                  <a:pt x="3650" y="12948"/>
                  <a:pt x="4150" y="13648"/>
                </a:cubicBezTo>
                <a:cubicBezTo>
                  <a:pt x="4600" y="14398"/>
                  <a:pt x="5000" y="15098"/>
                  <a:pt x="5449" y="15848"/>
                </a:cubicBezTo>
                <a:cubicBezTo>
                  <a:pt x="6249" y="17247"/>
                  <a:pt x="7049" y="18647"/>
                  <a:pt x="7699" y="20147"/>
                </a:cubicBezTo>
                <a:cubicBezTo>
                  <a:pt x="7899" y="20497"/>
                  <a:pt x="8049" y="20847"/>
                  <a:pt x="8199" y="21197"/>
                </a:cubicBezTo>
                <a:lnTo>
                  <a:pt x="8399" y="21747"/>
                </a:lnTo>
                <a:lnTo>
                  <a:pt x="8449" y="21847"/>
                </a:lnTo>
                <a:lnTo>
                  <a:pt x="8449" y="21896"/>
                </a:lnTo>
                <a:lnTo>
                  <a:pt x="8499" y="22046"/>
                </a:lnTo>
                <a:cubicBezTo>
                  <a:pt x="8649" y="22496"/>
                  <a:pt x="8799" y="22996"/>
                  <a:pt x="8799" y="23496"/>
                </a:cubicBezTo>
                <a:cubicBezTo>
                  <a:pt x="8849" y="24196"/>
                  <a:pt x="8849" y="24896"/>
                  <a:pt x="8799" y="25646"/>
                </a:cubicBezTo>
                <a:cubicBezTo>
                  <a:pt x="8749" y="26396"/>
                  <a:pt x="8699" y="27196"/>
                  <a:pt x="8599" y="27995"/>
                </a:cubicBezTo>
                <a:cubicBezTo>
                  <a:pt x="8399" y="29645"/>
                  <a:pt x="8049" y="31345"/>
                  <a:pt x="7699" y="33045"/>
                </a:cubicBezTo>
                <a:cubicBezTo>
                  <a:pt x="6949" y="36444"/>
                  <a:pt x="5999" y="39993"/>
                  <a:pt x="5050" y="43443"/>
                </a:cubicBezTo>
                <a:lnTo>
                  <a:pt x="10549" y="46192"/>
                </a:lnTo>
                <a:cubicBezTo>
                  <a:pt x="11698" y="44592"/>
                  <a:pt x="12748" y="42943"/>
                  <a:pt x="13698" y="41193"/>
                </a:cubicBezTo>
                <a:cubicBezTo>
                  <a:pt x="14648" y="39493"/>
                  <a:pt x="15548" y="37744"/>
                  <a:pt x="16348" y="35894"/>
                </a:cubicBezTo>
                <a:cubicBezTo>
                  <a:pt x="17147" y="34044"/>
                  <a:pt x="17847" y="32145"/>
                  <a:pt x="18447" y="30195"/>
                </a:cubicBezTo>
                <a:cubicBezTo>
                  <a:pt x="19097" y="28045"/>
                  <a:pt x="19547" y="25846"/>
                  <a:pt x="19697" y="23596"/>
                </a:cubicBezTo>
                <a:cubicBezTo>
                  <a:pt x="19797" y="22246"/>
                  <a:pt x="19697" y="20897"/>
                  <a:pt x="19447" y="19547"/>
                </a:cubicBezTo>
                <a:lnTo>
                  <a:pt x="19347" y="18947"/>
                </a:lnTo>
                <a:lnTo>
                  <a:pt x="19297" y="18697"/>
                </a:lnTo>
                <a:lnTo>
                  <a:pt x="19247" y="18497"/>
                </a:lnTo>
                <a:lnTo>
                  <a:pt x="19047" y="17697"/>
                </a:lnTo>
                <a:cubicBezTo>
                  <a:pt x="18897" y="17147"/>
                  <a:pt x="18747" y="16597"/>
                  <a:pt x="18597" y="16098"/>
                </a:cubicBezTo>
                <a:cubicBezTo>
                  <a:pt x="17947" y="14098"/>
                  <a:pt x="17197" y="12098"/>
                  <a:pt x="16298" y="10199"/>
                </a:cubicBezTo>
                <a:cubicBezTo>
                  <a:pt x="15848" y="9299"/>
                  <a:pt x="15398" y="8349"/>
                  <a:pt x="14898" y="7449"/>
                </a:cubicBezTo>
                <a:cubicBezTo>
                  <a:pt x="14448" y="6549"/>
                  <a:pt x="13948" y="5699"/>
                  <a:pt x="13398" y="4850"/>
                </a:cubicBezTo>
                <a:cubicBezTo>
                  <a:pt x="12898" y="3950"/>
                  <a:pt x="12298" y="3100"/>
                  <a:pt x="11748" y="2300"/>
                </a:cubicBezTo>
                <a:lnTo>
                  <a:pt x="10849" y="1050"/>
                </a:lnTo>
                <a:lnTo>
                  <a:pt x="10399" y="400"/>
                </a:lnTo>
                <a:lnTo>
                  <a:pt x="999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6" name="Google Shape;996;p58">
            <a:extLst>
              <a:ext uri="{FF2B5EF4-FFF2-40B4-BE49-F238E27FC236}">
                <a16:creationId xmlns:a16="http://schemas.microsoft.com/office/drawing/2014/main" id="{D24722C1-B958-D8CF-0EB6-578067EEFC7F}"/>
              </a:ext>
            </a:extLst>
          </p:cNvPr>
          <p:cNvSpPr>
            <a:spLocks noGrp="1" noRot="1" noMove="1" noResize="1" noEditPoints="1" noAdjustHandles="1" noChangeArrowheads="1" noChangeShapeType="1"/>
          </p:cNvSpPr>
          <p:nvPr/>
        </p:nvSpPr>
        <p:spPr>
          <a:xfrm>
            <a:off x="7220993" y="1117888"/>
            <a:ext cx="728764" cy="641443"/>
          </a:xfrm>
          <a:custGeom>
            <a:avLst/>
            <a:gdLst/>
            <a:ahLst/>
            <a:cxnLst/>
            <a:rect l="l" t="t" r="r" b="b"/>
            <a:pathLst>
              <a:path w="40594" h="35730" extrusionOk="0">
                <a:moveTo>
                  <a:pt x="20257" y="0"/>
                </a:moveTo>
                <a:cubicBezTo>
                  <a:pt x="17918" y="0"/>
                  <a:pt x="15539" y="459"/>
                  <a:pt x="13249" y="1428"/>
                </a:cubicBezTo>
                <a:cubicBezTo>
                  <a:pt x="4200" y="5327"/>
                  <a:pt x="1" y="15826"/>
                  <a:pt x="3900" y="24924"/>
                </a:cubicBezTo>
                <a:cubicBezTo>
                  <a:pt x="6810" y="31677"/>
                  <a:pt x="13397" y="35729"/>
                  <a:pt x="20312" y="35729"/>
                </a:cubicBezTo>
                <a:cubicBezTo>
                  <a:pt x="22663" y="35729"/>
                  <a:pt x="25051" y="35261"/>
                  <a:pt x="27346" y="34272"/>
                </a:cubicBezTo>
                <a:cubicBezTo>
                  <a:pt x="36395" y="30373"/>
                  <a:pt x="40594" y="19875"/>
                  <a:pt x="36694" y="10827"/>
                </a:cubicBezTo>
                <a:cubicBezTo>
                  <a:pt x="33814" y="4056"/>
                  <a:pt x="27211" y="0"/>
                  <a:pt x="20257" y="0"/>
                </a:cubicBezTo>
                <a:close/>
              </a:path>
            </a:pathLst>
          </a:custGeom>
          <a:solidFill>
            <a:srgbClr val="FFFFFF">
              <a:alpha val="10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7" name="Google Shape;997;p58">
            <a:extLst>
              <a:ext uri="{FF2B5EF4-FFF2-40B4-BE49-F238E27FC236}">
                <a16:creationId xmlns:a16="http://schemas.microsoft.com/office/drawing/2014/main" id="{1E12782F-87E1-F821-FDF5-B22D5805CCF6}"/>
              </a:ext>
            </a:extLst>
          </p:cNvPr>
          <p:cNvSpPr>
            <a:spLocks noGrp="1" noRot="1" noMove="1" noResize="1" noEditPoints="1" noAdjustHandles="1" noChangeArrowheads="1" noChangeShapeType="1"/>
          </p:cNvSpPr>
          <p:nvPr/>
        </p:nvSpPr>
        <p:spPr>
          <a:xfrm>
            <a:off x="7324094" y="1633700"/>
            <a:ext cx="324114" cy="137157"/>
          </a:xfrm>
          <a:custGeom>
            <a:avLst/>
            <a:gdLst/>
            <a:ahLst/>
            <a:cxnLst/>
            <a:rect l="l" t="t" r="r" b="b"/>
            <a:pathLst>
              <a:path w="18054" h="7640" extrusionOk="0">
                <a:moveTo>
                  <a:pt x="918" y="0"/>
                </a:moveTo>
                <a:cubicBezTo>
                  <a:pt x="439" y="0"/>
                  <a:pt x="1" y="562"/>
                  <a:pt x="407" y="1041"/>
                </a:cubicBezTo>
                <a:cubicBezTo>
                  <a:pt x="3956" y="5190"/>
                  <a:pt x="9105" y="7590"/>
                  <a:pt x="14554" y="7640"/>
                </a:cubicBezTo>
                <a:cubicBezTo>
                  <a:pt x="15554" y="7640"/>
                  <a:pt x="16504" y="7540"/>
                  <a:pt x="17454" y="7390"/>
                </a:cubicBezTo>
                <a:cubicBezTo>
                  <a:pt x="17804" y="7340"/>
                  <a:pt x="18054" y="7040"/>
                  <a:pt x="17954" y="6690"/>
                </a:cubicBezTo>
                <a:cubicBezTo>
                  <a:pt x="17908" y="6370"/>
                  <a:pt x="17653" y="6134"/>
                  <a:pt x="17343" y="6134"/>
                </a:cubicBezTo>
                <a:cubicBezTo>
                  <a:pt x="17314" y="6134"/>
                  <a:pt x="17284" y="6136"/>
                  <a:pt x="17254" y="6140"/>
                </a:cubicBezTo>
                <a:cubicBezTo>
                  <a:pt x="16353" y="6284"/>
                  <a:pt x="15449" y="6355"/>
                  <a:pt x="14551" y="6355"/>
                </a:cubicBezTo>
                <a:cubicBezTo>
                  <a:pt x="9523" y="6355"/>
                  <a:pt x="4673" y="4144"/>
                  <a:pt x="1407" y="241"/>
                </a:cubicBezTo>
                <a:cubicBezTo>
                  <a:pt x="1263" y="71"/>
                  <a:pt x="1088" y="0"/>
                  <a:pt x="9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8" name="Google Shape;998;p58">
            <a:extLst>
              <a:ext uri="{FF2B5EF4-FFF2-40B4-BE49-F238E27FC236}">
                <a16:creationId xmlns:a16="http://schemas.microsoft.com/office/drawing/2014/main" id="{34010432-A698-EEC3-4D3C-5CDA6DA15336}"/>
              </a:ext>
            </a:extLst>
          </p:cNvPr>
          <p:cNvSpPr>
            <a:spLocks noGrp="1" noRot="1" noMove="1" noResize="1" noEditPoints="1" noAdjustHandles="1" noChangeArrowheads="1" noChangeShapeType="1"/>
          </p:cNvSpPr>
          <p:nvPr/>
        </p:nvSpPr>
        <p:spPr>
          <a:xfrm>
            <a:off x="6889841" y="3613340"/>
            <a:ext cx="233347" cy="240546"/>
          </a:xfrm>
          <a:custGeom>
            <a:avLst/>
            <a:gdLst/>
            <a:ahLst/>
            <a:cxnLst/>
            <a:rect l="l" t="t" r="r" b="b"/>
            <a:pathLst>
              <a:path w="12998" h="13399" extrusionOk="0">
                <a:moveTo>
                  <a:pt x="11798" y="1"/>
                </a:moveTo>
                <a:lnTo>
                  <a:pt x="0" y="1501"/>
                </a:lnTo>
                <a:lnTo>
                  <a:pt x="900" y="13398"/>
                </a:lnTo>
                <a:lnTo>
                  <a:pt x="12998" y="10299"/>
                </a:lnTo>
                <a:lnTo>
                  <a:pt x="1179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999" name="Google Shape;999;p58">
            <a:extLst>
              <a:ext uri="{FF2B5EF4-FFF2-40B4-BE49-F238E27FC236}">
                <a16:creationId xmlns:a16="http://schemas.microsoft.com/office/drawing/2014/main" id="{29E3A156-42B9-2F3B-8274-B59AE67F5881}"/>
              </a:ext>
            </a:extLst>
          </p:cNvPr>
          <p:cNvSpPr>
            <a:spLocks noGrp="1" noRot="1" noMove="1" noResize="1" noEditPoints="1" noAdjustHandles="1" noChangeArrowheads="1" noChangeShapeType="1"/>
          </p:cNvSpPr>
          <p:nvPr/>
        </p:nvSpPr>
        <p:spPr>
          <a:xfrm>
            <a:off x="6749955" y="3767246"/>
            <a:ext cx="419011" cy="211947"/>
          </a:xfrm>
          <a:custGeom>
            <a:avLst/>
            <a:gdLst/>
            <a:ahLst/>
            <a:cxnLst/>
            <a:rect l="l" t="t" r="r" b="b"/>
            <a:pathLst>
              <a:path w="23340" h="11806" extrusionOk="0">
                <a:moveTo>
                  <a:pt x="19802" y="0"/>
                </a:moveTo>
                <a:cubicBezTo>
                  <a:pt x="19748" y="0"/>
                  <a:pt x="19693" y="9"/>
                  <a:pt x="19640" y="26"/>
                </a:cubicBezTo>
                <a:lnTo>
                  <a:pt x="9292" y="2326"/>
                </a:lnTo>
                <a:cubicBezTo>
                  <a:pt x="8842" y="2376"/>
                  <a:pt x="8442" y="2626"/>
                  <a:pt x="8192" y="2976"/>
                </a:cubicBezTo>
                <a:cubicBezTo>
                  <a:pt x="6592" y="5025"/>
                  <a:pt x="5293" y="6125"/>
                  <a:pt x="1043" y="8725"/>
                </a:cubicBezTo>
                <a:cubicBezTo>
                  <a:pt x="0" y="9360"/>
                  <a:pt x="644" y="11805"/>
                  <a:pt x="3125" y="11805"/>
                </a:cubicBezTo>
                <a:cubicBezTo>
                  <a:pt x="3378" y="11805"/>
                  <a:pt x="3651" y="11780"/>
                  <a:pt x="3943" y="11724"/>
                </a:cubicBezTo>
                <a:cubicBezTo>
                  <a:pt x="7092" y="11174"/>
                  <a:pt x="11791" y="10074"/>
                  <a:pt x="14091" y="9625"/>
                </a:cubicBezTo>
                <a:cubicBezTo>
                  <a:pt x="17790" y="8975"/>
                  <a:pt x="19290" y="8875"/>
                  <a:pt x="22240" y="8375"/>
                </a:cubicBezTo>
                <a:cubicBezTo>
                  <a:pt x="22340" y="8375"/>
                  <a:pt x="22390" y="8325"/>
                  <a:pt x="22490" y="8325"/>
                </a:cubicBezTo>
                <a:cubicBezTo>
                  <a:pt x="23039" y="8075"/>
                  <a:pt x="23339" y="7425"/>
                  <a:pt x="23089" y="6825"/>
                </a:cubicBezTo>
                <a:lnTo>
                  <a:pt x="20390" y="426"/>
                </a:lnTo>
                <a:cubicBezTo>
                  <a:pt x="20308" y="179"/>
                  <a:pt x="20056" y="0"/>
                  <a:pt x="19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0" name="Google Shape;1000;p58">
            <a:extLst>
              <a:ext uri="{FF2B5EF4-FFF2-40B4-BE49-F238E27FC236}">
                <a16:creationId xmlns:a16="http://schemas.microsoft.com/office/drawing/2014/main" id="{191875F3-DA7B-E8B0-88D1-0692A1638476}"/>
              </a:ext>
            </a:extLst>
          </p:cNvPr>
          <p:cNvSpPr>
            <a:spLocks noGrp="1" noRot="1" noMove="1" noResize="1" noEditPoints="1" noAdjustHandles="1" noChangeArrowheads="1" noChangeShapeType="1"/>
          </p:cNvSpPr>
          <p:nvPr/>
        </p:nvSpPr>
        <p:spPr>
          <a:xfrm>
            <a:off x="6210446" y="3395253"/>
            <a:ext cx="285409" cy="247727"/>
          </a:xfrm>
          <a:custGeom>
            <a:avLst/>
            <a:gdLst/>
            <a:ahLst/>
            <a:cxnLst/>
            <a:rect l="l" t="t" r="r" b="b"/>
            <a:pathLst>
              <a:path w="15898" h="13799" extrusionOk="0">
                <a:moveTo>
                  <a:pt x="4000" y="1"/>
                </a:moveTo>
                <a:lnTo>
                  <a:pt x="1" y="10849"/>
                </a:lnTo>
                <a:lnTo>
                  <a:pt x="12149" y="13799"/>
                </a:lnTo>
                <a:lnTo>
                  <a:pt x="15898" y="4200"/>
                </a:lnTo>
                <a:lnTo>
                  <a:pt x="40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1" name="Google Shape;1001;p58">
            <a:extLst>
              <a:ext uri="{FF2B5EF4-FFF2-40B4-BE49-F238E27FC236}">
                <a16:creationId xmlns:a16="http://schemas.microsoft.com/office/drawing/2014/main" id="{1D7FFBB5-2667-A84D-281C-9524130E96C2}"/>
              </a:ext>
            </a:extLst>
          </p:cNvPr>
          <p:cNvSpPr>
            <a:spLocks noGrp="1" noRot="1" noMove="1" noResize="1" noEditPoints="1" noAdjustHandles="1" noChangeArrowheads="1" noChangeShapeType="1"/>
          </p:cNvSpPr>
          <p:nvPr/>
        </p:nvSpPr>
        <p:spPr>
          <a:xfrm>
            <a:off x="6021981" y="3555245"/>
            <a:ext cx="411956" cy="207351"/>
          </a:xfrm>
          <a:custGeom>
            <a:avLst/>
            <a:gdLst/>
            <a:ahLst/>
            <a:cxnLst/>
            <a:rect l="l" t="t" r="r" b="b"/>
            <a:pathLst>
              <a:path w="22947" h="11550" extrusionOk="0">
                <a:moveTo>
                  <a:pt x="11716" y="0"/>
                </a:moveTo>
                <a:cubicBezTo>
                  <a:pt x="11444" y="0"/>
                  <a:pt x="11171" y="66"/>
                  <a:pt x="10899" y="187"/>
                </a:cubicBezTo>
                <a:cubicBezTo>
                  <a:pt x="8599" y="1237"/>
                  <a:pt x="6899" y="1587"/>
                  <a:pt x="1900" y="1887"/>
                </a:cubicBezTo>
                <a:cubicBezTo>
                  <a:pt x="550" y="1937"/>
                  <a:pt x="1" y="4887"/>
                  <a:pt x="3050" y="5886"/>
                </a:cubicBezTo>
                <a:cubicBezTo>
                  <a:pt x="6149" y="6886"/>
                  <a:pt x="10799" y="8086"/>
                  <a:pt x="12998" y="8786"/>
                </a:cubicBezTo>
                <a:cubicBezTo>
                  <a:pt x="16598" y="9986"/>
                  <a:pt x="17947" y="10585"/>
                  <a:pt x="20797" y="11535"/>
                </a:cubicBezTo>
                <a:lnTo>
                  <a:pt x="21047" y="11535"/>
                </a:lnTo>
                <a:cubicBezTo>
                  <a:pt x="21108" y="11545"/>
                  <a:pt x="21168" y="11549"/>
                  <a:pt x="21227" y="11549"/>
                </a:cubicBezTo>
                <a:cubicBezTo>
                  <a:pt x="21795" y="11549"/>
                  <a:pt x="22251" y="11124"/>
                  <a:pt x="22297" y="10536"/>
                </a:cubicBezTo>
                <a:lnTo>
                  <a:pt x="22947" y="3587"/>
                </a:lnTo>
                <a:cubicBezTo>
                  <a:pt x="22947" y="3287"/>
                  <a:pt x="22747" y="2987"/>
                  <a:pt x="22497" y="2887"/>
                </a:cubicBezTo>
                <a:lnTo>
                  <a:pt x="12248" y="87"/>
                </a:lnTo>
                <a:cubicBezTo>
                  <a:pt x="12071" y="28"/>
                  <a:pt x="11893" y="0"/>
                  <a:pt x="117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2" name="Google Shape;1002;p58">
            <a:extLst>
              <a:ext uri="{FF2B5EF4-FFF2-40B4-BE49-F238E27FC236}">
                <a16:creationId xmlns:a16="http://schemas.microsoft.com/office/drawing/2014/main" id="{922E3A5A-9477-4B32-0DAD-9A32D32EA500}"/>
              </a:ext>
            </a:extLst>
          </p:cNvPr>
          <p:cNvSpPr>
            <a:spLocks noGrp="1" noRot="1" noMove="1" noResize="1" noEditPoints="1" noAdjustHandles="1" noChangeArrowheads="1" noChangeShapeType="1"/>
          </p:cNvSpPr>
          <p:nvPr/>
        </p:nvSpPr>
        <p:spPr>
          <a:xfrm>
            <a:off x="6948169" y="2266256"/>
            <a:ext cx="534015" cy="263866"/>
          </a:xfrm>
          <a:custGeom>
            <a:avLst/>
            <a:gdLst/>
            <a:ahLst/>
            <a:cxnLst/>
            <a:rect l="l" t="t" r="r" b="b"/>
            <a:pathLst>
              <a:path w="29746" h="14698" extrusionOk="0">
                <a:moveTo>
                  <a:pt x="1950" y="0"/>
                </a:moveTo>
                <a:lnTo>
                  <a:pt x="1" y="3200"/>
                </a:lnTo>
                <a:cubicBezTo>
                  <a:pt x="400" y="3449"/>
                  <a:pt x="10949" y="9998"/>
                  <a:pt x="28795" y="14697"/>
                </a:cubicBezTo>
                <a:lnTo>
                  <a:pt x="29745" y="11098"/>
                </a:lnTo>
                <a:cubicBezTo>
                  <a:pt x="12498" y="6499"/>
                  <a:pt x="2050" y="100"/>
                  <a:pt x="19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3" name="Google Shape;1003;p58">
            <a:extLst>
              <a:ext uri="{FF2B5EF4-FFF2-40B4-BE49-F238E27FC236}">
                <a16:creationId xmlns:a16="http://schemas.microsoft.com/office/drawing/2014/main" id="{F6AAC244-0E1B-33C1-51A0-A46B52319533}"/>
              </a:ext>
            </a:extLst>
          </p:cNvPr>
          <p:cNvSpPr>
            <a:spLocks noGrp="1" noRot="1" noMove="1" noResize="1" noEditPoints="1" noAdjustHandles="1" noChangeArrowheads="1" noChangeShapeType="1"/>
          </p:cNvSpPr>
          <p:nvPr/>
        </p:nvSpPr>
        <p:spPr>
          <a:xfrm>
            <a:off x="6459053" y="2723955"/>
            <a:ext cx="161555" cy="217207"/>
          </a:xfrm>
          <a:custGeom>
            <a:avLst/>
            <a:gdLst/>
            <a:ahLst/>
            <a:cxnLst/>
            <a:rect l="l" t="t" r="r" b="b"/>
            <a:pathLst>
              <a:path w="8999" h="12099" extrusionOk="0">
                <a:moveTo>
                  <a:pt x="6585" y="138"/>
                </a:moveTo>
                <a:cubicBezTo>
                  <a:pt x="6873" y="138"/>
                  <a:pt x="7161" y="227"/>
                  <a:pt x="7449" y="351"/>
                </a:cubicBezTo>
                <a:cubicBezTo>
                  <a:pt x="8299" y="800"/>
                  <a:pt x="8799" y="1800"/>
                  <a:pt x="8849" y="3200"/>
                </a:cubicBezTo>
                <a:cubicBezTo>
                  <a:pt x="8899" y="4750"/>
                  <a:pt x="8499" y="6299"/>
                  <a:pt x="7799" y="7699"/>
                </a:cubicBezTo>
                <a:cubicBezTo>
                  <a:pt x="7099" y="9149"/>
                  <a:pt x="5999" y="10349"/>
                  <a:pt x="4699" y="11249"/>
                </a:cubicBezTo>
                <a:cubicBezTo>
                  <a:pt x="3910" y="11709"/>
                  <a:pt x="3208" y="11975"/>
                  <a:pt x="2578" y="11975"/>
                </a:cubicBezTo>
                <a:cubicBezTo>
                  <a:pt x="2249" y="11975"/>
                  <a:pt x="1941" y="11903"/>
                  <a:pt x="1650" y="11749"/>
                </a:cubicBezTo>
                <a:cubicBezTo>
                  <a:pt x="800" y="11299"/>
                  <a:pt x="250" y="10299"/>
                  <a:pt x="200" y="8949"/>
                </a:cubicBezTo>
                <a:cubicBezTo>
                  <a:pt x="200" y="5750"/>
                  <a:pt x="1700" y="2750"/>
                  <a:pt x="4300" y="850"/>
                </a:cubicBezTo>
                <a:cubicBezTo>
                  <a:pt x="4899" y="401"/>
                  <a:pt x="5649" y="151"/>
                  <a:pt x="6399" y="151"/>
                </a:cubicBezTo>
                <a:cubicBezTo>
                  <a:pt x="6461" y="142"/>
                  <a:pt x="6523" y="138"/>
                  <a:pt x="6585" y="138"/>
                </a:cubicBezTo>
                <a:close/>
                <a:moveTo>
                  <a:pt x="6360" y="0"/>
                </a:moveTo>
                <a:cubicBezTo>
                  <a:pt x="5693" y="0"/>
                  <a:pt x="4956" y="246"/>
                  <a:pt x="4200" y="750"/>
                </a:cubicBezTo>
                <a:cubicBezTo>
                  <a:pt x="1600" y="2650"/>
                  <a:pt x="50" y="5700"/>
                  <a:pt x="0" y="8949"/>
                </a:cubicBezTo>
                <a:cubicBezTo>
                  <a:pt x="100" y="10349"/>
                  <a:pt x="650" y="11399"/>
                  <a:pt x="1550" y="11898"/>
                </a:cubicBezTo>
                <a:cubicBezTo>
                  <a:pt x="1850" y="12048"/>
                  <a:pt x="2200" y="12098"/>
                  <a:pt x="2550" y="12098"/>
                </a:cubicBezTo>
                <a:cubicBezTo>
                  <a:pt x="3350" y="12098"/>
                  <a:pt x="4100" y="11848"/>
                  <a:pt x="4749" y="11399"/>
                </a:cubicBezTo>
                <a:cubicBezTo>
                  <a:pt x="6099" y="10499"/>
                  <a:pt x="7199" y="9249"/>
                  <a:pt x="7899" y="7799"/>
                </a:cubicBezTo>
                <a:cubicBezTo>
                  <a:pt x="8649" y="6399"/>
                  <a:pt x="8999" y="4800"/>
                  <a:pt x="8999" y="3200"/>
                </a:cubicBezTo>
                <a:cubicBezTo>
                  <a:pt x="8949" y="1750"/>
                  <a:pt x="8399" y="750"/>
                  <a:pt x="7449" y="251"/>
                </a:cubicBezTo>
                <a:cubicBezTo>
                  <a:pt x="7117" y="84"/>
                  <a:pt x="6750" y="0"/>
                  <a:pt x="63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4" name="Google Shape;1004;p58">
            <a:extLst>
              <a:ext uri="{FF2B5EF4-FFF2-40B4-BE49-F238E27FC236}">
                <a16:creationId xmlns:a16="http://schemas.microsoft.com/office/drawing/2014/main" id="{C8EB8CCD-1AEA-8F1A-1A78-0CFC4D04B913}"/>
              </a:ext>
            </a:extLst>
          </p:cNvPr>
          <p:cNvSpPr>
            <a:spLocks noGrp="1" noRot="1" noMove="1" noResize="1" noEditPoints="1" noAdjustHandles="1" noChangeArrowheads="1" noChangeShapeType="1"/>
          </p:cNvSpPr>
          <p:nvPr/>
        </p:nvSpPr>
        <p:spPr>
          <a:xfrm>
            <a:off x="6847653" y="2933963"/>
            <a:ext cx="146313" cy="234262"/>
          </a:xfrm>
          <a:custGeom>
            <a:avLst/>
            <a:gdLst/>
            <a:ahLst/>
            <a:cxnLst/>
            <a:rect l="l" t="t" r="r" b="b"/>
            <a:pathLst>
              <a:path w="8150" h="13049" extrusionOk="0">
                <a:moveTo>
                  <a:pt x="4550" y="200"/>
                </a:moveTo>
                <a:cubicBezTo>
                  <a:pt x="6549" y="350"/>
                  <a:pt x="7949" y="3350"/>
                  <a:pt x="7699" y="6849"/>
                </a:cubicBezTo>
                <a:cubicBezTo>
                  <a:pt x="7408" y="10490"/>
                  <a:pt x="5373" y="12905"/>
                  <a:pt x="3699" y="12905"/>
                </a:cubicBezTo>
                <a:cubicBezTo>
                  <a:pt x="3649" y="12905"/>
                  <a:pt x="3599" y="12903"/>
                  <a:pt x="3550" y="12898"/>
                </a:cubicBezTo>
                <a:cubicBezTo>
                  <a:pt x="1550" y="12748"/>
                  <a:pt x="150" y="9699"/>
                  <a:pt x="400" y="6249"/>
                </a:cubicBezTo>
                <a:cubicBezTo>
                  <a:pt x="700" y="2850"/>
                  <a:pt x="2450" y="200"/>
                  <a:pt x="4400" y="200"/>
                </a:cubicBezTo>
                <a:close/>
                <a:moveTo>
                  <a:pt x="4400" y="1"/>
                </a:moveTo>
                <a:cubicBezTo>
                  <a:pt x="2400" y="1"/>
                  <a:pt x="550" y="2750"/>
                  <a:pt x="300" y="6249"/>
                </a:cubicBezTo>
                <a:cubicBezTo>
                  <a:pt x="1" y="9849"/>
                  <a:pt x="1450" y="12898"/>
                  <a:pt x="3550" y="13048"/>
                </a:cubicBezTo>
                <a:lnTo>
                  <a:pt x="3700" y="13048"/>
                </a:lnTo>
                <a:cubicBezTo>
                  <a:pt x="5500" y="13048"/>
                  <a:pt x="7499" y="10649"/>
                  <a:pt x="7849" y="6799"/>
                </a:cubicBezTo>
                <a:cubicBezTo>
                  <a:pt x="8149" y="3250"/>
                  <a:pt x="6649" y="150"/>
                  <a:pt x="4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5" name="Google Shape;1005;p58">
            <a:extLst>
              <a:ext uri="{FF2B5EF4-FFF2-40B4-BE49-F238E27FC236}">
                <a16:creationId xmlns:a16="http://schemas.microsoft.com/office/drawing/2014/main" id="{137AFCF2-E996-9ACD-89EE-7D45274A63FA}"/>
              </a:ext>
            </a:extLst>
          </p:cNvPr>
          <p:cNvSpPr>
            <a:spLocks noGrp="1" noRot="1" noMove="1" noResize="1" noEditPoints="1" noAdjustHandles="1" noChangeArrowheads="1" noChangeShapeType="1"/>
          </p:cNvSpPr>
          <p:nvPr/>
        </p:nvSpPr>
        <p:spPr>
          <a:xfrm>
            <a:off x="7188696" y="1799635"/>
            <a:ext cx="277330" cy="296109"/>
          </a:xfrm>
          <a:custGeom>
            <a:avLst/>
            <a:gdLst/>
            <a:ahLst/>
            <a:cxnLst/>
            <a:rect l="l" t="t" r="r" b="b"/>
            <a:pathLst>
              <a:path w="15448" h="16494" extrusionOk="0">
                <a:moveTo>
                  <a:pt x="9467" y="187"/>
                </a:moveTo>
                <a:cubicBezTo>
                  <a:pt x="10088" y="187"/>
                  <a:pt x="10737" y="335"/>
                  <a:pt x="11348" y="597"/>
                </a:cubicBezTo>
                <a:cubicBezTo>
                  <a:pt x="13048" y="1346"/>
                  <a:pt x="14298" y="2846"/>
                  <a:pt x="14798" y="4646"/>
                </a:cubicBezTo>
                <a:cubicBezTo>
                  <a:pt x="15348" y="6696"/>
                  <a:pt x="15198" y="8895"/>
                  <a:pt x="14348" y="10845"/>
                </a:cubicBezTo>
                <a:cubicBezTo>
                  <a:pt x="13548" y="12794"/>
                  <a:pt x="12098" y="14444"/>
                  <a:pt x="10248" y="15494"/>
                </a:cubicBezTo>
                <a:cubicBezTo>
                  <a:pt x="9316" y="16048"/>
                  <a:pt x="8264" y="16330"/>
                  <a:pt x="7202" y="16330"/>
                </a:cubicBezTo>
                <a:cubicBezTo>
                  <a:pt x="6443" y="16330"/>
                  <a:pt x="5679" y="16186"/>
                  <a:pt x="4949" y="15894"/>
                </a:cubicBezTo>
                <a:cubicBezTo>
                  <a:pt x="1550" y="14494"/>
                  <a:pt x="200" y="9895"/>
                  <a:pt x="2000" y="5696"/>
                </a:cubicBezTo>
                <a:cubicBezTo>
                  <a:pt x="2750" y="3696"/>
                  <a:pt x="4199" y="2046"/>
                  <a:pt x="6049" y="1047"/>
                </a:cubicBezTo>
                <a:cubicBezTo>
                  <a:pt x="6999" y="497"/>
                  <a:pt x="8099" y="197"/>
                  <a:pt x="9199" y="197"/>
                </a:cubicBezTo>
                <a:cubicBezTo>
                  <a:pt x="9287" y="190"/>
                  <a:pt x="9377" y="187"/>
                  <a:pt x="9467" y="187"/>
                </a:cubicBezTo>
                <a:close/>
                <a:moveTo>
                  <a:pt x="9070" y="1"/>
                </a:moveTo>
                <a:cubicBezTo>
                  <a:pt x="8002" y="1"/>
                  <a:pt x="6921" y="289"/>
                  <a:pt x="5949" y="897"/>
                </a:cubicBezTo>
                <a:cubicBezTo>
                  <a:pt x="4049" y="1946"/>
                  <a:pt x="2600" y="3596"/>
                  <a:pt x="1800" y="5646"/>
                </a:cubicBezTo>
                <a:cubicBezTo>
                  <a:pt x="0" y="9945"/>
                  <a:pt x="1400" y="14594"/>
                  <a:pt x="4899" y="16044"/>
                </a:cubicBezTo>
                <a:cubicBezTo>
                  <a:pt x="5599" y="16344"/>
                  <a:pt x="6349" y="16494"/>
                  <a:pt x="7099" y="16494"/>
                </a:cubicBezTo>
                <a:cubicBezTo>
                  <a:pt x="8199" y="16494"/>
                  <a:pt x="9349" y="16194"/>
                  <a:pt x="10298" y="15644"/>
                </a:cubicBezTo>
                <a:cubicBezTo>
                  <a:pt x="12198" y="14544"/>
                  <a:pt x="13648" y="12894"/>
                  <a:pt x="14448" y="10895"/>
                </a:cubicBezTo>
                <a:cubicBezTo>
                  <a:pt x="15298" y="8895"/>
                  <a:pt x="15447" y="6696"/>
                  <a:pt x="14898" y="4646"/>
                </a:cubicBezTo>
                <a:cubicBezTo>
                  <a:pt x="14748" y="3996"/>
                  <a:pt x="14498" y="3396"/>
                  <a:pt x="14148" y="2846"/>
                </a:cubicBezTo>
                <a:cubicBezTo>
                  <a:pt x="13038" y="1019"/>
                  <a:pt x="11077" y="1"/>
                  <a:pt x="90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6" name="Google Shape;1006;p58">
            <a:extLst>
              <a:ext uri="{FF2B5EF4-FFF2-40B4-BE49-F238E27FC236}">
                <a16:creationId xmlns:a16="http://schemas.microsoft.com/office/drawing/2014/main" id="{E256CBD4-A579-FF8E-F60F-104B0067D31F}"/>
              </a:ext>
            </a:extLst>
          </p:cNvPr>
          <p:cNvSpPr>
            <a:spLocks noGrp="1" noRot="1" noMove="1" noResize="1" noEditPoints="1" noAdjustHandles="1" noChangeArrowheads="1" noChangeShapeType="1"/>
          </p:cNvSpPr>
          <p:nvPr/>
        </p:nvSpPr>
        <p:spPr>
          <a:xfrm>
            <a:off x="6459053" y="1326550"/>
            <a:ext cx="220798" cy="223545"/>
          </a:xfrm>
          <a:custGeom>
            <a:avLst/>
            <a:gdLst/>
            <a:ahLst/>
            <a:cxnLst/>
            <a:rect l="l" t="t" r="r" b="b"/>
            <a:pathLst>
              <a:path w="12299" h="12452" extrusionOk="0">
                <a:moveTo>
                  <a:pt x="4767" y="0"/>
                </a:moveTo>
                <a:cubicBezTo>
                  <a:pt x="4595" y="0"/>
                  <a:pt x="4422" y="18"/>
                  <a:pt x="4250" y="53"/>
                </a:cubicBezTo>
                <a:cubicBezTo>
                  <a:pt x="0" y="903"/>
                  <a:pt x="1200" y="5102"/>
                  <a:pt x="5049" y="12451"/>
                </a:cubicBezTo>
                <a:lnTo>
                  <a:pt x="12298" y="8852"/>
                </a:lnTo>
                <a:cubicBezTo>
                  <a:pt x="12298" y="8852"/>
                  <a:pt x="8675" y="0"/>
                  <a:pt x="47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7" name="Google Shape;1007;p58">
            <a:extLst>
              <a:ext uri="{FF2B5EF4-FFF2-40B4-BE49-F238E27FC236}">
                <a16:creationId xmlns:a16="http://schemas.microsoft.com/office/drawing/2014/main" id="{2591FE56-E7E8-EA2A-3815-0D2A02D3B653}"/>
              </a:ext>
            </a:extLst>
          </p:cNvPr>
          <p:cNvSpPr>
            <a:spLocks noGrp="1" noRot="1" noMove="1" noResize="1" noEditPoints="1" noAdjustHandles="1" noChangeArrowheads="1" noChangeShapeType="1"/>
          </p:cNvSpPr>
          <p:nvPr/>
        </p:nvSpPr>
        <p:spPr>
          <a:xfrm>
            <a:off x="6605832" y="1344000"/>
            <a:ext cx="68632" cy="128899"/>
          </a:xfrm>
          <a:custGeom>
            <a:avLst/>
            <a:gdLst/>
            <a:ahLst/>
            <a:cxnLst/>
            <a:rect l="l" t="t" r="r" b="b"/>
            <a:pathLst>
              <a:path w="3823" h="7180" extrusionOk="0">
                <a:moveTo>
                  <a:pt x="1906" y="0"/>
                </a:moveTo>
                <a:cubicBezTo>
                  <a:pt x="538" y="0"/>
                  <a:pt x="0" y="1881"/>
                  <a:pt x="373" y="5280"/>
                </a:cubicBezTo>
                <a:lnTo>
                  <a:pt x="3622" y="7180"/>
                </a:lnTo>
                <a:cubicBezTo>
                  <a:pt x="3622" y="7180"/>
                  <a:pt x="3822" y="381"/>
                  <a:pt x="2222" y="31"/>
                </a:cubicBezTo>
                <a:cubicBezTo>
                  <a:pt x="2113" y="11"/>
                  <a:pt x="2007" y="0"/>
                  <a:pt x="19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8" name="Google Shape;1008;p58">
            <a:extLst>
              <a:ext uri="{FF2B5EF4-FFF2-40B4-BE49-F238E27FC236}">
                <a16:creationId xmlns:a16="http://schemas.microsoft.com/office/drawing/2014/main" id="{B589D8F6-D98F-4723-F007-984482E581BD}"/>
              </a:ext>
            </a:extLst>
          </p:cNvPr>
          <p:cNvSpPr>
            <a:spLocks noGrp="1" noRot="1" noMove="1" noResize="1" noEditPoints="1" noAdjustHandles="1" noChangeArrowheads="1" noChangeShapeType="1"/>
          </p:cNvSpPr>
          <p:nvPr/>
        </p:nvSpPr>
        <p:spPr>
          <a:xfrm>
            <a:off x="7583579" y="2539978"/>
            <a:ext cx="225286" cy="229415"/>
          </a:xfrm>
          <a:custGeom>
            <a:avLst/>
            <a:gdLst/>
            <a:ahLst/>
            <a:cxnLst/>
            <a:rect l="l" t="t" r="r" b="b"/>
            <a:pathLst>
              <a:path w="12549" h="12779" extrusionOk="0">
                <a:moveTo>
                  <a:pt x="5299" y="0"/>
                </a:moveTo>
                <a:cubicBezTo>
                  <a:pt x="5299" y="0"/>
                  <a:pt x="0" y="9049"/>
                  <a:pt x="3200" y="11798"/>
                </a:cubicBezTo>
                <a:cubicBezTo>
                  <a:pt x="3969" y="12462"/>
                  <a:pt x="4697" y="12779"/>
                  <a:pt x="5406" y="12779"/>
                </a:cubicBezTo>
                <a:cubicBezTo>
                  <a:pt x="7739" y="12779"/>
                  <a:pt x="9864" y="9351"/>
                  <a:pt x="12548" y="3600"/>
                </a:cubicBezTo>
                <a:lnTo>
                  <a:pt x="52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09" name="Google Shape;1009;p58">
            <a:extLst>
              <a:ext uri="{FF2B5EF4-FFF2-40B4-BE49-F238E27FC236}">
                <a16:creationId xmlns:a16="http://schemas.microsoft.com/office/drawing/2014/main" id="{6634BD8E-72E8-6731-D4D8-C0F24588F2AB}"/>
              </a:ext>
            </a:extLst>
          </p:cNvPr>
          <p:cNvSpPr>
            <a:spLocks noGrp="1" noRot="1" noMove="1" noResize="1" noEditPoints="1" noAdjustHandles="1" noChangeArrowheads="1" noChangeShapeType="1"/>
          </p:cNvSpPr>
          <p:nvPr/>
        </p:nvSpPr>
        <p:spPr>
          <a:xfrm>
            <a:off x="7575501" y="2555237"/>
            <a:ext cx="107715" cy="111503"/>
          </a:xfrm>
          <a:custGeom>
            <a:avLst/>
            <a:gdLst/>
            <a:ahLst/>
            <a:cxnLst/>
            <a:rect l="l" t="t" r="r" b="b"/>
            <a:pathLst>
              <a:path w="6000" h="6211" extrusionOk="0">
                <a:moveTo>
                  <a:pt x="5549" y="0"/>
                </a:moveTo>
                <a:cubicBezTo>
                  <a:pt x="5549" y="0"/>
                  <a:pt x="0" y="3950"/>
                  <a:pt x="700" y="5449"/>
                </a:cubicBezTo>
                <a:cubicBezTo>
                  <a:pt x="965" y="5961"/>
                  <a:pt x="1366" y="6211"/>
                  <a:pt x="1893" y="6211"/>
                </a:cubicBezTo>
                <a:cubicBezTo>
                  <a:pt x="2860" y="6211"/>
                  <a:pt x="4252" y="5368"/>
                  <a:pt x="5999" y="3750"/>
                </a:cubicBezTo>
                <a:lnTo>
                  <a:pt x="5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0" name="Google Shape;1010;p58">
            <a:extLst>
              <a:ext uri="{FF2B5EF4-FFF2-40B4-BE49-F238E27FC236}">
                <a16:creationId xmlns:a16="http://schemas.microsoft.com/office/drawing/2014/main" id="{EB7E7B31-A285-FD61-3276-9CAECFA41C03}"/>
              </a:ext>
            </a:extLst>
          </p:cNvPr>
          <p:cNvSpPr>
            <a:spLocks noGrp="1" noRot="1" noMove="1" noResize="1" noEditPoints="1" noAdjustHandles="1" noChangeArrowheads="1" noChangeShapeType="1"/>
          </p:cNvSpPr>
          <p:nvPr/>
        </p:nvSpPr>
        <p:spPr>
          <a:xfrm>
            <a:off x="7737935" y="2005981"/>
            <a:ext cx="132849" cy="114896"/>
          </a:xfrm>
          <a:custGeom>
            <a:avLst/>
            <a:gdLst/>
            <a:ahLst/>
            <a:cxnLst/>
            <a:rect l="l" t="t" r="r" b="b"/>
            <a:pathLst>
              <a:path w="7400" h="6400" extrusionOk="0">
                <a:moveTo>
                  <a:pt x="5600" y="1"/>
                </a:moveTo>
                <a:lnTo>
                  <a:pt x="1" y="2800"/>
                </a:lnTo>
                <a:lnTo>
                  <a:pt x="1851" y="6400"/>
                </a:lnTo>
                <a:lnTo>
                  <a:pt x="7400" y="3550"/>
                </a:lnTo>
                <a:lnTo>
                  <a:pt x="56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1" name="Google Shape;1011;p58">
            <a:extLst>
              <a:ext uri="{FF2B5EF4-FFF2-40B4-BE49-F238E27FC236}">
                <a16:creationId xmlns:a16="http://schemas.microsoft.com/office/drawing/2014/main" id="{F29559E5-C119-5703-E5FC-A4F5F4AB3EA5}"/>
              </a:ext>
            </a:extLst>
          </p:cNvPr>
          <p:cNvSpPr>
            <a:spLocks noGrp="1" noRot="1" noMove="1" noResize="1" noEditPoints="1" noAdjustHandles="1" noChangeArrowheads="1" noChangeShapeType="1"/>
          </p:cNvSpPr>
          <p:nvPr/>
        </p:nvSpPr>
        <p:spPr>
          <a:xfrm>
            <a:off x="7452221" y="2336091"/>
            <a:ext cx="17396" cy="14542"/>
          </a:xfrm>
          <a:custGeom>
            <a:avLst/>
            <a:gdLst/>
            <a:ahLst/>
            <a:cxnLst/>
            <a:rect l="l" t="t" r="r" b="b"/>
            <a:pathLst>
              <a:path w="969" h="810" extrusionOk="0">
                <a:moveTo>
                  <a:pt x="477" y="1"/>
                </a:moveTo>
                <a:cubicBezTo>
                  <a:pt x="15" y="1"/>
                  <a:pt x="1" y="715"/>
                  <a:pt x="519" y="809"/>
                </a:cubicBezTo>
                <a:cubicBezTo>
                  <a:pt x="669" y="809"/>
                  <a:pt x="868" y="709"/>
                  <a:pt x="918" y="509"/>
                </a:cubicBezTo>
                <a:lnTo>
                  <a:pt x="918" y="409"/>
                </a:lnTo>
                <a:cubicBezTo>
                  <a:pt x="968" y="209"/>
                  <a:pt x="818" y="9"/>
                  <a:pt x="569" y="9"/>
                </a:cubicBezTo>
                <a:cubicBezTo>
                  <a:pt x="536" y="4"/>
                  <a:pt x="506" y="1"/>
                  <a:pt x="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2" name="Google Shape;1012;p58">
            <a:extLst>
              <a:ext uri="{FF2B5EF4-FFF2-40B4-BE49-F238E27FC236}">
                <a16:creationId xmlns:a16="http://schemas.microsoft.com/office/drawing/2014/main" id="{EAD09ADD-5D5B-19E8-39E0-FFAC2588EB9F}"/>
              </a:ext>
            </a:extLst>
          </p:cNvPr>
          <p:cNvSpPr>
            <a:spLocks noGrp="1" noRot="1" noMove="1" noResize="1" noEditPoints="1" noAdjustHandles="1" noChangeArrowheads="1" noChangeShapeType="1"/>
          </p:cNvSpPr>
          <p:nvPr/>
        </p:nvSpPr>
        <p:spPr>
          <a:xfrm>
            <a:off x="7446261" y="2364725"/>
            <a:ext cx="13482" cy="13069"/>
          </a:xfrm>
          <a:custGeom>
            <a:avLst/>
            <a:gdLst/>
            <a:ahLst/>
            <a:cxnLst/>
            <a:rect l="l" t="t" r="r" b="b"/>
            <a:pathLst>
              <a:path w="751" h="728" extrusionOk="0">
                <a:moveTo>
                  <a:pt x="419" y="1"/>
                </a:moveTo>
                <a:cubicBezTo>
                  <a:pt x="299" y="1"/>
                  <a:pt x="191" y="82"/>
                  <a:pt x="151" y="164"/>
                </a:cubicBezTo>
                <a:cubicBezTo>
                  <a:pt x="1" y="364"/>
                  <a:pt x="51" y="614"/>
                  <a:pt x="251" y="714"/>
                </a:cubicBezTo>
                <a:cubicBezTo>
                  <a:pt x="278" y="723"/>
                  <a:pt x="306" y="727"/>
                  <a:pt x="333" y="727"/>
                </a:cubicBezTo>
                <a:cubicBezTo>
                  <a:pt x="454" y="727"/>
                  <a:pt x="569" y="646"/>
                  <a:pt x="651" y="564"/>
                </a:cubicBezTo>
                <a:cubicBezTo>
                  <a:pt x="751" y="364"/>
                  <a:pt x="701" y="114"/>
                  <a:pt x="501" y="14"/>
                </a:cubicBezTo>
                <a:cubicBezTo>
                  <a:pt x="473" y="5"/>
                  <a:pt x="446" y="1"/>
                  <a:pt x="4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3" name="Google Shape;1013;p58">
            <a:extLst>
              <a:ext uri="{FF2B5EF4-FFF2-40B4-BE49-F238E27FC236}">
                <a16:creationId xmlns:a16="http://schemas.microsoft.com/office/drawing/2014/main" id="{BA9B4C07-EA8F-3AFD-34DE-D861D26A4FEA}"/>
              </a:ext>
            </a:extLst>
          </p:cNvPr>
          <p:cNvSpPr>
            <a:spLocks noGrp="1" noRot="1" noMove="1" noResize="1" noEditPoints="1" noAdjustHandles="1" noChangeArrowheads="1" noChangeShapeType="1"/>
          </p:cNvSpPr>
          <p:nvPr/>
        </p:nvSpPr>
        <p:spPr>
          <a:xfrm>
            <a:off x="7431306" y="2390954"/>
            <a:ext cx="17665" cy="14649"/>
          </a:xfrm>
          <a:custGeom>
            <a:avLst/>
            <a:gdLst/>
            <a:ahLst/>
            <a:cxnLst/>
            <a:rect l="l" t="t" r="r" b="b"/>
            <a:pathLst>
              <a:path w="984" h="816" extrusionOk="0">
                <a:moveTo>
                  <a:pt x="539" y="1"/>
                </a:moveTo>
                <a:cubicBezTo>
                  <a:pt x="78" y="1"/>
                  <a:pt x="0" y="754"/>
                  <a:pt x="534" y="803"/>
                </a:cubicBezTo>
                <a:cubicBezTo>
                  <a:pt x="568" y="811"/>
                  <a:pt x="602" y="815"/>
                  <a:pt x="636" y="815"/>
                </a:cubicBezTo>
                <a:cubicBezTo>
                  <a:pt x="798" y="815"/>
                  <a:pt x="942" y="718"/>
                  <a:pt x="984" y="553"/>
                </a:cubicBezTo>
                <a:cubicBezTo>
                  <a:pt x="984" y="503"/>
                  <a:pt x="984" y="503"/>
                  <a:pt x="984" y="453"/>
                </a:cubicBezTo>
                <a:cubicBezTo>
                  <a:pt x="984" y="203"/>
                  <a:pt x="834" y="53"/>
                  <a:pt x="584" y="3"/>
                </a:cubicBezTo>
                <a:cubicBezTo>
                  <a:pt x="569" y="1"/>
                  <a:pt x="554" y="1"/>
                  <a:pt x="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4" name="Google Shape;1014;p58">
            <a:extLst>
              <a:ext uri="{FF2B5EF4-FFF2-40B4-BE49-F238E27FC236}">
                <a16:creationId xmlns:a16="http://schemas.microsoft.com/office/drawing/2014/main" id="{6544E8DF-B43C-D848-F919-C9263BB9FCC6}"/>
              </a:ext>
            </a:extLst>
          </p:cNvPr>
          <p:cNvSpPr>
            <a:spLocks noGrp="1" noRot="1" noMove="1" noResize="1" noEditPoints="1" noAdjustHandles="1" noChangeArrowheads="1" noChangeShapeType="1"/>
          </p:cNvSpPr>
          <p:nvPr/>
        </p:nvSpPr>
        <p:spPr>
          <a:xfrm>
            <a:off x="7461790" y="2355049"/>
            <a:ext cx="16804" cy="14649"/>
          </a:xfrm>
          <a:custGeom>
            <a:avLst/>
            <a:gdLst/>
            <a:ahLst/>
            <a:cxnLst/>
            <a:rect l="l" t="t" r="r" b="b"/>
            <a:pathLst>
              <a:path w="936" h="816" extrusionOk="0">
                <a:moveTo>
                  <a:pt x="537" y="1"/>
                </a:moveTo>
                <a:cubicBezTo>
                  <a:pt x="33" y="1"/>
                  <a:pt x="1" y="755"/>
                  <a:pt x="485" y="803"/>
                </a:cubicBezTo>
                <a:cubicBezTo>
                  <a:pt x="520" y="812"/>
                  <a:pt x="554" y="816"/>
                  <a:pt x="588" y="816"/>
                </a:cubicBezTo>
                <a:cubicBezTo>
                  <a:pt x="750" y="816"/>
                  <a:pt x="894" y="719"/>
                  <a:pt x="935" y="553"/>
                </a:cubicBezTo>
                <a:cubicBezTo>
                  <a:pt x="935" y="503"/>
                  <a:pt x="935" y="453"/>
                  <a:pt x="935" y="453"/>
                </a:cubicBezTo>
                <a:cubicBezTo>
                  <a:pt x="935" y="203"/>
                  <a:pt x="785" y="3"/>
                  <a:pt x="585" y="3"/>
                </a:cubicBezTo>
                <a:cubicBezTo>
                  <a:pt x="569" y="2"/>
                  <a:pt x="553" y="1"/>
                  <a:pt x="5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5" name="Google Shape;1015;p58">
            <a:extLst>
              <a:ext uri="{FF2B5EF4-FFF2-40B4-BE49-F238E27FC236}">
                <a16:creationId xmlns:a16="http://schemas.microsoft.com/office/drawing/2014/main" id="{41DE9FF3-729B-F066-D963-6B2330C20AFA}"/>
              </a:ext>
            </a:extLst>
          </p:cNvPr>
          <p:cNvSpPr>
            <a:spLocks noGrp="1" noRot="1" noMove="1" noResize="1" noEditPoints="1" noAdjustHandles="1" noChangeArrowheads="1" noChangeShapeType="1"/>
          </p:cNvSpPr>
          <p:nvPr/>
        </p:nvSpPr>
        <p:spPr>
          <a:xfrm>
            <a:off x="7451952" y="2382875"/>
            <a:ext cx="16768" cy="14595"/>
          </a:xfrm>
          <a:custGeom>
            <a:avLst/>
            <a:gdLst/>
            <a:ahLst/>
            <a:cxnLst/>
            <a:rect l="l" t="t" r="r" b="b"/>
            <a:pathLst>
              <a:path w="934" h="813" extrusionOk="0">
                <a:moveTo>
                  <a:pt x="535" y="1"/>
                </a:moveTo>
                <a:cubicBezTo>
                  <a:pt x="31" y="1"/>
                  <a:pt x="0" y="754"/>
                  <a:pt x="534" y="803"/>
                </a:cubicBezTo>
                <a:cubicBezTo>
                  <a:pt x="554" y="810"/>
                  <a:pt x="575" y="813"/>
                  <a:pt x="596" y="813"/>
                </a:cubicBezTo>
                <a:cubicBezTo>
                  <a:pt x="734" y="813"/>
                  <a:pt x="890" y="683"/>
                  <a:pt x="933" y="553"/>
                </a:cubicBezTo>
                <a:cubicBezTo>
                  <a:pt x="933" y="503"/>
                  <a:pt x="933" y="453"/>
                  <a:pt x="933" y="453"/>
                </a:cubicBezTo>
                <a:cubicBezTo>
                  <a:pt x="933" y="203"/>
                  <a:pt x="783" y="3"/>
                  <a:pt x="584" y="3"/>
                </a:cubicBezTo>
                <a:cubicBezTo>
                  <a:pt x="567" y="1"/>
                  <a:pt x="551" y="1"/>
                  <a:pt x="5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
        <p:nvSpPr>
          <p:cNvPr id="1016" name="Google Shape;1016;p58">
            <a:extLst>
              <a:ext uri="{FF2B5EF4-FFF2-40B4-BE49-F238E27FC236}">
                <a16:creationId xmlns:a16="http://schemas.microsoft.com/office/drawing/2014/main" id="{F61AC8E9-9B82-A1D8-8B6F-ED5CEB45F593}"/>
              </a:ext>
            </a:extLst>
          </p:cNvPr>
          <p:cNvSpPr>
            <a:spLocks noGrp="1" noRot="1" noMove="1" noResize="1" noEditPoints="1" noAdjustHandles="1" noChangeArrowheads="1" noChangeShapeType="1"/>
          </p:cNvSpPr>
          <p:nvPr/>
        </p:nvSpPr>
        <p:spPr>
          <a:xfrm>
            <a:off x="7446261" y="2411258"/>
            <a:ext cx="13482" cy="14039"/>
          </a:xfrm>
          <a:custGeom>
            <a:avLst/>
            <a:gdLst/>
            <a:ahLst/>
            <a:cxnLst/>
            <a:rect l="l" t="t" r="r" b="b"/>
            <a:pathLst>
              <a:path w="751" h="782" extrusionOk="0">
                <a:moveTo>
                  <a:pt x="403" y="0"/>
                </a:moveTo>
                <a:cubicBezTo>
                  <a:pt x="261" y="0"/>
                  <a:pt x="123" y="89"/>
                  <a:pt x="101" y="272"/>
                </a:cubicBezTo>
                <a:cubicBezTo>
                  <a:pt x="1" y="472"/>
                  <a:pt x="101" y="672"/>
                  <a:pt x="251" y="772"/>
                </a:cubicBezTo>
                <a:cubicBezTo>
                  <a:pt x="277" y="778"/>
                  <a:pt x="303" y="781"/>
                  <a:pt x="329" y="781"/>
                </a:cubicBezTo>
                <a:cubicBezTo>
                  <a:pt x="501" y="781"/>
                  <a:pt x="657" y="645"/>
                  <a:pt x="701" y="472"/>
                </a:cubicBezTo>
                <a:cubicBezTo>
                  <a:pt x="701" y="422"/>
                  <a:pt x="701" y="422"/>
                  <a:pt x="751" y="372"/>
                </a:cubicBezTo>
                <a:cubicBezTo>
                  <a:pt x="751" y="127"/>
                  <a:pt x="573" y="0"/>
                  <a:pt x="4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de-DE" noProof="1"/>
          </a:p>
        </p:txBody>
      </p:sp>
    </p:spTree>
    <p:extLst>
      <p:ext uri="{BB962C8B-B14F-4D97-AF65-F5344CB8AC3E}">
        <p14:creationId xmlns:p14="http://schemas.microsoft.com/office/powerpoint/2010/main" val="3864527010"/>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Grafik 10" descr="Ein Bild, das Text, Screenshot, Raum, Astronomie enthält.&#10;&#10;KI-generierte Inhalte können fehlerhaft sein.">
            <a:extLst>
              <a:ext uri="{FF2B5EF4-FFF2-40B4-BE49-F238E27FC236}">
                <a16:creationId xmlns:a16="http://schemas.microsoft.com/office/drawing/2014/main" id="{8EE7A27E-A23B-5A24-5EEE-996B5EF70839}"/>
              </a:ext>
            </a:extLst>
          </p:cNvPr>
          <p:cNvPicPr>
            <a:picLocks noChangeAspect="1"/>
          </p:cNvPicPr>
          <p:nvPr/>
        </p:nvPicPr>
        <p:blipFill>
          <a:blip r:embed="rId2"/>
          <a:stretch>
            <a:fillRect/>
          </a:stretch>
        </p:blipFill>
        <p:spPr>
          <a:xfrm>
            <a:off x="505426" y="188498"/>
            <a:ext cx="8133148" cy="4766503"/>
          </a:xfrm>
          <a:prstGeom prst="rect">
            <a:avLst/>
          </a:prstGeom>
          <a:ln w="76200">
            <a:solidFill>
              <a:schemeClr val="bg1">
                <a:lumMod val="50000"/>
                <a:lumOff val="50000"/>
              </a:schemeClr>
            </a:solidFill>
            <a:bevel/>
          </a:ln>
        </p:spPr>
      </p:pic>
      <mc:AlternateContent xmlns:mc="http://schemas.openxmlformats.org/markup-compatibility/2006" xmlns:pslz="http://schemas.microsoft.com/office/powerpoint/2016/slidezoom">
        <mc:Choice Requires="pslz">
          <p:graphicFrame>
            <p:nvGraphicFramePr>
              <p:cNvPr id="4" name="Folienzoom 3">
                <a:extLst>
                  <a:ext uri="{FF2B5EF4-FFF2-40B4-BE49-F238E27FC236}">
                    <a16:creationId xmlns:a16="http://schemas.microsoft.com/office/drawing/2014/main" id="{C1B34E1F-75AA-40AC-86DA-52F85F2F19C0}"/>
                  </a:ext>
                </a:extLst>
              </p:cNvPr>
              <p:cNvGraphicFramePr>
                <a:graphicFrameLocks noChangeAspect="1"/>
              </p:cNvGraphicFramePr>
              <p:nvPr>
                <p:extLst>
                  <p:ext uri="{D42A27DB-BD31-4B8C-83A1-F6EECF244321}">
                    <p14:modId xmlns:p14="http://schemas.microsoft.com/office/powerpoint/2010/main" val="500947129"/>
                  </p:ext>
                </p:extLst>
              </p:nvPr>
            </p:nvGraphicFramePr>
            <p:xfrm>
              <a:off x="1228349" y="1915095"/>
              <a:ext cx="1378895" cy="907199"/>
            </p:xfrm>
            <a:graphic>
              <a:graphicData uri="http://schemas.microsoft.com/office/powerpoint/2016/slidezoom">
                <pslz:sldZm>
                  <pslz:sldZmObj sldId="536" cId="3123697167">
                    <pslz:zmPr id="{FD1E6A8A-C513-8F40-8AA7-BEFB0BF0B97E}" imageType="cover" transitionDur="1000">
                      <p166:blipFill xmlns:p166="http://schemas.microsoft.com/office/powerpoint/2016/6/main">
                        <a:blip r:embed="rId3"/>
                        <a:stretch>
                          <a:fillRect/>
                        </a:stretch>
                      </p166:blipFill>
                      <p166:spPr xmlns:p166="http://schemas.microsoft.com/office/powerpoint/2016/6/main">
                        <a:xfrm>
                          <a:off x="0" y="0"/>
                          <a:ext cx="1378895" cy="907199"/>
                        </a:xfrm>
                        <a:prstGeom prst="rect">
                          <a:avLst/>
                        </a:prstGeom>
                        <a:ln w="3175">
                          <a:noFill/>
                        </a:ln>
                      </p166:spPr>
                    </pslz:zmPr>
                  </pslz:sldZmObj>
                </pslz:sldZm>
              </a:graphicData>
            </a:graphic>
          </p:graphicFrame>
        </mc:Choice>
        <mc:Fallback xmlns="">
          <p:pic>
            <p:nvPicPr>
              <p:cNvPr id="4" name="Folienzoom 3">
                <a:hlinkClick r:id="rId4" action="ppaction://hlinksldjump"/>
                <a:extLst>
                  <a:ext uri="{FF2B5EF4-FFF2-40B4-BE49-F238E27FC236}">
                    <a16:creationId xmlns:a16="http://schemas.microsoft.com/office/drawing/2014/main" id="{C1B34E1F-75AA-40AC-86DA-52F85F2F19C0}"/>
                  </a:ext>
                </a:extLst>
              </p:cNvPr>
              <p:cNvPicPr>
                <a:picLocks noGrp="1" noRot="1" noChangeAspect="1" noMove="1" noResize="1" noEditPoints="1" noAdjustHandles="1" noChangeArrowheads="1" noChangeShapeType="1"/>
              </p:cNvPicPr>
              <p:nvPr/>
            </p:nvPicPr>
            <p:blipFill>
              <a:blip r:embed="rId5"/>
              <a:stretch>
                <a:fillRect/>
              </a:stretch>
            </p:blipFill>
            <p:spPr>
              <a:xfrm>
                <a:off x="1228349" y="1915095"/>
                <a:ext cx="1378895" cy="907199"/>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7" name="Folienzoom 6">
                <a:extLst>
                  <a:ext uri="{FF2B5EF4-FFF2-40B4-BE49-F238E27FC236}">
                    <a16:creationId xmlns:a16="http://schemas.microsoft.com/office/drawing/2014/main" id="{3DCF2F8B-7A1D-18FB-0B7A-E54E7481762E}"/>
                  </a:ext>
                </a:extLst>
              </p:cNvPr>
              <p:cNvGraphicFramePr>
                <a:graphicFrameLocks noChangeAspect="1"/>
              </p:cNvGraphicFramePr>
              <p:nvPr>
                <p:extLst>
                  <p:ext uri="{D42A27DB-BD31-4B8C-83A1-F6EECF244321}">
                    <p14:modId xmlns:p14="http://schemas.microsoft.com/office/powerpoint/2010/main" val="2519343040"/>
                  </p:ext>
                </p:extLst>
              </p:nvPr>
            </p:nvGraphicFramePr>
            <p:xfrm>
              <a:off x="2987813" y="1930384"/>
              <a:ext cx="1378895" cy="878588"/>
            </p:xfrm>
            <a:graphic>
              <a:graphicData uri="http://schemas.microsoft.com/office/powerpoint/2016/slidezoom">
                <pslz:sldZm>
                  <pslz:sldZmObj sldId="538" cId="1508879500">
                    <pslz:zmPr id="{61B46E6C-ED43-494C-AA2B-1255DF81560D}" imageType="cover" transitionDur="1000">
                      <p166:blipFill xmlns:p166="http://schemas.microsoft.com/office/powerpoint/2016/6/main">
                        <a:blip r:embed="rId6"/>
                        <a:stretch>
                          <a:fillRect/>
                        </a:stretch>
                      </p166:blipFill>
                      <p166:spPr xmlns:p166="http://schemas.microsoft.com/office/powerpoint/2016/6/main">
                        <a:xfrm>
                          <a:off x="0" y="0"/>
                          <a:ext cx="1378895" cy="878588"/>
                        </a:xfrm>
                        <a:prstGeom prst="rect">
                          <a:avLst/>
                        </a:prstGeom>
                        <a:ln w="3175">
                          <a:noFill/>
                        </a:ln>
                      </p166:spPr>
                    </pslz:zmPr>
                  </pslz:sldZmObj>
                </pslz:sldZm>
              </a:graphicData>
            </a:graphic>
          </p:graphicFrame>
        </mc:Choice>
        <mc:Fallback xmlns="">
          <p:pic>
            <p:nvPicPr>
              <p:cNvPr id="7" name="Folienzoom 6">
                <a:hlinkClick r:id="rId7" action="ppaction://hlinksldjump"/>
                <a:extLst>
                  <a:ext uri="{FF2B5EF4-FFF2-40B4-BE49-F238E27FC236}">
                    <a16:creationId xmlns:a16="http://schemas.microsoft.com/office/drawing/2014/main" id="{3DCF2F8B-7A1D-18FB-0B7A-E54E7481762E}"/>
                  </a:ext>
                </a:extLst>
              </p:cNvPr>
              <p:cNvPicPr>
                <a:picLocks noGrp="1" noRot="1" noChangeAspect="1" noMove="1" noResize="1" noEditPoints="1" noAdjustHandles="1" noChangeArrowheads="1" noChangeShapeType="1"/>
              </p:cNvPicPr>
              <p:nvPr/>
            </p:nvPicPr>
            <p:blipFill>
              <a:blip r:embed="rId8"/>
              <a:stretch>
                <a:fillRect/>
              </a:stretch>
            </p:blipFill>
            <p:spPr>
              <a:xfrm>
                <a:off x="2987813" y="1930384"/>
                <a:ext cx="1378895" cy="878588"/>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0" name="Folienzoom 9">
                <a:extLst>
                  <a:ext uri="{FF2B5EF4-FFF2-40B4-BE49-F238E27FC236}">
                    <a16:creationId xmlns:a16="http://schemas.microsoft.com/office/drawing/2014/main" id="{C88864B7-3A8F-275E-4841-AD138336FE26}"/>
                  </a:ext>
                </a:extLst>
              </p:cNvPr>
              <p:cNvGraphicFramePr>
                <a:graphicFrameLocks noChangeAspect="1"/>
              </p:cNvGraphicFramePr>
              <p:nvPr>
                <p:extLst>
                  <p:ext uri="{D42A27DB-BD31-4B8C-83A1-F6EECF244321}">
                    <p14:modId xmlns:p14="http://schemas.microsoft.com/office/powerpoint/2010/main" val="1658794246"/>
                  </p:ext>
                </p:extLst>
              </p:nvPr>
            </p:nvGraphicFramePr>
            <p:xfrm>
              <a:off x="4753519" y="1915095"/>
              <a:ext cx="1377575" cy="877747"/>
            </p:xfrm>
            <a:graphic>
              <a:graphicData uri="http://schemas.microsoft.com/office/powerpoint/2016/slidezoom">
                <pslz:sldZm>
                  <pslz:sldZmObj sldId="541" cId="3948762429">
                    <pslz:zmPr id="{A0DE4980-48A1-1A4C-9528-0CB2588C1947}" imageType="cover" transitionDur="1000">
                      <p166:blipFill xmlns:p166="http://schemas.microsoft.com/office/powerpoint/2016/6/main">
                        <a:blip r:embed="rId9"/>
                        <a:stretch>
                          <a:fillRect/>
                        </a:stretch>
                      </p166:blipFill>
                      <p166:spPr xmlns:p166="http://schemas.microsoft.com/office/powerpoint/2016/6/main">
                        <a:xfrm>
                          <a:off x="0" y="0"/>
                          <a:ext cx="1377575" cy="877747"/>
                        </a:xfrm>
                        <a:prstGeom prst="rect">
                          <a:avLst/>
                        </a:prstGeom>
                        <a:ln w="3175">
                          <a:noFill/>
                        </a:ln>
                      </p166:spPr>
                    </pslz:zmPr>
                  </pslz:sldZmObj>
                </pslz:sldZm>
              </a:graphicData>
            </a:graphic>
          </p:graphicFrame>
        </mc:Choice>
        <mc:Fallback xmlns="">
          <p:pic>
            <p:nvPicPr>
              <p:cNvPr id="10" name="Folienzoom 9">
                <a:hlinkClick r:id="rId10" action="ppaction://hlinksldjump"/>
                <a:extLst>
                  <a:ext uri="{FF2B5EF4-FFF2-40B4-BE49-F238E27FC236}">
                    <a16:creationId xmlns:a16="http://schemas.microsoft.com/office/drawing/2014/main" id="{C88864B7-3A8F-275E-4841-AD138336FE26}"/>
                  </a:ext>
                </a:extLst>
              </p:cNvPr>
              <p:cNvPicPr>
                <a:picLocks noGrp="1" noRot="1" noChangeAspect="1" noMove="1" noResize="1" noEditPoints="1" noAdjustHandles="1" noChangeArrowheads="1" noChangeShapeType="1"/>
              </p:cNvPicPr>
              <p:nvPr/>
            </p:nvPicPr>
            <p:blipFill>
              <a:blip r:embed="rId11"/>
              <a:stretch>
                <a:fillRect/>
              </a:stretch>
            </p:blipFill>
            <p:spPr>
              <a:xfrm>
                <a:off x="4753519" y="1915095"/>
                <a:ext cx="1377575" cy="877747"/>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3" name="Folienzoom 12">
                <a:extLst>
                  <a:ext uri="{FF2B5EF4-FFF2-40B4-BE49-F238E27FC236}">
                    <a16:creationId xmlns:a16="http://schemas.microsoft.com/office/drawing/2014/main" id="{3B043DC7-442A-5556-7506-4BBCA1649022}"/>
                  </a:ext>
                </a:extLst>
              </p:cNvPr>
              <p:cNvGraphicFramePr>
                <a:graphicFrameLocks noChangeAspect="1"/>
              </p:cNvGraphicFramePr>
              <p:nvPr>
                <p:extLst>
                  <p:ext uri="{D42A27DB-BD31-4B8C-83A1-F6EECF244321}">
                    <p14:modId xmlns:p14="http://schemas.microsoft.com/office/powerpoint/2010/main" val="1844423846"/>
                  </p:ext>
                </p:extLst>
              </p:nvPr>
            </p:nvGraphicFramePr>
            <p:xfrm>
              <a:off x="6536723" y="1910285"/>
              <a:ext cx="1377575" cy="870047"/>
            </p:xfrm>
            <a:graphic>
              <a:graphicData uri="http://schemas.microsoft.com/office/powerpoint/2016/slidezoom">
                <pslz:sldZm>
                  <pslz:sldZmObj sldId="540" cId="669863129">
                    <pslz:zmPr id="{23A441A4-4276-8A43-94DD-1BF67028E57E}" imageType="cover" transitionDur="1000">
                      <p166:blipFill xmlns:p166="http://schemas.microsoft.com/office/powerpoint/2016/6/main">
                        <a:blip r:embed="rId12"/>
                        <a:stretch>
                          <a:fillRect/>
                        </a:stretch>
                      </p166:blipFill>
                      <p166:spPr xmlns:p166="http://schemas.microsoft.com/office/powerpoint/2016/6/main">
                        <a:xfrm>
                          <a:off x="0" y="0"/>
                          <a:ext cx="1377575" cy="870047"/>
                        </a:xfrm>
                        <a:prstGeom prst="rect">
                          <a:avLst/>
                        </a:prstGeom>
                        <a:ln w="3175">
                          <a:noFill/>
                        </a:ln>
                      </p166:spPr>
                    </pslz:zmPr>
                  </pslz:sldZmObj>
                </pslz:sldZm>
              </a:graphicData>
            </a:graphic>
          </p:graphicFrame>
        </mc:Choice>
        <mc:Fallback xmlns="">
          <p:pic>
            <p:nvPicPr>
              <p:cNvPr id="13" name="Folienzoom 12">
                <a:hlinkClick r:id="rId13" action="ppaction://hlinksldjump"/>
                <a:extLst>
                  <a:ext uri="{FF2B5EF4-FFF2-40B4-BE49-F238E27FC236}">
                    <a16:creationId xmlns:a16="http://schemas.microsoft.com/office/drawing/2014/main" id="{3B043DC7-442A-5556-7506-4BBCA1649022}"/>
                  </a:ext>
                </a:extLst>
              </p:cNvPr>
              <p:cNvPicPr>
                <a:picLocks noGrp="1" noRot="1" noChangeAspect="1" noMove="1" noResize="1" noEditPoints="1" noAdjustHandles="1" noChangeArrowheads="1" noChangeShapeType="1"/>
              </p:cNvPicPr>
              <p:nvPr/>
            </p:nvPicPr>
            <p:blipFill>
              <a:blip r:embed="rId14"/>
              <a:stretch>
                <a:fillRect/>
              </a:stretch>
            </p:blipFill>
            <p:spPr>
              <a:xfrm>
                <a:off x="6536723" y="1910285"/>
                <a:ext cx="1377575" cy="870047"/>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5" name="Folienzoom 14">
                <a:extLst>
                  <a:ext uri="{FF2B5EF4-FFF2-40B4-BE49-F238E27FC236}">
                    <a16:creationId xmlns:a16="http://schemas.microsoft.com/office/drawing/2014/main" id="{6DBEF6C7-D9EC-F9D7-DE5F-E619D0839A00}"/>
                  </a:ext>
                </a:extLst>
              </p:cNvPr>
              <p:cNvGraphicFramePr>
                <a:graphicFrameLocks noChangeAspect="1"/>
              </p:cNvGraphicFramePr>
              <p:nvPr>
                <p:extLst>
                  <p:ext uri="{D42A27DB-BD31-4B8C-83A1-F6EECF244321}">
                    <p14:modId xmlns:p14="http://schemas.microsoft.com/office/powerpoint/2010/main" val="476332669"/>
                  </p:ext>
                </p:extLst>
              </p:nvPr>
            </p:nvGraphicFramePr>
            <p:xfrm>
              <a:off x="2088784" y="3137681"/>
              <a:ext cx="1482619" cy="878589"/>
            </p:xfrm>
            <a:graphic>
              <a:graphicData uri="http://schemas.microsoft.com/office/powerpoint/2016/slidezoom">
                <pslz:sldZm>
                  <pslz:sldZmObj sldId="539" cId="227606716">
                    <pslz:zmPr id="{0378226F-86B1-4342-B920-99A384C47524}" imageType="cover" transitionDur="1000">
                      <p166:blipFill xmlns:p166="http://schemas.microsoft.com/office/powerpoint/2016/6/main">
                        <a:blip r:embed="rId15"/>
                        <a:stretch>
                          <a:fillRect/>
                        </a:stretch>
                      </p166:blipFill>
                      <p166:spPr xmlns:p166="http://schemas.microsoft.com/office/powerpoint/2016/6/main">
                        <a:xfrm>
                          <a:off x="0" y="0"/>
                          <a:ext cx="1482619" cy="878589"/>
                        </a:xfrm>
                        <a:prstGeom prst="rect">
                          <a:avLst/>
                        </a:prstGeom>
                        <a:ln w="3175">
                          <a:noFill/>
                        </a:ln>
                      </p166:spPr>
                    </pslz:zmPr>
                  </pslz:sldZmObj>
                </pslz:sldZm>
              </a:graphicData>
            </a:graphic>
          </p:graphicFrame>
        </mc:Choice>
        <mc:Fallback xmlns="">
          <p:pic>
            <p:nvPicPr>
              <p:cNvPr id="15" name="Folienzoom 14">
                <a:hlinkClick r:id="rId16" action="ppaction://hlinksldjump"/>
                <a:extLst>
                  <a:ext uri="{FF2B5EF4-FFF2-40B4-BE49-F238E27FC236}">
                    <a16:creationId xmlns:a16="http://schemas.microsoft.com/office/drawing/2014/main" id="{6DBEF6C7-D9EC-F9D7-DE5F-E619D0839A00}"/>
                  </a:ext>
                </a:extLst>
              </p:cNvPr>
              <p:cNvPicPr>
                <a:picLocks noGrp="1" noRot="1" noChangeAspect="1" noMove="1" noResize="1" noEditPoints="1" noAdjustHandles="1" noChangeArrowheads="1" noChangeShapeType="1"/>
              </p:cNvPicPr>
              <p:nvPr/>
            </p:nvPicPr>
            <p:blipFill>
              <a:blip r:embed="rId17"/>
              <a:stretch>
                <a:fillRect/>
              </a:stretch>
            </p:blipFill>
            <p:spPr>
              <a:xfrm>
                <a:off x="2088784" y="3137681"/>
                <a:ext cx="1482619" cy="878589"/>
              </a:xfrm>
              <a:prstGeom prst="rect">
                <a:avLst/>
              </a:prstGeom>
              <a:ln w="3175">
                <a:noFill/>
              </a:ln>
            </p:spPr>
          </p:pic>
        </mc:Fallback>
      </mc:AlternateContent>
      <p:sp>
        <p:nvSpPr>
          <p:cNvPr id="16" name="Rechteck 15">
            <a:extLst>
              <a:ext uri="{FF2B5EF4-FFF2-40B4-BE49-F238E27FC236}">
                <a16:creationId xmlns:a16="http://schemas.microsoft.com/office/drawing/2014/main" id="{8194E8A2-028A-0FFE-CC17-520FED948272}"/>
              </a:ext>
            </a:extLst>
          </p:cNvPr>
          <p:cNvSpPr/>
          <p:nvPr/>
        </p:nvSpPr>
        <p:spPr>
          <a:xfrm>
            <a:off x="5675867" y="3137681"/>
            <a:ext cx="1363851" cy="878589"/>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a:t>Space Walk</a:t>
            </a:r>
          </a:p>
        </p:txBody>
      </p:sp>
      <p:sp>
        <p:nvSpPr>
          <p:cNvPr id="17" name="Rechteck 16">
            <a:extLst>
              <a:ext uri="{FF2B5EF4-FFF2-40B4-BE49-F238E27FC236}">
                <a16:creationId xmlns:a16="http://schemas.microsoft.com/office/drawing/2014/main" id="{C4717495-553E-32F7-08B0-86589802EB07}"/>
              </a:ext>
            </a:extLst>
          </p:cNvPr>
          <p:cNvSpPr/>
          <p:nvPr/>
        </p:nvSpPr>
        <p:spPr>
          <a:xfrm>
            <a:off x="3874576" y="3137681"/>
            <a:ext cx="1363851" cy="878589"/>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a:t>NovaCredits</a:t>
            </a:r>
          </a:p>
        </p:txBody>
      </p:sp>
    </p:spTree>
    <p:extLst>
      <p:ext uri="{BB962C8B-B14F-4D97-AF65-F5344CB8AC3E}">
        <p14:creationId xmlns:p14="http://schemas.microsoft.com/office/powerpoint/2010/main" val="2575868684"/>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92DE98-7363-CB0C-FF5A-1786EDF2090C}"/>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CAB0AB32-790E-33C9-4FA1-CB61252579C7}"/>
              </a:ext>
            </a:extLst>
          </p:cNvPr>
          <p:cNvPicPr>
            <a:picLocks noChangeAspect="1"/>
          </p:cNvPicPr>
          <p:nvPr/>
        </p:nvPicPr>
        <p:blipFill>
          <a:blip r:embed="rId2"/>
          <a:stretch>
            <a:fillRect/>
          </a:stretch>
        </p:blipFill>
        <p:spPr>
          <a:xfrm>
            <a:off x="505426" y="188498"/>
            <a:ext cx="8133147" cy="4766503"/>
          </a:xfrm>
          <a:prstGeom prst="rect">
            <a:avLst/>
          </a:prstGeom>
          <a:ln w="57150">
            <a:solidFill>
              <a:schemeClr val="bg1">
                <a:lumMod val="50000"/>
                <a:lumOff val="50000"/>
              </a:schemeClr>
            </a:solidFill>
          </a:ln>
        </p:spPr>
      </p:pic>
      <p:sp>
        <p:nvSpPr>
          <p:cNvPr id="7" name="Textfeld 6">
            <a:extLst>
              <a:ext uri="{FF2B5EF4-FFF2-40B4-BE49-F238E27FC236}">
                <a16:creationId xmlns:a16="http://schemas.microsoft.com/office/drawing/2014/main" id="{61CE9D5A-C289-A575-7533-08C687FA866B}"/>
              </a:ext>
            </a:extLst>
          </p:cNvPr>
          <p:cNvSpPr txBox="1"/>
          <p:nvPr/>
        </p:nvSpPr>
        <p:spPr>
          <a:xfrm>
            <a:off x="2588122" y="1475106"/>
            <a:ext cx="3967753" cy="1287468"/>
          </a:xfrm>
          <a:prstGeom prst="rect">
            <a:avLst/>
          </a:prstGeom>
          <a:noFill/>
        </p:spPr>
        <p:txBody>
          <a:bodyPr wrap="none" rtlCol="0">
            <a:spAutoFit/>
          </a:bodyPr>
          <a:lstStyle/>
          <a:p>
            <a:pPr>
              <a:lnSpc>
                <a:spcPct val="150000"/>
              </a:lnSpc>
            </a:pPr>
            <a:r>
              <a:rPr lang="de-DE" sz="1800" err="1">
                <a:ln w="0"/>
                <a:solidFill>
                  <a:schemeClr val="tx1"/>
                </a:solidFill>
                <a:effectLst>
                  <a:outerShdw blurRad="38100" dist="19050" dir="2700000" algn="tl" rotWithShape="0">
                    <a:schemeClr val="dk1">
                      <a:alpha val="40000"/>
                    </a:schemeClr>
                  </a:outerShdw>
                </a:effectLst>
              </a:rPr>
              <a:t>Thank</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you</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for</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contacting</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our</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service</a:t>
            </a:r>
            <a:r>
              <a:rPr lang="de-DE" sz="1800">
                <a:ln w="0"/>
                <a:solidFill>
                  <a:schemeClr val="tx1"/>
                </a:solidFill>
                <a:effectLst>
                  <a:outerShdw blurRad="38100" dist="19050" dir="2700000" algn="tl" rotWithShape="0">
                    <a:schemeClr val="dk1">
                      <a:alpha val="40000"/>
                    </a:schemeClr>
                  </a:outerShdw>
                </a:effectLst>
              </a:rPr>
              <a:t>.</a:t>
            </a:r>
          </a:p>
          <a:p>
            <a:pPr algn="ctr">
              <a:lnSpc>
                <a:spcPct val="150000"/>
              </a:lnSpc>
            </a:pPr>
            <a:r>
              <a:rPr lang="de-DE" sz="1800" err="1">
                <a:ln w="0"/>
                <a:solidFill>
                  <a:schemeClr val="tx1"/>
                </a:solidFill>
                <a:effectLst>
                  <a:outerShdw blurRad="38100" dist="19050" dir="2700000" algn="tl" rotWithShape="0">
                    <a:schemeClr val="dk1">
                      <a:alpha val="40000"/>
                    </a:schemeClr>
                  </a:outerShdw>
                </a:effectLst>
              </a:rPr>
              <a:t>We’ll</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be</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with</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you</a:t>
            </a:r>
            <a:r>
              <a:rPr lang="de-DE" sz="1800">
                <a:ln w="0"/>
                <a:solidFill>
                  <a:schemeClr val="tx1"/>
                </a:solidFill>
                <a:effectLst>
                  <a:outerShdw blurRad="38100" dist="19050" dir="2700000" algn="tl" rotWithShape="0">
                    <a:schemeClr val="dk1">
                      <a:alpha val="40000"/>
                    </a:schemeClr>
                  </a:outerShdw>
                </a:effectLst>
              </a:rPr>
              <a:t> </a:t>
            </a:r>
            <a:r>
              <a:rPr lang="de-DE" sz="1800" err="1">
                <a:ln w="0"/>
                <a:solidFill>
                  <a:schemeClr val="tx1"/>
                </a:solidFill>
                <a:effectLst>
                  <a:outerShdw blurRad="38100" dist="19050" dir="2700000" algn="tl" rotWithShape="0">
                    <a:schemeClr val="dk1">
                      <a:alpha val="40000"/>
                    </a:schemeClr>
                  </a:outerShdw>
                </a:effectLst>
              </a:rPr>
              <a:t>shortly</a:t>
            </a:r>
            <a:r>
              <a:rPr lang="de-DE" sz="1800">
                <a:ln w="0"/>
                <a:solidFill>
                  <a:schemeClr val="tx1"/>
                </a:solidFill>
                <a:effectLst>
                  <a:outerShdw blurRad="38100" dist="19050" dir="2700000" algn="tl" rotWithShape="0">
                    <a:schemeClr val="dk1">
                      <a:alpha val="40000"/>
                    </a:schemeClr>
                  </a:outerShdw>
                </a:effectLst>
              </a:rPr>
              <a:t>.</a:t>
            </a:r>
          </a:p>
          <a:p>
            <a:pPr>
              <a:lnSpc>
                <a:spcPct val="150000"/>
              </a:lnSpc>
            </a:pPr>
            <a:endParaRPr lang="de-DE" sz="1800" b="1">
              <a:ln w="22225">
                <a:solidFill>
                  <a:schemeClr val="accent2"/>
                </a:solidFill>
                <a:prstDash val="solid"/>
              </a:ln>
              <a:solidFill>
                <a:schemeClr val="accent2">
                  <a:lumMod val="40000"/>
                  <a:lumOff val="60000"/>
                </a:schemeClr>
              </a:solidFill>
            </a:endParaRPr>
          </a:p>
        </p:txBody>
      </p:sp>
      <p:grpSp>
        <p:nvGrpSpPr>
          <p:cNvPr id="2" name="Gruppieren 1">
            <a:extLst>
              <a:ext uri="{FF2B5EF4-FFF2-40B4-BE49-F238E27FC236}">
                <a16:creationId xmlns:a16="http://schemas.microsoft.com/office/drawing/2014/main" id="{A2D30B96-7A97-201D-68B3-6C3CE94EACAA}"/>
              </a:ext>
            </a:extLst>
          </p:cNvPr>
          <p:cNvGrpSpPr/>
          <p:nvPr/>
        </p:nvGrpSpPr>
        <p:grpSpPr>
          <a:xfrm>
            <a:off x="810358" y="721523"/>
            <a:ext cx="721559" cy="516360"/>
            <a:chOff x="799898" y="1817225"/>
            <a:chExt cx="868101" cy="601884"/>
          </a:xfrm>
        </p:grpSpPr>
        <p:sp>
          <p:nvSpPr>
            <p:cNvPr id="4" name="Rechteck 3">
              <a:extLst>
                <a:ext uri="{FF2B5EF4-FFF2-40B4-BE49-F238E27FC236}">
                  <a16:creationId xmlns:a16="http://schemas.microsoft.com/office/drawing/2014/main" id="{0C943054-088E-8424-0C83-A6445FEAB051}"/>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 name="Textfeld 4">
              <a:extLst>
                <a:ext uri="{FF2B5EF4-FFF2-40B4-BE49-F238E27FC236}">
                  <a16:creationId xmlns:a16="http://schemas.microsoft.com/office/drawing/2014/main" id="{821F8255-8144-C918-D65D-9A04255147F6}"/>
                </a:ext>
              </a:extLst>
            </p:cNvPr>
            <p:cNvSpPr txBox="1"/>
            <p:nvPr/>
          </p:nvSpPr>
          <p:spPr>
            <a:xfrm>
              <a:off x="894427" y="2053528"/>
              <a:ext cx="702381" cy="358754"/>
            </a:xfrm>
            <a:prstGeom prst="rect">
              <a:avLst/>
            </a:prstGeom>
            <a:noFill/>
          </p:spPr>
          <p:txBody>
            <a:bodyPr wrap="none" lIns="91440" tIns="45720" rIns="91440" bIns="45720" rtlCol="0" anchor="t">
              <a:spAutoFit/>
            </a:bodyPr>
            <a:lstStyle/>
            <a:p>
              <a:r>
                <a:rPr lang="de-DE">
                  <a:solidFill>
                    <a:schemeClr val="tx1"/>
                  </a:solidFill>
                </a:rPr>
                <a:t>Back</a:t>
              </a:r>
            </a:p>
          </p:txBody>
        </p:sp>
        <p:cxnSp>
          <p:nvCxnSpPr>
            <p:cNvPr id="6" name="Gerade Verbindung mit Pfeil 5">
              <a:extLst>
                <a:ext uri="{FF2B5EF4-FFF2-40B4-BE49-F238E27FC236}">
                  <a16:creationId xmlns:a16="http://schemas.microsoft.com/office/drawing/2014/main" id="{8C1E0DD5-E795-9B7C-F11F-B35F54E8AFEC}"/>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14" name="Grafik 13" descr="Rakete Silhouette">
            <a:extLst>
              <a:ext uri="{FF2B5EF4-FFF2-40B4-BE49-F238E27FC236}">
                <a16:creationId xmlns:a16="http://schemas.microsoft.com/office/drawing/2014/main" id="{BD7B5872-E75F-D68F-00C2-27AC97DBA7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673770">
            <a:off x="1920067" y="2584304"/>
            <a:ext cx="1217220" cy="1217220"/>
          </a:xfrm>
          <a:prstGeom prst="rect">
            <a:avLst/>
          </a:prstGeom>
        </p:spPr>
      </p:pic>
      <p:cxnSp>
        <p:nvCxnSpPr>
          <p:cNvPr id="17" name="Gerade Verbindung 16">
            <a:extLst>
              <a:ext uri="{FF2B5EF4-FFF2-40B4-BE49-F238E27FC236}">
                <a16:creationId xmlns:a16="http://schemas.microsoft.com/office/drawing/2014/main" id="{F25FC6DB-F20D-4C6D-EE22-54B76358AFB3}"/>
              </a:ext>
            </a:extLst>
          </p:cNvPr>
          <p:cNvCxnSpPr>
            <a:cxnSpLocks/>
          </p:cNvCxnSpPr>
          <p:nvPr/>
        </p:nvCxnSpPr>
        <p:spPr>
          <a:xfrm>
            <a:off x="3277590" y="3192914"/>
            <a:ext cx="3360716" cy="0"/>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26" name="Grafik 25" descr="Schließen mit einfarbiger Füllung">
            <a:extLst>
              <a:ext uri="{FF2B5EF4-FFF2-40B4-BE49-F238E27FC236}">
                <a16:creationId xmlns:a16="http://schemas.microsoft.com/office/drawing/2014/main" id="{969C4F15-4E24-6FB9-CFF6-D682FA7683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9948" y="2844556"/>
            <a:ext cx="696716" cy="696716"/>
          </a:xfrm>
          <a:prstGeom prst="rect">
            <a:avLst/>
          </a:prstGeom>
        </p:spPr>
      </p:pic>
    </p:spTree>
    <p:extLst>
      <p:ext uri="{BB962C8B-B14F-4D97-AF65-F5344CB8AC3E}">
        <p14:creationId xmlns:p14="http://schemas.microsoft.com/office/powerpoint/2010/main" val="3123697167"/>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A4B329-57EC-B5BC-4CB7-2E53AAAEDB14}"/>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66B5EF2C-E63D-94E0-8F2E-C002DAFB0D08}"/>
              </a:ext>
            </a:extLst>
          </p:cNvPr>
          <p:cNvPicPr>
            <a:picLocks noChangeAspect="1"/>
          </p:cNvPicPr>
          <p:nvPr/>
        </p:nvPicPr>
        <p:blipFill>
          <a:blip r:embed="rId2"/>
          <a:stretch>
            <a:fillRect/>
          </a:stretch>
        </p:blipFill>
        <p:spPr>
          <a:xfrm>
            <a:off x="505426" y="188498"/>
            <a:ext cx="8132400" cy="4766065"/>
          </a:xfrm>
          <a:prstGeom prst="rect">
            <a:avLst/>
          </a:prstGeom>
          <a:ln w="57150">
            <a:solidFill>
              <a:schemeClr val="bg1">
                <a:lumMod val="50000"/>
                <a:lumOff val="50000"/>
              </a:schemeClr>
            </a:solidFill>
          </a:ln>
        </p:spPr>
      </p:pic>
      <p:grpSp>
        <p:nvGrpSpPr>
          <p:cNvPr id="2" name="Gruppieren 1">
            <a:extLst>
              <a:ext uri="{FF2B5EF4-FFF2-40B4-BE49-F238E27FC236}">
                <a16:creationId xmlns:a16="http://schemas.microsoft.com/office/drawing/2014/main" id="{3C01C87B-ED73-D2B3-E632-70D6DBBB1776}"/>
              </a:ext>
            </a:extLst>
          </p:cNvPr>
          <p:cNvGrpSpPr/>
          <p:nvPr/>
        </p:nvGrpSpPr>
        <p:grpSpPr>
          <a:xfrm>
            <a:off x="810358" y="721523"/>
            <a:ext cx="721559" cy="516360"/>
            <a:chOff x="799898" y="1817225"/>
            <a:chExt cx="868101" cy="601884"/>
          </a:xfrm>
        </p:grpSpPr>
        <p:sp>
          <p:nvSpPr>
            <p:cNvPr id="4" name="Rechteck 3">
              <a:extLst>
                <a:ext uri="{FF2B5EF4-FFF2-40B4-BE49-F238E27FC236}">
                  <a16:creationId xmlns:a16="http://schemas.microsoft.com/office/drawing/2014/main" id="{5A0E8CB6-39AB-6119-00AC-39F4343DA168}"/>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 name="Textfeld 4">
              <a:extLst>
                <a:ext uri="{FF2B5EF4-FFF2-40B4-BE49-F238E27FC236}">
                  <a16:creationId xmlns:a16="http://schemas.microsoft.com/office/drawing/2014/main" id="{0DA79798-BED7-3423-6D56-04649BBE5C81}"/>
                </a:ext>
              </a:extLst>
            </p:cNvPr>
            <p:cNvSpPr txBox="1"/>
            <p:nvPr/>
          </p:nvSpPr>
          <p:spPr>
            <a:xfrm>
              <a:off x="894427" y="2053528"/>
              <a:ext cx="702381" cy="358754"/>
            </a:xfrm>
            <a:prstGeom prst="rect">
              <a:avLst/>
            </a:prstGeom>
            <a:noFill/>
          </p:spPr>
          <p:txBody>
            <a:bodyPr wrap="none" lIns="91440" tIns="45720" rIns="91440" bIns="45720" rtlCol="0" anchor="t">
              <a:spAutoFit/>
            </a:bodyPr>
            <a:lstStyle/>
            <a:p>
              <a:r>
                <a:rPr lang="de-DE">
                  <a:solidFill>
                    <a:schemeClr val="tx1"/>
                  </a:solidFill>
                </a:rPr>
                <a:t>Back</a:t>
              </a:r>
            </a:p>
          </p:txBody>
        </p:sp>
        <p:cxnSp>
          <p:nvCxnSpPr>
            <p:cNvPr id="6" name="Gerade Verbindung mit Pfeil 5">
              <a:extLst>
                <a:ext uri="{FF2B5EF4-FFF2-40B4-BE49-F238E27FC236}">
                  <a16:creationId xmlns:a16="http://schemas.microsoft.com/office/drawing/2014/main" id="{F815D7B0-F351-BEB1-2B9C-DDE525284F71}"/>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Grafik 7" descr="Mann mit einfarbiger Füllung">
            <a:extLst>
              <a:ext uri="{FF2B5EF4-FFF2-40B4-BE49-F238E27FC236}">
                <a16:creationId xmlns:a16="http://schemas.microsoft.com/office/drawing/2014/main" id="{E28105F6-DDC3-6824-E85C-EA5E38B51A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820" y="725135"/>
            <a:ext cx="3801512" cy="3693227"/>
          </a:xfrm>
          <a:prstGeom prst="rect">
            <a:avLst/>
          </a:prstGeom>
        </p:spPr>
      </p:pic>
      <p:pic>
        <p:nvPicPr>
          <p:cNvPr id="13" name="Grafik 12" descr="Herz, pulsierend Silhouette">
            <a:extLst>
              <a:ext uri="{FF2B5EF4-FFF2-40B4-BE49-F238E27FC236}">
                <a16:creationId xmlns:a16="http://schemas.microsoft.com/office/drawing/2014/main" id="{562CC530-64F8-13B5-4414-4360C5A6A8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34440" y="1819896"/>
            <a:ext cx="303312" cy="303312"/>
          </a:xfrm>
          <a:prstGeom prst="rect">
            <a:avLst/>
          </a:prstGeom>
        </p:spPr>
      </p:pic>
      <p:cxnSp>
        <p:nvCxnSpPr>
          <p:cNvPr id="15" name="Gerade Verbindung 14">
            <a:extLst>
              <a:ext uri="{FF2B5EF4-FFF2-40B4-BE49-F238E27FC236}">
                <a16:creationId xmlns:a16="http://schemas.microsoft.com/office/drawing/2014/main" id="{A6A186AB-76E9-C4CF-5EBE-FC83458639C0}"/>
              </a:ext>
            </a:extLst>
          </p:cNvPr>
          <p:cNvCxnSpPr>
            <a:cxnSpLocks/>
          </p:cNvCxnSpPr>
          <p:nvPr/>
        </p:nvCxnSpPr>
        <p:spPr>
          <a:xfrm flipH="1">
            <a:off x="3137752" y="1923803"/>
            <a:ext cx="2419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121EE1BE-DC28-F92C-0034-FD25BAF9A894}"/>
              </a:ext>
            </a:extLst>
          </p:cNvPr>
          <p:cNvSpPr txBox="1"/>
          <p:nvPr/>
        </p:nvSpPr>
        <p:spPr>
          <a:xfrm>
            <a:off x="5557652" y="1769914"/>
            <a:ext cx="780983" cy="307777"/>
          </a:xfrm>
          <a:prstGeom prst="rect">
            <a:avLst/>
          </a:prstGeom>
          <a:noFill/>
        </p:spPr>
        <p:txBody>
          <a:bodyPr wrap="none" rtlCol="0">
            <a:spAutoFit/>
          </a:bodyPr>
          <a:lstStyle/>
          <a:p>
            <a:r>
              <a:rPr lang="de-DE" b="0" i="0" u="none" strike="noStrike">
                <a:solidFill>
                  <a:srgbClr val="000000"/>
                </a:solidFill>
                <a:effectLst/>
                <a:latin typeface="+mj-lt"/>
              </a:rPr>
              <a:t>72 bpm</a:t>
            </a:r>
            <a:endParaRPr lang="de-DE">
              <a:latin typeface="+mj-lt"/>
            </a:endParaRPr>
          </a:p>
        </p:txBody>
      </p:sp>
      <p:cxnSp>
        <p:nvCxnSpPr>
          <p:cNvPr id="21" name="Gerade Verbindung 20">
            <a:extLst>
              <a:ext uri="{FF2B5EF4-FFF2-40B4-BE49-F238E27FC236}">
                <a16:creationId xmlns:a16="http://schemas.microsoft.com/office/drawing/2014/main" id="{6693D376-9854-D2F8-2F08-13F3B2BE022C}"/>
              </a:ext>
            </a:extLst>
          </p:cNvPr>
          <p:cNvCxnSpPr>
            <a:cxnSpLocks/>
          </p:cNvCxnSpPr>
          <p:nvPr/>
        </p:nvCxnSpPr>
        <p:spPr>
          <a:xfrm flipH="1">
            <a:off x="3447491" y="2534143"/>
            <a:ext cx="15401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D6528C69-6E07-34BE-B68B-8B4AD95E3DDD}"/>
              </a:ext>
            </a:extLst>
          </p:cNvPr>
          <p:cNvSpPr txBox="1"/>
          <p:nvPr/>
        </p:nvSpPr>
        <p:spPr>
          <a:xfrm>
            <a:off x="4943492" y="2380254"/>
            <a:ext cx="1407758" cy="307777"/>
          </a:xfrm>
          <a:prstGeom prst="rect">
            <a:avLst/>
          </a:prstGeom>
          <a:noFill/>
        </p:spPr>
        <p:txBody>
          <a:bodyPr wrap="none" rtlCol="0">
            <a:spAutoFit/>
          </a:bodyPr>
          <a:lstStyle/>
          <a:p>
            <a:r>
              <a:rPr lang="de-DE" b="0" i="0" u="none" strike="noStrike">
                <a:solidFill>
                  <a:srgbClr val="000000"/>
                </a:solidFill>
                <a:effectLst/>
                <a:latin typeface="+mj-lt"/>
              </a:rPr>
              <a:t>118 / 76 </a:t>
            </a:r>
            <a:r>
              <a:rPr lang="de-DE" b="0" i="0" u="none" strike="noStrike" err="1">
                <a:solidFill>
                  <a:srgbClr val="000000"/>
                </a:solidFill>
                <a:effectLst/>
                <a:latin typeface="+mj-lt"/>
              </a:rPr>
              <a:t>mmHg</a:t>
            </a:r>
            <a:endParaRPr lang="de-DE">
              <a:latin typeface="+mj-lt"/>
            </a:endParaRPr>
          </a:p>
        </p:txBody>
      </p:sp>
      <p:sp>
        <p:nvSpPr>
          <p:cNvPr id="24" name="Rechteck 23">
            <a:extLst>
              <a:ext uri="{FF2B5EF4-FFF2-40B4-BE49-F238E27FC236}">
                <a16:creationId xmlns:a16="http://schemas.microsoft.com/office/drawing/2014/main" id="{4D2BB713-888B-D7B3-FB3D-59A7EF96F7CB}"/>
              </a:ext>
            </a:extLst>
          </p:cNvPr>
          <p:cNvSpPr/>
          <p:nvPr/>
        </p:nvSpPr>
        <p:spPr>
          <a:xfrm>
            <a:off x="3687942" y="1971552"/>
            <a:ext cx="1560951" cy="153297"/>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0" i="0" u="none" strike="noStrike">
                <a:solidFill>
                  <a:srgbClr val="000000"/>
                </a:solidFill>
                <a:effectLst/>
              </a:rPr>
              <a:t>Heart Rate</a:t>
            </a:r>
            <a:endParaRPr lang="de-DE" sz="1050"/>
          </a:p>
        </p:txBody>
      </p:sp>
      <p:sp>
        <p:nvSpPr>
          <p:cNvPr id="25" name="Rechteck 24">
            <a:extLst>
              <a:ext uri="{FF2B5EF4-FFF2-40B4-BE49-F238E27FC236}">
                <a16:creationId xmlns:a16="http://schemas.microsoft.com/office/drawing/2014/main" id="{6B5E8EEC-EFE9-9D46-FF52-12DB18515C0F}"/>
              </a:ext>
            </a:extLst>
          </p:cNvPr>
          <p:cNvSpPr/>
          <p:nvPr/>
        </p:nvSpPr>
        <p:spPr>
          <a:xfrm>
            <a:off x="3736656" y="2585606"/>
            <a:ext cx="1224000" cy="154800"/>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Blood </a:t>
            </a:r>
            <a:r>
              <a:rPr lang="de-DE" sz="1200" err="1"/>
              <a:t>Pressure</a:t>
            </a:r>
            <a:endParaRPr lang="de-DE" sz="1200"/>
          </a:p>
        </p:txBody>
      </p:sp>
      <p:cxnSp>
        <p:nvCxnSpPr>
          <p:cNvPr id="26" name="Gerade Verbindung 25">
            <a:extLst>
              <a:ext uri="{FF2B5EF4-FFF2-40B4-BE49-F238E27FC236}">
                <a16:creationId xmlns:a16="http://schemas.microsoft.com/office/drawing/2014/main" id="{7399194C-35B4-B202-28BB-3105A49F1DB2}"/>
              </a:ext>
            </a:extLst>
          </p:cNvPr>
          <p:cNvCxnSpPr>
            <a:cxnSpLocks/>
          </p:cNvCxnSpPr>
          <p:nvPr/>
        </p:nvCxnSpPr>
        <p:spPr>
          <a:xfrm flipH="1">
            <a:off x="2898266" y="1022466"/>
            <a:ext cx="2419900" cy="0"/>
          </a:xfrm>
          <a:prstGeom prst="line">
            <a:avLst/>
          </a:prstGeom>
          <a:ln>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27" name="Textfeld 26">
            <a:extLst>
              <a:ext uri="{FF2B5EF4-FFF2-40B4-BE49-F238E27FC236}">
                <a16:creationId xmlns:a16="http://schemas.microsoft.com/office/drawing/2014/main" id="{68F484B1-F81B-50CC-3503-89ACE249AEC1}"/>
              </a:ext>
            </a:extLst>
          </p:cNvPr>
          <p:cNvSpPr txBox="1"/>
          <p:nvPr/>
        </p:nvSpPr>
        <p:spPr>
          <a:xfrm>
            <a:off x="5318166" y="868577"/>
            <a:ext cx="769763" cy="307777"/>
          </a:xfrm>
          <a:prstGeom prst="rect">
            <a:avLst/>
          </a:prstGeom>
          <a:noFill/>
          <a:ln>
            <a:noFill/>
          </a:ln>
        </p:spPr>
        <p:txBody>
          <a:bodyPr wrap="none" rtlCol="0">
            <a:spAutoFit/>
          </a:bodyPr>
          <a:lstStyle/>
          <a:p>
            <a:r>
              <a:rPr lang="de-DE" b="0" i="0" u="none" strike="noStrike">
                <a:solidFill>
                  <a:schemeClr val="tx1">
                    <a:lumMod val="85000"/>
                  </a:schemeClr>
                </a:solidFill>
                <a:effectLst/>
                <a:latin typeface="+mj-lt"/>
              </a:rPr>
              <a:t>36.8 °C</a:t>
            </a:r>
            <a:endParaRPr lang="de-DE">
              <a:solidFill>
                <a:schemeClr val="tx1">
                  <a:lumMod val="85000"/>
                </a:schemeClr>
              </a:solidFill>
              <a:latin typeface="+mj-lt"/>
            </a:endParaRPr>
          </a:p>
        </p:txBody>
      </p:sp>
      <p:sp>
        <p:nvSpPr>
          <p:cNvPr id="29" name="Rechteck 28">
            <a:extLst>
              <a:ext uri="{FF2B5EF4-FFF2-40B4-BE49-F238E27FC236}">
                <a16:creationId xmlns:a16="http://schemas.microsoft.com/office/drawing/2014/main" id="{F67359BC-4632-A80D-E5CD-99CBF302FC03}"/>
              </a:ext>
            </a:extLst>
          </p:cNvPr>
          <p:cNvSpPr/>
          <p:nvPr/>
        </p:nvSpPr>
        <p:spPr>
          <a:xfrm>
            <a:off x="3260803" y="1084585"/>
            <a:ext cx="1908000" cy="153297"/>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Body </a:t>
            </a:r>
            <a:r>
              <a:rPr lang="de-DE" sz="1200" err="1"/>
              <a:t>Temperature</a:t>
            </a:r>
            <a:endParaRPr lang="de-DE" sz="1200"/>
          </a:p>
        </p:txBody>
      </p:sp>
      <p:sp>
        <p:nvSpPr>
          <p:cNvPr id="30" name="Rechteck 29">
            <a:extLst>
              <a:ext uri="{FF2B5EF4-FFF2-40B4-BE49-F238E27FC236}">
                <a16:creationId xmlns:a16="http://schemas.microsoft.com/office/drawing/2014/main" id="{DB87DB36-1B84-6815-2B5D-AE840D20BFBA}"/>
              </a:ext>
            </a:extLst>
          </p:cNvPr>
          <p:cNvSpPr/>
          <p:nvPr/>
        </p:nvSpPr>
        <p:spPr>
          <a:xfrm>
            <a:off x="3819780" y="3368521"/>
            <a:ext cx="1548000" cy="157208"/>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Oxygen Saturation</a:t>
            </a:r>
          </a:p>
        </p:txBody>
      </p:sp>
      <p:cxnSp>
        <p:nvCxnSpPr>
          <p:cNvPr id="32" name="Gerade Verbindung 31">
            <a:extLst>
              <a:ext uri="{FF2B5EF4-FFF2-40B4-BE49-F238E27FC236}">
                <a16:creationId xmlns:a16="http://schemas.microsoft.com/office/drawing/2014/main" id="{52388A14-2803-8EEA-87F1-A26F749D9FE9}"/>
              </a:ext>
            </a:extLst>
          </p:cNvPr>
          <p:cNvCxnSpPr>
            <a:cxnSpLocks/>
          </p:cNvCxnSpPr>
          <p:nvPr/>
        </p:nvCxnSpPr>
        <p:spPr>
          <a:xfrm flipH="1">
            <a:off x="3843531" y="3315936"/>
            <a:ext cx="15401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Gerade Verbindung 32">
            <a:extLst>
              <a:ext uri="{FF2B5EF4-FFF2-40B4-BE49-F238E27FC236}">
                <a16:creationId xmlns:a16="http://schemas.microsoft.com/office/drawing/2014/main" id="{AEC4B045-D92A-2E03-A670-3EC48DE99C9C}"/>
              </a:ext>
            </a:extLst>
          </p:cNvPr>
          <p:cNvCxnSpPr>
            <a:cxnSpLocks/>
          </p:cNvCxnSpPr>
          <p:nvPr/>
        </p:nvCxnSpPr>
        <p:spPr>
          <a:xfrm flipH="1" flipV="1">
            <a:off x="3510350" y="2850820"/>
            <a:ext cx="333181" cy="465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89CB5087-8F1D-E513-D9B5-FAE8C250CB68}"/>
              </a:ext>
            </a:extLst>
          </p:cNvPr>
          <p:cNvSpPr txBox="1"/>
          <p:nvPr/>
        </p:nvSpPr>
        <p:spPr>
          <a:xfrm>
            <a:off x="5383676" y="3139348"/>
            <a:ext cx="579005" cy="307777"/>
          </a:xfrm>
          <a:prstGeom prst="rect">
            <a:avLst/>
          </a:prstGeom>
          <a:noFill/>
        </p:spPr>
        <p:txBody>
          <a:bodyPr wrap="none" rtlCol="0">
            <a:spAutoFit/>
          </a:bodyPr>
          <a:lstStyle/>
          <a:p>
            <a:r>
              <a:rPr lang="de-DE" b="0" i="0" u="none" strike="noStrike">
                <a:solidFill>
                  <a:srgbClr val="000000"/>
                </a:solidFill>
                <a:effectLst/>
                <a:latin typeface="+mj-lt"/>
              </a:rPr>
              <a:t>98 %</a:t>
            </a:r>
            <a:endParaRPr lang="de-DE">
              <a:latin typeface="+mj-lt"/>
            </a:endParaRPr>
          </a:p>
        </p:txBody>
      </p:sp>
      <p:sp>
        <p:nvSpPr>
          <p:cNvPr id="36" name="Abgerundetes Rechteck 35">
            <a:extLst>
              <a:ext uri="{FF2B5EF4-FFF2-40B4-BE49-F238E27FC236}">
                <a16:creationId xmlns:a16="http://schemas.microsoft.com/office/drawing/2014/main" id="{D4978443-D137-1115-3C00-44D9B41E3DEC}"/>
              </a:ext>
            </a:extLst>
          </p:cNvPr>
          <p:cNvSpPr/>
          <p:nvPr/>
        </p:nvSpPr>
        <p:spPr>
          <a:xfrm>
            <a:off x="6298573" y="4205582"/>
            <a:ext cx="1540003" cy="307778"/>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err="1"/>
              <a:t>low</a:t>
            </a:r>
            <a:endParaRPr lang="de-DE" sz="1200"/>
          </a:p>
        </p:txBody>
      </p:sp>
      <p:sp>
        <p:nvSpPr>
          <p:cNvPr id="37" name="Rechteck 36">
            <a:extLst>
              <a:ext uri="{FF2B5EF4-FFF2-40B4-BE49-F238E27FC236}">
                <a16:creationId xmlns:a16="http://schemas.microsoft.com/office/drawing/2014/main" id="{BE11C7CA-9226-C7BA-776E-B9AD9D1C0C53}"/>
              </a:ext>
            </a:extLst>
          </p:cNvPr>
          <p:cNvSpPr/>
          <p:nvPr/>
        </p:nvSpPr>
        <p:spPr>
          <a:xfrm>
            <a:off x="6274823" y="3803456"/>
            <a:ext cx="1603814" cy="307777"/>
          </a:xfrm>
          <a:prstGeom prst="rect">
            <a:avLst/>
          </a:prstGeom>
          <a:solidFill>
            <a:schemeClr val="tx1">
              <a:lumMod val="8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Stresslevel</a:t>
            </a:r>
          </a:p>
        </p:txBody>
      </p:sp>
    </p:spTree>
    <p:extLst>
      <p:ext uri="{BB962C8B-B14F-4D97-AF65-F5344CB8AC3E}">
        <p14:creationId xmlns:p14="http://schemas.microsoft.com/office/powerpoint/2010/main" val="1508879500"/>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5813C6-90CC-D8D2-7730-2EFE78C75C52}"/>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42D136A1-D8F1-FC0C-69AE-13C33E97CDF8}"/>
              </a:ext>
            </a:extLst>
          </p:cNvPr>
          <p:cNvPicPr>
            <a:picLocks noChangeAspect="1"/>
          </p:cNvPicPr>
          <p:nvPr/>
        </p:nvPicPr>
        <p:blipFill>
          <a:blip r:embed="rId2"/>
          <a:stretch>
            <a:fillRect/>
          </a:stretch>
        </p:blipFill>
        <p:spPr>
          <a:xfrm>
            <a:off x="505426" y="188498"/>
            <a:ext cx="8133147" cy="4766503"/>
          </a:xfrm>
          <a:prstGeom prst="rect">
            <a:avLst/>
          </a:prstGeom>
          <a:ln w="57150">
            <a:solidFill>
              <a:schemeClr val="bg1">
                <a:lumMod val="50000"/>
                <a:lumOff val="50000"/>
              </a:schemeClr>
            </a:solidFill>
          </a:ln>
        </p:spPr>
      </p:pic>
      <p:sp>
        <p:nvSpPr>
          <p:cNvPr id="8" name="Textfeld 7">
            <a:extLst>
              <a:ext uri="{FF2B5EF4-FFF2-40B4-BE49-F238E27FC236}">
                <a16:creationId xmlns:a16="http://schemas.microsoft.com/office/drawing/2014/main" id="{93F7FE61-8AE0-9D74-0313-2D064D64630F}"/>
              </a:ext>
            </a:extLst>
          </p:cNvPr>
          <p:cNvSpPr txBox="1"/>
          <p:nvPr/>
        </p:nvSpPr>
        <p:spPr>
          <a:xfrm>
            <a:off x="648393" y="-665018"/>
            <a:ext cx="184731" cy="307777"/>
          </a:xfrm>
          <a:prstGeom prst="rect">
            <a:avLst/>
          </a:prstGeom>
          <a:noFill/>
        </p:spPr>
        <p:txBody>
          <a:bodyPr wrap="none" rtlCol="0">
            <a:spAutoFit/>
          </a:bodyPr>
          <a:lstStyle/>
          <a:p>
            <a:endParaRPr lang="de-DE"/>
          </a:p>
        </p:txBody>
      </p:sp>
      <p:graphicFrame>
        <p:nvGraphicFramePr>
          <p:cNvPr id="9" name="Tabelle 8">
            <a:extLst>
              <a:ext uri="{FF2B5EF4-FFF2-40B4-BE49-F238E27FC236}">
                <a16:creationId xmlns:a16="http://schemas.microsoft.com/office/drawing/2014/main" id="{A5A810B3-0238-6386-0CB8-1C6076809A0E}"/>
              </a:ext>
            </a:extLst>
          </p:cNvPr>
          <p:cNvGraphicFramePr>
            <a:graphicFrameLocks noGrp="1"/>
          </p:cNvGraphicFramePr>
          <p:nvPr>
            <p:extLst>
              <p:ext uri="{D42A27DB-BD31-4B8C-83A1-F6EECF244321}">
                <p14:modId xmlns:p14="http://schemas.microsoft.com/office/powerpoint/2010/main" val="1033767021"/>
              </p:ext>
            </p:extLst>
          </p:nvPr>
        </p:nvGraphicFramePr>
        <p:xfrm>
          <a:off x="4256340" y="2188725"/>
          <a:ext cx="4220247" cy="2559056"/>
        </p:xfrm>
        <a:graphic>
          <a:graphicData uri="http://schemas.openxmlformats.org/drawingml/2006/table">
            <a:tbl>
              <a:tblPr/>
              <a:tblGrid>
                <a:gridCol w="1406749">
                  <a:extLst>
                    <a:ext uri="{9D8B030D-6E8A-4147-A177-3AD203B41FA5}">
                      <a16:colId xmlns:a16="http://schemas.microsoft.com/office/drawing/2014/main" val="2713317448"/>
                    </a:ext>
                  </a:extLst>
                </a:gridCol>
                <a:gridCol w="1406749">
                  <a:extLst>
                    <a:ext uri="{9D8B030D-6E8A-4147-A177-3AD203B41FA5}">
                      <a16:colId xmlns:a16="http://schemas.microsoft.com/office/drawing/2014/main" val="836522127"/>
                    </a:ext>
                  </a:extLst>
                </a:gridCol>
                <a:gridCol w="1406749">
                  <a:extLst>
                    <a:ext uri="{9D8B030D-6E8A-4147-A177-3AD203B41FA5}">
                      <a16:colId xmlns:a16="http://schemas.microsoft.com/office/drawing/2014/main" val="331345970"/>
                    </a:ext>
                  </a:extLst>
                </a:gridCol>
              </a:tblGrid>
              <a:tr h="490032">
                <a:tc>
                  <a:txBody>
                    <a:bodyPr/>
                    <a:lstStyle/>
                    <a:p>
                      <a:r>
                        <a:rPr lang="de-DE" sz="1200" b="1" err="1"/>
                        <a:t>Cabin</a:t>
                      </a:r>
                      <a:r>
                        <a:rPr lang="de-DE" sz="1200" b="1"/>
                        <a:t> </a:t>
                      </a:r>
                      <a:r>
                        <a:rPr lang="de-DE" sz="1200" b="1" err="1"/>
                        <a:t>Pressure</a:t>
                      </a:r>
                      <a:endParaRPr lang="de-DE" sz="1200"/>
                    </a:p>
                  </a:txBody>
                  <a:tcPr anchor="ctr">
                    <a:lnL>
                      <a:noFill/>
                    </a:lnL>
                    <a:lnR>
                      <a:noFill/>
                    </a:lnR>
                    <a:lnT>
                      <a:noFill/>
                    </a:lnT>
                    <a:lnB>
                      <a:noFill/>
                    </a:lnB>
                    <a:noFill/>
                  </a:tcPr>
                </a:tc>
                <a:tc>
                  <a:txBody>
                    <a:bodyPr/>
                    <a:lstStyle/>
                    <a:p>
                      <a:r>
                        <a:rPr lang="de-DE" sz="1200"/>
                        <a:t>101.3 kPa</a:t>
                      </a:r>
                    </a:p>
                  </a:txBody>
                  <a:tcPr anchor="ctr">
                    <a:lnL>
                      <a:noFill/>
                    </a:lnL>
                    <a:lnR>
                      <a:noFill/>
                    </a:lnR>
                    <a:lnT>
                      <a:noFill/>
                    </a:lnT>
                    <a:lnB>
                      <a:noFill/>
                    </a:lnB>
                    <a:noFill/>
                  </a:tcPr>
                </a:tc>
                <a:tc>
                  <a:txBody>
                    <a:bodyPr/>
                    <a:lstStyle/>
                    <a:p>
                      <a:r>
                        <a:rPr lang="de-DE" sz="1050" err="1"/>
                        <a:t>For</a:t>
                      </a:r>
                      <a:r>
                        <a:rPr lang="de-DE" sz="1050"/>
                        <a:t> </a:t>
                      </a:r>
                      <a:r>
                        <a:rPr lang="de-DE" sz="1050" err="1"/>
                        <a:t>safety</a:t>
                      </a:r>
                      <a:r>
                        <a:rPr lang="de-DE" sz="1050"/>
                        <a:t> </a:t>
                      </a:r>
                      <a:r>
                        <a:rPr lang="de-DE" sz="1050" err="1"/>
                        <a:t>monitoring</a:t>
                      </a:r>
                      <a:endParaRPr lang="de-DE" sz="1050"/>
                    </a:p>
                  </a:txBody>
                  <a:tcPr anchor="ctr">
                    <a:lnL>
                      <a:noFill/>
                    </a:lnL>
                    <a:lnR>
                      <a:noFill/>
                    </a:lnR>
                    <a:lnT>
                      <a:noFill/>
                    </a:lnT>
                    <a:lnB>
                      <a:noFill/>
                    </a:lnB>
                    <a:noFill/>
                  </a:tcPr>
                </a:tc>
                <a:extLst>
                  <a:ext uri="{0D108BD9-81ED-4DB2-BD59-A6C34878D82A}">
                    <a16:rowId xmlns:a16="http://schemas.microsoft.com/office/drawing/2014/main" val="193652530"/>
                  </a:ext>
                </a:extLst>
              </a:tr>
              <a:tr h="490032">
                <a:tc>
                  <a:txBody>
                    <a:bodyPr/>
                    <a:lstStyle/>
                    <a:p>
                      <a:r>
                        <a:rPr lang="de-DE" sz="1200" b="1" err="1"/>
                        <a:t>Cabin</a:t>
                      </a:r>
                      <a:r>
                        <a:rPr lang="de-DE" sz="1200" b="1"/>
                        <a:t> </a:t>
                      </a:r>
                      <a:r>
                        <a:rPr lang="de-DE" sz="1200" b="1" err="1"/>
                        <a:t>Temp</a:t>
                      </a:r>
                      <a:endParaRPr lang="de-DE" sz="1200"/>
                    </a:p>
                  </a:txBody>
                  <a:tcPr anchor="ctr">
                    <a:lnL>
                      <a:noFill/>
                    </a:lnL>
                    <a:lnR>
                      <a:noFill/>
                    </a:lnR>
                    <a:lnT>
                      <a:noFill/>
                    </a:lnT>
                    <a:lnB>
                      <a:noFill/>
                    </a:lnB>
                    <a:noFill/>
                  </a:tcPr>
                </a:tc>
                <a:tc>
                  <a:txBody>
                    <a:bodyPr/>
                    <a:lstStyle/>
                    <a:p>
                      <a:r>
                        <a:rPr lang="de-DE" sz="1200"/>
                        <a:t>22.0 °C</a:t>
                      </a:r>
                    </a:p>
                  </a:txBody>
                  <a:tcPr anchor="ctr">
                    <a:lnL>
                      <a:noFill/>
                    </a:lnL>
                    <a:lnR>
                      <a:noFill/>
                    </a:lnR>
                    <a:lnT>
                      <a:noFill/>
                    </a:lnT>
                    <a:lnB>
                      <a:noFill/>
                    </a:lnB>
                    <a:noFill/>
                  </a:tcPr>
                </a:tc>
                <a:tc>
                  <a:txBody>
                    <a:bodyPr/>
                    <a:lstStyle/>
                    <a:p>
                      <a:r>
                        <a:rPr lang="de-DE" sz="1050"/>
                        <a:t>Comfortable conditions</a:t>
                      </a:r>
                    </a:p>
                  </a:txBody>
                  <a:tcPr anchor="ctr">
                    <a:lnL>
                      <a:noFill/>
                    </a:lnL>
                    <a:lnR>
                      <a:noFill/>
                    </a:lnR>
                    <a:lnT>
                      <a:noFill/>
                    </a:lnT>
                    <a:lnB>
                      <a:noFill/>
                    </a:lnB>
                    <a:noFill/>
                  </a:tcPr>
                </a:tc>
                <a:extLst>
                  <a:ext uri="{0D108BD9-81ED-4DB2-BD59-A6C34878D82A}">
                    <a16:rowId xmlns:a16="http://schemas.microsoft.com/office/drawing/2014/main" val="9477389"/>
                  </a:ext>
                </a:extLst>
              </a:tr>
              <a:tr h="490032">
                <a:tc>
                  <a:txBody>
                    <a:bodyPr/>
                    <a:lstStyle/>
                    <a:p>
                      <a:r>
                        <a:rPr lang="de-DE" sz="1200" b="1"/>
                        <a:t>Outside Temp</a:t>
                      </a:r>
                      <a:endParaRPr lang="de-DE" sz="1200"/>
                    </a:p>
                  </a:txBody>
                  <a:tcPr anchor="ctr">
                    <a:lnL>
                      <a:noFill/>
                    </a:lnL>
                    <a:lnR>
                      <a:noFill/>
                    </a:lnR>
                    <a:lnT>
                      <a:noFill/>
                    </a:lnT>
                    <a:lnB>
                      <a:noFill/>
                    </a:lnB>
                    <a:noFill/>
                  </a:tcPr>
                </a:tc>
                <a:tc>
                  <a:txBody>
                    <a:bodyPr/>
                    <a:lstStyle/>
                    <a:p>
                      <a:r>
                        <a:rPr lang="de-DE" sz="1200"/>
                        <a:t>-270 °C</a:t>
                      </a:r>
                    </a:p>
                  </a:txBody>
                  <a:tcPr anchor="ctr">
                    <a:lnL>
                      <a:noFill/>
                    </a:lnL>
                    <a:lnR>
                      <a:noFill/>
                    </a:lnR>
                    <a:lnT>
                      <a:noFill/>
                    </a:lnT>
                    <a:lnB>
                      <a:noFill/>
                    </a:lnB>
                    <a:noFill/>
                  </a:tcPr>
                </a:tc>
                <a:tc>
                  <a:txBody>
                    <a:bodyPr/>
                    <a:lstStyle/>
                    <a:p>
                      <a:r>
                        <a:rPr lang="de-DE" sz="1050"/>
                        <a:t>Deep space environment</a:t>
                      </a:r>
                    </a:p>
                  </a:txBody>
                  <a:tcPr anchor="ctr">
                    <a:lnL>
                      <a:noFill/>
                    </a:lnL>
                    <a:lnR>
                      <a:noFill/>
                    </a:lnR>
                    <a:lnT>
                      <a:noFill/>
                    </a:lnT>
                    <a:lnB>
                      <a:noFill/>
                    </a:lnB>
                    <a:noFill/>
                  </a:tcPr>
                </a:tc>
                <a:extLst>
                  <a:ext uri="{0D108BD9-81ED-4DB2-BD59-A6C34878D82A}">
                    <a16:rowId xmlns:a16="http://schemas.microsoft.com/office/drawing/2014/main" val="1465871222"/>
                  </a:ext>
                </a:extLst>
              </a:tr>
              <a:tr h="544480">
                <a:tc>
                  <a:txBody>
                    <a:bodyPr/>
                    <a:lstStyle/>
                    <a:p>
                      <a:r>
                        <a:rPr lang="de-DE" sz="1200" b="1"/>
                        <a:t>Destination</a:t>
                      </a:r>
                      <a:endParaRPr lang="de-DE" sz="1200"/>
                    </a:p>
                  </a:txBody>
                  <a:tcPr anchor="ctr">
                    <a:lnL>
                      <a:noFill/>
                    </a:lnL>
                    <a:lnR>
                      <a:noFill/>
                    </a:lnR>
                    <a:lnT>
                      <a:noFill/>
                    </a:lnT>
                    <a:lnB>
                      <a:noFill/>
                    </a:lnB>
                    <a:noFill/>
                  </a:tcPr>
                </a:tc>
                <a:tc>
                  <a:txBody>
                    <a:bodyPr/>
                    <a:lstStyle/>
                    <a:p>
                      <a:r>
                        <a:rPr lang="de-DE" sz="1200"/>
                        <a:t>Earth – Spaceport NYC</a:t>
                      </a:r>
                    </a:p>
                  </a:txBody>
                  <a:tcPr anchor="ctr">
                    <a:lnL>
                      <a:noFill/>
                    </a:lnL>
                    <a:lnR>
                      <a:noFill/>
                    </a:lnR>
                    <a:lnT>
                      <a:noFill/>
                    </a:lnT>
                    <a:lnB>
                      <a:noFill/>
                    </a:lnB>
                    <a:noFill/>
                  </a:tcPr>
                </a:tc>
                <a:tc>
                  <a:txBody>
                    <a:bodyPr/>
                    <a:lstStyle/>
                    <a:p>
                      <a:r>
                        <a:rPr lang="de-DE" sz="1050"/>
                        <a:t>Future landing site</a:t>
                      </a:r>
                    </a:p>
                  </a:txBody>
                  <a:tcPr anchor="ctr">
                    <a:lnL>
                      <a:noFill/>
                    </a:lnL>
                    <a:lnR>
                      <a:noFill/>
                    </a:lnR>
                    <a:lnT>
                      <a:noFill/>
                    </a:lnT>
                    <a:lnB>
                      <a:noFill/>
                    </a:lnB>
                    <a:noFill/>
                  </a:tcPr>
                </a:tc>
                <a:extLst>
                  <a:ext uri="{0D108BD9-81ED-4DB2-BD59-A6C34878D82A}">
                    <a16:rowId xmlns:a16="http://schemas.microsoft.com/office/drawing/2014/main" val="3794175159"/>
                  </a:ext>
                </a:extLst>
              </a:tr>
              <a:tr h="544480">
                <a:tc>
                  <a:txBody>
                    <a:bodyPr/>
                    <a:lstStyle/>
                    <a:p>
                      <a:r>
                        <a:rPr lang="de-DE" sz="1200" b="1"/>
                        <a:t>ETA (Earth Time)</a:t>
                      </a:r>
                      <a:endParaRPr lang="de-DE" sz="1200"/>
                    </a:p>
                  </a:txBody>
                  <a:tcPr anchor="ctr">
                    <a:lnL>
                      <a:noFill/>
                    </a:lnL>
                    <a:lnR>
                      <a:noFill/>
                    </a:lnR>
                    <a:lnT>
                      <a:noFill/>
                    </a:lnT>
                    <a:lnB>
                      <a:noFill/>
                    </a:lnB>
                    <a:noFill/>
                  </a:tcPr>
                </a:tc>
                <a:tc>
                  <a:txBody>
                    <a:bodyPr/>
                    <a:lstStyle/>
                    <a:p>
                      <a:r>
                        <a:rPr lang="de-DE" sz="1200"/>
                        <a:t>06:00 UTC</a:t>
                      </a:r>
                    </a:p>
                  </a:txBody>
                  <a:tcPr anchor="ctr">
                    <a:lnL>
                      <a:noFill/>
                    </a:lnL>
                    <a:lnR>
                      <a:noFill/>
                    </a:lnR>
                    <a:lnT>
                      <a:noFill/>
                    </a:lnT>
                    <a:lnB>
                      <a:noFill/>
                    </a:lnB>
                    <a:noFill/>
                  </a:tcPr>
                </a:tc>
                <a:tc>
                  <a:txBody>
                    <a:bodyPr/>
                    <a:lstStyle/>
                    <a:p>
                      <a:r>
                        <a:rPr lang="de-DE" sz="1050" err="1"/>
                        <a:t>Projected</a:t>
                      </a:r>
                      <a:r>
                        <a:rPr lang="de-DE" sz="1050"/>
                        <a:t> </a:t>
                      </a:r>
                      <a:r>
                        <a:rPr lang="de-DE" sz="1050" err="1"/>
                        <a:t>landing</a:t>
                      </a:r>
                      <a:r>
                        <a:rPr lang="de-DE" sz="1050"/>
                        <a:t> time</a:t>
                      </a:r>
                    </a:p>
                  </a:txBody>
                  <a:tcPr anchor="ctr">
                    <a:lnL>
                      <a:noFill/>
                    </a:lnL>
                    <a:lnR>
                      <a:noFill/>
                    </a:lnR>
                    <a:lnT>
                      <a:noFill/>
                    </a:lnT>
                    <a:lnB>
                      <a:noFill/>
                    </a:lnB>
                    <a:noFill/>
                  </a:tcPr>
                </a:tc>
                <a:extLst>
                  <a:ext uri="{0D108BD9-81ED-4DB2-BD59-A6C34878D82A}">
                    <a16:rowId xmlns:a16="http://schemas.microsoft.com/office/drawing/2014/main" val="790847240"/>
                  </a:ext>
                </a:extLst>
              </a:tr>
            </a:tbl>
          </a:graphicData>
        </a:graphic>
      </p:graphicFrame>
      <p:graphicFrame>
        <p:nvGraphicFramePr>
          <p:cNvPr id="15" name="Diagramm 14">
            <a:extLst>
              <a:ext uri="{FF2B5EF4-FFF2-40B4-BE49-F238E27FC236}">
                <a16:creationId xmlns:a16="http://schemas.microsoft.com/office/drawing/2014/main" id="{8D7C1658-DE70-BA39-14A2-81BB4F76093F}"/>
              </a:ext>
            </a:extLst>
          </p:cNvPr>
          <p:cNvGraphicFramePr/>
          <p:nvPr>
            <p:extLst>
              <p:ext uri="{D42A27DB-BD31-4B8C-83A1-F6EECF244321}">
                <p14:modId xmlns:p14="http://schemas.microsoft.com/office/powerpoint/2010/main" val="2726970486"/>
              </p:ext>
            </p:extLst>
          </p:nvPr>
        </p:nvGraphicFramePr>
        <p:xfrm>
          <a:off x="1245522" y="2165667"/>
          <a:ext cx="2939566" cy="2559056"/>
        </p:xfrm>
        <a:graphic>
          <a:graphicData uri="http://schemas.openxmlformats.org/drawingml/2006/chart">
            <c:chart xmlns:c="http://schemas.openxmlformats.org/drawingml/2006/chart" xmlns:r="http://schemas.openxmlformats.org/officeDocument/2006/relationships" r:id="rId3"/>
          </a:graphicData>
        </a:graphic>
      </p:graphicFrame>
      <p:cxnSp>
        <p:nvCxnSpPr>
          <p:cNvPr id="17" name="Gerade Verbindung 16">
            <a:extLst>
              <a:ext uri="{FF2B5EF4-FFF2-40B4-BE49-F238E27FC236}">
                <a16:creationId xmlns:a16="http://schemas.microsoft.com/office/drawing/2014/main" id="{8AFC936D-434D-C52B-C82B-0969A1071145}"/>
              </a:ext>
            </a:extLst>
          </p:cNvPr>
          <p:cNvCxnSpPr>
            <a:cxnSpLocks/>
          </p:cNvCxnSpPr>
          <p:nvPr/>
        </p:nvCxnSpPr>
        <p:spPr>
          <a:xfrm>
            <a:off x="4113838" y="2212475"/>
            <a:ext cx="0" cy="25115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Grafik 19" descr="Markierung Silhouette">
            <a:extLst>
              <a:ext uri="{FF2B5EF4-FFF2-40B4-BE49-F238E27FC236}">
                <a16:creationId xmlns:a16="http://schemas.microsoft.com/office/drawing/2014/main" id="{904B8111-A114-A7AA-C368-BA9F4059E66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63002" y="732586"/>
            <a:ext cx="687003" cy="687003"/>
          </a:xfrm>
          <a:prstGeom prst="rect">
            <a:avLst/>
          </a:prstGeom>
        </p:spPr>
      </p:pic>
      <p:sp>
        <p:nvSpPr>
          <p:cNvPr id="21" name="Textfeld 20">
            <a:extLst>
              <a:ext uri="{FF2B5EF4-FFF2-40B4-BE49-F238E27FC236}">
                <a16:creationId xmlns:a16="http://schemas.microsoft.com/office/drawing/2014/main" id="{E3FB8304-FB75-B67C-FE87-5F7204ECAD0D}"/>
              </a:ext>
            </a:extLst>
          </p:cNvPr>
          <p:cNvSpPr txBox="1"/>
          <p:nvPr/>
        </p:nvSpPr>
        <p:spPr>
          <a:xfrm>
            <a:off x="2351817" y="891421"/>
            <a:ext cx="1762021" cy="369332"/>
          </a:xfrm>
          <a:prstGeom prst="rect">
            <a:avLst/>
          </a:prstGeom>
          <a:noFill/>
        </p:spPr>
        <p:txBody>
          <a:bodyPr wrap="none" rtlCol="0">
            <a:spAutoFit/>
          </a:bodyPr>
          <a:lstStyle/>
          <a:p>
            <a:r>
              <a:rPr lang="de-DE" sz="1800" b="1">
                <a:solidFill>
                  <a:schemeClr val="tx1"/>
                </a:solidFill>
              </a:rPr>
              <a:t>Over Australia</a:t>
            </a:r>
          </a:p>
        </p:txBody>
      </p:sp>
      <p:sp>
        <p:nvSpPr>
          <p:cNvPr id="22" name="Textfeld 21">
            <a:extLst>
              <a:ext uri="{FF2B5EF4-FFF2-40B4-BE49-F238E27FC236}">
                <a16:creationId xmlns:a16="http://schemas.microsoft.com/office/drawing/2014/main" id="{48AF0F14-C926-A9B0-BF4C-7DBE8525B77E}"/>
              </a:ext>
            </a:extLst>
          </p:cNvPr>
          <p:cNvSpPr txBox="1"/>
          <p:nvPr/>
        </p:nvSpPr>
        <p:spPr>
          <a:xfrm>
            <a:off x="6127433" y="891421"/>
            <a:ext cx="1685077" cy="369332"/>
          </a:xfrm>
          <a:prstGeom prst="rect">
            <a:avLst/>
          </a:prstGeom>
          <a:noFill/>
        </p:spPr>
        <p:txBody>
          <a:bodyPr wrap="none" rtlCol="0">
            <a:spAutoFit/>
          </a:bodyPr>
          <a:lstStyle/>
          <a:p>
            <a:r>
              <a:rPr lang="de-DE" sz="1800" b="1">
                <a:solidFill>
                  <a:schemeClr val="tx1"/>
                </a:solidFill>
              </a:rPr>
              <a:t>Orbital Speed</a:t>
            </a:r>
          </a:p>
        </p:txBody>
      </p:sp>
      <p:sp>
        <p:nvSpPr>
          <p:cNvPr id="23" name="Textfeld 22">
            <a:extLst>
              <a:ext uri="{FF2B5EF4-FFF2-40B4-BE49-F238E27FC236}">
                <a16:creationId xmlns:a16="http://schemas.microsoft.com/office/drawing/2014/main" id="{28CA24A4-DAF7-3610-3A7A-CAC95A08F752}"/>
              </a:ext>
            </a:extLst>
          </p:cNvPr>
          <p:cNvSpPr txBox="1"/>
          <p:nvPr/>
        </p:nvSpPr>
        <p:spPr>
          <a:xfrm>
            <a:off x="4928066" y="917140"/>
            <a:ext cx="1199367" cy="307777"/>
          </a:xfrm>
          <a:prstGeom prst="rect">
            <a:avLst/>
          </a:prstGeom>
          <a:noFill/>
        </p:spPr>
        <p:txBody>
          <a:bodyPr wrap="none" rtlCol="0">
            <a:spAutoFit/>
          </a:bodyPr>
          <a:lstStyle/>
          <a:p>
            <a:r>
              <a:rPr lang="de-DE" b="1" i="0" u="none" strike="noStrike">
                <a:solidFill>
                  <a:schemeClr val="tx1"/>
                </a:solidFill>
                <a:effectLst/>
                <a:latin typeface="+mj-lt"/>
              </a:rPr>
              <a:t>27,500 km/h</a:t>
            </a:r>
            <a:endParaRPr lang="de-DE" b="1">
              <a:solidFill>
                <a:schemeClr val="tx1"/>
              </a:solidFill>
              <a:latin typeface="+mj-lt"/>
            </a:endParaRPr>
          </a:p>
        </p:txBody>
      </p:sp>
      <p:grpSp>
        <p:nvGrpSpPr>
          <p:cNvPr id="24" name="Gruppieren 23">
            <a:extLst>
              <a:ext uri="{FF2B5EF4-FFF2-40B4-BE49-F238E27FC236}">
                <a16:creationId xmlns:a16="http://schemas.microsoft.com/office/drawing/2014/main" id="{D6BFA4FD-36B3-2580-F3E4-6664EBA1E554}"/>
              </a:ext>
            </a:extLst>
          </p:cNvPr>
          <p:cNvGrpSpPr/>
          <p:nvPr/>
        </p:nvGrpSpPr>
        <p:grpSpPr>
          <a:xfrm>
            <a:off x="810358" y="721523"/>
            <a:ext cx="721559" cy="516360"/>
            <a:chOff x="799898" y="1817225"/>
            <a:chExt cx="868101" cy="601884"/>
          </a:xfrm>
        </p:grpSpPr>
        <p:sp>
          <p:nvSpPr>
            <p:cNvPr id="25" name="Rechteck 24">
              <a:extLst>
                <a:ext uri="{FF2B5EF4-FFF2-40B4-BE49-F238E27FC236}">
                  <a16:creationId xmlns:a16="http://schemas.microsoft.com/office/drawing/2014/main" id="{846FA80D-9BF4-BC2C-0514-DB6F72664318}"/>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6" name="Textfeld 25">
              <a:extLst>
                <a:ext uri="{FF2B5EF4-FFF2-40B4-BE49-F238E27FC236}">
                  <a16:creationId xmlns:a16="http://schemas.microsoft.com/office/drawing/2014/main" id="{CC7D296E-8EAA-C1A9-23D3-C1C50E718643}"/>
                </a:ext>
              </a:extLst>
            </p:cNvPr>
            <p:cNvSpPr txBox="1"/>
            <p:nvPr/>
          </p:nvSpPr>
          <p:spPr>
            <a:xfrm>
              <a:off x="894427" y="2053528"/>
              <a:ext cx="702381" cy="358754"/>
            </a:xfrm>
            <a:prstGeom prst="rect">
              <a:avLst/>
            </a:prstGeom>
            <a:noFill/>
          </p:spPr>
          <p:txBody>
            <a:bodyPr wrap="none" lIns="91440" tIns="45720" rIns="91440" bIns="45720" rtlCol="0" anchor="t">
              <a:spAutoFit/>
            </a:bodyPr>
            <a:lstStyle/>
            <a:p>
              <a:r>
                <a:rPr lang="de-DE">
                  <a:solidFill>
                    <a:schemeClr val="tx1"/>
                  </a:solidFill>
                </a:rPr>
                <a:t>Back</a:t>
              </a:r>
            </a:p>
          </p:txBody>
        </p:sp>
        <p:cxnSp>
          <p:nvCxnSpPr>
            <p:cNvPr id="27" name="Gerade Verbindung mit Pfeil 26">
              <a:extLst>
                <a:ext uri="{FF2B5EF4-FFF2-40B4-BE49-F238E27FC236}">
                  <a16:creationId xmlns:a16="http://schemas.microsoft.com/office/drawing/2014/main" id="{DE5AE30A-F97E-3629-01C7-F96FF77B7F11}"/>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8762429"/>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AF1590-BE89-E0C5-7E88-45A10A40FFB3}"/>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E9D7FC2A-CCEB-0AD2-9EE9-7B3D28332F05}"/>
              </a:ext>
            </a:extLst>
          </p:cNvPr>
          <p:cNvPicPr>
            <a:picLocks noChangeAspect="1"/>
          </p:cNvPicPr>
          <p:nvPr/>
        </p:nvPicPr>
        <p:blipFill>
          <a:blip r:embed="rId2"/>
          <a:stretch>
            <a:fillRect/>
          </a:stretch>
        </p:blipFill>
        <p:spPr>
          <a:xfrm>
            <a:off x="505426" y="188498"/>
            <a:ext cx="8133147" cy="4766503"/>
          </a:xfrm>
          <a:prstGeom prst="rect">
            <a:avLst/>
          </a:prstGeom>
          <a:ln w="57150">
            <a:solidFill>
              <a:schemeClr val="bg1">
                <a:lumMod val="50000"/>
                <a:lumOff val="50000"/>
              </a:schemeClr>
            </a:solidFill>
          </a:ln>
        </p:spPr>
      </p:pic>
      <p:pic>
        <p:nvPicPr>
          <p:cNvPr id="2053" name="Picture 5" descr="Blick auf den Planeten Erde aus dem Weltraum. Original von der NASA. von  Dina Dankers">
            <a:extLst>
              <a:ext uri="{FF2B5EF4-FFF2-40B4-BE49-F238E27FC236}">
                <a16:creationId xmlns:a16="http://schemas.microsoft.com/office/drawing/2014/main" id="{D7788A73-1AAC-2E8D-AE2A-F786A1E24B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9712" y="2226388"/>
            <a:ext cx="2285326" cy="2212608"/>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pic>
        <p:nvPicPr>
          <p:cNvPr id="2055" name="Picture 7" descr="So fantastisch schön ist unsere Erde von der ISS aus">
            <a:extLst>
              <a:ext uri="{FF2B5EF4-FFF2-40B4-BE49-F238E27FC236}">
                <a16:creationId xmlns:a16="http://schemas.microsoft.com/office/drawing/2014/main" id="{20A45AD8-25B7-6807-7CEF-1D3F17DE8E1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499" r="25921"/>
          <a:stretch/>
        </p:blipFill>
        <p:spPr bwMode="auto">
          <a:xfrm>
            <a:off x="5355892" y="2176512"/>
            <a:ext cx="2298752" cy="2342351"/>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FFD81CD1-B72F-8251-6702-4306BF5F0A84}"/>
              </a:ext>
            </a:extLst>
          </p:cNvPr>
          <p:cNvSpPr txBox="1"/>
          <p:nvPr/>
        </p:nvSpPr>
        <p:spPr>
          <a:xfrm>
            <a:off x="2876696" y="4189747"/>
            <a:ext cx="1606530" cy="276999"/>
          </a:xfrm>
          <a:prstGeom prst="rect">
            <a:avLst/>
          </a:prstGeom>
          <a:noFill/>
        </p:spPr>
        <p:txBody>
          <a:bodyPr wrap="none" rtlCol="0">
            <a:spAutoFit/>
          </a:bodyPr>
          <a:lstStyle/>
          <a:p>
            <a:r>
              <a:rPr lang="de-DE" sz="1200">
                <a:solidFill>
                  <a:schemeClr val="tx1"/>
                </a:solidFill>
              </a:rPr>
              <a:t>05-12-2025 11:34:22</a:t>
            </a:r>
          </a:p>
        </p:txBody>
      </p:sp>
      <p:sp>
        <p:nvSpPr>
          <p:cNvPr id="14" name="Rechteck 13">
            <a:extLst>
              <a:ext uri="{FF2B5EF4-FFF2-40B4-BE49-F238E27FC236}">
                <a16:creationId xmlns:a16="http://schemas.microsoft.com/office/drawing/2014/main" id="{48ABD755-1651-5190-CA8B-30FC8FB83BB5}"/>
              </a:ext>
            </a:extLst>
          </p:cNvPr>
          <p:cNvSpPr/>
          <p:nvPr/>
        </p:nvSpPr>
        <p:spPr>
          <a:xfrm>
            <a:off x="2854271" y="1311680"/>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3" name="Textfeld 12">
            <a:extLst>
              <a:ext uri="{FF2B5EF4-FFF2-40B4-BE49-F238E27FC236}">
                <a16:creationId xmlns:a16="http://schemas.microsoft.com/office/drawing/2014/main" id="{8DC6D377-9A84-BA87-C27E-7575FF257E52}"/>
              </a:ext>
            </a:extLst>
          </p:cNvPr>
          <p:cNvSpPr txBox="1"/>
          <p:nvPr/>
        </p:nvSpPr>
        <p:spPr>
          <a:xfrm>
            <a:off x="6097989" y="4278372"/>
            <a:ext cx="1606530" cy="276999"/>
          </a:xfrm>
          <a:prstGeom prst="rect">
            <a:avLst/>
          </a:prstGeom>
          <a:noFill/>
        </p:spPr>
        <p:txBody>
          <a:bodyPr wrap="none" rtlCol="0">
            <a:spAutoFit/>
          </a:bodyPr>
          <a:lstStyle/>
          <a:p>
            <a:r>
              <a:rPr lang="de-DE" sz="1200">
                <a:solidFill>
                  <a:schemeClr val="tx1"/>
                </a:solidFill>
              </a:rPr>
              <a:t>05-12-2025 11:34:22</a:t>
            </a:r>
          </a:p>
        </p:txBody>
      </p:sp>
      <p:sp>
        <p:nvSpPr>
          <p:cNvPr id="15" name="Rechteck 14">
            <a:extLst>
              <a:ext uri="{FF2B5EF4-FFF2-40B4-BE49-F238E27FC236}">
                <a16:creationId xmlns:a16="http://schemas.microsoft.com/office/drawing/2014/main" id="{C2F0ABAB-2F24-E394-07B2-E8A1C101FF72}"/>
              </a:ext>
            </a:extLst>
          </p:cNvPr>
          <p:cNvSpPr/>
          <p:nvPr/>
        </p:nvSpPr>
        <p:spPr>
          <a:xfrm>
            <a:off x="6083028" y="1333356"/>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7" name="Textfeld 6">
            <a:extLst>
              <a:ext uri="{FF2B5EF4-FFF2-40B4-BE49-F238E27FC236}">
                <a16:creationId xmlns:a16="http://schemas.microsoft.com/office/drawing/2014/main" id="{C4B20418-3F75-4160-1704-730707C186AD}"/>
              </a:ext>
            </a:extLst>
          </p:cNvPr>
          <p:cNvSpPr txBox="1"/>
          <p:nvPr/>
        </p:nvSpPr>
        <p:spPr>
          <a:xfrm>
            <a:off x="2884093" y="1443345"/>
            <a:ext cx="800219" cy="338554"/>
          </a:xfrm>
          <a:prstGeom prst="rect">
            <a:avLst/>
          </a:prstGeom>
          <a:noFill/>
        </p:spPr>
        <p:txBody>
          <a:bodyPr wrap="none" rtlCol="0">
            <a:spAutoFit/>
          </a:bodyPr>
          <a:lstStyle/>
          <a:p>
            <a:r>
              <a:rPr lang="de-DE" sz="1600" b="1">
                <a:ln w="0"/>
                <a:solidFill>
                  <a:schemeClr val="tx1"/>
                </a:solidFill>
                <a:effectLst>
                  <a:outerShdw blurRad="38100" dist="19050" dir="2700000" algn="tl" rotWithShape="0">
                    <a:schemeClr val="dk1">
                      <a:alpha val="40000"/>
                    </a:schemeClr>
                  </a:outerShdw>
                </a:effectLst>
              </a:rPr>
              <a:t>Cam 1</a:t>
            </a:r>
            <a:endParaRPr lang="de-DE" sz="1600" b="1">
              <a:ln w="22225">
                <a:solidFill>
                  <a:schemeClr val="accent2"/>
                </a:solidFill>
                <a:prstDash val="solid"/>
              </a:ln>
              <a:solidFill>
                <a:schemeClr val="accent2">
                  <a:lumMod val="40000"/>
                  <a:lumOff val="60000"/>
                </a:schemeClr>
              </a:solidFill>
            </a:endParaRPr>
          </a:p>
        </p:txBody>
      </p:sp>
      <p:sp>
        <p:nvSpPr>
          <p:cNvPr id="8" name="Textfeld 7">
            <a:extLst>
              <a:ext uri="{FF2B5EF4-FFF2-40B4-BE49-F238E27FC236}">
                <a16:creationId xmlns:a16="http://schemas.microsoft.com/office/drawing/2014/main" id="{3BEA1F0B-C9E0-4BBC-7803-F7DA3BC6A2EF}"/>
              </a:ext>
            </a:extLst>
          </p:cNvPr>
          <p:cNvSpPr txBox="1"/>
          <p:nvPr/>
        </p:nvSpPr>
        <p:spPr>
          <a:xfrm>
            <a:off x="6105159" y="1465021"/>
            <a:ext cx="800219" cy="338554"/>
          </a:xfrm>
          <a:prstGeom prst="rect">
            <a:avLst/>
          </a:prstGeom>
          <a:noFill/>
        </p:spPr>
        <p:txBody>
          <a:bodyPr wrap="none" rtlCol="0">
            <a:spAutoFit/>
          </a:bodyPr>
          <a:lstStyle/>
          <a:p>
            <a:r>
              <a:rPr lang="de-DE" sz="1600" b="1">
                <a:ln w="0"/>
                <a:solidFill>
                  <a:schemeClr val="tx1"/>
                </a:solidFill>
                <a:effectLst>
                  <a:outerShdw blurRad="38100" dist="19050" dir="2700000" algn="tl" rotWithShape="0">
                    <a:schemeClr val="dk1">
                      <a:alpha val="40000"/>
                    </a:schemeClr>
                  </a:outerShdw>
                </a:effectLst>
              </a:rPr>
              <a:t>Cam 2</a:t>
            </a:r>
            <a:endParaRPr lang="de-DE" sz="1600" b="1">
              <a:ln w="22225">
                <a:solidFill>
                  <a:schemeClr val="accent2"/>
                </a:solidFill>
                <a:prstDash val="solid"/>
              </a:ln>
              <a:solidFill>
                <a:schemeClr val="accent2">
                  <a:lumMod val="40000"/>
                  <a:lumOff val="60000"/>
                </a:schemeClr>
              </a:solidFill>
            </a:endParaRPr>
          </a:p>
        </p:txBody>
      </p:sp>
      <p:grpSp>
        <p:nvGrpSpPr>
          <p:cNvPr id="16" name="Gruppieren 15">
            <a:extLst>
              <a:ext uri="{FF2B5EF4-FFF2-40B4-BE49-F238E27FC236}">
                <a16:creationId xmlns:a16="http://schemas.microsoft.com/office/drawing/2014/main" id="{B0DFF2F7-2ADF-F171-BD41-9D2783DC4BDC}"/>
              </a:ext>
            </a:extLst>
          </p:cNvPr>
          <p:cNvGrpSpPr/>
          <p:nvPr/>
        </p:nvGrpSpPr>
        <p:grpSpPr>
          <a:xfrm>
            <a:off x="810358" y="721523"/>
            <a:ext cx="721559" cy="516360"/>
            <a:chOff x="799898" y="1817225"/>
            <a:chExt cx="868101" cy="601884"/>
          </a:xfrm>
        </p:grpSpPr>
        <p:sp>
          <p:nvSpPr>
            <p:cNvPr id="17" name="Rechteck 16">
              <a:extLst>
                <a:ext uri="{FF2B5EF4-FFF2-40B4-BE49-F238E27FC236}">
                  <a16:creationId xmlns:a16="http://schemas.microsoft.com/office/drawing/2014/main" id="{FBDDB985-FB76-178F-F3AB-1472478BA60C}"/>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8" name="Textfeld 17">
              <a:extLst>
                <a:ext uri="{FF2B5EF4-FFF2-40B4-BE49-F238E27FC236}">
                  <a16:creationId xmlns:a16="http://schemas.microsoft.com/office/drawing/2014/main" id="{DFE71187-A2AE-5EA6-8F5F-01BAA89A0088}"/>
                </a:ext>
              </a:extLst>
            </p:cNvPr>
            <p:cNvSpPr txBox="1"/>
            <p:nvPr/>
          </p:nvSpPr>
          <p:spPr>
            <a:xfrm>
              <a:off x="894427" y="2053528"/>
              <a:ext cx="583814" cy="307777"/>
            </a:xfrm>
            <a:prstGeom prst="rect">
              <a:avLst/>
            </a:prstGeom>
            <a:noFill/>
          </p:spPr>
          <p:txBody>
            <a:bodyPr wrap="none" rtlCol="0">
              <a:spAutoFit/>
            </a:bodyPr>
            <a:lstStyle/>
            <a:p>
              <a:r>
                <a:rPr lang="de-DE">
                  <a:solidFill>
                    <a:schemeClr val="tx1"/>
                  </a:solidFill>
                </a:rPr>
                <a:t>Back</a:t>
              </a:r>
            </a:p>
          </p:txBody>
        </p:sp>
        <p:cxnSp>
          <p:nvCxnSpPr>
            <p:cNvPr id="19" name="Gerade Verbindung mit Pfeil 18">
              <a:extLst>
                <a:ext uri="{FF2B5EF4-FFF2-40B4-BE49-F238E27FC236}">
                  <a16:creationId xmlns:a16="http://schemas.microsoft.com/office/drawing/2014/main" id="{38A1B9A8-E4A1-B7CA-A729-20C040E9A112}"/>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69863129"/>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DBBC64A-7AF8-B3B8-87E3-3AC20901D9F1}"/>
            </a:ext>
          </a:extLst>
        </p:cNvPr>
        <p:cNvGrpSpPr/>
        <p:nvPr/>
      </p:nvGrpSpPr>
      <p:grpSpPr>
        <a:xfrm>
          <a:off x="0" y="0"/>
          <a:ext cx="0" cy="0"/>
          <a:chOff x="0" y="0"/>
          <a:chExt cx="0" cy="0"/>
        </a:xfrm>
      </p:grpSpPr>
      <p:pic>
        <p:nvPicPr>
          <p:cNvPr id="3" name="Grafik 2" descr="Ein Bild, das Astronomie, Universum, Raum, Astronomisches Objekt enthält.&#10;&#10;KI-generierte Inhalte können fehlerhaft sein.">
            <a:extLst>
              <a:ext uri="{FF2B5EF4-FFF2-40B4-BE49-F238E27FC236}">
                <a16:creationId xmlns:a16="http://schemas.microsoft.com/office/drawing/2014/main" id="{24F43602-E4CA-B017-FDFB-B2E7D8345CEA}"/>
              </a:ext>
            </a:extLst>
          </p:cNvPr>
          <p:cNvPicPr>
            <a:picLocks noChangeAspect="1"/>
          </p:cNvPicPr>
          <p:nvPr/>
        </p:nvPicPr>
        <p:blipFill>
          <a:blip r:embed="rId2"/>
          <a:stretch>
            <a:fillRect/>
          </a:stretch>
        </p:blipFill>
        <p:spPr>
          <a:xfrm>
            <a:off x="505426" y="188498"/>
            <a:ext cx="8133147" cy="4766503"/>
          </a:xfrm>
          <a:prstGeom prst="rect">
            <a:avLst/>
          </a:prstGeom>
          <a:ln w="57150">
            <a:solidFill>
              <a:schemeClr val="bg1">
                <a:lumMod val="50000"/>
                <a:lumOff val="50000"/>
              </a:schemeClr>
            </a:solidFill>
          </a:ln>
        </p:spPr>
      </p:pic>
      <p:pic>
        <p:nvPicPr>
          <p:cNvPr id="1026" name="Picture 2">
            <a:extLst>
              <a:ext uri="{FF2B5EF4-FFF2-40B4-BE49-F238E27FC236}">
                <a16:creationId xmlns:a16="http://schemas.microsoft.com/office/drawing/2014/main" id="{E656036E-65D6-4545-4BFE-2E066E0D6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6129" y="926632"/>
            <a:ext cx="1093404" cy="1093404"/>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a:extLst>
              <a:ext uri="{FF2B5EF4-FFF2-40B4-BE49-F238E27FC236}">
                <a16:creationId xmlns:a16="http://schemas.microsoft.com/office/drawing/2014/main" id="{0DC2B0F8-04D0-E4DF-EC90-EC703F2FF656}"/>
              </a:ext>
            </a:extLst>
          </p:cNvPr>
          <p:cNvSpPr txBox="1"/>
          <p:nvPr/>
        </p:nvSpPr>
        <p:spPr>
          <a:xfrm>
            <a:off x="2281310" y="2233195"/>
            <a:ext cx="880369" cy="338554"/>
          </a:xfrm>
          <a:prstGeom prst="rect">
            <a:avLst/>
          </a:prstGeom>
          <a:noFill/>
        </p:spPr>
        <p:txBody>
          <a:bodyPr wrap="none" rtlCol="0">
            <a:spAutoFit/>
          </a:bodyPr>
          <a:lstStyle/>
          <a:p>
            <a:r>
              <a:rPr lang="de-DE" sz="1600" b="1">
                <a:solidFill>
                  <a:schemeClr val="tx1"/>
                </a:solidFill>
              </a:rPr>
              <a:t>Spotify</a:t>
            </a:r>
          </a:p>
        </p:txBody>
      </p:sp>
      <p:pic>
        <p:nvPicPr>
          <p:cNvPr id="1028" name="Picture 4">
            <a:extLst>
              <a:ext uri="{FF2B5EF4-FFF2-40B4-BE49-F238E27FC236}">
                <a16:creationId xmlns:a16="http://schemas.microsoft.com/office/drawing/2014/main" id="{598F83F5-0D6B-71AA-C97A-1062C4012B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0396" y="996743"/>
            <a:ext cx="1093405" cy="1093405"/>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a:extLst>
              <a:ext uri="{FF2B5EF4-FFF2-40B4-BE49-F238E27FC236}">
                <a16:creationId xmlns:a16="http://schemas.microsoft.com/office/drawing/2014/main" id="{40FF8497-D5FC-E258-3C1D-3BB58432ED22}"/>
              </a:ext>
            </a:extLst>
          </p:cNvPr>
          <p:cNvSpPr txBox="1"/>
          <p:nvPr/>
        </p:nvSpPr>
        <p:spPr>
          <a:xfrm>
            <a:off x="4062115" y="2259425"/>
            <a:ext cx="1335622" cy="338554"/>
          </a:xfrm>
          <a:prstGeom prst="rect">
            <a:avLst/>
          </a:prstGeom>
          <a:noFill/>
        </p:spPr>
        <p:txBody>
          <a:bodyPr wrap="none" rtlCol="0">
            <a:spAutoFit/>
          </a:bodyPr>
          <a:lstStyle/>
          <a:p>
            <a:r>
              <a:rPr lang="de-DE" sz="1600" b="1" err="1">
                <a:solidFill>
                  <a:schemeClr val="tx1"/>
                </a:solidFill>
              </a:rPr>
              <a:t>AppleMusic</a:t>
            </a:r>
            <a:endParaRPr lang="de-DE" sz="1600" b="1">
              <a:solidFill>
                <a:schemeClr val="tx1"/>
              </a:solidFill>
            </a:endParaRPr>
          </a:p>
        </p:txBody>
      </p:sp>
      <p:pic>
        <p:nvPicPr>
          <p:cNvPr id="1030" name="Picture 6" descr="Amazon music Icons, Logos, Symbole – Kostenloser Download PNG, SVG">
            <a:extLst>
              <a:ext uri="{FF2B5EF4-FFF2-40B4-BE49-F238E27FC236}">
                <a16:creationId xmlns:a16="http://schemas.microsoft.com/office/drawing/2014/main" id="{BA759462-C6AD-2DDE-F797-302BDFAE80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8682" y="864930"/>
            <a:ext cx="1394495" cy="1394495"/>
          </a:xfrm>
          <a:prstGeom prst="rect">
            <a:avLst/>
          </a:prstGeom>
          <a:noFill/>
          <a:extLst>
            <a:ext uri="{909E8E84-426E-40DD-AFC4-6F175D3DCCD1}">
              <a14:hiddenFill xmlns:a14="http://schemas.microsoft.com/office/drawing/2010/main">
                <a:solidFill>
                  <a:srgbClr val="FFFFFF"/>
                </a:solidFill>
              </a14:hiddenFill>
            </a:ext>
          </a:extLst>
        </p:spPr>
      </p:pic>
      <p:sp>
        <p:nvSpPr>
          <p:cNvPr id="10" name="Textfeld 9">
            <a:extLst>
              <a:ext uri="{FF2B5EF4-FFF2-40B4-BE49-F238E27FC236}">
                <a16:creationId xmlns:a16="http://schemas.microsoft.com/office/drawing/2014/main" id="{BE5915B6-34A4-A010-75DE-6F9082C08968}"/>
              </a:ext>
            </a:extLst>
          </p:cNvPr>
          <p:cNvSpPr txBox="1"/>
          <p:nvPr/>
        </p:nvSpPr>
        <p:spPr>
          <a:xfrm>
            <a:off x="6094454" y="2236590"/>
            <a:ext cx="1563248" cy="338554"/>
          </a:xfrm>
          <a:prstGeom prst="rect">
            <a:avLst/>
          </a:prstGeom>
          <a:noFill/>
        </p:spPr>
        <p:txBody>
          <a:bodyPr wrap="none" rtlCol="0">
            <a:spAutoFit/>
          </a:bodyPr>
          <a:lstStyle/>
          <a:p>
            <a:r>
              <a:rPr lang="de-DE" sz="1600" b="1" err="1">
                <a:solidFill>
                  <a:schemeClr val="tx1"/>
                </a:solidFill>
              </a:rPr>
              <a:t>AmazonMusic</a:t>
            </a:r>
            <a:endParaRPr lang="de-DE" sz="1600" b="1">
              <a:solidFill>
                <a:schemeClr val="tx1"/>
              </a:solidFill>
            </a:endParaRPr>
          </a:p>
        </p:txBody>
      </p:sp>
      <p:pic>
        <p:nvPicPr>
          <p:cNvPr id="11" name="Picture 4" descr="Netflix-Logo für mobile Anwendungen 17396804 PNG">
            <a:extLst>
              <a:ext uri="{FF2B5EF4-FFF2-40B4-BE49-F238E27FC236}">
                <a16:creationId xmlns:a16="http://schemas.microsoft.com/office/drawing/2014/main" id="{9584422D-6B9C-2643-1168-04F45E8F37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6128" y="2964349"/>
            <a:ext cx="1093405" cy="109340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C9EC16F3-58A8-95A2-F90E-D3B390BC3E90}"/>
              </a:ext>
            </a:extLst>
          </p:cNvPr>
          <p:cNvSpPr txBox="1"/>
          <p:nvPr/>
        </p:nvSpPr>
        <p:spPr>
          <a:xfrm>
            <a:off x="2302645" y="4167823"/>
            <a:ext cx="813043" cy="338554"/>
          </a:xfrm>
          <a:prstGeom prst="rect">
            <a:avLst/>
          </a:prstGeom>
          <a:noFill/>
        </p:spPr>
        <p:txBody>
          <a:bodyPr wrap="none" rtlCol="0">
            <a:spAutoFit/>
          </a:bodyPr>
          <a:lstStyle/>
          <a:p>
            <a:r>
              <a:rPr lang="de-DE" sz="1600" b="1">
                <a:solidFill>
                  <a:schemeClr val="tx1"/>
                </a:solidFill>
              </a:rPr>
              <a:t>Netflix</a:t>
            </a:r>
          </a:p>
        </p:txBody>
      </p:sp>
      <p:pic>
        <p:nvPicPr>
          <p:cNvPr id="13" name="Picture 6" descr="Darum hat Disney+ jetzt eine ganz neue Farbe">
            <a:extLst>
              <a:ext uri="{FF2B5EF4-FFF2-40B4-BE49-F238E27FC236}">
                <a16:creationId xmlns:a16="http://schemas.microsoft.com/office/drawing/2014/main" id="{54C64AD9-5A1D-0017-5588-A6ACB774F6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2115" y="3047735"/>
            <a:ext cx="1347906" cy="926632"/>
          </a:xfrm>
          <a:prstGeom prst="rect">
            <a:avLst/>
          </a:prstGeom>
          <a:noFill/>
          <a:extLst>
            <a:ext uri="{909E8E84-426E-40DD-AFC4-6F175D3DCCD1}">
              <a14:hiddenFill xmlns:a14="http://schemas.microsoft.com/office/drawing/2010/main">
                <a:solidFill>
                  <a:srgbClr val="FFFFFF"/>
                </a:solidFill>
              </a14:hiddenFill>
            </a:ext>
          </a:extLst>
        </p:spPr>
      </p:pic>
      <p:sp>
        <p:nvSpPr>
          <p:cNvPr id="14" name="Textfeld 13">
            <a:extLst>
              <a:ext uri="{FF2B5EF4-FFF2-40B4-BE49-F238E27FC236}">
                <a16:creationId xmlns:a16="http://schemas.microsoft.com/office/drawing/2014/main" id="{52149A10-1BB2-66BC-B689-AD5DF617C3F8}"/>
              </a:ext>
            </a:extLst>
          </p:cNvPr>
          <p:cNvSpPr txBox="1"/>
          <p:nvPr/>
        </p:nvSpPr>
        <p:spPr>
          <a:xfrm>
            <a:off x="4241651" y="4146757"/>
            <a:ext cx="976549" cy="338554"/>
          </a:xfrm>
          <a:prstGeom prst="rect">
            <a:avLst/>
          </a:prstGeom>
          <a:noFill/>
        </p:spPr>
        <p:txBody>
          <a:bodyPr wrap="none" rtlCol="0">
            <a:spAutoFit/>
          </a:bodyPr>
          <a:lstStyle/>
          <a:p>
            <a:r>
              <a:rPr lang="de-DE" sz="1600" b="1">
                <a:solidFill>
                  <a:schemeClr val="tx1"/>
                </a:solidFill>
              </a:rPr>
              <a:t>Disney+</a:t>
            </a:r>
          </a:p>
        </p:txBody>
      </p:sp>
      <p:pic>
        <p:nvPicPr>
          <p:cNvPr id="1032" name="Picture 8" descr="Amazon prime Icons, Logos, Symbole – Kostenloser Download PNG, SVG">
            <a:extLst>
              <a:ext uri="{FF2B5EF4-FFF2-40B4-BE49-F238E27FC236}">
                <a16:creationId xmlns:a16="http://schemas.microsoft.com/office/drawing/2014/main" id="{78EA7B5D-FB04-C525-5309-6A42273A4B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87228" y="2769058"/>
            <a:ext cx="1377699" cy="1377699"/>
          </a:xfrm>
          <a:prstGeom prst="rect">
            <a:avLst/>
          </a:prstGeom>
          <a:noFill/>
          <a:extLst>
            <a:ext uri="{909E8E84-426E-40DD-AFC4-6F175D3DCCD1}">
              <a14:hiddenFill xmlns:a14="http://schemas.microsoft.com/office/drawing/2010/main">
                <a:solidFill>
                  <a:srgbClr val="FFFFFF"/>
                </a:solidFill>
              </a14:hiddenFill>
            </a:ext>
          </a:extLst>
        </p:spPr>
      </p:pic>
      <p:sp>
        <p:nvSpPr>
          <p:cNvPr id="15" name="Textfeld 14">
            <a:extLst>
              <a:ext uri="{FF2B5EF4-FFF2-40B4-BE49-F238E27FC236}">
                <a16:creationId xmlns:a16="http://schemas.microsoft.com/office/drawing/2014/main" id="{C45EB708-934B-5E14-24C0-9E3A07294047}"/>
              </a:ext>
            </a:extLst>
          </p:cNvPr>
          <p:cNvSpPr txBox="1"/>
          <p:nvPr/>
        </p:nvSpPr>
        <p:spPr>
          <a:xfrm>
            <a:off x="6198682" y="4146757"/>
            <a:ext cx="1370888" cy="338554"/>
          </a:xfrm>
          <a:prstGeom prst="rect">
            <a:avLst/>
          </a:prstGeom>
          <a:noFill/>
        </p:spPr>
        <p:txBody>
          <a:bodyPr wrap="none" rtlCol="0">
            <a:spAutoFit/>
          </a:bodyPr>
          <a:lstStyle/>
          <a:p>
            <a:r>
              <a:rPr lang="de-DE" sz="1600" b="1">
                <a:solidFill>
                  <a:schemeClr val="tx1"/>
                </a:solidFill>
              </a:rPr>
              <a:t>Prime Video</a:t>
            </a:r>
          </a:p>
        </p:txBody>
      </p:sp>
      <p:grpSp>
        <p:nvGrpSpPr>
          <p:cNvPr id="16" name="Gruppieren 15">
            <a:extLst>
              <a:ext uri="{FF2B5EF4-FFF2-40B4-BE49-F238E27FC236}">
                <a16:creationId xmlns:a16="http://schemas.microsoft.com/office/drawing/2014/main" id="{9C8BD537-78D6-73C7-C2EE-2D7D61CA6F8C}"/>
              </a:ext>
            </a:extLst>
          </p:cNvPr>
          <p:cNvGrpSpPr/>
          <p:nvPr/>
        </p:nvGrpSpPr>
        <p:grpSpPr>
          <a:xfrm>
            <a:off x="810358" y="721523"/>
            <a:ext cx="721559" cy="516360"/>
            <a:chOff x="799898" y="1817225"/>
            <a:chExt cx="868101" cy="601884"/>
          </a:xfrm>
        </p:grpSpPr>
        <p:sp>
          <p:nvSpPr>
            <p:cNvPr id="17" name="Rechteck 16">
              <a:extLst>
                <a:ext uri="{FF2B5EF4-FFF2-40B4-BE49-F238E27FC236}">
                  <a16:creationId xmlns:a16="http://schemas.microsoft.com/office/drawing/2014/main" id="{29BEA001-5818-7CB1-2FF2-DFD1814CFC1C}"/>
                </a:ext>
              </a:extLst>
            </p:cNvPr>
            <p:cNvSpPr/>
            <p:nvPr/>
          </p:nvSpPr>
          <p:spPr>
            <a:xfrm>
              <a:off x="799898" y="1817225"/>
              <a:ext cx="868101" cy="601884"/>
            </a:xfrm>
            <a:prstGeom prst="rect">
              <a:avLst/>
            </a:prstGeom>
            <a:solidFill>
              <a:schemeClr val="tx1">
                <a:lumMod val="75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8" name="Textfeld 17">
              <a:extLst>
                <a:ext uri="{FF2B5EF4-FFF2-40B4-BE49-F238E27FC236}">
                  <a16:creationId xmlns:a16="http://schemas.microsoft.com/office/drawing/2014/main" id="{A2E0060D-A34B-D02A-1801-8F640F99C7B6}"/>
                </a:ext>
              </a:extLst>
            </p:cNvPr>
            <p:cNvSpPr txBox="1"/>
            <p:nvPr/>
          </p:nvSpPr>
          <p:spPr>
            <a:xfrm>
              <a:off x="894427" y="2053528"/>
              <a:ext cx="583814" cy="307777"/>
            </a:xfrm>
            <a:prstGeom prst="rect">
              <a:avLst/>
            </a:prstGeom>
            <a:noFill/>
          </p:spPr>
          <p:txBody>
            <a:bodyPr wrap="none" rtlCol="0">
              <a:spAutoFit/>
            </a:bodyPr>
            <a:lstStyle/>
            <a:p>
              <a:r>
                <a:rPr lang="de-DE">
                  <a:solidFill>
                    <a:schemeClr val="tx1"/>
                  </a:solidFill>
                </a:rPr>
                <a:t>Back</a:t>
              </a:r>
            </a:p>
          </p:txBody>
        </p:sp>
        <p:cxnSp>
          <p:nvCxnSpPr>
            <p:cNvPr id="19" name="Gerade Verbindung mit Pfeil 18">
              <a:extLst>
                <a:ext uri="{FF2B5EF4-FFF2-40B4-BE49-F238E27FC236}">
                  <a16:creationId xmlns:a16="http://schemas.microsoft.com/office/drawing/2014/main" id="{EEB7FE69-90A3-8AE2-7597-C16266C50C42}"/>
                </a:ext>
              </a:extLst>
            </p:cNvPr>
            <p:cNvCxnSpPr/>
            <p:nvPr/>
          </p:nvCxnSpPr>
          <p:spPr>
            <a:xfrm flipH="1">
              <a:off x="964214" y="2020036"/>
              <a:ext cx="56261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7606716"/>
      </p:ext>
    </p:extLst>
  </p:cSld>
  <p:clrMapOvr>
    <a:masterClrMapping/>
  </p:clrMapOvr>
</p:sld>
</file>

<file path=ppt/theme/theme1.xml><?xml version="1.0" encoding="utf-8"?>
<a:theme xmlns:a="http://schemas.openxmlformats.org/drawingml/2006/main" name="Space Vacation XL by Slidesgo">
  <a:themeElements>
    <a:clrScheme name="Simple Light">
      <a:dk1>
        <a:srgbClr val="FFFFFF"/>
      </a:dk1>
      <a:lt1>
        <a:srgbClr val="1E1632"/>
      </a:lt1>
      <a:dk2>
        <a:srgbClr val="D2C1FF"/>
      </a:dk2>
      <a:lt2>
        <a:srgbClr val="9900FF"/>
      </a:lt2>
      <a:accent1>
        <a:srgbClr val="1C4587"/>
      </a:accent1>
      <a:accent2>
        <a:srgbClr val="351C75"/>
      </a:accent2>
      <a:accent3>
        <a:srgbClr val="741B47"/>
      </a:accent3>
      <a:accent4>
        <a:srgbClr val="3C92D8"/>
      </a:accent4>
      <a:accent5>
        <a:srgbClr val="674EA7"/>
      </a:accent5>
      <a:accent6>
        <a:srgbClr val="A64D79"/>
      </a:accent6>
      <a:hlink>
        <a:srgbClr val="D2C1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Space Vacation XL by Slidesgo">
  <a:themeElements>
    <a:clrScheme name="Simple Light">
      <a:dk1>
        <a:srgbClr val="FFFFFF"/>
      </a:dk1>
      <a:lt1>
        <a:srgbClr val="1E1632"/>
      </a:lt1>
      <a:dk2>
        <a:srgbClr val="D2C1FF"/>
      </a:dk2>
      <a:lt2>
        <a:srgbClr val="9900FF"/>
      </a:lt2>
      <a:accent1>
        <a:srgbClr val="1C4587"/>
      </a:accent1>
      <a:accent2>
        <a:srgbClr val="351C75"/>
      </a:accent2>
      <a:accent3>
        <a:srgbClr val="741B47"/>
      </a:accent3>
      <a:accent4>
        <a:srgbClr val="3C92D8"/>
      </a:accent4>
      <a:accent5>
        <a:srgbClr val="674EA7"/>
      </a:accent5>
      <a:accent6>
        <a:srgbClr val="A64D79"/>
      </a:accent6>
      <a:hlink>
        <a:srgbClr val="D2C1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952AD34-611D-174E-BCAE-778044483A04}">
  <we:reference id="wa200010001" version="1.0.0.1" store="en-US" storeType="OMEX"/>
  <we:alternateReferences>
    <we:reference id="WA200010001" version="1.0.0.1" store="" storeType="OMEX"/>
  </we:alternateReferences>
  <we:properties>
    <we:property name="claude.fileId" value="&quot;27df6cf5-8a24-4a29-8908-9d07d9490fa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3896</Words>
  <Application>Microsoft Macintosh PowerPoint</Application>
  <PresentationFormat>Bildschirmpräsentation (16:9)</PresentationFormat>
  <Paragraphs>540</Paragraphs>
  <Slides>44</Slides>
  <Notes>33</Notes>
  <HiddenSlides>14</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44</vt:i4>
      </vt:variant>
    </vt:vector>
  </HeadingPairs>
  <TitlesOfParts>
    <vt:vector size="48" baseType="lpstr">
      <vt:lpstr>Titillium Web</vt:lpstr>
      <vt:lpstr>Arial</vt:lpstr>
      <vt:lpstr>-webkit-standard</vt:lpstr>
      <vt:lpstr>Space Vacation XL by Slidesgo</vt:lpstr>
      <vt:lpstr>PowerPoint-Präsentation</vt:lpstr>
      <vt:lpstr>PowerPoint-Präsentation</vt:lpstr>
      <vt:lpstr>Land. Repair.    Fly again.</vt:lpstr>
      <vt:lpstr>Gliederung</vt:lpstr>
      <vt:lpstr>PowerPoint-Präsentation</vt:lpstr>
      <vt:lpstr>PowerPoint-Präsentation</vt:lpstr>
      <vt:lpstr>PowerPoint-Präsentation</vt:lpstr>
      <vt:lpstr>PowerPoint-Präsentation</vt:lpstr>
      <vt:lpstr>PowerPoint-Präsentation</vt:lpstr>
      <vt:lpstr>PowerPoint-Präsentation</vt:lpstr>
      <vt:lpstr>Die Hauptprobleme des Turnaround Prozess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Der Mehrwert des Produkts</vt:lpstr>
      <vt:lpstr>Der Mehrwert des Produkts</vt:lpstr>
      <vt:lpstr>Über uns</vt:lpstr>
      <vt:lpstr>Unser TEAM</vt:lpstr>
      <vt:lpstr>Was haben wir gelernt?</vt:lpstr>
      <vt:lpstr>Dankeschön!</vt:lpstr>
      <vt:lpstr>Unser Produkt </vt:lpstr>
      <vt:lpstr>Unser Produkt</vt:lpstr>
      <vt:lpstr>PowerPoint-Präsentation</vt:lpstr>
      <vt:lpstr>PowerPoint-Präsentation</vt:lpstr>
      <vt:lpstr>PowerPoint-Präsentation</vt:lpstr>
      <vt:lpstr>PowerPoint-Präsentation</vt:lpstr>
      <vt:lpstr>PowerPoint-Präsentation</vt:lpstr>
      <vt:lpstr>PowerPoint-Präsentation</vt:lpstr>
      <vt:lpstr>Der Prozess unseres Produktes</vt:lpstr>
      <vt:lpstr>PowerPoint-Präsentation</vt:lpstr>
      <vt:lpstr>Der Mehrwert des Produkts</vt:lpstr>
      <vt:lpstr>PowerPoint-Präsentation</vt:lpstr>
      <vt:lpstr>PowerPoint-Präsentation</vt:lpstr>
      <vt:lpstr>Abschluss mit Schubkraft!  Was als Idee begann, hat heute Formen angenommen – und zwar mit ordentlich Zündung. Mit unserer Vision für das Projekt setzen wir neue Maßstäbe für Erlebniswelten im All. Wir danken Ihnen für Ihr Interesse und Ihr Vertrauen. Gemeinsam mit starken Partnern wollen wir diese Technologie zur Marktreife bringen – Schritt für Schritt, mit Präzision und Weitblick. Wir freuen uns darauf, die nächsten Etappen dieser Reise gemeinsam mit Ihnen zu gestalten.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Vanessa</dc:creator>
  <cp:lastModifiedBy>Mo, Junwey</cp:lastModifiedBy>
  <cp:revision>2</cp:revision>
  <dcterms:modified xsi:type="dcterms:W3CDTF">2026-05-19T17:45:28Z</dcterms:modified>
</cp:coreProperties>
</file>